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D63C-1FA1-6F2D-6808-1C2E1F446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303DA-8A2A-1D33-CD72-9DF0E64AD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DF316-39C4-32F4-1287-B8184A1AD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538DB-A190-797A-7DEC-3514DD8D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498B6-69CF-E31D-7266-665D1B163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601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78E6-BE81-045B-9642-91DE6E29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02FF9-F567-A465-A822-FAA3329C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8CB41-B2E9-E5D1-6365-65AFDC18D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45694-9465-A027-154E-B652120E7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F50A0-26B4-F33E-38A0-92A1931E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36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FB43-9DB8-F84E-A6D7-E7F2EDFE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C9171-8E66-9D03-2CBB-D2F2CE2EB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93E7A-7F09-12BA-49A0-EB6951CC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B0C9D-928C-926B-CB1E-AB1DC05B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C7377-701A-0926-FA19-50E03A86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4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4F4CA-B29B-F959-4C19-E71C1556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4A8BB-1312-5400-582A-A93A8E63F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5D476-A7F3-CD4F-55C7-0F5503375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FCCF6-0EAD-47E2-6696-8647E3CEB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B6890-CAA9-1F11-68F2-A7ADFFD4F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7093C-C05C-6FAC-1C00-41EEE3A8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900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3849-BAFF-A519-FEA4-5095B7C2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F3419-07FF-CDBC-151C-C8FF0A6E7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D5E25-2C8A-9042-D411-85250946E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6BF6D-DAEA-355C-BDEF-60775B680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C63DD4-F2BE-E716-360C-59E750441F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786BDB-785F-2F78-EE85-3FFC34293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E8EBA4-0769-26EE-9D81-F9DCAD071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9E5EC5-A5E1-8418-CE45-7BE12BDF0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661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A3DB-CA83-6E5F-A30C-AD8FF6BE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FA6A-1FF5-1F44-A71D-83B2D511A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9272-8488-0BD3-72A1-BC8D9FF7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6CA55-89E9-A916-A1EE-8B95C2E9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756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FCB8D-FAEE-A45F-EF4C-35182600D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065C0-5A27-0F65-9A7E-F41E7A7D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B1405-77CF-A711-0D40-F8949E9A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40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4117-8B4B-9A97-4BF6-1C6A9C090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068CA-5F6B-583A-FAB7-C55F1412B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DFD7FC-9946-9934-A8A0-C1FD13EE6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D699-C35F-866F-34A7-27433B719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07D58-B309-CB77-DF70-59BC50CE1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3BC9F-006A-A60F-E297-E068BFE2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754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0CF6-36DD-A374-0FB9-332E9C471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EF20D6-0970-2DE9-A85C-39D4212DCD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C675E-3C7B-678C-AB98-EEF3AD4F9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166BC-5387-F5AE-934A-0BAF169B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63C2D-6D81-AD75-6FEA-5E35E84FE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A1490-7DAF-C319-7953-2ADF5C1C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801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DF5C5-8D6F-B3E5-F4DB-603F0645E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1EA30-AA94-B4A9-FFFE-591E7CF47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6FC19-78E7-CC21-51F8-FA08F848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1283F-9EF9-61FB-48A6-84E25887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24F1-A7C2-7CF9-A7D8-D52D42AE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057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60495-C7DE-504B-6507-23E6DDEDD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FD74C-2AE7-B0CC-AD50-F7DDE9099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76651-DAD3-69CB-36FE-21E292FA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937A8-60F8-4CFC-7407-39C5CBC6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8A6B1-AD86-FD09-901E-773692D6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9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346FB-4FFF-6BBF-55CF-992EEAB2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3376D-AA33-92BA-E41F-4E7CC72F0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18853-8820-9F21-A877-54E1D239D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58826-615D-4710-8298-31C287964738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6BCE1-5E6B-5391-EF96-3B01C445C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28F8B-7008-B604-B1D0-A36E85357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8596A-4B38-4F64-9C24-801B948D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002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8A31E4A-459D-B4C6-D7FD-014AA9D8FA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402116"/>
              </p:ext>
            </p:extLst>
          </p:nvPr>
        </p:nvGraphicFramePr>
        <p:xfrm>
          <a:off x="1" y="-1"/>
          <a:ext cx="4684542" cy="3321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9802237" imgH="6949440" progId="Origin95.Graph">
                  <p:embed/>
                </p:oleObj>
              </mc:Choice>
              <mc:Fallback>
                <p:oleObj name="Graph" r:id="rId2" imgW="9802237" imgH="694944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" y="-1"/>
                        <a:ext cx="4684542" cy="3321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6A9AC2-EA6F-361D-6AFF-CE44444FB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1</a:t>
            </a:fld>
            <a:endParaRPr lang="en-IN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7359FA4-246E-1C7F-7A99-1CC0282E44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547271"/>
              </p:ext>
            </p:extLst>
          </p:nvPr>
        </p:nvGraphicFramePr>
        <p:xfrm>
          <a:off x="4684543" y="136525"/>
          <a:ext cx="4504210" cy="3193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9802237" imgH="6949440" progId="Origin95.Graph">
                  <p:embed/>
                </p:oleObj>
              </mc:Choice>
              <mc:Fallback>
                <p:oleObj name="Graph" r:id="rId4" imgW="9802237" imgH="6949440" progId="Origin95.Grap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2B4273C-5810-3F20-E99A-0140AC4124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84543" y="136525"/>
                        <a:ext cx="4504210" cy="31933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83AEDE-FE34-EDF0-C074-6F2F6698B913}"/>
              </a:ext>
            </a:extLst>
          </p:cNvPr>
          <p:cNvCxnSpPr/>
          <p:nvPr/>
        </p:nvCxnSpPr>
        <p:spPr>
          <a:xfrm flipV="1">
            <a:off x="2342272" y="478304"/>
            <a:ext cx="0" cy="675249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E0AF10-AA40-4F57-CDA7-0121345EE49E}"/>
              </a:ext>
            </a:extLst>
          </p:cNvPr>
          <p:cNvCxnSpPr>
            <a:cxnSpLocks/>
          </p:cNvCxnSpPr>
          <p:nvPr/>
        </p:nvCxnSpPr>
        <p:spPr>
          <a:xfrm flipH="1">
            <a:off x="1969476" y="872199"/>
            <a:ext cx="689318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A72D64-1329-3962-95EB-6C100FF0D503}"/>
              </a:ext>
            </a:extLst>
          </p:cNvPr>
          <p:cNvCxnSpPr>
            <a:cxnSpLocks/>
          </p:cNvCxnSpPr>
          <p:nvPr/>
        </p:nvCxnSpPr>
        <p:spPr>
          <a:xfrm>
            <a:off x="6757182" y="478304"/>
            <a:ext cx="0" cy="67524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7354CC3F-A8CF-E71A-FD0A-210C17FB31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024785"/>
              </p:ext>
            </p:extLst>
          </p:nvPr>
        </p:nvGraphicFramePr>
        <p:xfrm>
          <a:off x="4439218" y="3429000"/>
          <a:ext cx="4504211" cy="3193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9802237" imgH="6949440" progId="Origin95.Graph">
                  <p:embed/>
                </p:oleObj>
              </mc:Choice>
              <mc:Fallback>
                <p:oleObj name="Graph" r:id="rId6" imgW="9802237" imgH="6949440" progId="Origin95.Grap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9B95B3A-044C-7D36-1882-7AD59F0F3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39218" y="3429000"/>
                        <a:ext cx="4504211" cy="31933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CA2900-7CAA-F5C0-CB6D-A3881092F916}"/>
              </a:ext>
            </a:extLst>
          </p:cNvPr>
          <p:cNvCxnSpPr/>
          <p:nvPr/>
        </p:nvCxnSpPr>
        <p:spPr>
          <a:xfrm flipV="1">
            <a:off x="6574303" y="3950679"/>
            <a:ext cx="0" cy="675249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141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6D9FADD-8CC1-4733-F4CB-0F618C35E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528969"/>
              </p:ext>
            </p:extLst>
          </p:nvPr>
        </p:nvGraphicFramePr>
        <p:xfrm>
          <a:off x="0" y="-1"/>
          <a:ext cx="967313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9802237" imgH="6949440" progId="Origin95.Graph">
                  <p:embed/>
                </p:oleObj>
              </mc:Choice>
              <mc:Fallback>
                <p:oleObj name="Graph" r:id="rId2" imgW="9802237" imgH="694944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-1"/>
                        <a:ext cx="9673137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C9D393-F735-3B51-0DCA-76E3673F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96A-4B38-4F64-9C24-801B948DB6DE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50CF163-F820-7E37-8FAA-CAF08A8F6F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056626"/>
              </p:ext>
            </p:extLst>
          </p:nvPr>
        </p:nvGraphicFramePr>
        <p:xfrm>
          <a:off x="0" y="-1"/>
          <a:ext cx="967313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9802237" imgH="6949440" progId="Origin95.Graph">
                  <p:embed/>
                </p:oleObj>
              </mc:Choice>
              <mc:Fallback>
                <p:oleObj name="Graph" r:id="rId4" imgW="9802237" imgH="694944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-1"/>
                        <a:ext cx="9673137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2B4273C-5810-3F20-E99A-0140AC4124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308139"/>
              </p:ext>
            </p:extLst>
          </p:nvPr>
        </p:nvGraphicFramePr>
        <p:xfrm>
          <a:off x="0" y="-1"/>
          <a:ext cx="967313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9802237" imgH="6949440" progId="Origin95.Graph">
                  <p:embed/>
                </p:oleObj>
              </mc:Choice>
              <mc:Fallback>
                <p:oleObj name="Graph" r:id="rId6" imgW="9802237" imgH="694944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-1"/>
                        <a:ext cx="9673137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9B95B3A-044C-7D36-1882-7AD59F0F3D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580659"/>
              </p:ext>
            </p:extLst>
          </p:nvPr>
        </p:nvGraphicFramePr>
        <p:xfrm>
          <a:off x="1680663" y="422030"/>
          <a:ext cx="967313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9802237" imgH="6949440" progId="Origin95.Graph">
                  <p:embed/>
                </p:oleObj>
              </mc:Choice>
              <mc:Fallback>
                <p:oleObj name="Graph" r:id="rId8" imgW="9802237" imgH="694944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80663" y="422030"/>
                        <a:ext cx="9673137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8219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Origin Project or Graph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Ranadeep raj sumukam</dc:creator>
  <cp:lastModifiedBy>Ranadeep raj sumukam</cp:lastModifiedBy>
  <cp:revision>3</cp:revision>
  <dcterms:created xsi:type="dcterms:W3CDTF">2025-08-24T14:46:19Z</dcterms:created>
  <dcterms:modified xsi:type="dcterms:W3CDTF">2025-08-25T08:13:50Z</dcterms:modified>
</cp:coreProperties>
</file>