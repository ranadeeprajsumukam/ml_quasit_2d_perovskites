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0"/>
  </p:notesMasterIdLst>
  <p:sldIdLst>
    <p:sldId id="262" r:id="rId2"/>
    <p:sldId id="260" r:id="rId3"/>
    <p:sldId id="263" r:id="rId4"/>
    <p:sldId id="264" r:id="rId5"/>
    <p:sldId id="261" r:id="rId6"/>
    <p:sldId id="257" r:id="rId7"/>
    <p:sldId id="258" r:id="rId8"/>
    <p:sldId id="259" r:id="rId9"/>
  </p:sldIdLst>
  <p:sldSz cx="9359900" cy="4932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3247F3-E56E-4CA2-A080-E4225CFF421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0063" y="1143000"/>
            <a:ext cx="5857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569AD9-CB24-47A7-8C32-54BFD5C912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214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9988" y="807218"/>
            <a:ext cx="7019925" cy="1717193"/>
          </a:xfrm>
        </p:spPr>
        <p:txBody>
          <a:bodyPr anchor="b"/>
          <a:lstStyle>
            <a:lvl1pPr algn="ctr">
              <a:defRPr sz="43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2590632"/>
            <a:ext cx="7019925" cy="1190846"/>
          </a:xfrm>
        </p:spPr>
        <p:txBody>
          <a:bodyPr/>
          <a:lstStyle>
            <a:lvl1pPr marL="0" indent="0" algn="ctr">
              <a:buNone/>
              <a:defRPr sz="1726"/>
            </a:lvl1pPr>
            <a:lvl2pPr marL="328818" indent="0" algn="ctr">
              <a:buNone/>
              <a:defRPr sz="1438"/>
            </a:lvl2pPr>
            <a:lvl3pPr marL="657636" indent="0" algn="ctr">
              <a:buNone/>
              <a:defRPr sz="1295"/>
            </a:lvl3pPr>
            <a:lvl4pPr marL="986455" indent="0" algn="ctr">
              <a:buNone/>
              <a:defRPr sz="1151"/>
            </a:lvl4pPr>
            <a:lvl5pPr marL="1315273" indent="0" algn="ctr">
              <a:buNone/>
              <a:defRPr sz="1151"/>
            </a:lvl5pPr>
            <a:lvl6pPr marL="1644091" indent="0" algn="ctr">
              <a:buNone/>
              <a:defRPr sz="1151"/>
            </a:lvl6pPr>
            <a:lvl7pPr marL="1972909" indent="0" algn="ctr">
              <a:buNone/>
              <a:defRPr sz="1151"/>
            </a:lvl7pPr>
            <a:lvl8pPr marL="2301728" indent="0" algn="ctr">
              <a:buNone/>
              <a:defRPr sz="1151"/>
            </a:lvl8pPr>
            <a:lvl9pPr marL="2630546" indent="0" algn="ctr">
              <a:buNone/>
              <a:defRPr sz="115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615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071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18" y="1229666"/>
            <a:ext cx="8072914" cy="2051726"/>
          </a:xfrm>
        </p:spPr>
        <p:txBody>
          <a:bodyPr anchor="b"/>
          <a:lstStyle>
            <a:lvl1pPr>
              <a:defRPr sz="43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18" y="3300802"/>
            <a:ext cx="8072914" cy="1078954"/>
          </a:xfrm>
        </p:spPr>
        <p:txBody>
          <a:bodyPr/>
          <a:lstStyle>
            <a:lvl1pPr marL="0" indent="0">
              <a:buNone/>
              <a:defRPr sz="1726">
                <a:solidFill>
                  <a:schemeClr val="tx1">
                    <a:tint val="75000"/>
                  </a:schemeClr>
                </a:solidFill>
              </a:defRPr>
            </a:lvl1pPr>
            <a:lvl2pPr marL="328818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2pPr>
            <a:lvl3pPr marL="657636" indent="0">
              <a:buNone/>
              <a:defRPr sz="1295">
                <a:solidFill>
                  <a:schemeClr val="tx1">
                    <a:tint val="75000"/>
                  </a:schemeClr>
                </a:solidFill>
              </a:defRPr>
            </a:lvl3pPr>
            <a:lvl4pPr marL="986455" indent="0">
              <a:buNone/>
              <a:defRPr sz="1151">
                <a:solidFill>
                  <a:schemeClr val="tx1">
                    <a:tint val="75000"/>
                  </a:schemeClr>
                </a:solidFill>
              </a:defRPr>
            </a:lvl4pPr>
            <a:lvl5pPr marL="1315273" indent="0">
              <a:buNone/>
              <a:defRPr sz="1151">
                <a:solidFill>
                  <a:schemeClr val="tx1">
                    <a:tint val="75000"/>
                  </a:schemeClr>
                </a:solidFill>
              </a:defRPr>
            </a:lvl5pPr>
            <a:lvl6pPr marL="1644091" indent="0">
              <a:buNone/>
              <a:defRPr sz="1151">
                <a:solidFill>
                  <a:schemeClr val="tx1">
                    <a:tint val="75000"/>
                  </a:schemeClr>
                </a:solidFill>
              </a:defRPr>
            </a:lvl6pPr>
            <a:lvl7pPr marL="1972909" indent="0">
              <a:buNone/>
              <a:defRPr sz="1151">
                <a:solidFill>
                  <a:schemeClr val="tx1">
                    <a:tint val="75000"/>
                  </a:schemeClr>
                </a:solidFill>
              </a:defRPr>
            </a:lvl7pPr>
            <a:lvl8pPr marL="2301728" indent="0">
              <a:buNone/>
              <a:defRPr sz="1151">
                <a:solidFill>
                  <a:schemeClr val="tx1">
                    <a:tint val="75000"/>
                  </a:schemeClr>
                </a:solidFill>
              </a:defRPr>
            </a:lvl8pPr>
            <a:lvl9pPr marL="2630546" indent="0">
              <a:buNone/>
              <a:defRPr sz="11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432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493" y="1313013"/>
            <a:ext cx="3977958" cy="31295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8449" y="1313013"/>
            <a:ext cx="3977958" cy="31295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642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262603"/>
            <a:ext cx="8072914" cy="9533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713" y="1209114"/>
            <a:ext cx="3959676" cy="592568"/>
          </a:xfrm>
        </p:spPr>
        <p:txBody>
          <a:bodyPr anchor="b"/>
          <a:lstStyle>
            <a:lvl1pPr marL="0" indent="0">
              <a:buNone/>
              <a:defRPr sz="1726" b="1"/>
            </a:lvl1pPr>
            <a:lvl2pPr marL="328818" indent="0">
              <a:buNone/>
              <a:defRPr sz="1438" b="1"/>
            </a:lvl2pPr>
            <a:lvl3pPr marL="657636" indent="0">
              <a:buNone/>
              <a:defRPr sz="1295" b="1"/>
            </a:lvl3pPr>
            <a:lvl4pPr marL="986455" indent="0">
              <a:buNone/>
              <a:defRPr sz="1151" b="1"/>
            </a:lvl4pPr>
            <a:lvl5pPr marL="1315273" indent="0">
              <a:buNone/>
              <a:defRPr sz="1151" b="1"/>
            </a:lvl5pPr>
            <a:lvl6pPr marL="1644091" indent="0">
              <a:buNone/>
              <a:defRPr sz="1151" b="1"/>
            </a:lvl6pPr>
            <a:lvl7pPr marL="1972909" indent="0">
              <a:buNone/>
              <a:defRPr sz="1151" b="1"/>
            </a:lvl7pPr>
            <a:lvl8pPr marL="2301728" indent="0">
              <a:buNone/>
              <a:defRPr sz="1151" b="1"/>
            </a:lvl8pPr>
            <a:lvl9pPr marL="2630546" indent="0">
              <a:buNone/>
              <a:defRPr sz="11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713" y="1801682"/>
            <a:ext cx="3959676" cy="26500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8449" y="1209114"/>
            <a:ext cx="3979177" cy="592568"/>
          </a:xfrm>
        </p:spPr>
        <p:txBody>
          <a:bodyPr anchor="b"/>
          <a:lstStyle>
            <a:lvl1pPr marL="0" indent="0">
              <a:buNone/>
              <a:defRPr sz="1726" b="1"/>
            </a:lvl1pPr>
            <a:lvl2pPr marL="328818" indent="0">
              <a:buNone/>
              <a:defRPr sz="1438" b="1"/>
            </a:lvl2pPr>
            <a:lvl3pPr marL="657636" indent="0">
              <a:buNone/>
              <a:defRPr sz="1295" b="1"/>
            </a:lvl3pPr>
            <a:lvl4pPr marL="986455" indent="0">
              <a:buNone/>
              <a:defRPr sz="1151" b="1"/>
            </a:lvl4pPr>
            <a:lvl5pPr marL="1315273" indent="0">
              <a:buNone/>
              <a:defRPr sz="1151" b="1"/>
            </a:lvl5pPr>
            <a:lvl6pPr marL="1644091" indent="0">
              <a:buNone/>
              <a:defRPr sz="1151" b="1"/>
            </a:lvl6pPr>
            <a:lvl7pPr marL="1972909" indent="0">
              <a:buNone/>
              <a:defRPr sz="1151" b="1"/>
            </a:lvl7pPr>
            <a:lvl8pPr marL="2301728" indent="0">
              <a:buNone/>
              <a:defRPr sz="1151" b="1"/>
            </a:lvl8pPr>
            <a:lvl9pPr marL="2630546" indent="0">
              <a:buNone/>
              <a:defRPr sz="11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8449" y="1801682"/>
            <a:ext cx="3979177" cy="26500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882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66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262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3" y="328824"/>
            <a:ext cx="3018811" cy="1150885"/>
          </a:xfrm>
        </p:spPr>
        <p:txBody>
          <a:bodyPr anchor="b"/>
          <a:lstStyle>
            <a:lvl1pPr>
              <a:defRPr sz="23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177" y="710169"/>
            <a:ext cx="4738449" cy="3505175"/>
          </a:xfrm>
        </p:spPr>
        <p:txBody>
          <a:bodyPr/>
          <a:lstStyle>
            <a:lvl1pPr>
              <a:defRPr sz="2301"/>
            </a:lvl1pPr>
            <a:lvl2pPr>
              <a:defRPr sz="2014"/>
            </a:lvl2pPr>
            <a:lvl3pPr>
              <a:defRPr sz="1726"/>
            </a:lvl3pPr>
            <a:lvl4pPr>
              <a:defRPr sz="1438"/>
            </a:lvl4pPr>
            <a:lvl5pPr>
              <a:defRPr sz="1438"/>
            </a:lvl5pPr>
            <a:lvl6pPr>
              <a:defRPr sz="1438"/>
            </a:lvl6pPr>
            <a:lvl7pPr>
              <a:defRPr sz="1438"/>
            </a:lvl7pPr>
            <a:lvl8pPr>
              <a:defRPr sz="1438"/>
            </a:lvl8pPr>
            <a:lvl9pPr>
              <a:defRPr sz="143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3" y="1479709"/>
            <a:ext cx="3018811" cy="2741344"/>
          </a:xfrm>
        </p:spPr>
        <p:txBody>
          <a:bodyPr/>
          <a:lstStyle>
            <a:lvl1pPr marL="0" indent="0">
              <a:buNone/>
              <a:defRPr sz="1151"/>
            </a:lvl1pPr>
            <a:lvl2pPr marL="328818" indent="0">
              <a:buNone/>
              <a:defRPr sz="1007"/>
            </a:lvl2pPr>
            <a:lvl3pPr marL="657636" indent="0">
              <a:buNone/>
              <a:defRPr sz="863"/>
            </a:lvl3pPr>
            <a:lvl4pPr marL="986455" indent="0">
              <a:buNone/>
              <a:defRPr sz="719"/>
            </a:lvl4pPr>
            <a:lvl5pPr marL="1315273" indent="0">
              <a:buNone/>
              <a:defRPr sz="719"/>
            </a:lvl5pPr>
            <a:lvl6pPr marL="1644091" indent="0">
              <a:buNone/>
              <a:defRPr sz="719"/>
            </a:lvl6pPr>
            <a:lvl7pPr marL="1972909" indent="0">
              <a:buNone/>
              <a:defRPr sz="719"/>
            </a:lvl7pPr>
            <a:lvl8pPr marL="2301728" indent="0">
              <a:buNone/>
              <a:defRPr sz="719"/>
            </a:lvl8pPr>
            <a:lvl9pPr marL="2630546" indent="0">
              <a:buNone/>
              <a:defRPr sz="7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590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3" y="328824"/>
            <a:ext cx="3018811" cy="1150885"/>
          </a:xfrm>
        </p:spPr>
        <p:txBody>
          <a:bodyPr anchor="b"/>
          <a:lstStyle>
            <a:lvl1pPr>
              <a:defRPr sz="23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177" y="710169"/>
            <a:ext cx="4738449" cy="3505175"/>
          </a:xfrm>
        </p:spPr>
        <p:txBody>
          <a:bodyPr anchor="t"/>
          <a:lstStyle>
            <a:lvl1pPr marL="0" indent="0">
              <a:buNone/>
              <a:defRPr sz="2301"/>
            </a:lvl1pPr>
            <a:lvl2pPr marL="328818" indent="0">
              <a:buNone/>
              <a:defRPr sz="2014"/>
            </a:lvl2pPr>
            <a:lvl3pPr marL="657636" indent="0">
              <a:buNone/>
              <a:defRPr sz="1726"/>
            </a:lvl3pPr>
            <a:lvl4pPr marL="986455" indent="0">
              <a:buNone/>
              <a:defRPr sz="1438"/>
            </a:lvl4pPr>
            <a:lvl5pPr marL="1315273" indent="0">
              <a:buNone/>
              <a:defRPr sz="1438"/>
            </a:lvl5pPr>
            <a:lvl6pPr marL="1644091" indent="0">
              <a:buNone/>
              <a:defRPr sz="1438"/>
            </a:lvl6pPr>
            <a:lvl7pPr marL="1972909" indent="0">
              <a:buNone/>
              <a:defRPr sz="1438"/>
            </a:lvl7pPr>
            <a:lvl8pPr marL="2301728" indent="0">
              <a:buNone/>
              <a:defRPr sz="1438"/>
            </a:lvl8pPr>
            <a:lvl9pPr marL="2630546" indent="0">
              <a:buNone/>
              <a:defRPr sz="143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3" y="1479709"/>
            <a:ext cx="3018811" cy="2741344"/>
          </a:xfrm>
        </p:spPr>
        <p:txBody>
          <a:bodyPr/>
          <a:lstStyle>
            <a:lvl1pPr marL="0" indent="0">
              <a:buNone/>
              <a:defRPr sz="1151"/>
            </a:lvl1pPr>
            <a:lvl2pPr marL="328818" indent="0">
              <a:buNone/>
              <a:defRPr sz="1007"/>
            </a:lvl2pPr>
            <a:lvl3pPr marL="657636" indent="0">
              <a:buNone/>
              <a:defRPr sz="863"/>
            </a:lvl3pPr>
            <a:lvl4pPr marL="986455" indent="0">
              <a:buNone/>
              <a:defRPr sz="719"/>
            </a:lvl4pPr>
            <a:lvl5pPr marL="1315273" indent="0">
              <a:buNone/>
              <a:defRPr sz="719"/>
            </a:lvl5pPr>
            <a:lvl6pPr marL="1644091" indent="0">
              <a:buNone/>
              <a:defRPr sz="719"/>
            </a:lvl6pPr>
            <a:lvl7pPr marL="1972909" indent="0">
              <a:buNone/>
              <a:defRPr sz="719"/>
            </a:lvl7pPr>
            <a:lvl8pPr marL="2301728" indent="0">
              <a:buNone/>
              <a:defRPr sz="719"/>
            </a:lvl8pPr>
            <a:lvl9pPr marL="2630546" indent="0">
              <a:buNone/>
              <a:defRPr sz="7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08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827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8179" y="262602"/>
            <a:ext cx="2018228" cy="41799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493" y="262602"/>
            <a:ext cx="5937687" cy="4179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758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493" y="262603"/>
            <a:ext cx="8072914" cy="953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3" y="1313013"/>
            <a:ext cx="8072914" cy="3129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493" y="4571570"/>
            <a:ext cx="2105978" cy="262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F252F-86FB-46C2-84FD-56D7D0B5754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467" y="4571570"/>
            <a:ext cx="3158966" cy="262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0429" y="4571570"/>
            <a:ext cx="2105978" cy="262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FD85C-DBE5-4C5E-997F-778426168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9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57636" rtl="0" eaLnBrk="1" latinLnBrk="0" hangingPunct="1">
        <a:lnSpc>
          <a:spcPct val="90000"/>
        </a:lnSpc>
        <a:spcBef>
          <a:spcPct val="0"/>
        </a:spcBef>
        <a:buNone/>
        <a:defRPr sz="31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409" indent="-164409" algn="l" defTabSz="657636" rtl="0" eaLnBrk="1" latinLnBrk="0" hangingPunct="1">
        <a:lnSpc>
          <a:spcPct val="90000"/>
        </a:lnSpc>
        <a:spcBef>
          <a:spcPts val="719"/>
        </a:spcBef>
        <a:buFont typeface="Arial" panose="020B0604020202020204" pitchFamily="34" charset="0"/>
        <a:buChar char="•"/>
        <a:defRPr sz="2014" kern="1200">
          <a:solidFill>
            <a:schemeClr val="tx1"/>
          </a:solidFill>
          <a:latin typeface="+mn-lt"/>
          <a:ea typeface="+mn-ea"/>
          <a:cs typeface="+mn-cs"/>
        </a:defRPr>
      </a:lvl1pPr>
      <a:lvl2pPr marL="493227" indent="-164409" algn="l" defTabSz="657636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726" kern="1200">
          <a:solidFill>
            <a:schemeClr val="tx1"/>
          </a:solidFill>
          <a:latin typeface="+mn-lt"/>
          <a:ea typeface="+mn-ea"/>
          <a:cs typeface="+mn-cs"/>
        </a:defRPr>
      </a:lvl2pPr>
      <a:lvl3pPr marL="822046" indent="-164409" algn="l" defTabSz="657636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438" kern="1200">
          <a:solidFill>
            <a:schemeClr val="tx1"/>
          </a:solidFill>
          <a:latin typeface="+mn-lt"/>
          <a:ea typeface="+mn-ea"/>
          <a:cs typeface="+mn-cs"/>
        </a:defRPr>
      </a:lvl3pPr>
      <a:lvl4pPr marL="1150864" indent="-164409" algn="l" defTabSz="657636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4pPr>
      <a:lvl5pPr marL="1479682" indent="-164409" algn="l" defTabSz="657636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5pPr>
      <a:lvl6pPr marL="1808500" indent="-164409" algn="l" defTabSz="657636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6pPr>
      <a:lvl7pPr marL="2137319" indent="-164409" algn="l" defTabSz="657636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7pPr>
      <a:lvl8pPr marL="2466137" indent="-164409" algn="l" defTabSz="657636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8pPr>
      <a:lvl9pPr marL="2794955" indent="-164409" algn="l" defTabSz="657636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7636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1pPr>
      <a:lvl2pPr marL="328818" algn="l" defTabSz="657636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2pPr>
      <a:lvl3pPr marL="657636" algn="l" defTabSz="657636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3pPr>
      <a:lvl4pPr marL="986455" algn="l" defTabSz="657636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4pPr>
      <a:lvl5pPr marL="1315273" algn="l" defTabSz="657636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5pPr>
      <a:lvl6pPr marL="1644091" algn="l" defTabSz="657636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6pPr>
      <a:lvl7pPr marL="1972909" algn="l" defTabSz="657636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7pPr>
      <a:lvl8pPr marL="2301728" algn="l" defTabSz="657636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8pPr>
      <a:lvl9pPr marL="2630546" algn="l" defTabSz="657636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cherlund.blogspot.com/2017/01/machine-learning-and-fashion-new.html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12" Type="http://schemas.openxmlformats.org/officeDocument/2006/relationships/hyperlink" Target="https://scherlund.blogspot.com/2017/01/machine-learning-and-fashion-new.htm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12" Type="http://schemas.openxmlformats.org/officeDocument/2006/relationships/hyperlink" Target="https://scherlund.blogspot.com/2017/01/machine-learning-and-fashion-new.html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11" Type="http://schemas.openxmlformats.org/officeDocument/2006/relationships/hyperlink" Target="https://scherlund.blogspot.com/2017/01/machine-learning-and-fashion-new.html" TargetMode="External"/><Relationship Id="rId5" Type="http://schemas.openxmlformats.org/officeDocument/2006/relationships/image" Target="../media/image7.png"/><Relationship Id="rId10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.bin"/><Relationship Id="rId4" Type="http://schemas.openxmlformats.org/officeDocument/2006/relationships/hyperlink" Target="https://scherlund.blogspot.com/2017/01/machine-learning-and-fashion-new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A8EFB2-768B-6537-831A-F39704B63B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95560" y="1552241"/>
            <a:ext cx="3763656" cy="15044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80B622-D1A7-C4DF-D5BD-5DCFFFAACD3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7531" r="-1"/>
          <a:stretch>
            <a:fillRect/>
          </a:stretch>
        </p:blipFill>
        <p:spPr>
          <a:xfrm>
            <a:off x="4864126" y="1365416"/>
            <a:ext cx="2181915" cy="1804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1D915A-ADD0-DDAD-4529-CB8A51459367}"/>
              </a:ext>
            </a:extLst>
          </p:cNvPr>
          <p:cNvSpPr/>
          <p:nvPr/>
        </p:nvSpPr>
        <p:spPr>
          <a:xfrm>
            <a:off x="1238356" y="1373751"/>
            <a:ext cx="6067586" cy="183439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38000">
                <a:srgbClr val="E0E7F5">
                  <a:alpha val="34000"/>
                </a:srgbClr>
              </a:gs>
              <a:gs pos="100000">
                <a:schemeClr val="accent1">
                  <a:lumMod val="45000"/>
                  <a:lumOff val="55000"/>
                  <a:alpha val="2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3847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986725-AA6B-4FD8-9F53-3E29298E8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41" y="318297"/>
            <a:ext cx="8505825" cy="4295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DD21AC-72D0-8872-95AD-D801B0B81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068" y="574797"/>
            <a:ext cx="923050" cy="5059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47A754-746E-50F0-DC1A-A791BD4C0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340" y="1839597"/>
            <a:ext cx="1176854" cy="8455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437CB11-8C54-3C2A-FCA1-24C8FB6CD3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910" b="15450"/>
          <a:stretch>
            <a:fillRect/>
          </a:stretch>
        </p:blipFill>
        <p:spPr>
          <a:xfrm>
            <a:off x="8024260" y="3288968"/>
            <a:ext cx="546502" cy="353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0B9B2E5-5243-9B25-12BB-36D566C464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1176" y="516089"/>
            <a:ext cx="623383" cy="6233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7DAC27-2EE5-F128-B1C2-92CB8F46F75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910" b="15450"/>
          <a:stretch>
            <a:fillRect/>
          </a:stretch>
        </p:blipFill>
        <p:spPr>
          <a:xfrm>
            <a:off x="5089178" y="3283371"/>
            <a:ext cx="546502" cy="3532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1BB73AB-6934-C60C-B7E6-F225833149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910" b="15450"/>
          <a:stretch>
            <a:fillRect/>
          </a:stretch>
        </p:blipFill>
        <p:spPr>
          <a:xfrm>
            <a:off x="545590" y="4195188"/>
            <a:ext cx="546502" cy="353259"/>
          </a:xfrm>
          <a:prstGeom prst="rect">
            <a:avLst/>
          </a:prstGeom>
        </p:spPr>
      </p:pic>
      <p:pic>
        <p:nvPicPr>
          <p:cNvPr id="1026" name="Picture 2" descr="Integrate XGBoost with ZenML - Modeling Integrations">
            <a:extLst>
              <a:ext uri="{FF2B5EF4-FFF2-40B4-BE49-F238E27FC236}">
                <a16:creationId xmlns:a16="http://schemas.microsoft.com/office/drawing/2014/main" id="{956B5F5C-A813-7BC4-0AD0-ECD0C4CDE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142" y="4192682"/>
            <a:ext cx="551968" cy="353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tBoost - Wikipedia">
            <a:extLst>
              <a:ext uri="{FF2B5EF4-FFF2-40B4-BE49-F238E27FC236}">
                <a16:creationId xmlns:a16="http://schemas.microsoft.com/office/drawing/2014/main" id="{D28C0E09-79F2-F4CB-4DE8-2685F5E333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91" b="-1"/>
          <a:stretch>
            <a:fillRect/>
          </a:stretch>
        </p:blipFill>
        <p:spPr bwMode="auto">
          <a:xfrm>
            <a:off x="1754161" y="4192677"/>
            <a:ext cx="402150" cy="361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- shap/shap: A game theoretic ...">
            <a:extLst>
              <a:ext uri="{FF2B5EF4-FFF2-40B4-BE49-F238E27FC236}">
                <a16:creationId xmlns:a16="http://schemas.microsoft.com/office/drawing/2014/main" id="{8511CC94-0320-9C8C-8E12-2BC224AD3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675" y="4192681"/>
            <a:ext cx="402151" cy="40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3A12144-9E99-087C-D8B6-0A9EEB7E4761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3" r="49138" b="69146"/>
          <a:stretch>
            <a:fillRect/>
          </a:stretch>
        </p:blipFill>
        <p:spPr>
          <a:xfrm>
            <a:off x="1395560" y="1552241"/>
            <a:ext cx="3763656" cy="15044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8476ECB-D2E5-21E1-785A-79E64FB6ECCF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35000"/>
            <a:extLst>
              <a:ext uri="{837473B0-CC2E-450A-ABE3-18F120FF3D39}">
                <a1611:picAttrSrcUrl xmlns:a1611="http://schemas.microsoft.com/office/drawing/2016/11/main" r:id="rId12"/>
              </a:ext>
            </a:extLst>
          </a:blip>
          <a:srcRect l="37531" r="-1"/>
          <a:stretch>
            <a:fillRect/>
          </a:stretch>
        </p:blipFill>
        <p:spPr>
          <a:xfrm>
            <a:off x="4864126" y="1365416"/>
            <a:ext cx="2181915" cy="18046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427BC9F-315C-8229-5976-9CECF3109C6E}"/>
              </a:ext>
            </a:extLst>
          </p:cNvPr>
          <p:cNvSpPr/>
          <p:nvPr/>
        </p:nvSpPr>
        <p:spPr>
          <a:xfrm>
            <a:off x="1238356" y="1373751"/>
            <a:ext cx="6067586" cy="183439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38000">
                <a:srgbClr val="E0E7F5">
                  <a:alpha val="34000"/>
                </a:srgbClr>
              </a:gs>
              <a:gs pos="100000">
                <a:schemeClr val="accent1">
                  <a:lumMod val="45000"/>
                  <a:lumOff val="55000"/>
                  <a:alpha val="2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A075CF33-FC62-E301-20A0-4B6557528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675" y="574797"/>
            <a:ext cx="559224" cy="55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9833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EA832-3BBF-63C7-2E25-A572B5680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F10AB51-5727-188F-F34B-1CAB746F6C28}"/>
              </a:ext>
            </a:extLst>
          </p:cNvPr>
          <p:cNvGrpSpPr/>
          <p:nvPr/>
        </p:nvGrpSpPr>
        <p:grpSpPr>
          <a:xfrm>
            <a:off x="427037" y="318294"/>
            <a:ext cx="8714157" cy="4295775"/>
            <a:chOff x="427037" y="318294"/>
            <a:chExt cx="8714157" cy="429577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1542F50-F6A9-DE7C-86F9-4CE30DA30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7037" y="318294"/>
              <a:ext cx="8505825" cy="429577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2757EE0-BA77-A7C5-FD4C-750A0C5D2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1068" y="574797"/>
              <a:ext cx="923050" cy="50596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A0C6B3B-CA97-D9AA-40E0-BEBCC7B19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64340" y="1839597"/>
              <a:ext cx="1176854" cy="84550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AD4B21A-4851-D6D1-3014-3F4A48B1A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9910" b="15450"/>
            <a:stretch>
              <a:fillRect/>
            </a:stretch>
          </p:blipFill>
          <p:spPr>
            <a:xfrm>
              <a:off x="8024260" y="3288968"/>
              <a:ext cx="546502" cy="353259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3365F65-57D5-1E73-A317-AEED14077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1176" y="516089"/>
              <a:ext cx="623383" cy="623383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4512AB4-CAC9-5726-CD1E-DA3823C2F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9910" b="15450"/>
            <a:stretch>
              <a:fillRect/>
            </a:stretch>
          </p:blipFill>
          <p:spPr>
            <a:xfrm>
              <a:off x="5089178" y="3283371"/>
              <a:ext cx="546502" cy="353259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C8A3D8F-1C0A-2FF7-3D86-EA8C13C5D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9910" b="15450"/>
            <a:stretch>
              <a:fillRect/>
            </a:stretch>
          </p:blipFill>
          <p:spPr>
            <a:xfrm>
              <a:off x="584722" y="4192677"/>
              <a:ext cx="546502" cy="353259"/>
            </a:xfrm>
            <a:prstGeom prst="rect">
              <a:avLst/>
            </a:prstGeom>
          </p:spPr>
        </p:pic>
        <p:pic>
          <p:nvPicPr>
            <p:cNvPr id="1026" name="Picture 2" descr="Integrate XGBoost with ZenML - Modeling Integrations">
              <a:extLst>
                <a:ext uri="{FF2B5EF4-FFF2-40B4-BE49-F238E27FC236}">
                  <a16:creationId xmlns:a16="http://schemas.microsoft.com/office/drawing/2014/main" id="{4B914BE2-C4DD-D7A9-0221-D7D1E0AAEC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4561" y="4192677"/>
              <a:ext cx="551968" cy="3532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CatBoost - Wikipedia">
              <a:extLst>
                <a:ext uri="{FF2B5EF4-FFF2-40B4-BE49-F238E27FC236}">
                  <a16:creationId xmlns:a16="http://schemas.microsoft.com/office/drawing/2014/main" id="{9A99A907-5F18-6429-F2D3-1AA38CA4CCB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091" b="-1"/>
            <a:stretch>
              <a:fillRect/>
            </a:stretch>
          </p:blipFill>
          <p:spPr bwMode="auto">
            <a:xfrm>
              <a:off x="1749866" y="4192677"/>
              <a:ext cx="402150" cy="3615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GitHub - shap/shap: A game theoretic ...">
              <a:extLst>
                <a:ext uri="{FF2B5EF4-FFF2-40B4-BE49-F238E27FC236}">
                  <a16:creationId xmlns:a16="http://schemas.microsoft.com/office/drawing/2014/main" id="{FE062072-F25B-06EF-6743-24D09D6529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5353" y="4192681"/>
              <a:ext cx="361566" cy="3615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7DC43FE-776C-686A-24DB-A378CD31BF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395560" y="1552241"/>
              <a:ext cx="3763656" cy="1504427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90A36B0-C51A-B93C-6506-282DB13FC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 amt="35000"/>
              <a:extLst>
                <a:ext uri="{837473B0-CC2E-450A-ABE3-18F120FF3D39}">
                  <a1611:picAttrSrcUrl xmlns:a1611="http://schemas.microsoft.com/office/drawing/2016/11/main" r:id="rId12"/>
                </a:ext>
              </a:extLst>
            </a:blip>
            <a:srcRect l="37531" r="-1"/>
            <a:stretch>
              <a:fillRect/>
            </a:stretch>
          </p:blipFill>
          <p:spPr>
            <a:xfrm>
              <a:off x="4864126" y="1365416"/>
              <a:ext cx="2181915" cy="1804600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D474F26-BE43-0E72-A4C8-3C729A69C8E6}"/>
                </a:ext>
              </a:extLst>
            </p:cNvPr>
            <p:cNvSpPr/>
            <p:nvPr/>
          </p:nvSpPr>
          <p:spPr>
            <a:xfrm>
              <a:off x="1238356" y="1373751"/>
              <a:ext cx="6067586" cy="183439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38000">
                  <a:srgbClr val="E0E7F5">
                    <a:alpha val="34000"/>
                  </a:srgbClr>
                </a:gs>
                <a:gs pos="100000">
                  <a:schemeClr val="accent1">
                    <a:lumMod val="45000"/>
                    <a:lumOff val="55000"/>
                    <a:alpha val="2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8FA6AFCC-13DD-1A9B-1469-AD59F6B2AF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4675" y="574797"/>
              <a:ext cx="559224" cy="5592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84464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F8704-8609-598C-2D54-F25CD136A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E8AA29-D079-E4DF-B9FA-A079E1770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068" y="574797"/>
            <a:ext cx="923050" cy="5059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B05D42-1A0B-5ED4-C7F1-8CEDD775D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340" y="1839597"/>
            <a:ext cx="1176854" cy="8455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42F9A1-A828-292B-78A2-992CC1132E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910" b="15450"/>
          <a:stretch>
            <a:fillRect/>
          </a:stretch>
        </p:blipFill>
        <p:spPr>
          <a:xfrm>
            <a:off x="8024260" y="3288968"/>
            <a:ext cx="546502" cy="353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B5F70E8-601D-219B-643D-271CF72D43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1176" y="516089"/>
            <a:ext cx="623383" cy="6233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F34F545-CAFF-3AE3-6E18-12B432F4F1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910" b="15450"/>
          <a:stretch>
            <a:fillRect/>
          </a:stretch>
        </p:blipFill>
        <p:spPr>
          <a:xfrm>
            <a:off x="5089178" y="3283371"/>
            <a:ext cx="546502" cy="3532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177D859-66DB-F4AE-90A1-448DF8BDD3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910" b="15450"/>
          <a:stretch>
            <a:fillRect/>
          </a:stretch>
        </p:blipFill>
        <p:spPr>
          <a:xfrm>
            <a:off x="584722" y="4192677"/>
            <a:ext cx="546502" cy="353259"/>
          </a:xfrm>
          <a:prstGeom prst="rect">
            <a:avLst/>
          </a:prstGeom>
        </p:spPr>
      </p:pic>
      <p:pic>
        <p:nvPicPr>
          <p:cNvPr id="1026" name="Picture 2" descr="Integrate XGBoost with ZenML - Modeling Integrations">
            <a:extLst>
              <a:ext uri="{FF2B5EF4-FFF2-40B4-BE49-F238E27FC236}">
                <a16:creationId xmlns:a16="http://schemas.microsoft.com/office/drawing/2014/main" id="{FE414248-153E-FF24-6648-5EE171F7B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561" y="4192677"/>
            <a:ext cx="551968" cy="353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tBoost - Wikipedia">
            <a:extLst>
              <a:ext uri="{FF2B5EF4-FFF2-40B4-BE49-F238E27FC236}">
                <a16:creationId xmlns:a16="http://schemas.microsoft.com/office/drawing/2014/main" id="{4E71A0D6-F16C-871C-DA2E-DFF50F21FC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91" b="-1"/>
          <a:stretch>
            <a:fillRect/>
          </a:stretch>
        </p:blipFill>
        <p:spPr bwMode="auto">
          <a:xfrm>
            <a:off x="1749866" y="4192677"/>
            <a:ext cx="402150" cy="361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- shap/shap: A game theoretic ...">
            <a:extLst>
              <a:ext uri="{FF2B5EF4-FFF2-40B4-BE49-F238E27FC236}">
                <a16:creationId xmlns:a16="http://schemas.microsoft.com/office/drawing/2014/main" id="{D0E58DCF-D0DA-890E-FF73-B028F8CB3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353" y="4192681"/>
            <a:ext cx="361566" cy="36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C7BEE91-EC30-AC4F-D031-9E21510C4B0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95560" y="1552241"/>
            <a:ext cx="3763656" cy="15044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44102A-10AA-1869-5BA4-D754D4C26F25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35000"/>
            <a:extLst>
              <a:ext uri="{837473B0-CC2E-450A-ABE3-18F120FF3D39}">
                <a1611:picAttrSrcUrl xmlns:a1611="http://schemas.microsoft.com/office/drawing/2016/11/main" r:id="rId11"/>
              </a:ext>
            </a:extLst>
          </a:blip>
          <a:srcRect l="37531" r="-1"/>
          <a:stretch>
            <a:fillRect/>
          </a:stretch>
        </p:blipFill>
        <p:spPr>
          <a:xfrm>
            <a:off x="4864126" y="1365416"/>
            <a:ext cx="2181915" cy="18046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A824EEF-BD21-1A51-4045-6B0C50C75AA4}"/>
              </a:ext>
            </a:extLst>
          </p:cNvPr>
          <p:cNvSpPr/>
          <p:nvPr/>
        </p:nvSpPr>
        <p:spPr>
          <a:xfrm>
            <a:off x="1238356" y="1373751"/>
            <a:ext cx="6067586" cy="183439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38000">
                <a:srgbClr val="E0E7F5">
                  <a:alpha val="34000"/>
                </a:srgbClr>
              </a:gs>
              <a:gs pos="100000">
                <a:schemeClr val="accent1">
                  <a:lumMod val="45000"/>
                  <a:lumOff val="55000"/>
                  <a:alpha val="2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EBE99027-E82A-E1DD-DE5B-FB09DF312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675" y="574797"/>
            <a:ext cx="559224" cy="55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6D1AF7-8CB4-CF3D-7006-6835EE56B9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7037" y="318294"/>
            <a:ext cx="850582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92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ED7AB-139C-9AF0-54FF-000BA72B8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423F7B6-4231-A1CF-5C39-92BA308C90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75716" y="1552241"/>
            <a:ext cx="1283500" cy="15044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841BF42-93F5-87D2-FB94-A58DA0D647E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7531" r="-1"/>
          <a:stretch>
            <a:fillRect/>
          </a:stretch>
        </p:blipFill>
        <p:spPr>
          <a:xfrm>
            <a:off x="4864126" y="1365416"/>
            <a:ext cx="2181915" cy="18046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4CCC51A-546D-7C33-2BAA-4CE7E096782D}"/>
              </a:ext>
            </a:extLst>
          </p:cNvPr>
          <p:cNvSpPr/>
          <p:nvPr/>
        </p:nvSpPr>
        <p:spPr>
          <a:xfrm>
            <a:off x="1702804" y="1011256"/>
            <a:ext cx="1665952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02039B2-AE5A-1B1B-5AEB-B534108C355B}"/>
              </a:ext>
            </a:extLst>
          </p:cNvPr>
          <p:cNvSpPr/>
          <p:nvPr/>
        </p:nvSpPr>
        <p:spPr>
          <a:xfrm>
            <a:off x="2444412" y="2692881"/>
            <a:ext cx="1751904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1D793E5-715C-522A-E244-52C7B65228E3}"/>
              </a:ext>
            </a:extLst>
          </p:cNvPr>
          <p:cNvSpPr/>
          <p:nvPr/>
        </p:nvSpPr>
        <p:spPr>
          <a:xfrm>
            <a:off x="4703276" y="2864806"/>
            <a:ext cx="962900" cy="75737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6E3C0D8-D59A-BE1B-FC87-C58FE49C36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8096691"/>
              </p:ext>
            </p:extLst>
          </p:nvPr>
        </p:nvGraphicFramePr>
        <p:xfrm>
          <a:off x="200025" y="1468438"/>
          <a:ext cx="3995738" cy="305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3920760" imgH="3000960" progId="Origin95.Graph">
                  <p:embed/>
                </p:oleObj>
              </mc:Choice>
              <mc:Fallback>
                <p:oleObj name="Graph" r:id="rId5" imgW="3920760" imgH="3000960" progId="Origin95.Graph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E5AAA2E3-747C-9051-0D23-9A2E8A9F44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0025" y="1468438"/>
                        <a:ext cx="3995738" cy="305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5777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43DF7F-02B7-F08A-0A32-E926CB3D6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4056" y="116236"/>
            <a:ext cx="5664631" cy="47205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125DE0-52BF-BB5E-BA3A-4142E9E355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576" y="116237"/>
            <a:ext cx="5866109" cy="43995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0AEB09-7CDE-0923-8A6E-C5AF2BD43C7A}"/>
              </a:ext>
            </a:extLst>
          </p:cNvPr>
          <p:cNvSpPr txBox="1"/>
          <p:nvPr/>
        </p:nvSpPr>
        <p:spPr>
          <a:xfrm>
            <a:off x="-1055688" y="-22265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1E037B-34EB-D339-E1A5-C794D48A8279}"/>
              </a:ext>
            </a:extLst>
          </p:cNvPr>
          <p:cNvSpPr txBox="1"/>
          <p:nvPr/>
        </p:nvSpPr>
        <p:spPr>
          <a:xfrm>
            <a:off x="4158129" y="3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2878588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CC2494-D9B6-F015-6C32-13317D07D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4403" y="61993"/>
            <a:ext cx="5821163" cy="48509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B2062D-9FDC-FB4F-3C73-D5481D6A8D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950" y="155539"/>
            <a:ext cx="5815584" cy="43616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9AB216-14AA-8724-54AF-66E00EE14E7A}"/>
              </a:ext>
            </a:extLst>
          </p:cNvPr>
          <p:cNvSpPr txBox="1"/>
          <p:nvPr/>
        </p:nvSpPr>
        <p:spPr>
          <a:xfrm>
            <a:off x="-775272" y="-76507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7F0D97-0768-A3F1-4F85-1328A04B03AC}"/>
              </a:ext>
            </a:extLst>
          </p:cNvPr>
          <p:cNvSpPr txBox="1"/>
          <p:nvPr/>
        </p:nvSpPr>
        <p:spPr>
          <a:xfrm>
            <a:off x="4604314" y="-76507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589760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1C974C-4B02-05D7-18BC-127785F5C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346" y="-277025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780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3955</TotalTime>
  <Words>8</Words>
  <Application>Microsoft Office PowerPoint</Application>
  <PresentationFormat>Custom</PresentationFormat>
  <Paragraphs>4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18chph20@uohyd.ac.in</dc:creator>
  <cp:lastModifiedBy>18chph20@uohyd.ac.in</cp:lastModifiedBy>
  <cp:revision>6</cp:revision>
  <dcterms:created xsi:type="dcterms:W3CDTF">2026-05-30T06:53:43Z</dcterms:created>
  <dcterms:modified xsi:type="dcterms:W3CDTF">2026-06-08T15:35:04Z</dcterms:modified>
</cp:coreProperties>
</file>