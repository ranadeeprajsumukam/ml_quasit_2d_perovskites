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540"/>
    <a:srgbClr val="FDC22F"/>
    <a:srgbClr val="E1564B"/>
    <a:srgbClr val="A917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45" d="100"/>
          <a:sy n="45" d="100"/>
        </p:scale>
        <p:origin x="132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C746-60C6-4E7B-AF94-F3E916F43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1D7F50-7ED7-4111-A066-2FBBA280E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EBE73-D092-4571-B3A5-21ED42817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23-05-2019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BD2D7-96CE-40E2-8743-897CE69F1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D54FF-04F3-4487-8A58-B153CD647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884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7C688-DEFF-4131-85DE-D7610378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DFB43-65B3-4CAC-8BEE-586BB3F00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39461-FFF7-47C3-8E18-4371B1C1C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23-05-2019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48FF1-E419-4231-87AE-FBE53462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A9486-2746-4D11-ACD9-F091C617C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847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0CCE6-3CB1-4E60-99FE-76E799D92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26D5B-F592-4411-9569-3ADD04956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6D3FC-3D8F-462B-9872-943EBDC15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23-05-2019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220FC-581E-4DBE-A6EC-7BE5DCEB5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245EF-936C-4FDC-B929-DC68181C1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851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9835-80D2-4132-84AA-BBFA7F482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615BB-1F2C-4D2D-B5E5-C82E9966B1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F4162F-3AF8-4550-9660-2810B9F6D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7D488-CCE7-4059-8769-30B9EF9F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23-05-2019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FA150-2D47-40FF-BC90-D8211BC20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B35CE-1D39-45BE-AD8E-35C694A92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05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548B5-DE74-402B-AFC4-5CDF643EE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BA45B-795D-49E5-AEF8-8BDB600A9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FE2B6B-BBB7-4EA6-92FE-7A25CCB2D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5FE1BC-E24D-4338-83CC-94E56E2A24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A4F7A-A230-4A11-83BF-AEF7CE70AF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43163-6C9A-4CB1-9E73-3CA3996DC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23-05-2019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0196E0-1DE1-42D2-86C5-F336CEAD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55E35E-01E0-4772-889A-CF9C99A1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27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71A8D-3EFE-4552-93C8-64AB8B7F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6DFA7E-719E-45CB-9DA5-865435265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23-05-2019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B5929-5159-44E6-9016-043D507CC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47FC8-038B-470E-A881-71ADD330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45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68E873-700C-4A4D-8F5E-7CA858760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23-05-2019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7021DF-A3E3-4F29-A3EA-CF25CF2BD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17C94-7293-421E-AFA0-287D9AC48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687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EF892-D208-4148-B707-002DAF644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F94FB-16E2-4ABA-941C-998A8EE97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DBABC-1898-4781-85F7-72B26085A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64791-D3C7-473C-A937-C970D0F80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23-05-2019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194C9-FE6B-4F58-A5A0-5F0565C5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596FE-3E48-4E5E-A3AA-7FB93D267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05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3CA4-05E6-40EC-8279-176B8AA7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30B81B-E191-431C-B584-C5DEECC701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61623-75AB-4885-A34A-CF0421E43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D73E8-B4A3-4FDC-8CBC-F5E9C6B5B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23-05-2019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E2641-0E57-45DC-B3FC-43E3AF877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92012-7A25-40A8-BB0F-DAB3E95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450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ED9CD-B1E9-4432-8CA1-BB46E211D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A961-4C14-4DBE-9075-6016B9E8E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2C42A-421F-409F-9AAF-B235558E0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23-05-2019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1FBBA-17B8-44D7-B393-8DD755EA6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B99D7-47DB-43A2-8AAB-EB2EC6DE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009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966CB3-64F8-4704-99B2-40A44EBD4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E4DB-034C-4355-A65F-3213B2655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3DFDA-F954-4282-AE94-3A868E61A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23-05-2019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8A0BD-5ECB-4715-825B-B79F729A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AF63B-EB2F-477F-915C-D13033CCA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377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06FE3C-8F7F-4402-8616-2B7986030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FCE06-A2E4-4AF4-A2EE-BA4350B2C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2960B-572F-47CC-900A-EAE9C7B95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E8906-3BA7-41D5-AA4F-9EA9128D29F9}" type="datetimeFigureOut">
              <a:rPr lang="en-IN" smtClean="0"/>
              <a:t>23-05-2019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ED2F-A142-4413-A1C2-D0C0B1A01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308D4-4664-4C2E-BAB5-66D89E4CA3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234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539DB9-EBA5-444A-B20A-21F183DDBD7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4296" y="1476033"/>
            <a:ext cx="1313180" cy="2161540"/>
          </a:xfrm>
          <a:prstGeom prst="rect">
            <a:avLst/>
          </a:prstGeom>
          <a:noFill/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4DF7A12-C606-422C-890F-7AAD358241AF}"/>
              </a:ext>
            </a:extLst>
          </p:cNvPr>
          <p:cNvSpPr/>
          <p:nvPr/>
        </p:nvSpPr>
        <p:spPr>
          <a:xfrm>
            <a:off x="2881630" y="5356225"/>
            <a:ext cx="3214370" cy="842010"/>
          </a:xfrm>
          <a:custGeom>
            <a:avLst/>
            <a:gdLst>
              <a:gd name="connsiteX0" fmla="*/ 0 w 2579077"/>
              <a:gd name="connsiteY0" fmla="*/ 398641 h 422205"/>
              <a:gd name="connsiteX1" fmla="*/ 750277 w 2579077"/>
              <a:gd name="connsiteY1" fmla="*/ 56 h 422205"/>
              <a:gd name="connsiteX2" fmla="*/ 1688123 w 2579077"/>
              <a:gd name="connsiteY2" fmla="*/ 422087 h 422205"/>
              <a:gd name="connsiteX3" fmla="*/ 2579077 w 2579077"/>
              <a:gd name="connsiteY3" fmla="*/ 46948 h 422205"/>
              <a:gd name="connsiteX4" fmla="*/ 2579077 w 2579077"/>
              <a:gd name="connsiteY4" fmla="*/ 46948 h 422205"/>
              <a:gd name="connsiteX0" fmla="*/ 0 w 2579077"/>
              <a:gd name="connsiteY0" fmla="*/ 351693 h 376321"/>
              <a:gd name="connsiteX1" fmla="*/ 817664 w 2579077"/>
              <a:gd name="connsiteY1" fmla="*/ 126136 h 376321"/>
              <a:gd name="connsiteX2" fmla="*/ 1688123 w 2579077"/>
              <a:gd name="connsiteY2" fmla="*/ 375139 h 376321"/>
              <a:gd name="connsiteX3" fmla="*/ 2579077 w 2579077"/>
              <a:gd name="connsiteY3" fmla="*/ 0 h 376321"/>
              <a:gd name="connsiteX4" fmla="*/ 2579077 w 2579077"/>
              <a:gd name="connsiteY4" fmla="*/ 0 h 376321"/>
              <a:gd name="connsiteX0" fmla="*/ 0 w 2591329"/>
              <a:gd name="connsiteY0" fmla="*/ 185586 h 376449"/>
              <a:gd name="connsiteX1" fmla="*/ 829916 w 2591329"/>
              <a:gd name="connsiteY1" fmla="*/ 126136 h 376449"/>
              <a:gd name="connsiteX2" fmla="*/ 1700375 w 2591329"/>
              <a:gd name="connsiteY2" fmla="*/ 375139 h 376449"/>
              <a:gd name="connsiteX3" fmla="*/ 2591329 w 2591329"/>
              <a:gd name="connsiteY3" fmla="*/ 0 h 376449"/>
              <a:gd name="connsiteX4" fmla="*/ 2591329 w 2591329"/>
              <a:gd name="connsiteY4" fmla="*/ 0 h 376449"/>
              <a:gd name="connsiteX0" fmla="*/ 0 w 2591329"/>
              <a:gd name="connsiteY0" fmla="*/ 80784 h 417127"/>
              <a:gd name="connsiteX1" fmla="*/ 829916 w 2591329"/>
              <a:gd name="connsiteY1" fmla="*/ 166678 h 417127"/>
              <a:gd name="connsiteX2" fmla="*/ 1700375 w 2591329"/>
              <a:gd name="connsiteY2" fmla="*/ 415681 h 417127"/>
              <a:gd name="connsiteX3" fmla="*/ 2591329 w 2591329"/>
              <a:gd name="connsiteY3" fmla="*/ 40542 h 417127"/>
              <a:gd name="connsiteX4" fmla="*/ 2591329 w 2591329"/>
              <a:gd name="connsiteY4" fmla="*/ 40542 h 417127"/>
              <a:gd name="connsiteX0" fmla="*/ 0 w 2591329"/>
              <a:gd name="connsiteY0" fmla="*/ 80784 h 417127"/>
              <a:gd name="connsiteX1" fmla="*/ 829916 w 2591329"/>
              <a:gd name="connsiteY1" fmla="*/ 166678 h 417127"/>
              <a:gd name="connsiteX2" fmla="*/ 1700375 w 2591329"/>
              <a:gd name="connsiteY2" fmla="*/ 415681 h 417127"/>
              <a:gd name="connsiteX3" fmla="*/ 2591329 w 2591329"/>
              <a:gd name="connsiteY3" fmla="*/ 40542 h 417127"/>
              <a:gd name="connsiteX4" fmla="*/ 2591329 w 2591329"/>
              <a:gd name="connsiteY4" fmla="*/ 40542 h 417127"/>
              <a:gd name="connsiteX0" fmla="*/ 0 w 2799615"/>
              <a:gd name="connsiteY0" fmla="*/ 123295 h 376504"/>
              <a:gd name="connsiteX1" fmla="*/ 1038202 w 2799615"/>
              <a:gd name="connsiteY1" fmla="*/ 126136 h 376504"/>
              <a:gd name="connsiteX2" fmla="*/ 1908661 w 2799615"/>
              <a:gd name="connsiteY2" fmla="*/ 375139 h 376504"/>
              <a:gd name="connsiteX3" fmla="*/ 2799615 w 2799615"/>
              <a:gd name="connsiteY3" fmla="*/ 0 h 376504"/>
              <a:gd name="connsiteX4" fmla="*/ 2799615 w 2799615"/>
              <a:gd name="connsiteY4" fmla="*/ 0 h 376504"/>
              <a:gd name="connsiteX0" fmla="*/ 0 w 2817993"/>
              <a:gd name="connsiteY0" fmla="*/ 74045 h 451959"/>
              <a:gd name="connsiteX1" fmla="*/ 1056580 w 2817993"/>
              <a:gd name="connsiteY1" fmla="*/ 201466 h 451959"/>
              <a:gd name="connsiteX2" fmla="*/ 1927039 w 2817993"/>
              <a:gd name="connsiteY2" fmla="*/ 450469 h 451959"/>
              <a:gd name="connsiteX3" fmla="*/ 2817993 w 2817993"/>
              <a:gd name="connsiteY3" fmla="*/ 75330 h 451959"/>
              <a:gd name="connsiteX4" fmla="*/ 2817993 w 2817993"/>
              <a:gd name="connsiteY4" fmla="*/ 75330 h 451959"/>
              <a:gd name="connsiteX0" fmla="*/ 0 w 2817993"/>
              <a:gd name="connsiteY0" fmla="*/ 65792 h 506067"/>
              <a:gd name="connsiteX1" fmla="*/ 1056580 w 2817993"/>
              <a:gd name="connsiteY1" fmla="*/ 255503 h 506067"/>
              <a:gd name="connsiteX2" fmla="*/ 1927039 w 2817993"/>
              <a:gd name="connsiteY2" fmla="*/ 504506 h 506067"/>
              <a:gd name="connsiteX3" fmla="*/ 2817993 w 2817993"/>
              <a:gd name="connsiteY3" fmla="*/ 129367 h 506067"/>
              <a:gd name="connsiteX4" fmla="*/ 2817993 w 2817993"/>
              <a:gd name="connsiteY4" fmla="*/ 129367 h 506067"/>
              <a:gd name="connsiteX0" fmla="*/ 0 w 2817993"/>
              <a:gd name="connsiteY0" fmla="*/ 0 h 440275"/>
              <a:gd name="connsiteX1" fmla="*/ 1056580 w 2817993"/>
              <a:gd name="connsiteY1" fmla="*/ 189711 h 440275"/>
              <a:gd name="connsiteX2" fmla="*/ 1927039 w 2817993"/>
              <a:gd name="connsiteY2" fmla="*/ 438714 h 440275"/>
              <a:gd name="connsiteX3" fmla="*/ 2817993 w 2817993"/>
              <a:gd name="connsiteY3" fmla="*/ 63575 h 440275"/>
              <a:gd name="connsiteX4" fmla="*/ 2817993 w 2817993"/>
              <a:gd name="connsiteY4" fmla="*/ 63575 h 440275"/>
              <a:gd name="connsiteX0" fmla="*/ 0 w 2817993"/>
              <a:gd name="connsiteY0" fmla="*/ 0 h 440275"/>
              <a:gd name="connsiteX1" fmla="*/ 1056580 w 2817993"/>
              <a:gd name="connsiteY1" fmla="*/ 189711 h 440275"/>
              <a:gd name="connsiteX2" fmla="*/ 1927039 w 2817993"/>
              <a:gd name="connsiteY2" fmla="*/ 438714 h 440275"/>
              <a:gd name="connsiteX3" fmla="*/ 2817993 w 2817993"/>
              <a:gd name="connsiteY3" fmla="*/ 63575 h 440275"/>
              <a:gd name="connsiteX4" fmla="*/ 2817993 w 2817993"/>
              <a:gd name="connsiteY4" fmla="*/ 63575 h 440275"/>
              <a:gd name="connsiteX0" fmla="*/ 0 w 2817993"/>
              <a:gd name="connsiteY0" fmla="*/ 0 h 448182"/>
              <a:gd name="connsiteX1" fmla="*/ 1081084 w 2817993"/>
              <a:gd name="connsiteY1" fmla="*/ 307370 h 448182"/>
              <a:gd name="connsiteX2" fmla="*/ 1927039 w 2817993"/>
              <a:gd name="connsiteY2" fmla="*/ 438714 h 448182"/>
              <a:gd name="connsiteX3" fmla="*/ 2817993 w 2817993"/>
              <a:gd name="connsiteY3" fmla="*/ 63575 h 448182"/>
              <a:gd name="connsiteX4" fmla="*/ 2817993 w 2817993"/>
              <a:gd name="connsiteY4" fmla="*/ 63575 h 448182"/>
              <a:gd name="connsiteX0" fmla="*/ 0 w 3179431"/>
              <a:gd name="connsiteY0" fmla="*/ 794644 h 1242826"/>
              <a:gd name="connsiteX1" fmla="*/ 1081084 w 3179431"/>
              <a:gd name="connsiteY1" fmla="*/ 1102014 h 1242826"/>
              <a:gd name="connsiteX2" fmla="*/ 1927039 w 3179431"/>
              <a:gd name="connsiteY2" fmla="*/ 1233358 h 1242826"/>
              <a:gd name="connsiteX3" fmla="*/ 2817993 w 3179431"/>
              <a:gd name="connsiteY3" fmla="*/ 858219 h 1242826"/>
              <a:gd name="connsiteX4" fmla="*/ 3179431 w 3179431"/>
              <a:gd name="connsiteY4" fmla="*/ 0 h 1242826"/>
              <a:gd name="connsiteX0" fmla="*/ 0 w 3196089"/>
              <a:gd name="connsiteY0" fmla="*/ 795017 h 1243199"/>
              <a:gd name="connsiteX1" fmla="*/ 1081084 w 3196089"/>
              <a:gd name="connsiteY1" fmla="*/ 1102387 h 1243199"/>
              <a:gd name="connsiteX2" fmla="*/ 1927039 w 3196089"/>
              <a:gd name="connsiteY2" fmla="*/ 1233731 h 1243199"/>
              <a:gd name="connsiteX3" fmla="*/ 2817993 w 3196089"/>
              <a:gd name="connsiteY3" fmla="*/ 858592 h 1243199"/>
              <a:gd name="connsiteX4" fmla="*/ 3179431 w 3196089"/>
              <a:gd name="connsiteY4" fmla="*/ 373 h 1243199"/>
              <a:gd name="connsiteX0" fmla="*/ 0 w 3185868"/>
              <a:gd name="connsiteY0" fmla="*/ 794644 h 1242826"/>
              <a:gd name="connsiteX1" fmla="*/ 1081084 w 3185868"/>
              <a:gd name="connsiteY1" fmla="*/ 1102014 h 1242826"/>
              <a:gd name="connsiteX2" fmla="*/ 1927039 w 3185868"/>
              <a:gd name="connsiteY2" fmla="*/ 1233358 h 1242826"/>
              <a:gd name="connsiteX3" fmla="*/ 2817993 w 3185868"/>
              <a:gd name="connsiteY3" fmla="*/ 858219 h 1242826"/>
              <a:gd name="connsiteX4" fmla="*/ 3179431 w 3185868"/>
              <a:gd name="connsiteY4" fmla="*/ 0 h 1242826"/>
              <a:gd name="connsiteX0" fmla="*/ 0 w 3187729"/>
              <a:gd name="connsiteY0" fmla="*/ 794644 h 1239808"/>
              <a:gd name="connsiteX1" fmla="*/ 1081084 w 3187729"/>
              <a:gd name="connsiteY1" fmla="*/ 1102014 h 1239808"/>
              <a:gd name="connsiteX2" fmla="*/ 1927039 w 3187729"/>
              <a:gd name="connsiteY2" fmla="*/ 1233358 h 1239808"/>
              <a:gd name="connsiteX3" fmla="*/ 2873128 w 3187729"/>
              <a:gd name="connsiteY3" fmla="*/ 913588 h 1239808"/>
              <a:gd name="connsiteX4" fmla="*/ 3179431 w 3187729"/>
              <a:gd name="connsiteY4" fmla="*/ 0 h 1239808"/>
              <a:gd name="connsiteX0" fmla="*/ 0 w 3349618"/>
              <a:gd name="connsiteY0" fmla="*/ 773881 h 1219045"/>
              <a:gd name="connsiteX1" fmla="*/ 1081084 w 3349618"/>
              <a:gd name="connsiteY1" fmla="*/ 1081251 h 1219045"/>
              <a:gd name="connsiteX2" fmla="*/ 1927039 w 3349618"/>
              <a:gd name="connsiteY2" fmla="*/ 1212595 h 1219045"/>
              <a:gd name="connsiteX3" fmla="*/ 2873128 w 3349618"/>
              <a:gd name="connsiteY3" fmla="*/ 892825 h 1219045"/>
              <a:gd name="connsiteX4" fmla="*/ 3344835 w 3349618"/>
              <a:gd name="connsiteY4" fmla="*/ 0 h 1219045"/>
              <a:gd name="connsiteX0" fmla="*/ 0 w 3446663"/>
              <a:gd name="connsiteY0" fmla="*/ 739276 h 1184440"/>
              <a:gd name="connsiteX1" fmla="*/ 1081084 w 3446663"/>
              <a:gd name="connsiteY1" fmla="*/ 1046646 h 1184440"/>
              <a:gd name="connsiteX2" fmla="*/ 1927039 w 3446663"/>
              <a:gd name="connsiteY2" fmla="*/ 1177990 h 1184440"/>
              <a:gd name="connsiteX3" fmla="*/ 2873128 w 3446663"/>
              <a:gd name="connsiteY3" fmla="*/ 858220 h 1184440"/>
              <a:gd name="connsiteX4" fmla="*/ 3442852 w 3446663"/>
              <a:gd name="connsiteY4" fmla="*/ 0 h 1184440"/>
              <a:gd name="connsiteX0" fmla="*/ 0 w 3586697"/>
              <a:gd name="connsiteY0" fmla="*/ 670065 h 1115229"/>
              <a:gd name="connsiteX1" fmla="*/ 1081084 w 3586697"/>
              <a:gd name="connsiteY1" fmla="*/ 977435 h 1115229"/>
              <a:gd name="connsiteX2" fmla="*/ 1927039 w 3586697"/>
              <a:gd name="connsiteY2" fmla="*/ 1108779 h 1115229"/>
              <a:gd name="connsiteX3" fmla="*/ 2873128 w 3586697"/>
              <a:gd name="connsiteY3" fmla="*/ 789009 h 1115229"/>
              <a:gd name="connsiteX4" fmla="*/ 3583751 w 3586697"/>
              <a:gd name="connsiteY4" fmla="*/ 0 h 1115229"/>
              <a:gd name="connsiteX0" fmla="*/ 0 w 3585833"/>
              <a:gd name="connsiteY0" fmla="*/ 670065 h 1143117"/>
              <a:gd name="connsiteX1" fmla="*/ 1081084 w 3585833"/>
              <a:gd name="connsiteY1" fmla="*/ 977435 h 1143117"/>
              <a:gd name="connsiteX2" fmla="*/ 1927039 w 3585833"/>
              <a:gd name="connsiteY2" fmla="*/ 1108779 h 1143117"/>
              <a:gd name="connsiteX3" fmla="*/ 2658716 w 3585833"/>
              <a:gd name="connsiteY3" fmla="*/ 346058 h 1143117"/>
              <a:gd name="connsiteX4" fmla="*/ 3583751 w 3585833"/>
              <a:gd name="connsiteY4" fmla="*/ 0 h 1143117"/>
              <a:gd name="connsiteX0" fmla="*/ 0 w 3683640"/>
              <a:gd name="connsiteY0" fmla="*/ 676986 h 1150038"/>
              <a:gd name="connsiteX1" fmla="*/ 1081084 w 3683640"/>
              <a:gd name="connsiteY1" fmla="*/ 984356 h 1150038"/>
              <a:gd name="connsiteX2" fmla="*/ 1927039 w 3683640"/>
              <a:gd name="connsiteY2" fmla="*/ 1115700 h 1150038"/>
              <a:gd name="connsiteX3" fmla="*/ 2658716 w 3683640"/>
              <a:gd name="connsiteY3" fmla="*/ 352979 h 1150038"/>
              <a:gd name="connsiteX4" fmla="*/ 3681768 w 3683640"/>
              <a:gd name="connsiteY4" fmla="*/ 0 h 1150038"/>
              <a:gd name="connsiteX0" fmla="*/ 0 w 3683666"/>
              <a:gd name="connsiteY0" fmla="*/ 676986 h 1059098"/>
              <a:gd name="connsiteX1" fmla="*/ 1081084 w 3683666"/>
              <a:gd name="connsiteY1" fmla="*/ 984356 h 1059098"/>
              <a:gd name="connsiteX2" fmla="*/ 1859652 w 3683666"/>
              <a:gd name="connsiteY2" fmla="*/ 1004962 h 1059098"/>
              <a:gd name="connsiteX3" fmla="*/ 2658716 w 3683666"/>
              <a:gd name="connsiteY3" fmla="*/ 352979 h 1059098"/>
              <a:gd name="connsiteX4" fmla="*/ 3681768 w 3683666"/>
              <a:gd name="connsiteY4" fmla="*/ 0 h 1059098"/>
              <a:gd name="connsiteX0" fmla="*/ 0 w 3683666"/>
              <a:gd name="connsiteY0" fmla="*/ 676986 h 1059098"/>
              <a:gd name="connsiteX1" fmla="*/ 1081084 w 3683666"/>
              <a:gd name="connsiteY1" fmla="*/ 984356 h 1059098"/>
              <a:gd name="connsiteX2" fmla="*/ 1859652 w 3683666"/>
              <a:gd name="connsiteY2" fmla="*/ 1004962 h 1059098"/>
              <a:gd name="connsiteX3" fmla="*/ 2658716 w 3683666"/>
              <a:gd name="connsiteY3" fmla="*/ 352979 h 1059098"/>
              <a:gd name="connsiteX4" fmla="*/ 3681768 w 3683666"/>
              <a:gd name="connsiteY4" fmla="*/ 0 h 1059098"/>
              <a:gd name="connsiteX0" fmla="*/ 0 w 3687581"/>
              <a:gd name="connsiteY0" fmla="*/ 679076 h 1061188"/>
              <a:gd name="connsiteX1" fmla="*/ 1081084 w 3687581"/>
              <a:gd name="connsiteY1" fmla="*/ 986446 h 1061188"/>
              <a:gd name="connsiteX2" fmla="*/ 1859652 w 3687581"/>
              <a:gd name="connsiteY2" fmla="*/ 1007052 h 1061188"/>
              <a:gd name="connsiteX3" fmla="*/ 2658716 w 3687581"/>
              <a:gd name="connsiteY3" fmla="*/ 355069 h 1061188"/>
              <a:gd name="connsiteX4" fmla="*/ 3681768 w 3687581"/>
              <a:gd name="connsiteY4" fmla="*/ 2090 h 1061188"/>
              <a:gd name="connsiteX0" fmla="*/ 0 w 3778998"/>
              <a:gd name="connsiteY0" fmla="*/ 405642 h 787754"/>
              <a:gd name="connsiteX1" fmla="*/ 1081084 w 3778998"/>
              <a:gd name="connsiteY1" fmla="*/ 713012 h 787754"/>
              <a:gd name="connsiteX2" fmla="*/ 1859652 w 3778998"/>
              <a:gd name="connsiteY2" fmla="*/ 733618 h 787754"/>
              <a:gd name="connsiteX3" fmla="*/ 2658716 w 3778998"/>
              <a:gd name="connsiteY3" fmla="*/ 81635 h 787754"/>
              <a:gd name="connsiteX4" fmla="*/ 3773659 w 3778998"/>
              <a:gd name="connsiteY4" fmla="*/ 26264 h 787754"/>
              <a:gd name="connsiteX0" fmla="*/ 0 w 3773659"/>
              <a:gd name="connsiteY0" fmla="*/ 405642 h 787754"/>
              <a:gd name="connsiteX1" fmla="*/ 1081084 w 3773659"/>
              <a:gd name="connsiteY1" fmla="*/ 713012 h 787754"/>
              <a:gd name="connsiteX2" fmla="*/ 1859652 w 3773659"/>
              <a:gd name="connsiteY2" fmla="*/ 733618 h 787754"/>
              <a:gd name="connsiteX3" fmla="*/ 2658716 w 3773659"/>
              <a:gd name="connsiteY3" fmla="*/ 81635 h 787754"/>
              <a:gd name="connsiteX4" fmla="*/ 3773659 w 3773659"/>
              <a:gd name="connsiteY4" fmla="*/ 26264 h 787754"/>
              <a:gd name="connsiteX0" fmla="*/ 0 w 3767533"/>
              <a:gd name="connsiteY0" fmla="*/ 344328 h 726440"/>
              <a:gd name="connsiteX1" fmla="*/ 1081084 w 3767533"/>
              <a:gd name="connsiteY1" fmla="*/ 651698 h 726440"/>
              <a:gd name="connsiteX2" fmla="*/ 1859652 w 3767533"/>
              <a:gd name="connsiteY2" fmla="*/ 672304 h 726440"/>
              <a:gd name="connsiteX3" fmla="*/ 2658716 w 3767533"/>
              <a:gd name="connsiteY3" fmla="*/ 20321 h 726440"/>
              <a:gd name="connsiteX4" fmla="*/ 3767533 w 3767533"/>
              <a:gd name="connsiteY4" fmla="*/ 165663 h 726440"/>
              <a:gd name="connsiteX0" fmla="*/ 0 w 3767533"/>
              <a:gd name="connsiteY0" fmla="*/ 360046 h 742158"/>
              <a:gd name="connsiteX1" fmla="*/ 1081084 w 3767533"/>
              <a:gd name="connsiteY1" fmla="*/ 667416 h 742158"/>
              <a:gd name="connsiteX2" fmla="*/ 1859652 w 3767533"/>
              <a:gd name="connsiteY2" fmla="*/ 688022 h 742158"/>
              <a:gd name="connsiteX3" fmla="*/ 2658716 w 3767533"/>
              <a:gd name="connsiteY3" fmla="*/ 36039 h 742158"/>
              <a:gd name="connsiteX4" fmla="*/ 3461230 w 3767533"/>
              <a:gd name="connsiteY4" fmla="*/ 94726 h 742158"/>
              <a:gd name="connsiteX5" fmla="*/ 3767533 w 3767533"/>
              <a:gd name="connsiteY5" fmla="*/ 181381 h 742158"/>
              <a:gd name="connsiteX0" fmla="*/ 0 w 3767533"/>
              <a:gd name="connsiteY0" fmla="*/ 340475 h 722587"/>
              <a:gd name="connsiteX1" fmla="*/ 1081084 w 3767533"/>
              <a:gd name="connsiteY1" fmla="*/ 647845 h 722587"/>
              <a:gd name="connsiteX2" fmla="*/ 1859652 w 3767533"/>
              <a:gd name="connsiteY2" fmla="*/ 668451 h 722587"/>
              <a:gd name="connsiteX3" fmla="*/ 2658716 w 3767533"/>
              <a:gd name="connsiteY3" fmla="*/ 16468 h 722587"/>
              <a:gd name="connsiteX4" fmla="*/ 3399969 w 3767533"/>
              <a:gd name="connsiteY4" fmla="*/ 192814 h 722587"/>
              <a:gd name="connsiteX5" fmla="*/ 3767533 w 3767533"/>
              <a:gd name="connsiteY5" fmla="*/ 161810 h 722587"/>
              <a:gd name="connsiteX0" fmla="*/ 0 w 3767533"/>
              <a:gd name="connsiteY0" fmla="*/ 332417 h 714529"/>
              <a:gd name="connsiteX1" fmla="*/ 1081084 w 3767533"/>
              <a:gd name="connsiteY1" fmla="*/ 639787 h 714529"/>
              <a:gd name="connsiteX2" fmla="*/ 1859652 w 3767533"/>
              <a:gd name="connsiteY2" fmla="*/ 660393 h 714529"/>
              <a:gd name="connsiteX3" fmla="*/ 2658716 w 3767533"/>
              <a:gd name="connsiteY3" fmla="*/ 8410 h 714529"/>
              <a:gd name="connsiteX4" fmla="*/ 3406095 w 3767533"/>
              <a:gd name="connsiteY4" fmla="*/ 281652 h 714529"/>
              <a:gd name="connsiteX5" fmla="*/ 3767533 w 3767533"/>
              <a:gd name="connsiteY5" fmla="*/ 153752 h 714529"/>
              <a:gd name="connsiteX0" fmla="*/ 0 w 3767533"/>
              <a:gd name="connsiteY0" fmla="*/ 458877 h 840989"/>
              <a:gd name="connsiteX1" fmla="*/ 1081084 w 3767533"/>
              <a:gd name="connsiteY1" fmla="*/ 766247 h 840989"/>
              <a:gd name="connsiteX2" fmla="*/ 1859652 w 3767533"/>
              <a:gd name="connsiteY2" fmla="*/ 786853 h 840989"/>
              <a:gd name="connsiteX3" fmla="*/ 2658716 w 3767533"/>
              <a:gd name="connsiteY3" fmla="*/ 134870 h 840989"/>
              <a:gd name="connsiteX4" fmla="*/ 3280510 w 3767533"/>
              <a:gd name="connsiteY4" fmla="*/ 8819 h 840989"/>
              <a:gd name="connsiteX5" fmla="*/ 3767533 w 3767533"/>
              <a:gd name="connsiteY5" fmla="*/ 280212 h 840989"/>
              <a:gd name="connsiteX0" fmla="*/ 0 w 3767533"/>
              <a:gd name="connsiteY0" fmla="*/ 458680 h 833832"/>
              <a:gd name="connsiteX1" fmla="*/ 1081084 w 3767533"/>
              <a:gd name="connsiteY1" fmla="*/ 766050 h 833832"/>
              <a:gd name="connsiteX2" fmla="*/ 2550367 w 3767533"/>
              <a:gd name="connsiteY2" fmla="*/ 776917 h 833832"/>
              <a:gd name="connsiteX3" fmla="*/ 2658716 w 3767533"/>
              <a:gd name="connsiteY3" fmla="*/ 134673 h 833832"/>
              <a:gd name="connsiteX4" fmla="*/ 3280510 w 3767533"/>
              <a:gd name="connsiteY4" fmla="*/ 8622 h 833832"/>
              <a:gd name="connsiteX5" fmla="*/ 3767533 w 3767533"/>
              <a:gd name="connsiteY5" fmla="*/ 280015 h 833832"/>
              <a:gd name="connsiteX0" fmla="*/ 0 w 4299269"/>
              <a:gd name="connsiteY0" fmla="*/ 453005 h 820452"/>
              <a:gd name="connsiteX1" fmla="*/ 1081084 w 4299269"/>
              <a:gd name="connsiteY1" fmla="*/ 760375 h 820452"/>
              <a:gd name="connsiteX2" fmla="*/ 2550367 w 4299269"/>
              <a:gd name="connsiteY2" fmla="*/ 771242 h 820452"/>
              <a:gd name="connsiteX3" fmla="*/ 4291313 w 4299269"/>
              <a:gd name="connsiteY3" fmla="*/ 236125 h 820452"/>
              <a:gd name="connsiteX4" fmla="*/ 3280510 w 4299269"/>
              <a:gd name="connsiteY4" fmla="*/ 2947 h 820452"/>
              <a:gd name="connsiteX5" fmla="*/ 3767533 w 4299269"/>
              <a:gd name="connsiteY5" fmla="*/ 274340 h 820452"/>
              <a:gd name="connsiteX0" fmla="*/ 0 w 6272113"/>
              <a:gd name="connsiteY0" fmla="*/ 258574 h 626021"/>
              <a:gd name="connsiteX1" fmla="*/ 1081084 w 6272113"/>
              <a:gd name="connsiteY1" fmla="*/ 565944 h 626021"/>
              <a:gd name="connsiteX2" fmla="*/ 2550367 w 6272113"/>
              <a:gd name="connsiteY2" fmla="*/ 576811 h 626021"/>
              <a:gd name="connsiteX3" fmla="*/ 4291313 w 6272113"/>
              <a:gd name="connsiteY3" fmla="*/ 41694 h 626021"/>
              <a:gd name="connsiteX4" fmla="*/ 6263140 w 6272113"/>
              <a:gd name="connsiteY4" fmla="*/ 51987 h 626021"/>
              <a:gd name="connsiteX5" fmla="*/ 3767533 w 6272113"/>
              <a:gd name="connsiteY5" fmla="*/ 79909 h 626021"/>
              <a:gd name="connsiteX0" fmla="*/ 0 w 7597858"/>
              <a:gd name="connsiteY0" fmla="*/ 258574 h 626021"/>
              <a:gd name="connsiteX1" fmla="*/ 1081084 w 7597858"/>
              <a:gd name="connsiteY1" fmla="*/ 565944 h 626021"/>
              <a:gd name="connsiteX2" fmla="*/ 2550367 w 7597858"/>
              <a:gd name="connsiteY2" fmla="*/ 576811 h 626021"/>
              <a:gd name="connsiteX3" fmla="*/ 4291313 w 7597858"/>
              <a:gd name="connsiteY3" fmla="*/ 41694 h 626021"/>
              <a:gd name="connsiteX4" fmla="*/ 6263140 w 7597858"/>
              <a:gd name="connsiteY4" fmla="*/ 51987 h 626021"/>
              <a:gd name="connsiteX5" fmla="*/ 7597858 w 7597858"/>
              <a:gd name="connsiteY5" fmla="*/ 79909 h 626021"/>
              <a:gd name="connsiteX0" fmla="*/ 0 w 7597858"/>
              <a:gd name="connsiteY0" fmla="*/ 300241 h 667688"/>
              <a:gd name="connsiteX1" fmla="*/ 1081084 w 7597858"/>
              <a:gd name="connsiteY1" fmla="*/ 607611 h 667688"/>
              <a:gd name="connsiteX2" fmla="*/ 2550367 w 7597858"/>
              <a:gd name="connsiteY2" fmla="*/ 618478 h 667688"/>
              <a:gd name="connsiteX3" fmla="*/ 4291313 w 7597858"/>
              <a:gd name="connsiteY3" fmla="*/ 83361 h 667688"/>
              <a:gd name="connsiteX4" fmla="*/ 6608497 w 7597858"/>
              <a:gd name="connsiteY4" fmla="*/ 15743 h 667688"/>
              <a:gd name="connsiteX5" fmla="*/ 7597858 w 7597858"/>
              <a:gd name="connsiteY5" fmla="*/ 121576 h 667688"/>
              <a:gd name="connsiteX0" fmla="*/ 0 w 7597858"/>
              <a:gd name="connsiteY0" fmla="*/ 315452 h 682899"/>
              <a:gd name="connsiteX1" fmla="*/ 1081084 w 7597858"/>
              <a:gd name="connsiteY1" fmla="*/ 622822 h 682899"/>
              <a:gd name="connsiteX2" fmla="*/ 2550367 w 7597858"/>
              <a:gd name="connsiteY2" fmla="*/ 633689 h 682899"/>
              <a:gd name="connsiteX3" fmla="*/ 4291313 w 7597858"/>
              <a:gd name="connsiteY3" fmla="*/ 98572 h 682899"/>
              <a:gd name="connsiteX4" fmla="*/ 6357328 w 7597858"/>
              <a:gd name="connsiteY4" fmla="*/ 11476 h 682899"/>
              <a:gd name="connsiteX5" fmla="*/ 7597858 w 7597858"/>
              <a:gd name="connsiteY5" fmla="*/ 136787 h 682899"/>
              <a:gd name="connsiteX0" fmla="*/ 0 w 7597858"/>
              <a:gd name="connsiteY0" fmla="*/ 315452 h 682899"/>
              <a:gd name="connsiteX1" fmla="*/ 1081084 w 7597858"/>
              <a:gd name="connsiteY1" fmla="*/ 622822 h 682899"/>
              <a:gd name="connsiteX2" fmla="*/ 2550367 w 7597858"/>
              <a:gd name="connsiteY2" fmla="*/ 633689 h 682899"/>
              <a:gd name="connsiteX3" fmla="*/ 4291313 w 7597858"/>
              <a:gd name="connsiteY3" fmla="*/ 98572 h 682899"/>
              <a:gd name="connsiteX4" fmla="*/ 6106158 w 7597858"/>
              <a:gd name="connsiteY4" fmla="*/ 11476 h 682899"/>
              <a:gd name="connsiteX5" fmla="*/ 7597858 w 7597858"/>
              <a:gd name="connsiteY5" fmla="*/ 136787 h 682899"/>
              <a:gd name="connsiteX0" fmla="*/ 0 w 7597858"/>
              <a:gd name="connsiteY0" fmla="*/ 323634 h 691081"/>
              <a:gd name="connsiteX1" fmla="*/ 1081084 w 7597858"/>
              <a:gd name="connsiteY1" fmla="*/ 631004 h 691081"/>
              <a:gd name="connsiteX2" fmla="*/ 2550367 w 7597858"/>
              <a:gd name="connsiteY2" fmla="*/ 641871 h 691081"/>
              <a:gd name="connsiteX3" fmla="*/ 4291313 w 7597858"/>
              <a:gd name="connsiteY3" fmla="*/ 106754 h 691081"/>
              <a:gd name="connsiteX4" fmla="*/ 5792198 w 7597858"/>
              <a:gd name="connsiteY4" fmla="*/ 9919 h 691081"/>
              <a:gd name="connsiteX5" fmla="*/ 7597858 w 7597858"/>
              <a:gd name="connsiteY5" fmla="*/ 144969 h 691081"/>
              <a:gd name="connsiteX0" fmla="*/ 0 w 7597858"/>
              <a:gd name="connsiteY0" fmla="*/ 349737 h 717184"/>
              <a:gd name="connsiteX1" fmla="*/ 1081084 w 7597858"/>
              <a:gd name="connsiteY1" fmla="*/ 657107 h 717184"/>
              <a:gd name="connsiteX2" fmla="*/ 2550367 w 7597858"/>
              <a:gd name="connsiteY2" fmla="*/ 667974 h 717184"/>
              <a:gd name="connsiteX3" fmla="*/ 4291313 w 7597858"/>
              <a:gd name="connsiteY3" fmla="*/ 132857 h 717184"/>
              <a:gd name="connsiteX4" fmla="*/ 5886386 w 7597858"/>
              <a:gd name="connsiteY4" fmla="*/ 6805 h 717184"/>
              <a:gd name="connsiteX5" fmla="*/ 7597858 w 7597858"/>
              <a:gd name="connsiteY5" fmla="*/ 171072 h 717184"/>
              <a:gd name="connsiteX0" fmla="*/ 0 w 7597858"/>
              <a:gd name="connsiteY0" fmla="*/ 349737 h 717184"/>
              <a:gd name="connsiteX1" fmla="*/ 1081084 w 7597858"/>
              <a:gd name="connsiteY1" fmla="*/ 657107 h 717184"/>
              <a:gd name="connsiteX2" fmla="*/ 2550367 w 7597858"/>
              <a:gd name="connsiteY2" fmla="*/ 667974 h 717184"/>
              <a:gd name="connsiteX3" fmla="*/ 4291313 w 7597858"/>
              <a:gd name="connsiteY3" fmla="*/ 132857 h 717184"/>
              <a:gd name="connsiteX4" fmla="*/ 5886386 w 7597858"/>
              <a:gd name="connsiteY4" fmla="*/ 6805 h 717184"/>
              <a:gd name="connsiteX5" fmla="*/ 7597858 w 7597858"/>
              <a:gd name="connsiteY5" fmla="*/ 171072 h 717184"/>
              <a:gd name="connsiteX0" fmla="*/ 0 w 7597858"/>
              <a:gd name="connsiteY0" fmla="*/ 344816 h 699918"/>
              <a:gd name="connsiteX1" fmla="*/ 1081084 w 7597858"/>
              <a:gd name="connsiteY1" fmla="*/ 652186 h 699918"/>
              <a:gd name="connsiteX2" fmla="*/ 2550367 w 7597858"/>
              <a:gd name="connsiteY2" fmla="*/ 663053 h 699918"/>
              <a:gd name="connsiteX3" fmla="*/ 6112286 w 7597858"/>
              <a:gd name="connsiteY3" fmla="*/ 303235 h 699918"/>
              <a:gd name="connsiteX4" fmla="*/ 5886386 w 7597858"/>
              <a:gd name="connsiteY4" fmla="*/ 1884 h 699918"/>
              <a:gd name="connsiteX5" fmla="*/ 7597858 w 7597858"/>
              <a:gd name="connsiteY5" fmla="*/ 166151 h 699918"/>
              <a:gd name="connsiteX0" fmla="*/ 0 w 7597858"/>
              <a:gd name="connsiteY0" fmla="*/ 343663 h 719331"/>
              <a:gd name="connsiteX1" fmla="*/ 1081084 w 7597858"/>
              <a:gd name="connsiteY1" fmla="*/ 651033 h 719331"/>
              <a:gd name="connsiteX2" fmla="*/ 2550367 w 7597858"/>
              <a:gd name="connsiteY2" fmla="*/ 661900 h 719331"/>
              <a:gd name="connsiteX3" fmla="*/ 7493716 w 7597858"/>
              <a:gd name="connsiteY3" fmla="*/ 672159 h 719331"/>
              <a:gd name="connsiteX4" fmla="*/ 5886386 w 7597858"/>
              <a:gd name="connsiteY4" fmla="*/ 731 h 719331"/>
              <a:gd name="connsiteX5" fmla="*/ 7597858 w 7597858"/>
              <a:gd name="connsiteY5" fmla="*/ 164998 h 719331"/>
              <a:gd name="connsiteX0" fmla="*/ 0 w 7597858"/>
              <a:gd name="connsiteY0" fmla="*/ 343757 h 1080803"/>
              <a:gd name="connsiteX1" fmla="*/ 1081084 w 7597858"/>
              <a:gd name="connsiteY1" fmla="*/ 651127 h 1080803"/>
              <a:gd name="connsiteX2" fmla="*/ 4088776 w 7597858"/>
              <a:gd name="connsiteY2" fmla="*/ 1080764 h 1080803"/>
              <a:gd name="connsiteX3" fmla="*/ 7493716 w 7597858"/>
              <a:gd name="connsiteY3" fmla="*/ 672253 h 1080803"/>
              <a:gd name="connsiteX4" fmla="*/ 5886386 w 7597858"/>
              <a:gd name="connsiteY4" fmla="*/ 825 h 1080803"/>
              <a:gd name="connsiteX5" fmla="*/ 7597858 w 7597858"/>
              <a:gd name="connsiteY5" fmla="*/ 165092 h 1080803"/>
              <a:gd name="connsiteX0" fmla="*/ 0 w 13531723"/>
              <a:gd name="connsiteY0" fmla="*/ 636824 h 1373870"/>
              <a:gd name="connsiteX1" fmla="*/ 1081084 w 13531723"/>
              <a:gd name="connsiteY1" fmla="*/ 944194 h 1373870"/>
              <a:gd name="connsiteX2" fmla="*/ 4088776 w 13531723"/>
              <a:gd name="connsiteY2" fmla="*/ 1373831 h 1373870"/>
              <a:gd name="connsiteX3" fmla="*/ 7493716 w 13531723"/>
              <a:gd name="connsiteY3" fmla="*/ 965320 h 1373870"/>
              <a:gd name="connsiteX4" fmla="*/ 5886386 w 13531723"/>
              <a:gd name="connsiteY4" fmla="*/ 293892 h 1373870"/>
              <a:gd name="connsiteX5" fmla="*/ 13531723 w 13531723"/>
              <a:gd name="connsiteY5" fmla="*/ 433 h 1373870"/>
              <a:gd name="connsiteX0" fmla="*/ 0 w 13531723"/>
              <a:gd name="connsiteY0" fmla="*/ 636624 h 1373663"/>
              <a:gd name="connsiteX1" fmla="*/ 1081084 w 13531723"/>
              <a:gd name="connsiteY1" fmla="*/ 943994 h 1373663"/>
              <a:gd name="connsiteX2" fmla="*/ 4088776 w 13531723"/>
              <a:gd name="connsiteY2" fmla="*/ 1373631 h 1373663"/>
              <a:gd name="connsiteX3" fmla="*/ 7493716 w 13531723"/>
              <a:gd name="connsiteY3" fmla="*/ 965120 h 1373663"/>
              <a:gd name="connsiteX4" fmla="*/ 10972555 w 13531723"/>
              <a:gd name="connsiteY4" fmla="*/ 605335 h 1373663"/>
              <a:gd name="connsiteX5" fmla="*/ 13531723 w 13531723"/>
              <a:gd name="connsiteY5" fmla="*/ 233 h 1373663"/>
              <a:gd name="connsiteX0" fmla="*/ 0 w 13531723"/>
              <a:gd name="connsiteY0" fmla="*/ 636624 h 1456775"/>
              <a:gd name="connsiteX1" fmla="*/ 1081084 w 13531723"/>
              <a:gd name="connsiteY1" fmla="*/ 943994 h 1456775"/>
              <a:gd name="connsiteX2" fmla="*/ 4088776 w 13531723"/>
              <a:gd name="connsiteY2" fmla="*/ 1373631 h 1456775"/>
              <a:gd name="connsiteX3" fmla="*/ 8121639 w 13531723"/>
              <a:gd name="connsiteY3" fmla="*/ 1383891 h 1456775"/>
              <a:gd name="connsiteX4" fmla="*/ 10972555 w 13531723"/>
              <a:gd name="connsiteY4" fmla="*/ 605335 h 1456775"/>
              <a:gd name="connsiteX5" fmla="*/ 13531723 w 13531723"/>
              <a:gd name="connsiteY5" fmla="*/ 233 h 1456775"/>
              <a:gd name="connsiteX0" fmla="*/ 0 w 13531723"/>
              <a:gd name="connsiteY0" fmla="*/ 636391 h 1456542"/>
              <a:gd name="connsiteX1" fmla="*/ 1081084 w 13531723"/>
              <a:gd name="connsiteY1" fmla="*/ 943761 h 1456542"/>
              <a:gd name="connsiteX2" fmla="*/ 4088776 w 13531723"/>
              <a:gd name="connsiteY2" fmla="*/ 1373398 h 1456542"/>
              <a:gd name="connsiteX3" fmla="*/ 8121639 w 13531723"/>
              <a:gd name="connsiteY3" fmla="*/ 1383658 h 1456542"/>
              <a:gd name="connsiteX4" fmla="*/ 10972555 w 13531723"/>
              <a:gd name="connsiteY4" fmla="*/ 605102 h 1456542"/>
              <a:gd name="connsiteX5" fmla="*/ 12024708 w 13531723"/>
              <a:gd name="connsiteY5" fmla="*/ 325609 h 1456542"/>
              <a:gd name="connsiteX6" fmla="*/ 13531723 w 13531723"/>
              <a:gd name="connsiteY6" fmla="*/ 0 h 1456542"/>
              <a:gd name="connsiteX0" fmla="*/ 0 w 13531723"/>
              <a:gd name="connsiteY0" fmla="*/ 636391 h 1443805"/>
              <a:gd name="connsiteX1" fmla="*/ 1081084 w 13531723"/>
              <a:gd name="connsiteY1" fmla="*/ 943761 h 1443805"/>
              <a:gd name="connsiteX2" fmla="*/ 4088776 w 13531723"/>
              <a:gd name="connsiteY2" fmla="*/ 1373398 h 1443805"/>
              <a:gd name="connsiteX3" fmla="*/ 7148359 w 13531723"/>
              <a:gd name="connsiteY3" fmla="*/ 1364180 h 1443805"/>
              <a:gd name="connsiteX4" fmla="*/ 10972555 w 13531723"/>
              <a:gd name="connsiteY4" fmla="*/ 605102 h 1443805"/>
              <a:gd name="connsiteX5" fmla="*/ 12024708 w 13531723"/>
              <a:gd name="connsiteY5" fmla="*/ 325609 h 1443805"/>
              <a:gd name="connsiteX6" fmla="*/ 13531723 w 13531723"/>
              <a:gd name="connsiteY6" fmla="*/ 0 h 1443805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024708 w 15327405"/>
              <a:gd name="connsiteY5" fmla="*/ 551112 h 1669308"/>
              <a:gd name="connsiteX6" fmla="*/ 15327405 w 15327405"/>
              <a:gd name="connsiteY6" fmla="*/ 0 h 1669308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217101 w 15327405"/>
              <a:gd name="connsiteY5" fmla="*/ 615542 h 1669308"/>
              <a:gd name="connsiteX6" fmla="*/ 15327405 w 15327405"/>
              <a:gd name="connsiteY6" fmla="*/ 0 h 1669308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922547 w 15327405"/>
              <a:gd name="connsiteY5" fmla="*/ 615542 h 1669308"/>
              <a:gd name="connsiteX6" fmla="*/ 15327405 w 15327405"/>
              <a:gd name="connsiteY6" fmla="*/ 0 h 1669308"/>
              <a:gd name="connsiteX0" fmla="*/ 0 w 16930690"/>
              <a:gd name="connsiteY0" fmla="*/ 668606 h 1476020"/>
              <a:gd name="connsiteX1" fmla="*/ 1081084 w 16930690"/>
              <a:gd name="connsiteY1" fmla="*/ 975976 h 1476020"/>
              <a:gd name="connsiteX2" fmla="*/ 4088776 w 16930690"/>
              <a:gd name="connsiteY2" fmla="*/ 1405613 h 1476020"/>
              <a:gd name="connsiteX3" fmla="*/ 7148359 w 16930690"/>
              <a:gd name="connsiteY3" fmla="*/ 1396395 h 1476020"/>
              <a:gd name="connsiteX4" fmla="*/ 10972555 w 16930690"/>
              <a:gd name="connsiteY4" fmla="*/ 637317 h 1476020"/>
              <a:gd name="connsiteX5" fmla="*/ 12922547 w 16930690"/>
              <a:gd name="connsiteY5" fmla="*/ 422254 h 1476020"/>
              <a:gd name="connsiteX6" fmla="*/ 16930690 w 16930690"/>
              <a:gd name="connsiteY6" fmla="*/ 0 h 1476020"/>
              <a:gd name="connsiteX0" fmla="*/ 0 w 17700269"/>
              <a:gd name="connsiteY0" fmla="*/ 378673 h 1186087"/>
              <a:gd name="connsiteX1" fmla="*/ 1081084 w 17700269"/>
              <a:gd name="connsiteY1" fmla="*/ 686043 h 1186087"/>
              <a:gd name="connsiteX2" fmla="*/ 4088776 w 17700269"/>
              <a:gd name="connsiteY2" fmla="*/ 1115680 h 1186087"/>
              <a:gd name="connsiteX3" fmla="*/ 7148359 w 17700269"/>
              <a:gd name="connsiteY3" fmla="*/ 1106462 h 1186087"/>
              <a:gd name="connsiteX4" fmla="*/ 10972555 w 17700269"/>
              <a:gd name="connsiteY4" fmla="*/ 347384 h 1186087"/>
              <a:gd name="connsiteX5" fmla="*/ 12922547 w 17700269"/>
              <a:gd name="connsiteY5" fmla="*/ 132321 h 1186087"/>
              <a:gd name="connsiteX6" fmla="*/ 17700269 w 17700269"/>
              <a:gd name="connsiteY6" fmla="*/ 0 h 1186087"/>
              <a:gd name="connsiteX0" fmla="*/ 0 w 17700269"/>
              <a:gd name="connsiteY0" fmla="*/ 421244 h 1228658"/>
              <a:gd name="connsiteX1" fmla="*/ 1081084 w 17700269"/>
              <a:gd name="connsiteY1" fmla="*/ 728614 h 1228658"/>
              <a:gd name="connsiteX2" fmla="*/ 4088776 w 17700269"/>
              <a:gd name="connsiteY2" fmla="*/ 1158251 h 1228658"/>
              <a:gd name="connsiteX3" fmla="*/ 7148359 w 17700269"/>
              <a:gd name="connsiteY3" fmla="*/ 1149033 h 1228658"/>
              <a:gd name="connsiteX4" fmla="*/ 10972555 w 17700269"/>
              <a:gd name="connsiteY4" fmla="*/ 389955 h 1228658"/>
              <a:gd name="connsiteX5" fmla="*/ 12922547 w 17700269"/>
              <a:gd name="connsiteY5" fmla="*/ 174892 h 1228658"/>
              <a:gd name="connsiteX6" fmla="*/ 17700269 w 17700269"/>
              <a:gd name="connsiteY6" fmla="*/ 42571 h 1228658"/>
              <a:gd name="connsiteX0" fmla="*/ 0 w 17700269"/>
              <a:gd name="connsiteY0" fmla="*/ 735285 h 1542699"/>
              <a:gd name="connsiteX1" fmla="*/ 1081084 w 17700269"/>
              <a:gd name="connsiteY1" fmla="*/ 1042655 h 1542699"/>
              <a:gd name="connsiteX2" fmla="*/ 4088776 w 17700269"/>
              <a:gd name="connsiteY2" fmla="*/ 1472292 h 1542699"/>
              <a:gd name="connsiteX3" fmla="*/ 7148359 w 17700269"/>
              <a:gd name="connsiteY3" fmla="*/ 1463074 h 1542699"/>
              <a:gd name="connsiteX4" fmla="*/ 10972555 w 17700269"/>
              <a:gd name="connsiteY4" fmla="*/ 703996 h 1542699"/>
              <a:gd name="connsiteX5" fmla="*/ 12601891 w 17700269"/>
              <a:gd name="connsiteY5" fmla="*/ 102355 h 1542699"/>
              <a:gd name="connsiteX6" fmla="*/ 17700269 w 17700269"/>
              <a:gd name="connsiteY6" fmla="*/ 356612 h 1542699"/>
              <a:gd name="connsiteX0" fmla="*/ 0 w 17700269"/>
              <a:gd name="connsiteY0" fmla="*/ 735285 h 1542699"/>
              <a:gd name="connsiteX1" fmla="*/ 1081084 w 17700269"/>
              <a:gd name="connsiteY1" fmla="*/ 1042655 h 1542699"/>
              <a:gd name="connsiteX2" fmla="*/ 4088776 w 17700269"/>
              <a:gd name="connsiteY2" fmla="*/ 1472292 h 1542699"/>
              <a:gd name="connsiteX3" fmla="*/ 7148359 w 17700269"/>
              <a:gd name="connsiteY3" fmla="*/ 1463074 h 1542699"/>
              <a:gd name="connsiteX4" fmla="*/ 10972555 w 17700269"/>
              <a:gd name="connsiteY4" fmla="*/ 703996 h 1542699"/>
              <a:gd name="connsiteX5" fmla="*/ 12024708 w 17700269"/>
              <a:gd name="connsiteY5" fmla="*/ 102355 h 1542699"/>
              <a:gd name="connsiteX6" fmla="*/ 17700269 w 17700269"/>
              <a:gd name="connsiteY6" fmla="*/ 356612 h 1542699"/>
              <a:gd name="connsiteX0" fmla="*/ 0 w 17700269"/>
              <a:gd name="connsiteY0" fmla="*/ 851787 h 1659201"/>
              <a:gd name="connsiteX1" fmla="*/ 1081084 w 17700269"/>
              <a:gd name="connsiteY1" fmla="*/ 1159157 h 1659201"/>
              <a:gd name="connsiteX2" fmla="*/ 4088776 w 17700269"/>
              <a:gd name="connsiteY2" fmla="*/ 1588794 h 1659201"/>
              <a:gd name="connsiteX3" fmla="*/ 7148359 w 17700269"/>
              <a:gd name="connsiteY3" fmla="*/ 1579576 h 1659201"/>
              <a:gd name="connsiteX4" fmla="*/ 10972555 w 17700269"/>
              <a:gd name="connsiteY4" fmla="*/ 820498 h 1659201"/>
              <a:gd name="connsiteX5" fmla="*/ 13692123 w 17700269"/>
              <a:gd name="connsiteY5" fmla="*/ 89998 h 1659201"/>
              <a:gd name="connsiteX6" fmla="*/ 17700269 w 17700269"/>
              <a:gd name="connsiteY6" fmla="*/ 473114 h 1659201"/>
              <a:gd name="connsiteX0" fmla="*/ 0 w 17700269"/>
              <a:gd name="connsiteY0" fmla="*/ 851787 h 1654860"/>
              <a:gd name="connsiteX1" fmla="*/ 1081084 w 17700269"/>
              <a:gd name="connsiteY1" fmla="*/ 1159157 h 1654860"/>
              <a:gd name="connsiteX2" fmla="*/ 4088776 w 17700269"/>
              <a:gd name="connsiteY2" fmla="*/ 1588794 h 1654860"/>
              <a:gd name="connsiteX3" fmla="*/ 7148359 w 17700269"/>
              <a:gd name="connsiteY3" fmla="*/ 1579576 h 1654860"/>
              <a:gd name="connsiteX4" fmla="*/ 11998658 w 17700269"/>
              <a:gd name="connsiteY4" fmla="*/ 884928 h 1654860"/>
              <a:gd name="connsiteX5" fmla="*/ 13692123 w 17700269"/>
              <a:gd name="connsiteY5" fmla="*/ 89998 h 1654860"/>
              <a:gd name="connsiteX6" fmla="*/ 17700269 w 17700269"/>
              <a:gd name="connsiteY6" fmla="*/ 473114 h 1654860"/>
              <a:gd name="connsiteX0" fmla="*/ 0 w 17700269"/>
              <a:gd name="connsiteY0" fmla="*/ 851787 h 2082421"/>
              <a:gd name="connsiteX1" fmla="*/ 1081084 w 17700269"/>
              <a:gd name="connsiteY1" fmla="*/ 1159157 h 2082421"/>
              <a:gd name="connsiteX2" fmla="*/ 4088776 w 17700269"/>
              <a:gd name="connsiteY2" fmla="*/ 1588794 h 2082421"/>
              <a:gd name="connsiteX3" fmla="*/ 8815776 w 17700269"/>
              <a:gd name="connsiteY3" fmla="*/ 2062799 h 2082421"/>
              <a:gd name="connsiteX4" fmla="*/ 11998658 w 17700269"/>
              <a:gd name="connsiteY4" fmla="*/ 884928 h 2082421"/>
              <a:gd name="connsiteX5" fmla="*/ 13692123 w 17700269"/>
              <a:gd name="connsiteY5" fmla="*/ 89998 h 2082421"/>
              <a:gd name="connsiteX6" fmla="*/ 17700269 w 17700269"/>
              <a:gd name="connsiteY6" fmla="*/ 473114 h 2082421"/>
              <a:gd name="connsiteX0" fmla="*/ 0 w 17700269"/>
              <a:gd name="connsiteY0" fmla="*/ 851787 h 2113689"/>
              <a:gd name="connsiteX1" fmla="*/ 1081084 w 17700269"/>
              <a:gd name="connsiteY1" fmla="*/ 1159157 h 2113689"/>
              <a:gd name="connsiteX2" fmla="*/ 4088776 w 17700269"/>
              <a:gd name="connsiteY2" fmla="*/ 1588794 h 2113689"/>
              <a:gd name="connsiteX3" fmla="*/ 9713616 w 17700269"/>
              <a:gd name="connsiteY3" fmla="*/ 2095014 h 2113689"/>
              <a:gd name="connsiteX4" fmla="*/ 11998658 w 17700269"/>
              <a:gd name="connsiteY4" fmla="*/ 884928 h 2113689"/>
              <a:gd name="connsiteX5" fmla="*/ 13692123 w 17700269"/>
              <a:gd name="connsiteY5" fmla="*/ 89998 h 2113689"/>
              <a:gd name="connsiteX6" fmla="*/ 17700269 w 17700269"/>
              <a:gd name="connsiteY6" fmla="*/ 473114 h 2113689"/>
              <a:gd name="connsiteX0" fmla="*/ 0 w 17828532"/>
              <a:gd name="connsiteY0" fmla="*/ 980647 h 2113689"/>
              <a:gd name="connsiteX1" fmla="*/ 1209347 w 17828532"/>
              <a:gd name="connsiteY1" fmla="*/ 1159157 h 2113689"/>
              <a:gd name="connsiteX2" fmla="*/ 4217039 w 17828532"/>
              <a:gd name="connsiteY2" fmla="*/ 1588794 h 2113689"/>
              <a:gd name="connsiteX3" fmla="*/ 9841879 w 17828532"/>
              <a:gd name="connsiteY3" fmla="*/ 2095014 h 2113689"/>
              <a:gd name="connsiteX4" fmla="*/ 12126921 w 17828532"/>
              <a:gd name="connsiteY4" fmla="*/ 884928 h 2113689"/>
              <a:gd name="connsiteX5" fmla="*/ 13820386 w 17828532"/>
              <a:gd name="connsiteY5" fmla="*/ 89998 h 2113689"/>
              <a:gd name="connsiteX6" fmla="*/ 17828532 w 17828532"/>
              <a:gd name="connsiteY6" fmla="*/ 473114 h 2113689"/>
              <a:gd name="connsiteX0" fmla="*/ 0 w 18149188"/>
              <a:gd name="connsiteY0" fmla="*/ 1012861 h 2113689"/>
              <a:gd name="connsiteX1" fmla="*/ 1530003 w 18149188"/>
              <a:gd name="connsiteY1" fmla="*/ 1159157 h 2113689"/>
              <a:gd name="connsiteX2" fmla="*/ 4537695 w 18149188"/>
              <a:gd name="connsiteY2" fmla="*/ 1588794 h 2113689"/>
              <a:gd name="connsiteX3" fmla="*/ 10162535 w 18149188"/>
              <a:gd name="connsiteY3" fmla="*/ 2095014 h 2113689"/>
              <a:gd name="connsiteX4" fmla="*/ 12447577 w 18149188"/>
              <a:gd name="connsiteY4" fmla="*/ 884928 h 2113689"/>
              <a:gd name="connsiteX5" fmla="*/ 14141042 w 18149188"/>
              <a:gd name="connsiteY5" fmla="*/ 89998 h 2113689"/>
              <a:gd name="connsiteX6" fmla="*/ 18149188 w 18149188"/>
              <a:gd name="connsiteY6" fmla="*/ 473114 h 2113689"/>
              <a:gd name="connsiteX0" fmla="*/ 0 w 17956795"/>
              <a:gd name="connsiteY0" fmla="*/ 948431 h 2113689"/>
              <a:gd name="connsiteX1" fmla="*/ 1337610 w 17956795"/>
              <a:gd name="connsiteY1" fmla="*/ 1159157 h 2113689"/>
              <a:gd name="connsiteX2" fmla="*/ 4345302 w 17956795"/>
              <a:gd name="connsiteY2" fmla="*/ 1588794 h 2113689"/>
              <a:gd name="connsiteX3" fmla="*/ 9970142 w 17956795"/>
              <a:gd name="connsiteY3" fmla="*/ 2095014 h 2113689"/>
              <a:gd name="connsiteX4" fmla="*/ 12255184 w 17956795"/>
              <a:gd name="connsiteY4" fmla="*/ 884928 h 2113689"/>
              <a:gd name="connsiteX5" fmla="*/ 13948649 w 17956795"/>
              <a:gd name="connsiteY5" fmla="*/ 89998 h 2113689"/>
              <a:gd name="connsiteX6" fmla="*/ 17956795 w 17956795"/>
              <a:gd name="connsiteY6" fmla="*/ 473114 h 2113689"/>
              <a:gd name="connsiteX0" fmla="*/ 0 w 17956795"/>
              <a:gd name="connsiteY0" fmla="*/ 860746 h 2026004"/>
              <a:gd name="connsiteX1" fmla="*/ 1337610 w 17956795"/>
              <a:gd name="connsiteY1" fmla="*/ 1071472 h 2026004"/>
              <a:gd name="connsiteX2" fmla="*/ 4345302 w 17956795"/>
              <a:gd name="connsiteY2" fmla="*/ 1501109 h 2026004"/>
              <a:gd name="connsiteX3" fmla="*/ 9970142 w 17956795"/>
              <a:gd name="connsiteY3" fmla="*/ 2007329 h 2026004"/>
              <a:gd name="connsiteX4" fmla="*/ 12255184 w 17956795"/>
              <a:gd name="connsiteY4" fmla="*/ 797243 h 2026004"/>
              <a:gd name="connsiteX5" fmla="*/ 13435599 w 17956795"/>
              <a:gd name="connsiteY5" fmla="*/ 98957 h 2026004"/>
              <a:gd name="connsiteX6" fmla="*/ 17956795 w 17956795"/>
              <a:gd name="connsiteY6" fmla="*/ 385429 h 2026004"/>
              <a:gd name="connsiteX0" fmla="*/ 0 w 16096986"/>
              <a:gd name="connsiteY0" fmla="*/ 890775 h 2056033"/>
              <a:gd name="connsiteX1" fmla="*/ 1337610 w 16096986"/>
              <a:gd name="connsiteY1" fmla="*/ 1101501 h 2056033"/>
              <a:gd name="connsiteX2" fmla="*/ 4345302 w 16096986"/>
              <a:gd name="connsiteY2" fmla="*/ 1531138 h 2056033"/>
              <a:gd name="connsiteX3" fmla="*/ 9970142 w 16096986"/>
              <a:gd name="connsiteY3" fmla="*/ 2037358 h 2056033"/>
              <a:gd name="connsiteX4" fmla="*/ 12255184 w 16096986"/>
              <a:gd name="connsiteY4" fmla="*/ 827272 h 2056033"/>
              <a:gd name="connsiteX5" fmla="*/ 13435599 w 16096986"/>
              <a:gd name="connsiteY5" fmla="*/ 128986 h 2056033"/>
              <a:gd name="connsiteX6" fmla="*/ 16096986 w 16096986"/>
              <a:gd name="connsiteY6" fmla="*/ 189953 h 2056033"/>
              <a:gd name="connsiteX0" fmla="*/ 0 w 16096986"/>
              <a:gd name="connsiteY0" fmla="*/ 813529 h 1978787"/>
              <a:gd name="connsiteX1" fmla="*/ 1337610 w 16096986"/>
              <a:gd name="connsiteY1" fmla="*/ 1024255 h 1978787"/>
              <a:gd name="connsiteX2" fmla="*/ 4345302 w 16096986"/>
              <a:gd name="connsiteY2" fmla="*/ 1453892 h 1978787"/>
              <a:gd name="connsiteX3" fmla="*/ 9970142 w 16096986"/>
              <a:gd name="connsiteY3" fmla="*/ 1960112 h 1978787"/>
              <a:gd name="connsiteX4" fmla="*/ 12255184 w 16096986"/>
              <a:gd name="connsiteY4" fmla="*/ 750026 h 1978787"/>
              <a:gd name="connsiteX5" fmla="*/ 13948652 w 16096986"/>
              <a:gd name="connsiteY5" fmla="*/ 148386 h 1978787"/>
              <a:gd name="connsiteX6" fmla="*/ 16096986 w 16096986"/>
              <a:gd name="connsiteY6" fmla="*/ 112707 h 1978787"/>
              <a:gd name="connsiteX0" fmla="*/ 0 w 16096986"/>
              <a:gd name="connsiteY0" fmla="*/ 813528 h 1976054"/>
              <a:gd name="connsiteX1" fmla="*/ 1337610 w 16096986"/>
              <a:gd name="connsiteY1" fmla="*/ 1024254 h 1976054"/>
              <a:gd name="connsiteX2" fmla="*/ 4345302 w 16096986"/>
              <a:gd name="connsiteY2" fmla="*/ 1453891 h 1976054"/>
              <a:gd name="connsiteX3" fmla="*/ 9970142 w 16096986"/>
              <a:gd name="connsiteY3" fmla="*/ 1960111 h 1976054"/>
              <a:gd name="connsiteX4" fmla="*/ 12383447 w 16096986"/>
              <a:gd name="connsiteY4" fmla="*/ 814455 h 1976054"/>
              <a:gd name="connsiteX5" fmla="*/ 13948652 w 16096986"/>
              <a:gd name="connsiteY5" fmla="*/ 148385 h 1976054"/>
              <a:gd name="connsiteX6" fmla="*/ 16096986 w 16096986"/>
              <a:gd name="connsiteY6" fmla="*/ 112706 h 1976054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8786"/>
              <a:gd name="connsiteX1" fmla="*/ 1337610 w 16096986"/>
              <a:gd name="connsiteY1" fmla="*/ 1024254 h 1978786"/>
              <a:gd name="connsiteX2" fmla="*/ 4345302 w 16096986"/>
              <a:gd name="connsiteY2" fmla="*/ 1453891 h 1978786"/>
              <a:gd name="connsiteX3" fmla="*/ 9970142 w 16096986"/>
              <a:gd name="connsiteY3" fmla="*/ 1960111 h 1978786"/>
              <a:gd name="connsiteX4" fmla="*/ 12383447 w 16096986"/>
              <a:gd name="connsiteY4" fmla="*/ 750025 h 1978786"/>
              <a:gd name="connsiteX5" fmla="*/ 13948652 w 16096986"/>
              <a:gd name="connsiteY5" fmla="*/ 148385 h 1978786"/>
              <a:gd name="connsiteX6" fmla="*/ 16096986 w 16096986"/>
              <a:gd name="connsiteY6" fmla="*/ 112706 h 1978786"/>
              <a:gd name="connsiteX0" fmla="*/ 0 w 16096986"/>
              <a:gd name="connsiteY0" fmla="*/ 813528 h 1981645"/>
              <a:gd name="connsiteX1" fmla="*/ 1337610 w 16096986"/>
              <a:gd name="connsiteY1" fmla="*/ 1024254 h 1981645"/>
              <a:gd name="connsiteX2" fmla="*/ 4345302 w 16096986"/>
              <a:gd name="connsiteY2" fmla="*/ 1453891 h 1981645"/>
              <a:gd name="connsiteX3" fmla="*/ 9970142 w 16096986"/>
              <a:gd name="connsiteY3" fmla="*/ 1960111 h 1981645"/>
              <a:gd name="connsiteX4" fmla="*/ 12191054 w 16096986"/>
              <a:gd name="connsiteY4" fmla="*/ 685595 h 1981645"/>
              <a:gd name="connsiteX5" fmla="*/ 13948652 w 16096986"/>
              <a:gd name="connsiteY5" fmla="*/ 148385 h 1981645"/>
              <a:gd name="connsiteX6" fmla="*/ 16096986 w 16096986"/>
              <a:gd name="connsiteY6" fmla="*/ 112706 h 1981645"/>
              <a:gd name="connsiteX0" fmla="*/ 0 w 16096986"/>
              <a:gd name="connsiteY0" fmla="*/ 838646 h 2006761"/>
              <a:gd name="connsiteX1" fmla="*/ 1337610 w 16096986"/>
              <a:gd name="connsiteY1" fmla="*/ 1049372 h 2006761"/>
              <a:gd name="connsiteX2" fmla="*/ 4345302 w 16096986"/>
              <a:gd name="connsiteY2" fmla="*/ 1479009 h 2006761"/>
              <a:gd name="connsiteX3" fmla="*/ 9970142 w 16096986"/>
              <a:gd name="connsiteY3" fmla="*/ 1985229 h 2006761"/>
              <a:gd name="connsiteX4" fmla="*/ 12191054 w 16096986"/>
              <a:gd name="connsiteY4" fmla="*/ 710713 h 2006761"/>
              <a:gd name="connsiteX5" fmla="*/ 13948652 w 16096986"/>
              <a:gd name="connsiteY5" fmla="*/ 141289 h 2006761"/>
              <a:gd name="connsiteX6" fmla="*/ 16096986 w 16096986"/>
              <a:gd name="connsiteY6" fmla="*/ 137824 h 2006761"/>
              <a:gd name="connsiteX0" fmla="*/ 0 w 16473912"/>
              <a:gd name="connsiteY0" fmla="*/ 700822 h 1868937"/>
              <a:gd name="connsiteX1" fmla="*/ 1337610 w 16473912"/>
              <a:gd name="connsiteY1" fmla="*/ 911548 h 1868937"/>
              <a:gd name="connsiteX2" fmla="*/ 4345302 w 16473912"/>
              <a:gd name="connsiteY2" fmla="*/ 1341185 h 1868937"/>
              <a:gd name="connsiteX3" fmla="*/ 9970142 w 16473912"/>
              <a:gd name="connsiteY3" fmla="*/ 1847405 h 1868937"/>
              <a:gd name="connsiteX4" fmla="*/ 12191054 w 16473912"/>
              <a:gd name="connsiteY4" fmla="*/ 572889 h 1868937"/>
              <a:gd name="connsiteX5" fmla="*/ 16094917 w 16473912"/>
              <a:gd name="connsiteY5" fmla="*/ 349865 h 1868937"/>
              <a:gd name="connsiteX6" fmla="*/ 16096986 w 16473912"/>
              <a:gd name="connsiteY6" fmla="*/ 0 h 1868937"/>
              <a:gd name="connsiteX0" fmla="*/ 0 w 17304259"/>
              <a:gd name="connsiteY0" fmla="*/ 1294655 h 2462770"/>
              <a:gd name="connsiteX1" fmla="*/ 1337610 w 17304259"/>
              <a:gd name="connsiteY1" fmla="*/ 1505381 h 2462770"/>
              <a:gd name="connsiteX2" fmla="*/ 4345302 w 17304259"/>
              <a:gd name="connsiteY2" fmla="*/ 1935018 h 2462770"/>
              <a:gd name="connsiteX3" fmla="*/ 9970142 w 17304259"/>
              <a:gd name="connsiteY3" fmla="*/ 2441238 h 2462770"/>
              <a:gd name="connsiteX4" fmla="*/ 12191054 w 17304259"/>
              <a:gd name="connsiteY4" fmla="*/ 1166722 h 2462770"/>
              <a:gd name="connsiteX5" fmla="*/ 16094917 w 17304259"/>
              <a:gd name="connsiteY5" fmla="*/ 943698 h 2462770"/>
              <a:gd name="connsiteX6" fmla="*/ 17304259 w 17304259"/>
              <a:gd name="connsiteY6" fmla="*/ 0 h 2462770"/>
              <a:gd name="connsiteX0" fmla="*/ 0 w 19182238"/>
              <a:gd name="connsiteY0" fmla="*/ 1344142 h 2512257"/>
              <a:gd name="connsiteX1" fmla="*/ 1337610 w 19182238"/>
              <a:gd name="connsiteY1" fmla="*/ 1554868 h 2512257"/>
              <a:gd name="connsiteX2" fmla="*/ 4345302 w 19182238"/>
              <a:gd name="connsiteY2" fmla="*/ 1984505 h 2512257"/>
              <a:gd name="connsiteX3" fmla="*/ 9970142 w 19182238"/>
              <a:gd name="connsiteY3" fmla="*/ 2490725 h 2512257"/>
              <a:gd name="connsiteX4" fmla="*/ 12191054 w 19182238"/>
              <a:gd name="connsiteY4" fmla="*/ 1216209 h 2512257"/>
              <a:gd name="connsiteX5" fmla="*/ 16094917 w 19182238"/>
              <a:gd name="connsiteY5" fmla="*/ 993185 h 2512257"/>
              <a:gd name="connsiteX6" fmla="*/ 19182238 w 19182238"/>
              <a:gd name="connsiteY6" fmla="*/ 0 h 2512257"/>
              <a:gd name="connsiteX0" fmla="*/ 0 w 19182238"/>
              <a:gd name="connsiteY0" fmla="*/ 1344142 h 2512257"/>
              <a:gd name="connsiteX1" fmla="*/ 1337610 w 19182238"/>
              <a:gd name="connsiteY1" fmla="*/ 1554868 h 2512257"/>
              <a:gd name="connsiteX2" fmla="*/ 4345302 w 19182238"/>
              <a:gd name="connsiteY2" fmla="*/ 1984505 h 2512257"/>
              <a:gd name="connsiteX3" fmla="*/ 9970142 w 19182238"/>
              <a:gd name="connsiteY3" fmla="*/ 2490725 h 2512257"/>
              <a:gd name="connsiteX4" fmla="*/ 12191054 w 19182238"/>
              <a:gd name="connsiteY4" fmla="*/ 1216209 h 2512257"/>
              <a:gd name="connsiteX5" fmla="*/ 16094917 w 19182238"/>
              <a:gd name="connsiteY5" fmla="*/ 993185 h 2512257"/>
              <a:gd name="connsiteX6" fmla="*/ 18511520 w 19182238"/>
              <a:gd name="connsiteY6" fmla="*/ 667725 h 2512257"/>
              <a:gd name="connsiteX7" fmla="*/ 19182238 w 19182238"/>
              <a:gd name="connsiteY7" fmla="*/ 0 h 2512257"/>
              <a:gd name="connsiteX0" fmla="*/ 0 w 20121228"/>
              <a:gd name="connsiteY0" fmla="*/ 1443114 h 2611229"/>
              <a:gd name="connsiteX1" fmla="*/ 1337610 w 20121228"/>
              <a:gd name="connsiteY1" fmla="*/ 1653840 h 2611229"/>
              <a:gd name="connsiteX2" fmla="*/ 4345302 w 20121228"/>
              <a:gd name="connsiteY2" fmla="*/ 2083477 h 2611229"/>
              <a:gd name="connsiteX3" fmla="*/ 9970142 w 20121228"/>
              <a:gd name="connsiteY3" fmla="*/ 2589697 h 2611229"/>
              <a:gd name="connsiteX4" fmla="*/ 12191054 w 20121228"/>
              <a:gd name="connsiteY4" fmla="*/ 1315181 h 2611229"/>
              <a:gd name="connsiteX5" fmla="*/ 16094917 w 20121228"/>
              <a:gd name="connsiteY5" fmla="*/ 1092157 h 2611229"/>
              <a:gd name="connsiteX6" fmla="*/ 18511520 w 20121228"/>
              <a:gd name="connsiteY6" fmla="*/ 766697 h 2611229"/>
              <a:gd name="connsiteX7" fmla="*/ 20121228 w 20121228"/>
              <a:gd name="connsiteY7" fmla="*/ 0 h 2611229"/>
              <a:gd name="connsiteX0" fmla="*/ 0 w 20926079"/>
              <a:gd name="connsiteY0" fmla="*/ 1294655 h 2462770"/>
              <a:gd name="connsiteX1" fmla="*/ 1337610 w 20926079"/>
              <a:gd name="connsiteY1" fmla="*/ 1505381 h 2462770"/>
              <a:gd name="connsiteX2" fmla="*/ 4345302 w 20926079"/>
              <a:gd name="connsiteY2" fmla="*/ 1935018 h 2462770"/>
              <a:gd name="connsiteX3" fmla="*/ 9970142 w 20926079"/>
              <a:gd name="connsiteY3" fmla="*/ 2441238 h 2462770"/>
              <a:gd name="connsiteX4" fmla="*/ 12191054 w 20926079"/>
              <a:gd name="connsiteY4" fmla="*/ 1166722 h 2462770"/>
              <a:gd name="connsiteX5" fmla="*/ 16094917 w 20926079"/>
              <a:gd name="connsiteY5" fmla="*/ 943698 h 2462770"/>
              <a:gd name="connsiteX6" fmla="*/ 18511520 w 20926079"/>
              <a:gd name="connsiteY6" fmla="*/ 618238 h 2462770"/>
              <a:gd name="connsiteX7" fmla="*/ 20926079 w 20926079"/>
              <a:gd name="connsiteY7" fmla="*/ 0 h 2462770"/>
              <a:gd name="connsiteX0" fmla="*/ 0 w 20926079"/>
              <a:gd name="connsiteY0" fmla="*/ 1294655 h 2462770"/>
              <a:gd name="connsiteX1" fmla="*/ 1337610 w 20926079"/>
              <a:gd name="connsiteY1" fmla="*/ 1505381 h 2462770"/>
              <a:gd name="connsiteX2" fmla="*/ 4345302 w 20926079"/>
              <a:gd name="connsiteY2" fmla="*/ 1935018 h 2462770"/>
              <a:gd name="connsiteX3" fmla="*/ 9970142 w 20926079"/>
              <a:gd name="connsiteY3" fmla="*/ 2441238 h 2462770"/>
              <a:gd name="connsiteX4" fmla="*/ 12191054 w 20926079"/>
              <a:gd name="connsiteY4" fmla="*/ 1166722 h 2462770"/>
              <a:gd name="connsiteX5" fmla="*/ 16094917 w 20926079"/>
              <a:gd name="connsiteY5" fmla="*/ 943698 h 2462770"/>
              <a:gd name="connsiteX6" fmla="*/ 18511521 w 20926079"/>
              <a:gd name="connsiteY6" fmla="*/ 667723 h 2462770"/>
              <a:gd name="connsiteX7" fmla="*/ 20926079 w 20926079"/>
              <a:gd name="connsiteY7" fmla="*/ 0 h 246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26079" h="2462770">
                <a:moveTo>
                  <a:pt x="0" y="1294655"/>
                </a:moveTo>
                <a:cubicBezTo>
                  <a:pt x="148697" y="1314884"/>
                  <a:pt x="613393" y="1398654"/>
                  <a:pt x="1337610" y="1505381"/>
                </a:cubicBezTo>
                <a:cubicBezTo>
                  <a:pt x="2061827" y="1612108"/>
                  <a:pt x="2906547" y="1779042"/>
                  <a:pt x="4345302" y="1935018"/>
                </a:cubicBezTo>
                <a:cubicBezTo>
                  <a:pt x="5784057" y="2090994"/>
                  <a:pt x="8662517" y="2569287"/>
                  <a:pt x="9970142" y="2441238"/>
                </a:cubicBezTo>
                <a:cubicBezTo>
                  <a:pt x="11277767" y="2313189"/>
                  <a:pt x="11634731" y="1304108"/>
                  <a:pt x="12191054" y="1166722"/>
                </a:cubicBezTo>
                <a:cubicBezTo>
                  <a:pt x="12683248" y="739404"/>
                  <a:pt x="15668389" y="1044548"/>
                  <a:pt x="16094917" y="943698"/>
                </a:cubicBezTo>
                <a:cubicBezTo>
                  <a:pt x="16969473" y="835789"/>
                  <a:pt x="17996968" y="833254"/>
                  <a:pt x="18511521" y="667723"/>
                </a:cubicBezTo>
                <a:cubicBezTo>
                  <a:pt x="19026074" y="502192"/>
                  <a:pt x="20635438" y="94793"/>
                  <a:pt x="20926079" y="0"/>
                </a:cubicBezTo>
              </a:path>
            </a:pathLst>
          </a:custGeom>
          <a:noFill/>
          <a:ln w="263525" cap="flat" cmpd="sng" algn="ctr">
            <a:gradFill flip="none" rotWithShape="1">
              <a:gsLst>
                <a:gs pos="0">
                  <a:srgbClr val="4472C4">
                    <a:lumMod val="89000"/>
                  </a:srgbClr>
                </a:gs>
                <a:gs pos="23000">
                  <a:srgbClr val="4472C4">
                    <a:lumMod val="89000"/>
                  </a:srgbClr>
                </a:gs>
                <a:gs pos="69000">
                  <a:srgbClr val="4472C4">
                    <a:lumMod val="75000"/>
                  </a:srgbClr>
                </a:gs>
                <a:gs pos="97000">
                  <a:srgbClr val="4472C4">
                    <a:lumMod val="7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>
            <a:glow rad="368300">
              <a:srgbClr val="4472C4">
                <a:alpha val="40000"/>
              </a:srgbClr>
            </a:glow>
            <a:softEdge rad="635000"/>
          </a:effectLst>
          <a:scene3d>
            <a:camera prst="orthographicFront">
              <a:rot lat="989502" lon="20280670" rev="1873533"/>
            </a:camera>
            <a:lightRig rig="threePt" dir="t"/>
          </a:scene3d>
          <a:sp3d>
            <a:bevelT w="0" h="5168900"/>
          </a:sp3d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4" name="Rectangle 3" descr="Glass ITO&#10;" title="Glass ITO">
            <a:extLst>
              <a:ext uri="{FF2B5EF4-FFF2-40B4-BE49-F238E27FC236}">
                <a16:creationId xmlns:a16="http://schemas.microsoft.com/office/drawing/2014/main" id="{D803CF99-0D2F-4BDD-9657-C51955986D8E}"/>
              </a:ext>
            </a:extLst>
          </p:cNvPr>
          <p:cNvSpPr/>
          <p:nvPr/>
        </p:nvSpPr>
        <p:spPr>
          <a:xfrm flipV="1">
            <a:off x="5439410" y="3637573"/>
            <a:ext cx="2734056" cy="247064"/>
          </a:xfrm>
          <a:prstGeom prst="rect">
            <a:avLst/>
          </a:prstGeom>
          <a:solidFill>
            <a:schemeClr val="accent3">
              <a:alpha val="90000"/>
            </a:schemeClr>
          </a:solidFill>
          <a:ln>
            <a:noFill/>
          </a:ln>
          <a:scene3d>
            <a:camera prst="isometricOffAxis1Right"/>
            <a:lightRig rig="flat" dir="t"/>
          </a:scene3d>
          <a:sp3d extrusionH="2990850">
            <a:bevelT h="0" prst="coolSlant"/>
            <a:bevelB w="0" h="0"/>
            <a:contourClr>
              <a:schemeClr val="tx1">
                <a:lumMod val="65000"/>
                <a:lumOff val="3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40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  <a:p>
            <a:pPr algn="ctr"/>
            <a:endParaRPr lang="en-IN" dirty="0">
              <a:latin typeface="Arial Rounded MT Bold" panose="020F07040305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7A1DE-D326-42E4-B5B7-99FA296E2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035" y="4696460"/>
            <a:ext cx="5450515" cy="2161540"/>
          </a:xfrm>
          <a:prstGeom prst="rect">
            <a:avLst/>
          </a:prstGeom>
        </p:spPr>
      </p:pic>
      <p:sp>
        <p:nvSpPr>
          <p:cNvPr id="7" name="Rectangle 6" descr="Glass ITO&#10;" title="Glass ITO">
            <a:extLst>
              <a:ext uri="{FF2B5EF4-FFF2-40B4-BE49-F238E27FC236}">
                <a16:creationId xmlns:a16="http://schemas.microsoft.com/office/drawing/2014/main" id="{49707CD8-75D5-477C-AE33-A561668209E5}"/>
              </a:ext>
            </a:extLst>
          </p:cNvPr>
          <p:cNvSpPr>
            <a:spLocks/>
          </p:cNvSpPr>
          <p:nvPr/>
        </p:nvSpPr>
        <p:spPr>
          <a:xfrm flipV="1">
            <a:off x="5566022" y="3499339"/>
            <a:ext cx="2390297" cy="108000"/>
          </a:xfrm>
          <a:prstGeom prst="rect">
            <a:avLst/>
          </a:prstGeom>
          <a:solidFill>
            <a:srgbClr val="0070C0">
              <a:alpha val="46000"/>
            </a:srgbClr>
          </a:solidFill>
          <a:ln>
            <a:noFill/>
          </a:ln>
          <a:scene3d>
            <a:camera prst="isometricOffAxis1Right"/>
            <a:lightRig rig="flat" dir="t"/>
          </a:scene3d>
          <a:sp3d extrusionH="2990850">
            <a:bevelT h="0" prst="coolSlant"/>
            <a:bevelB w="0" h="0"/>
            <a:contourClr>
              <a:schemeClr val="tx1">
                <a:lumMod val="65000"/>
                <a:lumOff val="3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40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  <a:p>
            <a:pPr algn="ctr"/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8" name="Rectangle 7" descr="Glass ITO&#10;" title="Glass ITO">
            <a:extLst>
              <a:ext uri="{FF2B5EF4-FFF2-40B4-BE49-F238E27FC236}">
                <a16:creationId xmlns:a16="http://schemas.microsoft.com/office/drawing/2014/main" id="{46229FE6-0B7F-4A86-9EB0-3719A52FABD4}"/>
              </a:ext>
            </a:extLst>
          </p:cNvPr>
          <p:cNvSpPr/>
          <p:nvPr/>
        </p:nvSpPr>
        <p:spPr>
          <a:xfrm flipV="1">
            <a:off x="1514524" y="2053639"/>
            <a:ext cx="2734056" cy="247064"/>
          </a:xfrm>
          <a:prstGeom prst="rect">
            <a:avLst/>
          </a:prstGeom>
          <a:solidFill>
            <a:srgbClr val="0070C0"/>
          </a:solidFill>
          <a:ln>
            <a:noFill/>
          </a:ln>
          <a:scene3d>
            <a:camera prst="isometricOffAxis1Right"/>
            <a:lightRig rig="flat" dir="t"/>
          </a:scene3d>
          <a:sp3d extrusionH="2990850">
            <a:bevelT h="0" prst="coolSlant"/>
            <a:bevelB w="0" h="0"/>
            <a:contourClr>
              <a:schemeClr val="tx1">
                <a:lumMod val="65000"/>
                <a:lumOff val="3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40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  <a:p>
            <a:pPr algn="ctr"/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9" name="Rectangle 8" descr="Glass ITO&#10;" title="Glass ITO">
            <a:extLst>
              <a:ext uri="{FF2B5EF4-FFF2-40B4-BE49-F238E27FC236}">
                <a16:creationId xmlns:a16="http://schemas.microsoft.com/office/drawing/2014/main" id="{A43BD414-7683-4E92-AF3B-95752FA36252}"/>
              </a:ext>
            </a:extLst>
          </p:cNvPr>
          <p:cNvSpPr>
            <a:spLocks noChangeAspect="1"/>
          </p:cNvSpPr>
          <p:nvPr/>
        </p:nvSpPr>
        <p:spPr>
          <a:xfrm flipV="1">
            <a:off x="5563674" y="3342254"/>
            <a:ext cx="2304000" cy="104102"/>
          </a:xfrm>
          <a:prstGeom prst="rect">
            <a:avLst/>
          </a:prstGeom>
          <a:solidFill>
            <a:srgbClr val="FFC000"/>
          </a:solidFill>
          <a:ln>
            <a:noFill/>
          </a:ln>
          <a:scene3d>
            <a:camera prst="isometricOffAxis1Right"/>
            <a:lightRig rig="flat" dir="t"/>
          </a:scene3d>
          <a:sp3d extrusionH="2990850">
            <a:bevelT h="0" prst="coolSlant"/>
            <a:bevelB w="0" h="0"/>
            <a:contourClr>
              <a:schemeClr val="tx1">
                <a:lumMod val="65000"/>
                <a:lumOff val="3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40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  <a:p>
            <a:pPr algn="ctr"/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10" name="Rectangle 9" descr="Glass ITO&#10;" title="Glass ITO">
            <a:extLst>
              <a:ext uri="{FF2B5EF4-FFF2-40B4-BE49-F238E27FC236}">
                <a16:creationId xmlns:a16="http://schemas.microsoft.com/office/drawing/2014/main" id="{15A2324B-902C-4A25-ADD5-0CA2206A057B}"/>
              </a:ext>
            </a:extLst>
          </p:cNvPr>
          <p:cNvSpPr>
            <a:spLocks noChangeAspect="1"/>
          </p:cNvSpPr>
          <p:nvPr/>
        </p:nvSpPr>
        <p:spPr>
          <a:xfrm flipV="1">
            <a:off x="5638704" y="3243216"/>
            <a:ext cx="2196000" cy="99220"/>
          </a:xfrm>
          <a:prstGeom prst="rect">
            <a:avLst/>
          </a:prstGeom>
          <a:solidFill>
            <a:srgbClr val="EC7540"/>
          </a:solidFill>
          <a:ln>
            <a:noFill/>
          </a:ln>
          <a:scene3d>
            <a:camera prst="isometricOffAxis1Right"/>
            <a:lightRig rig="flat" dir="t"/>
          </a:scene3d>
          <a:sp3d extrusionH="2990850" prstMaterial="dkEdge">
            <a:bevelT h="0" prst="coolSlant"/>
            <a:bevelB w="0" h="0"/>
            <a:contourClr>
              <a:schemeClr val="tx1">
                <a:lumMod val="65000"/>
                <a:lumOff val="3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40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  <a:p>
            <a:pPr algn="ctr"/>
            <a:endParaRPr lang="en-IN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329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Ranadeep raj sumukam</dc:creator>
  <cp:lastModifiedBy>Ranadeep raj sumukam</cp:lastModifiedBy>
  <cp:revision>7</cp:revision>
  <dcterms:created xsi:type="dcterms:W3CDTF">2019-05-22T18:37:37Z</dcterms:created>
  <dcterms:modified xsi:type="dcterms:W3CDTF">2019-05-23T20:00:23Z</dcterms:modified>
</cp:coreProperties>
</file>