
<file path=[Content_Types].xml><?xml version="1.0" encoding="utf-8"?>
<Types xmlns="http://schemas.openxmlformats.org/package/2006/content-types">
  <Default Extension="glb" ContentType="model/gltf.binary"/>
  <Default Extension="jpe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62" r:id="rId2"/>
    <p:sldId id="264" r:id="rId3"/>
    <p:sldId id="263" r:id="rId4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9F10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987" autoAdjust="0"/>
    <p:restoredTop sz="94660"/>
  </p:normalViewPr>
  <p:slideViewPr>
    <p:cSldViewPr snapToGrid="0">
      <p:cViewPr varScale="1">
        <p:scale>
          <a:sx n="72" d="100"/>
          <a:sy n="72" d="100"/>
        </p:scale>
        <p:origin x="618" y="7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tableStyles" Target="tableStyles.xml"/><Relationship Id="rId3" Type="http://schemas.openxmlformats.org/officeDocument/2006/relationships/slide" Target="slides/slide2.xml"/><Relationship Id="rId7" Type="http://schemas.openxmlformats.org/officeDocument/2006/relationships/theme" Target="theme/theme1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viewProps" Target="viewProps.xml"/><Relationship Id="rId5" Type="http://schemas.openxmlformats.org/officeDocument/2006/relationships/presProps" Target="presProps.xml"/><Relationship Id="rId4" Type="http://schemas.openxmlformats.org/officeDocument/2006/relationships/slide" Target="slides/slide3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890CEA1-FE81-41C1-91CC-361CE43A243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B7C707A7-DD9C-4E47-9C2D-6B5BED4D4F5F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EBF186A-A7A3-4D47-B4DC-0A94637ADC6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BD6CF9A-E8A8-4B80-87EA-1F5347C007DE}" type="datetimeFigureOut">
              <a:rPr lang="en-US" smtClean="0"/>
              <a:t>6/5/2019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BFF36DA-03A5-4801-9E90-FF5A853A451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789685E-44EF-4437-BB9D-B98B0F3244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22A7A0-DF64-44B0-8C69-041A395423E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2342992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FFC9C56-AEF3-4293-9BE0-5C271941E47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E3E6323-9E45-4922-843B-0E85B5AD7E7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5177FD-F35A-448C-BFD2-5A2D8D1A3A8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BD6CF9A-E8A8-4B80-87EA-1F5347C007DE}" type="datetimeFigureOut">
              <a:rPr lang="en-US" smtClean="0"/>
              <a:t>6/5/2019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295E076-4352-424D-82D7-C765ADE59CB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5554548-BC91-471F-A680-9648EA965B7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22A7A0-DF64-44B0-8C69-041A395423E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0452760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6AF4FB0-48B0-4472-9A1E-217E08FEFAA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973DC60-0F91-485E-9BBD-99DAB49A346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2D4AECB-F421-4147-B1F1-EBC898ABCB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BD6CF9A-E8A8-4B80-87EA-1F5347C007DE}" type="datetimeFigureOut">
              <a:rPr lang="en-US" smtClean="0"/>
              <a:t>6/5/2019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B4DCCF0-0EDB-491C-9894-02794FBA8A9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3B87ED-9878-4A77-92DE-2121F035F49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22A7A0-DF64-44B0-8C69-041A395423E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3341897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DCE9F27-9E9C-4E57-8624-A2CD9077F19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3DC2D3F-0B65-467C-8C3A-3B95622E8E5D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19EED51D-ABE0-4EF0-81CC-0BCA6F8F0143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7CD4067-846E-48E3-9C04-AF084D09F4E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BD6CF9A-E8A8-4B80-87EA-1F5347C007DE}" type="datetimeFigureOut">
              <a:rPr lang="en-US" smtClean="0"/>
              <a:t>6/5/2019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7016C91-D649-41D7-96CE-8748C03545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6A31D4ED-7AB2-4226-B88D-F82C6BF2A36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22A7A0-DF64-44B0-8C69-041A395423E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5723553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7A6F777-D4BE-4A95-B2BC-A6906C22B92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D97AEB5-D69A-491D-BAFE-E30F8A6E45E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2613AA51-A6D1-42B5-A12E-88587F60E3BB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E5EA5C6C-B333-4995-9817-63F566EBCF8C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612DCFC2-E44F-440F-8480-416FCA8862CF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3F13B62B-DCB3-47DA-90FD-05302B3AB4D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BD6CF9A-E8A8-4B80-87EA-1F5347C007DE}" type="datetimeFigureOut">
              <a:rPr lang="en-US" smtClean="0"/>
              <a:t>6/5/2019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0C4476F0-345D-4947-BC66-7332FB0DE2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CAF40716-4205-4C6E-A868-FF47E67C705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22A7A0-DF64-44B0-8C69-041A395423E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3391958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94FB5DD-A030-47CB-AA05-5DADDC44F3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D30D9230-5904-487D-8650-DC7AD9DEE95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BD6CF9A-E8A8-4B80-87EA-1F5347C007DE}" type="datetimeFigureOut">
              <a:rPr lang="en-US" smtClean="0"/>
              <a:t>6/5/2019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B970EED-B9BE-4040-8901-33D0273CCDD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1F819-4E4F-4309-98BB-3E64565BE92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22A7A0-DF64-44B0-8C69-041A395423E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985903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F1C4C65-20BD-4CD4-9591-18A556A245A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BD6CF9A-E8A8-4B80-87EA-1F5347C007DE}" type="datetimeFigureOut">
              <a:rPr lang="en-US" smtClean="0"/>
              <a:t>6/5/2019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BA08F02E-1802-4343-89C8-D21CE5A142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A24AA79-CA6B-4AE6-94C1-6E9CC26422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22A7A0-DF64-44B0-8C69-041A395423E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4449592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56AD946-BA73-487A-ADF4-2389535DF36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D322942-7B1B-4F0D-9123-4207474FFB3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51A31C56-6ADC-42ED-AB49-2FF40457D76C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AA026D7F-CBEA-4821-8D75-D9AAA50AAF3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BD6CF9A-E8A8-4B80-87EA-1F5347C007DE}" type="datetimeFigureOut">
              <a:rPr lang="en-US" smtClean="0"/>
              <a:t>6/5/2019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AD5CE09-42EC-45AB-89DA-79B3E313B49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C258BD9-5C76-42CE-B9DA-53912A294A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22A7A0-DF64-44B0-8C69-041A395423E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8680176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530DB9A-175D-44D0-A0DF-0DAE0A91A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6C58FB6D-41FD-4A60-B36F-2B2BC7AC4E4F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5D869D17-69C5-4D48-99F9-421FAD5F084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C7365175-FA1C-40E0-969C-E7E19FBCFA8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BD6CF9A-E8A8-4B80-87EA-1F5347C007DE}" type="datetimeFigureOut">
              <a:rPr lang="en-US" smtClean="0"/>
              <a:t>6/5/2019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C215FB18-55DA-44C3-83AE-95E8CBC9067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713AEED2-0A1C-42A8-86E8-0B2F9CB4137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22A7A0-DF64-44B0-8C69-041A395423E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8793404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8F6E2F8-8998-44FD-96BB-EBB43D12315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57EDC74F-2B2F-4DD7-A004-A5BC2250147D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7589F329-9217-4A9A-84B4-D40D1EA2EF0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BD6CF9A-E8A8-4B80-87EA-1F5347C007DE}" type="datetimeFigureOut">
              <a:rPr lang="en-US" smtClean="0"/>
              <a:t>6/5/2019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A958ACC-E410-4E6A-8B97-F66466A5986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4D63413-FA3A-49ED-A79E-0D91C9091C0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22A7A0-DF64-44B0-8C69-041A395423E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2130478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FADF9303-1589-4B32-BF07-F3331A75ED05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234FA8D2-377B-4D15-A68D-688D8C0688C1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659C4EB-50CD-4E6E-80A4-5B900F40660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BD6CF9A-E8A8-4B80-87EA-1F5347C007DE}" type="datetimeFigureOut">
              <a:rPr lang="en-US" smtClean="0"/>
              <a:t>6/5/2019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F383F30-C1DD-474C-B468-07F90D782DF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FD62F35-4703-4109-91D3-29218CFBA1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22A7A0-DF64-44B0-8C69-041A395423E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3483742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EF4E2D2E-BEDD-4CBB-872E-846BE87AD19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11E5CE8-F397-4072-8A1B-ED55A5FC1A0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5F3D630-00DD-4E8F-BB18-F1E8F1272F90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BD6CF9A-E8A8-4B80-87EA-1F5347C007DE}" type="datetimeFigureOut">
              <a:rPr lang="en-US" smtClean="0"/>
              <a:t>6/5/2019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25D29F4-3D3D-4E2A-8A81-B2A95628E43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E9B4F0F-2A41-450E-825C-258D1DDFA61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622A7A0-DF64-44B0-8C69-041A395423E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344657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0.png"/><Relationship Id="rId13" Type="http://schemas.openxmlformats.org/officeDocument/2006/relationships/image" Target="../media/image19.png"/><Relationship Id="rId18" Type="http://schemas.openxmlformats.org/officeDocument/2006/relationships/image" Target="../media/image22.png"/><Relationship Id="rId3" Type="http://schemas.openxmlformats.org/officeDocument/2006/relationships/image" Target="../media/image2.png"/><Relationship Id="rId7" Type="http://schemas.openxmlformats.org/officeDocument/2006/relationships/image" Target="../media/image4.png"/><Relationship Id="rId17" Type="http://schemas.openxmlformats.org/officeDocument/2006/relationships/image" Target="../media/image7.png"/><Relationship Id="rId2" Type="http://schemas.openxmlformats.org/officeDocument/2006/relationships/image" Target="../media/image1.png"/><Relationship Id="rId16" Type="http://schemas.openxmlformats.org/officeDocument/2006/relationships/image" Target="../media/image21.png"/><Relationship Id="rId1" Type="http://schemas.openxmlformats.org/officeDocument/2006/relationships/slideLayout" Target="../slideLayouts/slideLayout7.xml"/><Relationship Id="rId6" Type="http://schemas.openxmlformats.org/officeDocument/2006/relationships/hyperlink" Target="https://www.remix3d.com/details/G009SX7VFKX3" TargetMode="External"/><Relationship Id="rId5" Type="http://schemas.microsoft.com/office/2017/06/relationships/model3d" Target="../media/model3d1.glb"/><Relationship Id="rId15" Type="http://schemas.openxmlformats.org/officeDocument/2006/relationships/image" Target="../media/image6.png"/><Relationship Id="rId10" Type="http://schemas.openxmlformats.org/officeDocument/2006/relationships/image" Target="../media/image70.png"/><Relationship Id="rId4" Type="http://schemas.openxmlformats.org/officeDocument/2006/relationships/image" Target="../media/image3.png"/><Relationship Id="rId9" Type="http://schemas.openxmlformats.org/officeDocument/2006/relationships/image" Target="../media/image5.png"/><Relationship Id="rId14" Type="http://schemas.openxmlformats.org/officeDocument/2006/relationships/image" Target="../media/image20.png"/></Relationships>
</file>

<file path=ppt/slides/_rels/slide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>
            <a:extLst>
              <a:ext uri="{FF2B5EF4-FFF2-40B4-BE49-F238E27FC236}">
                <a16:creationId xmlns:a16="http://schemas.microsoft.com/office/drawing/2014/main" id="{A5C57389-8046-4DEE-98B4-7F58EE1B2596}"/>
              </a:ext>
            </a:extLst>
          </p:cNvPr>
          <p:cNvGrpSpPr/>
          <p:nvPr/>
        </p:nvGrpSpPr>
        <p:grpSpPr>
          <a:xfrm>
            <a:off x="7545" y="1016999"/>
            <a:ext cx="11919327" cy="4265661"/>
            <a:chOff x="7545" y="1016999"/>
            <a:chExt cx="11919327" cy="4265661"/>
          </a:xfrm>
        </p:grpSpPr>
        <p:pic>
          <p:nvPicPr>
            <p:cNvPr id="2" name="Picture 1">
              <a:extLst>
                <a:ext uri="{FF2B5EF4-FFF2-40B4-BE49-F238E27FC236}">
                  <a16:creationId xmlns:a16="http://schemas.microsoft.com/office/drawing/2014/main" id="{5498005F-9A3C-46A8-AB86-82AF0248C676}"/>
                </a:ext>
              </a:extLst>
            </p:cNvPr>
            <p:cNvPicPr/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8541" y="1322660"/>
              <a:ext cx="2160000" cy="3960000"/>
            </a:xfrm>
            <a:prstGeom prst="rect">
              <a:avLst/>
            </a:prstGeom>
            <a:noFill/>
          </p:spPr>
        </p:pic>
        <p:pic>
          <p:nvPicPr>
            <p:cNvPr id="3" name="Picture 2">
              <a:extLst>
                <a:ext uri="{FF2B5EF4-FFF2-40B4-BE49-F238E27FC236}">
                  <a16:creationId xmlns:a16="http://schemas.microsoft.com/office/drawing/2014/main" id="{A5899E0F-DE45-4B25-BBB6-53421D70BC72}"/>
                </a:ext>
              </a:extLst>
            </p:cNvPr>
            <p:cNvPicPr/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55977" y="1016999"/>
              <a:ext cx="2160000" cy="3960000"/>
            </a:xfrm>
            <a:prstGeom prst="rect">
              <a:avLst/>
            </a:prstGeom>
            <a:noFill/>
          </p:spPr>
        </p:pic>
        <p:pic>
          <p:nvPicPr>
            <p:cNvPr id="5" name="Picture 4">
              <a:extLst>
                <a:ext uri="{FF2B5EF4-FFF2-40B4-BE49-F238E27FC236}">
                  <a16:creationId xmlns:a16="http://schemas.microsoft.com/office/drawing/2014/main" id="{514227EC-816F-46FD-B6D4-BAB8BB98072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916562" y="2996999"/>
              <a:ext cx="1692577" cy="1796408"/>
            </a:xfrm>
            <a:prstGeom prst="rect">
              <a:avLst/>
            </a:prstGeom>
            <a:noFill/>
          </p:spPr>
        </p:pic>
        <p:grpSp>
          <p:nvGrpSpPr>
            <p:cNvPr id="6598" name="Group 6597">
              <a:extLst>
                <a:ext uri="{FF2B5EF4-FFF2-40B4-BE49-F238E27FC236}">
                  <a16:creationId xmlns:a16="http://schemas.microsoft.com/office/drawing/2014/main" id="{6C829504-EFF4-4C5B-A62C-FF759B92781A}"/>
                </a:ext>
              </a:extLst>
            </p:cNvPr>
            <p:cNvGrpSpPr/>
            <p:nvPr/>
          </p:nvGrpSpPr>
          <p:grpSpPr>
            <a:xfrm>
              <a:off x="3074026" y="1625627"/>
              <a:ext cx="2663839" cy="1583586"/>
              <a:chOff x="3769303" y="2556216"/>
              <a:chExt cx="2663839" cy="1583586"/>
            </a:xfrm>
          </p:grpSpPr>
          <p:grpSp>
            <p:nvGrpSpPr>
              <p:cNvPr id="7" name="Group 6">
                <a:extLst>
                  <a:ext uri="{FF2B5EF4-FFF2-40B4-BE49-F238E27FC236}">
                    <a16:creationId xmlns:a16="http://schemas.microsoft.com/office/drawing/2014/main" id="{05275BF1-7AA6-4C5A-A2D5-1ED3092B5B66}"/>
                  </a:ext>
                </a:extLst>
              </p:cNvPr>
              <p:cNvGrpSpPr/>
              <p:nvPr/>
            </p:nvGrpSpPr>
            <p:grpSpPr>
              <a:xfrm>
                <a:off x="3794335" y="3067329"/>
                <a:ext cx="2638807" cy="590996"/>
                <a:chOff x="3101789" y="2086506"/>
                <a:chExt cx="2638807" cy="590996"/>
              </a:xfrm>
            </p:grpSpPr>
            <p:grpSp>
              <p:nvGrpSpPr>
                <p:cNvPr id="8" name="Group 7">
                  <a:extLst>
                    <a:ext uri="{FF2B5EF4-FFF2-40B4-BE49-F238E27FC236}">
                      <a16:creationId xmlns:a16="http://schemas.microsoft.com/office/drawing/2014/main" id="{6EF2B7CF-A187-47E3-A49E-018229195C82}"/>
                    </a:ext>
                  </a:extLst>
                </p:cNvPr>
                <p:cNvGrpSpPr/>
                <p:nvPr/>
              </p:nvGrpSpPr>
              <p:grpSpPr>
                <a:xfrm>
                  <a:off x="3101789" y="2086506"/>
                  <a:ext cx="531923" cy="573923"/>
                  <a:chOff x="163719" y="1822501"/>
                  <a:chExt cx="3062199" cy="3047160"/>
                </a:xfrm>
              </p:grpSpPr>
              <p:grpSp>
                <p:nvGrpSpPr>
                  <p:cNvPr id="1839" name="Group 1838">
                    <a:extLst>
                      <a:ext uri="{FF2B5EF4-FFF2-40B4-BE49-F238E27FC236}">
                        <a16:creationId xmlns:a16="http://schemas.microsoft.com/office/drawing/2014/main" id="{2C6FA54F-176D-4BD2-95F7-9EE53E4AF351}"/>
                      </a:ext>
                    </a:extLst>
                  </p:cNvPr>
                  <p:cNvGrpSpPr/>
                  <p:nvPr/>
                </p:nvGrpSpPr>
                <p:grpSpPr>
                  <a:xfrm>
                    <a:off x="163719" y="1822501"/>
                    <a:ext cx="3062199" cy="3047160"/>
                    <a:chOff x="163719" y="1822501"/>
                    <a:chExt cx="3062199" cy="3047160"/>
                  </a:xfrm>
                </p:grpSpPr>
                <p:grpSp>
                  <p:nvGrpSpPr>
                    <p:cNvPr id="1843" name="Group 1842">
                      <a:extLst>
                        <a:ext uri="{FF2B5EF4-FFF2-40B4-BE49-F238E27FC236}">
                          <a16:creationId xmlns:a16="http://schemas.microsoft.com/office/drawing/2014/main" id="{C2DA0BFA-B6CF-4E0A-90FF-08341DE9BCC2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683131" y="384412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2202" name="Freeform: Shape 2201">
                        <a:extLst>
                          <a:ext uri="{FF2B5EF4-FFF2-40B4-BE49-F238E27FC236}">
                            <a16:creationId xmlns:a16="http://schemas.microsoft.com/office/drawing/2014/main" id="{71FC6EF4-CF54-47BB-99FB-2A7F02A027E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203" name="Rectangle: Rounded Corners 2202">
                        <a:extLst>
                          <a:ext uri="{FF2B5EF4-FFF2-40B4-BE49-F238E27FC236}">
                            <a16:creationId xmlns:a16="http://schemas.microsoft.com/office/drawing/2014/main" id="{AE0EAD66-39CA-4197-8A99-3DCB333FB8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844" name="Group 1843">
                      <a:extLst>
                        <a:ext uri="{FF2B5EF4-FFF2-40B4-BE49-F238E27FC236}">
                          <a16:creationId xmlns:a16="http://schemas.microsoft.com/office/drawing/2014/main" id="{360BD571-755D-4D33-B1AD-A168F222397C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123013" y="4110752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2200" name="Freeform: Shape 2199">
                        <a:extLst>
                          <a:ext uri="{FF2B5EF4-FFF2-40B4-BE49-F238E27FC236}">
                            <a16:creationId xmlns:a16="http://schemas.microsoft.com/office/drawing/2014/main" id="{70E93CB8-0C97-4D07-AB18-05E1C79A4B1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201" name="Rectangle: Rounded Corners 2200">
                        <a:extLst>
                          <a:ext uri="{FF2B5EF4-FFF2-40B4-BE49-F238E27FC236}">
                            <a16:creationId xmlns:a16="http://schemas.microsoft.com/office/drawing/2014/main" id="{686CA4D8-4EB8-4F42-B46A-2EA19900D2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845" name="Group 1844">
                      <a:extLst>
                        <a:ext uri="{FF2B5EF4-FFF2-40B4-BE49-F238E27FC236}">
                          <a16:creationId xmlns:a16="http://schemas.microsoft.com/office/drawing/2014/main" id="{F0E0E080-7D1B-47D1-B040-5C409A6E3F7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0260" y="2440902"/>
                      <a:ext cx="1730523" cy="1839492"/>
                      <a:chOff x="420511" y="1784768"/>
                      <a:chExt cx="1730523" cy="1839492"/>
                    </a:xfrm>
                  </p:grpSpPr>
                  <p:grpSp>
                    <p:nvGrpSpPr>
                      <p:cNvPr id="1918" name="Group 1917">
                        <a:extLst>
                          <a:ext uri="{FF2B5EF4-FFF2-40B4-BE49-F238E27FC236}">
                            <a16:creationId xmlns:a16="http://schemas.microsoft.com/office/drawing/2014/main" id="{EDFB949E-336E-4273-A1DA-D982B31CC5E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69572" y="1784768"/>
                        <a:ext cx="1081462" cy="1476716"/>
                        <a:chOff x="2089993" y="1523034"/>
                        <a:chExt cx="1081462" cy="1476716"/>
                      </a:xfrm>
                    </p:grpSpPr>
                    <p:grpSp>
                      <p:nvGrpSpPr>
                        <p:cNvPr id="2139" name="Group 2138">
                          <a:extLst>
                            <a:ext uri="{FF2B5EF4-FFF2-40B4-BE49-F238E27FC236}">
                              <a16:creationId xmlns:a16="http://schemas.microsoft.com/office/drawing/2014/main" id="{167D5FD5-17A0-470C-8C79-3F9799B932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70705"/>
                          <a:ext cx="101484" cy="1016226"/>
                          <a:chOff x="1800622" y="2364951"/>
                          <a:chExt cx="101484" cy="1016226"/>
                        </a:xfrm>
                      </p:grpSpPr>
                      <p:sp>
                        <p:nvSpPr>
                          <p:cNvPr id="2196" name="Flowchart: Connector 2195">
                            <a:extLst>
                              <a:ext uri="{FF2B5EF4-FFF2-40B4-BE49-F238E27FC236}">
                                <a16:creationId xmlns:a16="http://schemas.microsoft.com/office/drawing/2014/main" id="{12FB2D52-69FD-4AEC-A008-D9A155BB314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197" name="Flowchart: Connector 2196">
                            <a:extLst>
                              <a:ext uri="{FF2B5EF4-FFF2-40B4-BE49-F238E27FC236}">
                                <a16:creationId xmlns:a16="http://schemas.microsoft.com/office/drawing/2014/main" id="{351F3E82-DDAA-435C-8AEE-49A8CE75570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198" name="Flowchart: Connector 2197">
                            <a:extLst>
                              <a:ext uri="{FF2B5EF4-FFF2-40B4-BE49-F238E27FC236}">
                                <a16:creationId xmlns:a16="http://schemas.microsoft.com/office/drawing/2014/main" id="{A0834CF6-CC61-4665-9BFA-53A58C21975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199" name="Flowchart: Connector 2198">
                            <a:extLst>
                              <a:ext uri="{FF2B5EF4-FFF2-40B4-BE49-F238E27FC236}">
                                <a16:creationId xmlns:a16="http://schemas.microsoft.com/office/drawing/2014/main" id="{3E15FA7D-762D-4A9A-BA98-DA282EB56D2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649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2140" name="Group 2139">
                          <a:extLst>
                            <a:ext uri="{FF2B5EF4-FFF2-40B4-BE49-F238E27FC236}">
                              <a16:creationId xmlns:a16="http://schemas.microsoft.com/office/drawing/2014/main" id="{CAFB09D7-B38E-41F8-8FCA-F78F96BDD79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23034"/>
                          <a:ext cx="1057223" cy="1476716"/>
                          <a:chOff x="2114232" y="1523034"/>
                          <a:chExt cx="1057223" cy="1476716"/>
                        </a:xfrm>
                      </p:grpSpPr>
                      <p:grpSp>
                        <p:nvGrpSpPr>
                          <p:cNvPr id="2141" name="Group 2140">
                            <a:extLst>
                              <a:ext uri="{FF2B5EF4-FFF2-40B4-BE49-F238E27FC236}">
                                <a16:creationId xmlns:a16="http://schemas.microsoft.com/office/drawing/2014/main" id="{DBAABE5A-60C6-447C-B777-D284CE17758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47544" cy="539639"/>
                            <a:chOff x="3717189" y="1719497"/>
                            <a:chExt cx="1047544" cy="539639"/>
                          </a:xfrm>
                        </p:grpSpPr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189" name="3D Model 2188" descr="Sphere">
                                  <a:extLst>
                                    <a:ext uri="{FF2B5EF4-FFF2-40B4-BE49-F238E27FC236}">
                                      <a16:creationId xmlns:a16="http://schemas.microsoft.com/office/drawing/2014/main" id="{091E4047-4BD4-4C13-8394-7FE469A42D7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735418467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190" name="Flowchart: Connector 2189">
                              <a:extLst>
                                <a:ext uri="{FF2B5EF4-FFF2-40B4-BE49-F238E27FC236}">
                                  <a16:creationId xmlns:a16="http://schemas.microsoft.com/office/drawing/2014/main" id="{3D57C91E-F473-48C4-BFC4-D145154B0EE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191" name="3D Model 2190" descr="Sphere">
                                  <a:extLst>
                                    <a:ext uri="{FF2B5EF4-FFF2-40B4-BE49-F238E27FC236}">
                                      <a16:creationId xmlns:a16="http://schemas.microsoft.com/office/drawing/2014/main" id="{06B32D60-8BF0-4B3A-B48D-73A9C95A8FF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626419351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192" name="Flowchart: Connector 2191">
                              <a:extLst>
                                <a:ext uri="{FF2B5EF4-FFF2-40B4-BE49-F238E27FC236}">
                                  <a16:creationId xmlns:a16="http://schemas.microsoft.com/office/drawing/2014/main" id="{0C674E7E-0C5A-4B72-8FE1-6BA38022503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193" name="3D Model 2192" descr="Sphere">
                                  <a:extLst>
                                    <a:ext uri="{FF2B5EF4-FFF2-40B4-BE49-F238E27FC236}">
                                      <a16:creationId xmlns:a16="http://schemas.microsoft.com/office/drawing/2014/main" id="{307CDEDC-CA0D-432A-A34C-67E79E9391D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178349538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194" name="Flowchart: Connector 2193">
                              <a:extLst>
                                <a:ext uri="{FF2B5EF4-FFF2-40B4-BE49-F238E27FC236}">
                                  <a16:creationId xmlns:a16="http://schemas.microsoft.com/office/drawing/2014/main" id="{8A49B7C8-CCC6-48FB-A477-BDA5170B234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195" name="3D Model 2194" descr="Sphere">
                                  <a:extLst>
                                    <a:ext uri="{FF2B5EF4-FFF2-40B4-BE49-F238E27FC236}">
                                      <a16:creationId xmlns:a16="http://schemas.microsoft.com/office/drawing/2014/main" id="{1B56AB6E-2EC0-4E4F-A530-B3258397F5D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318212808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2142" name="Group 2141">
                            <a:extLst>
                              <a:ext uri="{FF2B5EF4-FFF2-40B4-BE49-F238E27FC236}">
                                <a16:creationId xmlns:a16="http://schemas.microsoft.com/office/drawing/2014/main" id="{9B44AEB7-DEB4-4D7A-8409-F2A663DD6F4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2174" name="Flowchart: Connector 2173">
                              <a:extLst>
                                <a:ext uri="{FF2B5EF4-FFF2-40B4-BE49-F238E27FC236}">
                                  <a16:creationId xmlns:a16="http://schemas.microsoft.com/office/drawing/2014/main" id="{EF895560-7CB4-44A4-9B29-D25DE393C9B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175" name="Flowchart: Connector 2174">
                              <a:extLst>
                                <a:ext uri="{FF2B5EF4-FFF2-40B4-BE49-F238E27FC236}">
                                  <a16:creationId xmlns:a16="http://schemas.microsoft.com/office/drawing/2014/main" id="{FC7B6E13-15D1-4FD5-B9DD-DCFAAFD241C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176" name="Flowchart: Connector 2175">
                              <a:extLst>
                                <a:ext uri="{FF2B5EF4-FFF2-40B4-BE49-F238E27FC236}">
                                  <a16:creationId xmlns:a16="http://schemas.microsoft.com/office/drawing/2014/main" id="{23246556-B72B-4FC0-99A1-FA1A2B79493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177" name="Flowchart: Connector 2176">
                              <a:extLst>
                                <a:ext uri="{FF2B5EF4-FFF2-40B4-BE49-F238E27FC236}">
                                  <a16:creationId xmlns:a16="http://schemas.microsoft.com/office/drawing/2014/main" id="{2F510306-C1A0-442B-972F-074200A0829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178" name="Flowchart: Connector 2177">
                              <a:extLst>
                                <a:ext uri="{FF2B5EF4-FFF2-40B4-BE49-F238E27FC236}">
                                  <a16:creationId xmlns:a16="http://schemas.microsoft.com/office/drawing/2014/main" id="{65B370A1-DEB3-473A-AAEC-386757C33C2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179" name="Flowchart: Connector 2178">
                              <a:extLst>
                                <a:ext uri="{FF2B5EF4-FFF2-40B4-BE49-F238E27FC236}">
                                  <a16:creationId xmlns:a16="http://schemas.microsoft.com/office/drawing/2014/main" id="{7BBC0267-0287-48CA-90E9-BE0ECFD4AFB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180" name="Flowchart: Connector 2179">
                              <a:extLst>
                                <a:ext uri="{FF2B5EF4-FFF2-40B4-BE49-F238E27FC236}">
                                  <a16:creationId xmlns:a16="http://schemas.microsoft.com/office/drawing/2014/main" id="{EF15DA91-41AA-496C-A245-29D2B7DFF40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181" name="Flowchart: Connector 2180">
                              <a:extLst>
                                <a:ext uri="{FF2B5EF4-FFF2-40B4-BE49-F238E27FC236}">
                                  <a16:creationId xmlns:a16="http://schemas.microsoft.com/office/drawing/2014/main" id="{0993B36D-34D1-4733-B5BE-3421D559E1E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182" name="3D Model 2181" descr="Sphere">
                                  <a:extLst>
                                    <a:ext uri="{FF2B5EF4-FFF2-40B4-BE49-F238E27FC236}">
                                      <a16:creationId xmlns:a16="http://schemas.microsoft.com/office/drawing/2014/main" id="{25FFF789-E9EA-4673-BFDC-A839427BD5D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18390687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183" name="Flowchart: Connector 2182">
                              <a:extLst>
                                <a:ext uri="{FF2B5EF4-FFF2-40B4-BE49-F238E27FC236}">
                                  <a16:creationId xmlns:a16="http://schemas.microsoft.com/office/drawing/2014/main" id="{BDA1E9DD-A82B-4761-8087-CAC24FA3BCE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184" name="3D Model 2183" descr="Sphere">
                                  <a:extLst>
                                    <a:ext uri="{FF2B5EF4-FFF2-40B4-BE49-F238E27FC236}">
                                      <a16:creationId xmlns:a16="http://schemas.microsoft.com/office/drawing/2014/main" id="{46B14293-2CD4-4829-A7C9-EEF60711C7F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29128268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185" name="Flowchart: Connector 2184">
                              <a:extLst>
                                <a:ext uri="{FF2B5EF4-FFF2-40B4-BE49-F238E27FC236}">
                                  <a16:creationId xmlns:a16="http://schemas.microsoft.com/office/drawing/2014/main" id="{16CBEDD3-7A78-4837-A922-9402D21BBB9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186" name="3D Model 2185" descr="Sphere">
                                  <a:extLst>
                                    <a:ext uri="{FF2B5EF4-FFF2-40B4-BE49-F238E27FC236}">
                                      <a16:creationId xmlns:a16="http://schemas.microsoft.com/office/drawing/2014/main" id="{32F816EC-5ACE-4306-BAEC-700162835AA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64674803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187" name="Flowchart: Connector 2186">
                              <a:extLst>
                                <a:ext uri="{FF2B5EF4-FFF2-40B4-BE49-F238E27FC236}">
                                  <a16:creationId xmlns:a16="http://schemas.microsoft.com/office/drawing/2014/main" id="{C28BDE93-3ADD-419E-A541-8BCE855E9D1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188" name="3D Model 2187" descr="Sphere">
                                  <a:extLst>
                                    <a:ext uri="{FF2B5EF4-FFF2-40B4-BE49-F238E27FC236}">
                                      <a16:creationId xmlns:a16="http://schemas.microsoft.com/office/drawing/2014/main" id="{2A85F373-CF30-4939-8859-718D7851234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319182931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2143" name="Group 2142">
                            <a:extLst>
                              <a:ext uri="{FF2B5EF4-FFF2-40B4-BE49-F238E27FC236}">
                                <a16:creationId xmlns:a16="http://schemas.microsoft.com/office/drawing/2014/main" id="{31B566A4-1B23-415C-AA0C-F05239D4C55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2159" name="Flowchart: Connector 2158">
                              <a:extLst>
                                <a:ext uri="{FF2B5EF4-FFF2-40B4-BE49-F238E27FC236}">
                                  <a16:creationId xmlns:a16="http://schemas.microsoft.com/office/drawing/2014/main" id="{BBA699E0-B950-44DC-9739-AF3F683CD8F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160" name="Flowchart: Connector 2159">
                              <a:extLst>
                                <a:ext uri="{FF2B5EF4-FFF2-40B4-BE49-F238E27FC236}">
                                  <a16:creationId xmlns:a16="http://schemas.microsoft.com/office/drawing/2014/main" id="{D018FAD5-FCF4-40D8-994E-A7CACAB6F91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161" name="Flowchart: Connector 2160">
                              <a:extLst>
                                <a:ext uri="{FF2B5EF4-FFF2-40B4-BE49-F238E27FC236}">
                                  <a16:creationId xmlns:a16="http://schemas.microsoft.com/office/drawing/2014/main" id="{608D61D0-AD25-4B53-854C-7844E5195D8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162" name="Flowchart: Connector 2161">
                              <a:extLst>
                                <a:ext uri="{FF2B5EF4-FFF2-40B4-BE49-F238E27FC236}">
                                  <a16:creationId xmlns:a16="http://schemas.microsoft.com/office/drawing/2014/main" id="{0B7271D0-5BC4-4011-855B-074E41837FF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163" name="Flowchart: Connector 2162">
                              <a:extLst>
                                <a:ext uri="{FF2B5EF4-FFF2-40B4-BE49-F238E27FC236}">
                                  <a16:creationId xmlns:a16="http://schemas.microsoft.com/office/drawing/2014/main" id="{77AC31A5-662A-45E0-9470-6559E2D88E6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164" name="Flowchart: Connector 2163">
                              <a:extLst>
                                <a:ext uri="{FF2B5EF4-FFF2-40B4-BE49-F238E27FC236}">
                                  <a16:creationId xmlns:a16="http://schemas.microsoft.com/office/drawing/2014/main" id="{415E833B-3267-43D0-BE1D-4F6C2E22AE4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165" name="Flowchart: Connector 2164">
                              <a:extLst>
                                <a:ext uri="{FF2B5EF4-FFF2-40B4-BE49-F238E27FC236}">
                                  <a16:creationId xmlns:a16="http://schemas.microsoft.com/office/drawing/2014/main" id="{F88BC43E-5310-481E-A82E-7AAA02C6114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166" name="Flowchart: Connector 2165">
                              <a:extLst>
                                <a:ext uri="{FF2B5EF4-FFF2-40B4-BE49-F238E27FC236}">
                                  <a16:creationId xmlns:a16="http://schemas.microsoft.com/office/drawing/2014/main" id="{C8F8B7B0-5CA8-428D-9F30-EBE115426B3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167" name="3D Model 2166" descr="Sphere">
                                  <a:extLst>
                                    <a:ext uri="{FF2B5EF4-FFF2-40B4-BE49-F238E27FC236}">
                                      <a16:creationId xmlns:a16="http://schemas.microsoft.com/office/drawing/2014/main" id="{4D10CCAC-FA1D-451E-9CB0-44E52C5525B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058501746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168" name="Flowchart: Connector 2167">
                              <a:extLst>
                                <a:ext uri="{FF2B5EF4-FFF2-40B4-BE49-F238E27FC236}">
                                  <a16:creationId xmlns:a16="http://schemas.microsoft.com/office/drawing/2014/main" id="{24EFCF05-0F60-47E3-93E9-66E673A3BFD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169" name="3D Model 2168" descr="Sphere">
                                  <a:extLst>
                                    <a:ext uri="{FF2B5EF4-FFF2-40B4-BE49-F238E27FC236}">
                                      <a16:creationId xmlns:a16="http://schemas.microsoft.com/office/drawing/2014/main" id="{083F2FEF-9551-4C5A-8B27-0B4426860A5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2477300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170" name="Flowchart: Connector 2169">
                              <a:extLst>
                                <a:ext uri="{FF2B5EF4-FFF2-40B4-BE49-F238E27FC236}">
                                  <a16:creationId xmlns:a16="http://schemas.microsoft.com/office/drawing/2014/main" id="{AB7949AC-406F-44B8-AE61-4AB8A20BFC6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171" name="3D Model 2170" descr="Sphere">
                                  <a:extLst>
                                    <a:ext uri="{FF2B5EF4-FFF2-40B4-BE49-F238E27FC236}">
                                      <a16:creationId xmlns:a16="http://schemas.microsoft.com/office/drawing/2014/main" id="{8A30E062-D6E5-417C-B634-FB1DC8A7ABB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76220016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172" name="Flowchart: Connector 2171">
                              <a:extLst>
                                <a:ext uri="{FF2B5EF4-FFF2-40B4-BE49-F238E27FC236}">
                                  <a16:creationId xmlns:a16="http://schemas.microsoft.com/office/drawing/2014/main" id="{CE74544A-E4C6-4F05-8E03-3A0581D3CA1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173" name="3D Model 2172" descr="Sphere">
                                  <a:extLst>
                                    <a:ext uri="{FF2B5EF4-FFF2-40B4-BE49-F238E27FC236}">
                                      <a16:creationId xmlns:a16="http://schemas.microsoft.com/office/drawing/2014/main" id="{70C0C5D3-FAFA-4EC3-B839-D34533CF779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6784501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2144" name="Flowchart: Connector 2143">
                            <a:extLst>
                              <a:ext uri="{FF2B5EF4-FFF2-40B4-BE49-F238E27FC236}">
                                <a16:creationId xmlns:a16="http://schemas.microsoft.com/office/drawing/2014/main" id="{1E22F0A6-E26E-4870-A906-1FB5A585783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145" name="Flowchart: Connector 2144">
                            <a:extLst>
                              <a:ext uri="{FF2B5EF4-FFF2-40B4-BE49-F238E27FC236}">
                                <a16:creationId xmlns:a16="http://schemas.microsoft.com/office/drawing/2014/main" id="{45108344-F871-40C8-A428-F926A5FDCB6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146" name="Flowchart: Connector 2145">
                            <a:extLst>
                              <a:ext uri="{FF2B5EF4-FFF2-40B4-BE49-F238E27FC236}">
                                <a16:creationId xmlns:a16="http://schemas.microsoft.com/office/drawing/2014/main" id="{D8536CAF-1422-48B1-9143-16FCE8471C5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147" name="Flowchart: Connector 2146">
                            <a:extLst>
                              <a:ext uri="{FF2B5EF4-FFF2-40B4-BE49-F238E27FC236}">
                                <a16:creationId xmlns:a16="http://schemas.microsoft.com/office/drawing/2014/main" id="{42B52194-FD1D-4EF4-91FB-97282F67713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148" name="Flowchart: Connector 2147">
                            <a:extLst>
                              <a:ext uri="{FF2B5EF4-FFF2-40B4-BE49-F238E27FC236}">
                                <a16:creationId xmlns:a16="http://schemas.microsoft.com/office/drawing/2014/main" id="{8D4D5EAB-7D6E-48B4-83EB-1BC267F17D4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149" name="Flowchart: Connector 2148">
                            <a:extLst>
                              <a:ext uri="{FF2B5EF4-FFF2-40B4-BE49-F238E27FC236}">
                                <a16:creationId xmlns:a16="http://schemas.microsoft.com/office/drawing/2014/main" id="{CA2E94F0-46F1-4621-ACE2-A5399139F12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150" name="Flowchart: Connector 2149">
                            <a:extLst>
                              <a:ext uri="{FF2B5EF4-FFF2-40B4-BE49-F238E27FC236}">
                                <a16:creationId xmlns:a16="http://schemas.microsoft.com/office/drawing/2014/main" id="{E4137CC1-8B5E-44C7-A737-A808154D4B0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151" name="Flowchart: Connector 2150">
                            <a:extLst>
                              <a:ext uri="{FF2B5EF4-FFF2-40B4-BE49-F238E27FC236}">
                                <a16:creationId xmlns:a16="http://schemas.microsoft.com/office/drawing/2014/main" id="{28160BF7-56BE-4631-B64F-CD365BD7164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152" name="3D Model 2151" descr="Sphere">
                                <a:extLst>
                                  <a:ext uri="{FF2B5EF4-FFF2-40B4-BE49-F238E27FC236}">
                                    <a16:creationId xmlns:a16="http://schemas.microsoft.com/office/drawing/2014/main" id="{D612106E-5F01-4923-97A7-9FEAC0693C8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947570480"/>
                                  </p:ext>
                                </p:extLst>
                              </p:nvPr>
                            </p:nvGraphicFramePr>
                            <p:xfrm>
                              <a:off x="2134543" y="1523034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87" name="3D Model 686" descr="Sphere">
                                <a:extLst>
                                  <a:ext uri="{FF2B5EF4-FFF2-40B4-BE49-F238E27FC236}">
                                    <a16:creationId xmlns:a16="http://schemas.microsoft.com/office/drawing/2014/main" id="{D779BB84-A6FA-44CC-A6EB-F87228EC6E6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43267" y="2202980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153" name="Flowchart: Connector 2152">
                            <a:extLst>
                              <a:ext uri="{FF2B5EF4-FFF2-40B4-BE49-F238E27FC236}">
                                <a16:creationId xmlns:a16="http://schemas.microsoft.com/office/drawing/2014/main" id="{95C48B01-BFB7-4D68-89CD-AEC1FEBAB1F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154" name="3D Model 2153" descr="Sphere">
                                <a:extLst>
                                  <a:ext uri="{FF2B5EF4-FFF2-40B4-BE49-F238E27FC236}">
                                    <a16:creationId xmlns:a16="http://schemas.microsoft.com/office/drawing/2014/main" id="{0E16A1CD-EE10-4309-959F-325E2E74D77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233295908"/>
                                  </p:ext>
                                </p:extLst>
                              </p:nvPr>
                            </p:nvGraphicFramePr>
                            <p:xfrm>
                              <a:off x="2371307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89" name="3D Model 688" descr="Sphere">
                                <a:extLst>
                                  <a:ext uri="{FF2B5EF4-FFF2-40B4-BE49-F238E27FC236}">
                                    <a16:creationId xmlns:a16="http://schemas.microsoft.com/office/drawing/2014/main" id="{87811185-E719-4BE3-9BAB-EE2EEC76861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84395" y="221366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155" name="Flowchart: Connector 2154">
                            <a:extLst>
                              <a:ext uri="{FF2B5EF4-FFF2-40B4-BE49-F238E27FC236}">
                                <a16:creationId xmlns:a16="http://schemas.microsoft.com/office/drawing/2014/main" id="{1D1F5928-B6BF-47FB-9729-0A2FC128505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4559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156" name="3D Model 2155" descr="Sphere">
                                <a:extLst>
                                  <a:ext uri="{FF2B5EF4-FFF2-40B4-BE49-F238E27FC236}">
                                    <a16:creationId xmlns:a16="http://schemas.microsoft.com/office/drawing/2014/main" id="{C5364E93-C7E0-4EFC-9821-0C9C38FEA29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943514361"/>
                                  </p:ext>
                                </p:extLst>
                              </p:nvPr>
                            </p:nvGraphicFramePr>
                            <p:xfrm>
                              <a:off x="2609177" y="164155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91" name="3D Model 690" descr="Sphere">
                                <a:extLst>
                                  <a:ext uri="{FF2B5EF4-FFF2-40B4-BE49-F238E27FC236}">
                                    <a16:creationId xmlns:a16="http://schemas.microsoft.com/office/drawing/2014/main" id="{CEAEF5D8-CB4C-40C9-886E-F08B5BA0B94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425714" y="222530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157" name="Flowchart: Connector 2156">
                            <a:extLst>
                              <a:ext uri="{FF2B5EF4-FFF2-40B4-BE49-F238E27FC236}">
                                <a16:creationId xmlns:a16="http://schemas.microsoft.com/office/drawing/2014/main" id="{0B1F1EE9-A58F-4615-B0FF-0E51B2AC92F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158" name="3D Model 2157" descr="Sphere">
                                <a:extLst>
                                  <a:ext uri="{FF2B5EF4-FFF2-40B4-BE49-F238E27FC236}">
                                    <a16:creationId xmlns:a16="http://schemas.microsoft.com/office/drawing/2014/main" id="{5F3149FF-FE76-4D47-986B-AE92F6DA0F5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070625730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6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6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93" name="3D Model 692" descr="Sphere">
                                <a:extLst>
                                  <a:ext uri="{FF2B5EF4-FFF2-40B4-BE49-F238E27FC236}">
                                    <a16:creationId xmlns:a16="http://schemas.microsoft.com/office/drawing/2014/main" id="{340B75D1-AAA3-473D-983B-28171957CDB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472340" y="2241696"/>
                                <a:ext cx="51046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1919" name="Group 1918">
                        <a:extLst>
                          <a:ext uri="{FF2B5EF4-FFF2-40B4-BE49-F238E27FC236}">
                            <a16:creationId xmlns:a16="http://schemas.microsoft.com/office/drawing/2014/main" id="{938CAF0D-DD13-4383-BA38-F51C0EE583B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3325" y="2268938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2136" name="Flowchart: Connector 2135">
                          <a:extLst>
                            <a:ext uri="{FF2B5EF4-FFF2-40B4-BE49-F238E27FC236}">
                              <a16:creationId xmlns:a16="http://schemas.microsoft.com/office/drawing/2014/main" id="{33407512-245E-40B5-82E4-31BBF0EBC34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2137" name="Flowchart: Connector 2136">
                          <a:extLst>
                            <a:ext uri="{FF2B5EF4-FFF2-40B4-BE49-F238E27FC236}">
                              <a16:creationId xmlns:a16="http://schemas.microsoft.com/office/drawing/2014/main" id="{C5D08ADB-01E5-45CB-924C-9FF9548431D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2138" name="Flowchart: Connector 2137">
                          <a:extLst>
                            <a:ext uri="{FF2B5EF4-FFF2-40B4-BE49-F238E27FC236}">
                              <a16:creationId xmlns:a16="http://schemas.microsoft.com/office/drawing/2014/main" id="{712B1D4F-38CB-4204-8C34-710C93E9B0C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1920" name="Flowchart: Connector 1919">
                        <a:extLst>
                          <a:ext uri="{FF2B5EF4-FFF2-40B4-BE49-F238E27FC236}">
                            <a16:creationId xmlns:a16="http://schemas.microsoft.com/office/drawing/2014/main" id="{9032C68E-DA7B-46E2-8230-F547CC2F8D7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37026" y="201261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921" name="Flowchart: Connector 1920">
                        <a:extLst>
                          <a:ext uri="{FF2B5EF4-FFF2-40B4-BE49-F238E27FC236}">
                            <a16:creationId xmlns:a16="http://schemas.microsoft.com/office/drawing/2014/main" id="{3860030B-78D5-4BB5-A68D-DABA07C1290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588002" y="208727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1922" name="Group 1921">
                        <a:extLst>
                          <a:ext uri="{FF2B5EF4-FFF2-40B4-BE49-F238E27FC236}">
                            <a16:creationId xmlns:a16="http://schemas.microsoft.com/office/drawing/2014/main" id="{17DA9898-9E90-4A5A-82CC-93B6110C9D64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228750">
                        <a:off x="1171220" y="1918660"/>
                        <a:ext cx="698062" cy="387533"/>
                        <a:chOff x="854933" y="2290871"/>
                        <a:chExt cx="698062" cy="387533"/>
                      </a:xfrm>
                    </p:grpSpPr>
                    <p:sp>
                      <p:nvSpPr>
                        <p:cNvPr id="2133" name="Flowchart: Connector 2132">
                          <a:extLst>
                            <a:ext uri="{FF2B5EF4-FFF2-40B4-BE49-F238E27FC236}">
                              <a16:creationId xmlns:a16="http://schemas.microsoft.com/office/drawing/2014/main" id="{24801D2D-16F6-43EC-9040-89C1A29004E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3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2134" name="Flowchart: Connector 2133">
                          <a:extLst>
                            <a:ext uri="{FF2B5EF4-FFF2-40B4-BE49-F238E27FC236}">
                              <a16:creationId xmlns:a16="http://schemas.microsoft.com/office/drawing/2014/main" id="{1155AF28-F4AA-46C7-A7F9-80D5C2A4087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5206" y="2377897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2135" name="Flowchart: Connector 2134">
                          <a:extLst>
                            <a:ext uri="{FF2B5EF4-FFF2-40B4-BE49-F238E27FC236}">
                              <a16:creationId xmlns:a16="http://schemas.microsoft.com/office/drawing/2014/main" id="{E0CFA8D8-4491-4222-AA18-243BBDAF329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41136" y="2462404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923" name="Group 1922">
                        <a:extLst>
                          <a:ext uri="{FF2B5EF4-FFF2-40B4-BE49-F238E27FC236}">
                            <a16:creationId xmlns:a16="http://schemas.microsoft.com/office/drawing/2014/main" id="{BDAB4784-0ADA-4715-B009-738D08A81C4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49741" y="1890320"/>
                        <a:ext cx="1098636" cy="1497980"/>
                        <a:chOff x="2089993" y="1501770"/>
                        <a:chExt cx="1098636" cy="1497980"/>
                      </a:xfrm>
                    </p:grpSpPr>
                    <p:grpSp>
                      <p:nvGrpSpPr>
                        <p:cNvPr id="2068" name="Group 2067">
                          <a:extLst>
                            <a:ext uri="{FF2B5EF4-FFF2-40B4-BE49-F238E27FC236}">
                              <a16:creationId xmlns:a16="http://schemas.microsoft.com/office/drawing/2014/main" id="{F0BA1CA0-9521-4B7D-B8C5-0A6B9C39BFF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34990"/>
                          <a:ext cx="101484" cy="1051941"/>
                          <a:chOff x="1800622" y="2329236"/>
                          <a:chExt cx="101484" cy="1051941"/>
                        </a:xfrm>
                      </p:grpSpPr>
                      <p:sp>
                        <p:nvSpPr>
                          <p:cNvPr id="2129" name="Flowchart: Connector 2128">
                            <a:extLst>
                              <a:ext uri="{FF2B5EF4-FFF2-40B4-BE49-F238E27FC236}">
                                <a16:creationId xmlns:a16="http://schemas.microsoft.com/office/drawing/2014/main" id="{397A2795-BB50-4459-AB27-4BBDC624361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130" name="Flowchart: Connector 2129">
                            <a:extLst>
                              <a:ext uri="{FF2B5EF4-FFF2-40B4-BE49-F238E27FC236}">
                                <a16:creationId xmlns:a16="http://schemas.microsoft.com/office/drawing/2014/main" id="{94E73D96-7AF9-4D54-956B-A4DF63FB800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131" name="Flowchart: Connector 2130">
                            <a:extLst>
                              <a:ext uri="{FF2B5EF4-FFF2-40B4-BE49-F238E27FC236}">
                                <a16:creationId xmlns:a16="http://schemas.microsoft.com/office/drawing/2014/main" id="{F66A4888-5344-4C5C-A364-97595E273D0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132" name="Flowchart: Connector 2131">
                            <a:extLst>
                              <a:ext uri="{FF2B5EF4-FFF2-40B4-BE49-F238E27FC236}">
                                <a16:creationId xmlns:a16="http://schemas.microsoft.com/office/drawing/2014/main" id="{F8BEDAA9-333F-4125-BBD2-067FF803582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2923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2069" name="Group 2068">
                          <a:extLst>
                            <a:ext uri="{FF2B5EF4-FFF2-40B4-BE49-F238E27FC236}">
                              <a16:creationId xmlns:a16="http://schemas.microsoft.com/office/drawing/2014/main" id="{8300D95A-17A0-47AD-9B79-ACDB7F6A227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01770"/>
                          <a:ext cx="1074397" cy="1497980"/>
                          <a:chOff x="2114232" y="1501770"/>
                          <a:chExt cx="1074397" cy="1497980"/>
                        </a:xfrm>
                      </p:grpSpPr>
                      <p:grpSp>
                        <p:nvGrpSpPr>
                          <p:cNvPr id="2070" name="Group 2069">
                            <a:extLst>
                              <a:ext uri="{FF2B5EF4-FFF2-40B4-BE49-F238E27FC236}">
                                <a16:creationId xmlns:a16="http://schemas.microsoft.com/office/drawing/2014/main" id="{D8E333D1-2011-4B0C-99B8-43D44E0310B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2121" name="Flowchart: Connector 2120">
                              <a:extLst>
                                <a:ext uri="{FF2B5EF4-FFF2-40B4-BE49-F238E27FC236}">
                                  <a16:creationId xmlns:a16="http://schemas.microsoft.com/office/drawing/2014/main" id="{4E8DF805-B0BF-4935-9A37-6293D779047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122" name="3D Model 2121" descr="Sphere">
                                  <a:extLst>
                                    <a:ext uri="{FF2B5EF4-FFF2-40B4-BE49-F238E27FC236}">
                                      <a16:creationId xmlns:a16="http://schemas.microsoft.com/office/drawing/2014/main" id="{09F790D3-EDF8-4D1F-A4A5-90EC34E62B9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672304423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123" name="Flowchart: Connector 2122">
                              <a:extLst>
                                <a:ext uri="{FF2B5EF4-FFF2-40B4-BE49-F238E27FC236}">
                                  <a16:creationId xmlns:a16="http://schemas.microsoft.com/office/drawing/2014/main" id="{EA2F4386-6783-48AB-8A1E-376F58FDC5B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124" name="3D Model 2123" descr="Sphere">
                                  <a:extLst>
                                    <a:ext uri="{FF2B5EF4-FFF2-40B4-BE49-F238E27FC236}">
                                      <a16:creationId xmlns:a16="http://schemas.microsoft.com/office/drawing/2014/main" id="{671D2F3F-A169-42F9-A164-D571DBC4DE0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95693306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125" name="Flowchart: Connector 2124">
                              <a:extLst>
                                <a:ext uri="{FF2B5EF4-FFF2-40B4-BE49-F238E27FC236}">
                                  <a16:creationId xmlns:a16="http://schemas.microsoft.com/office/drawing/2014/main" id="{01EED05D-87DA-4F16-9B46-426E6A8FF5B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126" name="3D Model 2125" descr="Sphere">
                                  <a:extLst>
                                    <a:ext uri="{FF2B5EF4-FFF2-40B4-BE49-F238E27FC236}">
                                      <a16:creationId xmlns:a16="http://schemas.microsoft.com/office/drawing/2014/main" id="{F01236D2-8DC3-49EA-A49A-BF6CC18E3C0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35837656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127" name="Flowchart: Connector 2126">
                              <a:extLst>
                                <a:ext uri="{FF2B5EF4-FFF2-40B4-BE49-F238E27FC236}">
                                  <a16:creationId xmlns:a16="http://schemas.microsoft.com/office/drawing/2014/main" id="{046F6FFF-6F71-4C8B-9B97-06D7AEB2444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128" name="3D Model 2127" descr="Sphere">
                                  <a:extLst>
                                    <a:ext uri="{FF2B5EF4-FFF2-40B4-BE49-F238E27FC236}">
                                      <a16:creationId xmlns:a16="http://schemas.microsoft.com/office/drawing/2014/main" id="{B3395BA7-4C9B-403F-BCF5-36C6D9D1B84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953999086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2071" name="Group 2070">
                            <a:extLst>
                              <a:ext uri="{FF2B5EF4-FFF2-40B4-BE49-F238E27FC236}">
                                <a16:creationId xmlns:a16="http://schemas.microsoft.com/office/drawing/2014/main" id="{4919A059-F243-4AF5-B3A6-FAB40C80A42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2105" name="Flowchart: Connector 2104">
                              <a:extLst>
                                <a:ext uri="{FF2B5EF4-FFF2-40B4-BE49-F238E27FC236}">
                                  <a16:creationId xmlns:a16="http://schemas.microsoft.com/office/drawing/2014/main" id="{5AA032DF-CE67-4BB6-A658-092425DE0D0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106" name="Flowchart: Connector 2105">
                              <a:extLst>
                                <a:ext uri="{FF2B5EF4-FFF2-40B4-BE49-F238E27FC236}">
                                  <a16:creationId xmlns:a16="http://schemas.microsoft.com/office/drawing/2014/main" id="{70BF37F9-4BEF-4845-81F8-EFCAA59EA20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107" name="Flowchart: Connector 2106">
                              <a:extLst>
                                <a:ext uri="{FF2B5EF4-FFF2-40B4-BE49-F238E27FC236}">
                                  <a16:creationId xmlns:a16="http://schemas.microsoft.com/office/drawing/2014/main" id="{0112B8D8-4180-4290-A9FE-9845212308C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108" name="Flowchart: Connector 2107">
                              <a:extLst>
                                <a:ext uri="{FF2B5EF4-FFF2-40B4-BE49-F238E27FC236}">
                                  <a16:creationId xmlns:a16="http://schemas.microsoft.com/office/drawing/2014/main" id="{2E7F0032-E8E6-4B55-98FF-8A47A415FF8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109" name="Flowchart: Connector 2108">
                              <a:extLst>
                                <a:ext uri="{FF2B5EF4-FFF2-40B4-BE49-F238E27FC236}">
                                  <a16:creationId xmlns:a16="http://schemas.microsoft.com/office/drawing/2014/main" id="{F767F7CF-C7B7-498B-97E8-629A0A70C5E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110" name="Flowchart: Connector 2109">
                              <a:extLst>
                                <a:ext uri="{FF2B5EF4-FFF2-40B4-BE49-F238E27FC236}">
                                  <a16:creationId xmlns:a16="http://schemas.microsoft.com/office/drawing/2014/main" id="{B5136CE7-A937-49A7-A271-341DA98C626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111" name="Flowchart: Connector 2110">
                              <a:extLst>
                                <a:ext uri="{FF2B5EF4-FFF2-40B4-BE49-F238E27FC236}">
                                  <a16:creationId xmlns:a16="http://schemas.microsoft.com/office/drawing/2014/main" id="{FD6AA155-310C-47DC-A057-995AC30A57A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112" name="Flowchart: Connector 2111">
                              <a:extLst>
                                <a:ext uri="{FF2B5EF4-FFF2-40B4-BE49-F238E27FC236}">
                                  <a16:creationId xmlns:a16="http://schemas.microsoft.com/office/drawing/2014/main" id="{4E510BAB-5729-46FF-B6AC-33260B68DD1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113" name="Flowchart: Connector 2112">
                              <a:extLst>
                                <a:ext uri="{FF2B5EF4-FFF2-40B4-BE49-F238E27FC236}">
                                  <a16:creationId xmlns:a16="http://schemas.microsoft.com/office/drawing/2014/main" id="{D3CA52B7-44F9-47E2-94E7-005A05FE3FD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114" name="3D Model 2113" descr="Sphere">
                                  <a:extLst>
                                    <a:ext uri="{FF2B5EF4-FFF2-40B4-BE49-F238E27FC236}">
                                      <a16:creationId xmlns:a16="http://schemas.microsoft.com/office/drawing/2014/main" id="{F7BF19F4-D61B-4009-9602-AE2F8F4A987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726181030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115" name="Flowchart: Connector 2114">
                              <a:extLst>
                                <a:ext uri="{FF2B5EF4-FFF2-40B4-BE49-F238E27FC236}">
                                  <a16:creationId xmlns:a16="http://schemas.microsoft.com/office/drawing/2014/main" id="{915D2EF7-D69A-44A0-86D5-D53CF829FCD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116" name="3D Model 2115" descr="Sphere">
                                  <a:extLst>
                                    <a:ext uri="{FF2B5EF4-FFF2-40B4-BE49-F238E27FC236}">
                                      <a16:creationId xmlns:a16="http://schemas.microsoft.com/office/drawing/2014/main" id="{5BC07296-A265-4BC4-92A0-7612F8EC5D4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31441148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117" name="Flowchart: Connector 2116">
                              <a:extLst>
                                <a:ext uri="{FF2B5EF4-FFF2-40B4-BE49-F238E27FC236}">
                                  <a16:creationId xmlns:a16="http://schemas.microsoft.com/office/drawing/2014/main" id="{578153E5-BFED-4889-B792-C7AA132C15A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118" name="3D Model 2117" descr="Sphere">
                                  <a:extLst>
                                    <a:ext uri="{FF2B5EF4-FFF2-40B4-BE49-F238E27FC236}">
                                      <a16:creationId xmlns:a16="http://schemas.microsoft.com/office/drawing/2014/main" id="{24699D05-F0A6-42F6-AB6F-8BACF6CC152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722806468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119" name="Flowchart: Connector 2118">
                              <a:extLst>
                                <a:ext uri="{FF2B5EF4-FFF2-40B4-BE49-F238E27FC236}">
                                  <a16:creationId xmlns:a16="http://schemas.microsoft.com/office/drawing/2014/main" id="{134C7094-B4D8-4F02-A831-2164AF834D3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120" name="3D Model 2119" descr="Sphere">
                                  <a:extLst>
                                    <a:ext uri="{FF2B5EF4-FFF2-40B4-BE49-F238E27FC236}">
                                      <a16:creationId xmlns:a16="http://schemas.microsoft.com/office/drawing/2014/main" id="{44CD60D9-227C-4BF1-A04B-BBE4BAE3032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25637956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2072" name="Group 2071">
                            <a:extLst>
                              <a:ext uri="{FF2B5EF4-FFF2-40B4-BE49-F238E27FC236}">
                                <a16:creationId xmlns:a16="http://schemas.microsoft.com/office/drawing/2014/main" id="{3D9101C7-19F1-498B-9B7B-175D99CD06E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2089" name="Flowchart: Connector 2088">
                              <a:extLst>
                                <a:ext uri="{FF2B5EF4-FFF2-40B4-BE49-F238E27FC236}">
                                  <a16:creationId xmlns:a16="http://schemas.microsoft.com/office/drawing/2014/main" id="{621822E1-AD2E-45D9-8FEA-0C22D53314D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090" name="Flowchart: Connector 2089">
                              <a:extLst>
                                <a:ext uri="{FF2B5EF4-FFF2-40B4-BE49-F238E27FC236}">
                                  <a16:creationId xmlns:a16="http://schemas.microsoft.com/office/drawing/2014/main" id="{1768B4F0-DCD4-4E0A-BA03-AAE873BB0D6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091" name="Flowchart: Connector 2090">
                              <a:extLst>
                                <a:ext uri="{FF2B5EF4-FFF2-40B4-BE49-F238E27FC236}">
                                  <a16:creationId xmlns:a16="http://schemas.microsoft.com/office/drawing/2014/main" id="{1F88312F-4D03-4011-84E5-F1040979F66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092" name="Flowchart: Connector 2091">
                              <a:extLst>
                                <a:ext uri="{FF2B5EF4-FFF2-40B4-BE49-F238E27FC236}">
                                  <a16:creationId xmlns:a16="http://schemas.microsoft.com/office/drawing/2014/main" id="{CC5EDEE8-DBA2-4A94-8DE8-B898756A86D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093" name="Flowchart: Connector 2092">
                              <a:extLst>
                                <a:ext uri="{FF2B5EF4-FFF2-40B4-BE49-F238E27FC236}">
                                  <a16:creationId xmlns:a16="http://schemas.microsoft.com/office/drawing/2014/main" id="{AD89AEA4-4411-4C69-855E-FCF9F7A7499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094" name="Flowchart: Connector 2093">
                              <a:extLst>
                                <a:ext uri="{FF2B5EF4-FFF2-40B4-BE49-F238E27FC236}">
                                  <a16:creationId xmlns:a16="http://schemas.microsoft.com/office/drawing/2014/main" id="{F3989E56-2FF9-4860-998B-FF9F0CB1CAD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095" name="Flowchart: Connector 2094">
                              <a:extLst>
                                <a:ext uri="{FF2B5EF4-FFF2-40B4-BE49-F238E27FC236}">
                                  <a16:creationId xmlns:a16="http://schemas.microsoft.com/office/drawing/2014/main" id="{CBD384B7-D1B5-4435-A448-F5A045178EA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096" name="Flowchart: Connector 2095">
                              <a:extLst>
                                <a:ext uri="{FF2B5EF4-FFF2-40B4-BE49-F238E27FC236}">
                                  <a16:creationId xmlns:a16="http://schemas.microsoft.com/office/drawing/2014/main" id="{7103E99B-C4F7-42E1-A0A4-5A2FEB33449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097" name="Flowchart: Connector 2096">
                              <a:extLst>
                                <a:ext uri="{FF2B5EF4-FFF2-40B4-BE49-F238E27FC236}">
                                  <a16:creationId xmlns:a16="http://schemas.microsoft.com/office/drawing/2014/main" id="{B8CB1796-EF5D-4A7B-9789-62BCAD1CE64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098" name="3D Model 2097" descr="Sphere">
                                  <a:extLst>
                                    <a:ext uri="{FF2B5EF4-FFF2-40B4-BE49-F238E27FC236}">
                                      <a16:creationId xmlns:a16="http://schemas.microsoft.com/office/drawing/2014/main" id="{5173A578-9F24-43C8-8CCE-16FF06DF279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500701911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099" name="Flowchart: Connector 2098">
                              <a:extLst>
                                <a:ext uri="{FF2B5EF4-FFF2-40B4-BE49-F238E27FC236}">
                                  <a16:creationId xmlns:a16="http://schemas.microsoft.com/office/drawing/2014/main" id="{2AA84362-FC19-46B0-8507-6050D95C985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100" name="3D Model 2099" descr="Sphere">
                                  <a:extLst>
                                    <a:ext uri="{FF2B5EF4-FFF2-40B4-BE49-F238E27FC236}">
                                      <a16:creationId xmlns:a16="http://schemas.microsoft.com/office/drawing/2014/main" id="{70FF96BA-A8DF-4525-B089-5624AFEE435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982463338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101" name="Flowchart: Connector 2100">
                              <a:extLst>
                                <a:ext uri="{FF2B5EF4-FFF2-40B4-BE49-F238E27FC236}">
                                  <a16:creationId xmlns:a16="http://schemas.microsoft.com/office/drawing/2014/main" id="{B9E2679B-09D1-46F1-84AE-97B22378F03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102" name="3D Model 2101" descr="Sphere">
                                  <a:extLst>
                                    <a:ext uri="{FF2B5EF4-FFF2-40B4-BE49-F238E27FC236}">
                                      <a16:creationId xmlns:a16="http://schemas.microsoft.com/office/drawing/2014/main" id="{7CC5B934-03C7-48EC-B07D-CFAC3290F96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951679813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103" name="Flowchart: Connector 2102">
                              <a:extLst>
                                <a:ext uri="{FF2B5EF4-FFF2-40B4-BE49-F238E27FC236}">
                                  <a16:creationId xmlns:a16="http://schemas.microsoft.com/office/drawing/2014/main" id="{8704C3B9-0D4C-4467-9FBC-D611BB6F012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104" name="3D Model 2103" descr="Sphere">
                                  <a:extLst>
                                    <a:ext uri="{FF2B5EF4-FFF2-40B4-BE49-F238E27FC236}">
                                      <a16:creationId xmlns:a16="http://schemas.microsoft.com/office/drawing/2014/main" id="{4E502332-F662-4FAE-895A-75C84A5FE79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550323167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2073" name="Flowchart: Connector 2072">
                            <a:extLst>
                              <a:ext uri="{FF2B5EF4-FFF2-40B4-BE49-F238E27FC236}">
                                <a16:creationId xmlns:a16="http://schemas.microsoft.com/office/drawing/2014/main" id="{EF5F16CC-010E-44A1-AC2F-4872DE31061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074" name="Flowchart: Connector 2073">
                            <a:extLst>
                              <a:ext uri="{FF2B5EF4-FFF2-40B4-BE49-F238E27FC236}">
                                <a16:creationId xmlns:a16="http://schemas.microsoft.com/office/drawing/2014/main" id="{41F4AE26-7E1A-40BE-89A1-E6C747D208B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075" name="Flowchart: Connector 2074">
                            <a:extLst>
                              <a:ext uri="{FF2B5EF4-FFF2-40B4-BE49-F238E27FC236}">
                                <a16:creationId xmlns:a16="http://schemas.microsoft.com/office/drawing/2014/main" id="{61F0DC7E-0634-4F78-ADC2-BD02D038803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076" name="Flowchart: Connector 2075">
                            <a:extLst>
                              <a:ext uri="{FF2B5EF4-FFF2-40B4-BE49-F238E27FC236}">
                                <a16:creationId xmlns:a16="http://schemas.microsoft.com/office/drawing/2014/main" id="{9749AF71-9A89-48F7-85C0-B3119C636FA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077" name="Flowchart: Connector 2076">
                            <a:extLst>
                              <a:ext uri="{FF2B5EF4-FFF2-40B4-BE49-F238E27FC236}">
                                <a16:creationId xmlns:a16="http://schemas.microsoft.com/office/drawing/2014/main" id="{9873EF4E-A6FA-4777-9EBD-E85DDA7BFA3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078" name="Flowchart: Connector 2077">
                            <a:extLst>
                              <a:ext uri="{FF2B5EF4-FFF2-40B4-BE49-F238E27FC236}">
                                <a16:creationId xmlns:a16="http://schemas.microsoft.com/office/drawing/2014/main" id="{6C1325E7-62E0-4803-AC1B-3972F8A9539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079" name="Flowchart: Connector 2078">
                            <a:extLst>
                              <a:ext uri="{FF2B5EF4-FFF2-40B4-BE49-F238E27FC236}">
                                <a16:creationId xmlns:a16="http://schemas.microsoft.com/office/drawing/2014/main" id="{6CCD6300-401B-4E60-8CE8-BD0522C6857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080" name="Flowchart: Connector 2079">
                            <a:extLst>
                              <a:ext uri="{FF2B5EF4-FFF2-40B4-BE49-F238E27FC236}">
                                <a16:creationId xmlns:a16="http://schemas.microsoft.com/office/drawing/2014/main" id="{3184C408-DFB9-4D7D-AECE-93B4C6FFED9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081" name="Flowchart: Connector 2080">
                            <a:extLst>
                              <a:ext uri="{FF2B5EF4-FFF2-40B4-BE49-F238E27FC236}">
                                <a16:creationId xmlns:a16="http://schemas.microsoft.com/office/drawing/2014/main" id="{9EDD45C8-C719-4421-B796-833740E2EC0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082" name="3D Model 2081" descr="Sphere">
                                <a:extLst>
                                  <a:ext uri="{FF2B5EF4-FFF2-40B4-BE49-F238E27FC236}">
                                    <a16:creationId xmlns:a16="http://schemas.microsoft.com/office/drawing/2014/main" id="{491C81BA-CBAC-46B4-AF05-5EF574F0A1F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10564390"/>
                                  </p:ext>
                                </p:extLst>
                              </p:nvPr>
                            </p:nvGraphicFramePr>
                            <p:xfrm>
                              <a:off x="2123911" y="1501770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17" name="3D Model 616" descr="Sphere">
                                <a:extLst>
                                  <a:ext uri="{FF2B5EF4-FFF2-40B4-BE49-F238E27FC236}">
                                    <a16:creationId xmlns:a16="http://schemas.microsoft.com/office/drawing/2014/main" id="{AC68C940-5F1F-43C8-B096-655526A747E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03234" y="2222860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083" name="Flowchart: Connector 2082">
                            <a:extLst>
                              <a:ext uri="{FF2B5EF4-FFF2-40B4-BE49-F238E27FC236}">
                                <a16:creationId xmlns:a16="http://schemas.microsoft.com/office/drawing/2014/main" id="{15F8F913-5F8F-45BB-85F8-89939A428DE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084" name="3D Model 2083" descr="Sphere">
                                <a:extLst>
                                  <a:ext uri="{FF2B5EF4-FFF2-40B4-BE49-F238E27FC236}">
                                    <a16:creationId xmlns:a16="http://schemas.microsoft.com/office/drawing/2014/main" id="{E12D5748-25DD-4C69-91AC-1477EC2E4B3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945779858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19" name="3D Model 618" descr="Sphere">
                                <a:extLst>
                                  <a:ext uri="{FF2B5EF4-FFF2-40B4-BE49-F238E27FC236}">
                                    <a16:creationId xmlns:a16="http://schemas.microsoft.com/office/drawing/2014/main" id="{CB029D8D-582B-46D9-A1AA-3CD7B3366185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45058" y="2237548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085" name="Flowchart: Connector 2084">
                            <a:extLst>
                              <a:ext uri="{FF2B5EF4-FFF2-40B4-BE49-F238E27FC236}">
                                <a16:creationId xmlns:a16="http://schemas.microsoft.com/office/drawing/2014/main" id="{AA0236A9-8AFB-455B-8394-75B5E0CEC8A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93292" y="171776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086" name="3D Model 2085" descr="Sphere">
                                <a:extLst>
                                  <a:ext uri="{FF2B5EF4-FFF2-40B4-BE49-F238E27FC236}">
                                    <a16:creationId xmlns:a16="http://schemas.microsoft.com/office/drawing/2014/main" id="{2521EDA4-E32C-4A67-B19F-7A15E4EC707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601651160"/>
                                  </p:ext>
                                </p:extLst>
                              </p:nvPr>
                            </p:nvGraphicFramePr>
                            <p:xfrm>
                              <a:off x="2622429" y="163823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21" name="3D Model 620" descr="Sphere">
                                <a:extLst>
                                  <a:ext uri="{FF2B5EF4-FFF2-40B4-BE49-F238E27FC236}">
                                    <a16:creationId xmlns:a16="http://schemas.microsoft.com/office/drawing/2014/main" id="{C00C5F72-38F1-4F9B-B38E-948D1AB1FFB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89830" y="224856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087" name="Flowchart: Connector 2086">
                            <a:extLst>
                              <a:ext uri="{FF2B5EF4-FFF2-40B4-BE49-F238E27FC236}">
                                <a16:creationId xmlns:a16="http://schemas.microsoft.com/office/drawing/2014/main" id="{CFADF1DD-9AEC-4F76-903F-C3D2040AE2A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088" name="3D Model 2087" descr="Sphere">
                                <a:extLst>
                                  <a:ext uri="{FF2B5EF4-FFF2-40B4-BE49-F238E27FC236}">
                                    <a16:creationId xmlns:a16="http://schemas.microsoft.com/office/drawing/2014/main" id="{23CEA4B8-00EC-4C0B-8355-D51C780EB9B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449510366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23" name="3D Model 622" descr="Sphere">
                                <a:extLst>
                                  <a:ext uri="{FF2B5EF4-FFF2-40B4-BE49-F238E27FC236}">
                                    <a16:creationId xmlns:a16="http://schemas.microsoft.com/office/drawing/2014/main" id="{8B621330-C9CB-4BC0-8038-E231D6DCDA2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434154" y="2265581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1924" name="Group 1923">
                        <a:extLst>
                          <a:ext uri="{FF2B5EF4-FFF2-40B4-BE49-F238E27FC236}">
                            <a16:creationId xmlns:a16="http://schemas.microsoft.com/office/drawing/2014/main" id="{F5F7DC29-DEEB-496C-A380-B8A7A655257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547436" y="2361226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2065" name="Flowchart: Connector 2064">
                          <a:extLst>
                            <a:ext uri="{FF2B5EF4-FFF2-40B4-BE49-F238E27FC236}">
                              <a16:creationId xmlns:a16="http://schemas.microsoft.com/office/drawing/2014/main" id="{8EE05A2A-E936-4667-9B15-621DABADAE8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2066" name="Flowchart: Connector 2065">
                          <a:extLst>
                            <a:ext uri="{FF2B5EF4-FFF2-40B4-BE49-F238E27FC236}">
                              <a16:creationId xmlns:a16="http://schemas.microsoft.com/office/drawing/2014/main" id="{88BC2D74-63DC-46FC-98BA-5D4BA3B29F1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2067" name="Flowchart: Connector 2066">
                          <a:extLst>
                            <a:ext uri="{FF2B5EF4-FFF2-40B4-BE49-F238E27FC236}">
                              <a16:creationId xmlns:a16="http://schemas.microsoft.com/office/drawing/2014/main" id="{4AD186E5-0B5B-484B-A0E2-07487E9521A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1925" name="Flowchart: Connector 1924">
                        <a:extLst>
                          <a:ext uri="{FF2B5EF4-FFF2-40B4-BE49-F238E27FC236}">
                            <a16:creationId xmlns:a16="http://schemas.microsoft.com/office/drawing/2014/main" id="{A3F40AB9-A1BB-4B24-A6FD-BE90293CE02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19794" y="212254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926" name="Flowchart: Connector 1925">
                        <a:extLst>
                          <a:ext uri="{FF2B5EF4-FFF2-40B4-BE49-F238E27FC236}">
                            <a16:creationId xmlns:a16="http://schemas.microsoft.com/office/drawing/2014/main" id="{DFFF2292-69D4-4507-9860-332699DDE12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74020" y="218539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1927" name="Group 1926">
                        <a:extLst>
                          <a:ext uri="{FF2B5EF4-FFF2-40B4-BE49-F238E27FC236}">
                            <a16:creationId xmlns:a16="http://schemas.microsoft.com/office/drawing/2014/main" id="{2E025188-A85D-4910-844F-7F7F1A39254D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18957">
                        <a:off x="941432" y="2025443"/>
                        <a:ext cx="710250" cy="369080"/>
                        <a:chOff x="854932" y="2290871"/>
                        <a:chExt cx="710250" cy="369080"/>
                      </a:xfrm>
                    </p:grpSpPr>
                    <p:sp>
                      <p:nvSpPr>
                        <p:cNvPr id="2062" name="Flowchart: Connector 2061">
                          <a:extLst>
                            <a:ext uri="{FF2B5EF4-FFF2-40B4-BE49-F238E27FC236}">
                              <a16:creationId xmlns:a16="http://schemas.microsoft.com/office/drawing/2014/main" id="{49D94979-C75D-49EB-9504-596A8A7E5EA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2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2063" name="Flowchart: Connector 2062">
                          <a:extLst>
                            <a:ext uri="{FF2B5EF4-FFF2-40B4-BE49-F238E27FC236}">
                              <a16:creationId xmlns:a16="http://schemas.microsoft.com/office/drawing/2014/main" id="{0118D06D-22B3-45C7-91D7-D268127E789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1897" y="2377722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2064" name="Flowchart: Connector 2063">
                          <a:extLst>
                            <a:ext uri="{FF2B5EF4-FFF2-40B4-BE49-F238E27FC236}">
                              <a16:creationId xmlns:a16="http://schemas.microsoft.com/office/drawing/2014/main" id="{7CA43921-3D68-493B-A3F0-F417D918041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53323" y="244395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928" name="Group 1927">
                        <a:extLst>
                          <a:ext uri="{FF2B5EF4-FFF2-40B4-BE49-F238E27FC236}">
                            <a16:creationId xmlns:a16="http://schemas.microsoft.com/office/drawing/2014/main" id="{681EBDFE-244E-4CFA-AAB0-672F7DB2AFF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21287" y="1995259"/>
                        <a:ext cx="1102917" cy="1484052"/>
                        <a:chOff x="2085712" y="1515698"/>
                        <a:chExt cx="1102917" cy="1484052"/>
                      </a:xfrm>
                    </p:grpSpPr>
                    <p:grpSp>
                      <p:nvGrpSpPr>
                        <p:cNvPr id="1997" name="Group 1996">
                          <a:extLst>
                            <a:ext uri="{FF2B5EF4-FFF2-40B4-BE49-F238E27FC236}">
                              <a16:creationId xmlns:a16="http://schemas.microsoft.com/office/drawing/2014/main" id="{5F8A3D0F-021D-4750-912A-AD1541E9C7F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5712" y="1648950"/>
                          <a:ext cx="105765" cy="1037981"/>
                          <a:chOff x="1796341" y="2343196"/>
                          <a:chExt cx="105765" cy="1037981"/>
                        </a:xfrm>
                      </p:grpSpPr>
                      <p:sp>
                        <p:nvSpPr>
                          <p:cNvPr id="2058" name="Flowchart: Connector 2057">
                            <a:extLst>
                              <a:ext uri="{FF2B5EF4-FFF2-40B4-BE49-F238E27FC236}">
                                <a16:creationId xmlns:a16="http://schemas.microsoft.com/office/drawing/2014/main" id="{D505FCA8-7BF0-4DBA-B178-6C5992E119E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059" name="Flowchart: Connector 2058">
                            <a:extLst>
                              <a:ext uri="{FF2B5EF4-FFF2-40B4-BE49-F238E27FC236}">
                                <a16:creationId xmlns:a16="http://schemas.microsoft.com/office/drawing/2014/main" id="{2C66CF71-732A-44D2-A0BB-8C22C537F5C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060" name="Flowchart: Connector 2059">
                            <a:extLst>
                              <a:ext uri="{FF2B5EF4-FFF2-40B4-BE49-F238E27FC236}">
                                <a16:creationId xmlns:a16="http://schemas.microsoft.com/office/drawing/2014/main" id="{E4CD93F3-4CEE-4EF6-A18F-4837F3C79A6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061" name="Flowchart: Connector 2060">
                            <a:extLst>
                              <a:ext uri="{FF2B5EF4-FFF2-40B4-BE49-F238E27FC236}">
                                <a16:creationId xmlns:a16="http://schemas.microsoft.com/office/drawing/2014/main" id="{0DE1ADE1-C413-44CF-B9DA-0243C932B07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796341" y="2343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1998" name="Group 1997">
                          <a:extLst>
                            <a:ext uri="{FF2B5EF4-FFF2-40B4-BE49-F238E27FC236}">
                              <a16:creationId xmlns:a16="http://schemas.microsoft.com/office/drawing/2014/main" id="{9DFC136B-73B5-452F-AFBA-3888EC79DC3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15698"/>
                          <a:ext cx="1074397" cy="1484052"/>
                          <a:chOff x="2114232" y="1515698"/>
                          <a:chExt cx="1074397" cy="1484052"/>
                        </a:xfrm>
                      </p:grpSpPr>
                      <p:grpSp>
                        <p:nvGrpSpPr>
                          <p:cNvPr id="1999" name="Group 1998">
                            <a:extLst>
                              <a:ext uri="{FF2B5EF4-FFF2-40B4-BE49-F238E27FC236}">
                                <a16:creationId xmlns:a16="http://schemas.microsoft.com/office/drawing/2014/main" id="{41E44725-0E0B-49B9-918C-ED24B8CE99C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2050" name="Flowchart: Connector 2049">
                              <a:extLst>
                                <a:ext uri="{FF2B5EF4-FFF2-40B4-BE49-F238E27FC236}">
                                  <a16:creationId xmlns:a16="http://schemas.microsoft.com/office/drawing/2014/main" id="{F89718DD-601F-4BFC-B848-A840C20C82A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051" name="3D Model 2050" descr="Sphere">
                                  <a:extLst>
                                    <a:ext uri="{FF2B5EF4-FFF2-40B4-BE49-F238E27FC236}">
                                      <a16:creationId xmlns:a16="http://schemas.microsoft.com/office/drawing/2014/main" id="{613C1A8F-80A0-49DD-8EED-6AD7F14C2AE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085343593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052" name="Flowchart: Connector 2051">
                              <a:extLst>
                                <a:ext uri="{FF2B5EF4-FFF2-40B4-BE49-F238E27FC236}">
                                  <a16:creationId xmlns:a16="http://schemas.microsoft.com/office/drawing/2014/main" id="{38B9624A-20AF-445A-9246-1EB2F18F5CE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053" name="3D Model 2052" descr="Sphere">
                                  <a:extLst>
                                    <a:ext uri="{FF2B5EF4-FFF2-40B4-BE49-F238E27FC236}">
                                      <a16:creationId xmlns:a16="http://schemas.microsoft.com/office/drawing/2014/main" id="{C160E5FA-F238-4053-B534-8D02D6C3DF3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137631568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054" name="Flowchart: Connector 2053">
                              <a:extLst>
                                <a:ext uri="{FF2B5EF4-FFF2-40B4-BE49-F238E27FC236}">
                                  <a16:creationId xmlns:a16="http://schemas.microsoft.com/office/drawing/2014/main" id="{12236FC2-0CD4-4A9B-A1D8-5C56A7DD78C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055" name="3D Model 2054" descr="Sphere">
                                  <a:extLst>
                                    <a:ext uri="{FF2B5EF4-FFF2-40B4-BE49-F238E27FC236}">
                                      <a16:creationId xmlns:a16="http://schemas.microsoft.com/office/drawing/2014/main" id="{A6E1A4C5-F85D-4E51-9848-1694A1E8E36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0632797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056" name="Flowchart: Connector 2055">
                              <a:extLst>
                                <a:ext uri="{FF2B5EF4-FFF2-40B4-BE49-F238E27FC236}">
                                  <a16:creationId xmlns:a16="http://schemas.microsoft.com/office/drawing/2014/main" id="{48B4493C-7327-42C8-9161-24433A9A449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057" name="3D Model 20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7B29EEF-EE05-4244-8D20-DE52485EFDC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963651173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2000" name="Group 1999">
                            <a:extLst>
                              <a:ext uri="{FF2B5EF4-FFF2-40B4-BE49-F238E27FC236}">
                                <a16:creationId xmlns:a16="http://schemas.microsoft.com/office/drawing/2014/main" id="{5A7C365B-360E-4D33-BA5E-20AE2AFD85A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2034" name="Flowchart: Connector 2033">
                              <a:extLst>
                                <a:ext uri="{FF2B5EF4-FFF2-40B4-BE49-F238E27FC236}">
                                  <a16:creationId xmlns:a16="http://schemas.microsoft.com/office/drawing/2014/main" id="{279EE9BD-196B-41B8-A011-08D5805470B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035" name="Flowchart: Connector 2034">
                              <a:extLst>
                                <a:ext uri="{FF2B5EF4-FFF2-40B4-BE49-F238E27FC236}">
                                  <a16:creationId xmlns:a16="http://schemas.microsoft.com/office/drawing/2014/main" id="{A2426BC9-E742-4C19-9B4A-D6B654CD834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036" name="Flowchart: Connector 2035">
                              <a:extLst>
                                <a:ext uri="{FF2B5EF4-FFF2-40B4-BE49-F238E27FC236}">
                                  <a16:creationId xmlns:a16="http://schemas.microsoft.com/office/drawing/2014/main" id="{57EAB9DE-C676-490D-A935-A461DE4D0AB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037" name="Flowchart: Connector 2036">
                              <a:extLst>
                                <a:ext uri="{FF2B5EF4-FFF2-40B4-BE49-F238E27FC236}">
                                  <a16:creationId xmlns:a16="http://schemas.microsoft.com/office/drawing/2014/main" id="{7698562C-9FBF-4587-83CE-65BD94BF4BE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038" name="Flowchart: Connector 2037">
                              <a:extLst>
                                <a:ext uri="{FF2B5EF4-FFF2-40B4-BE49-F238E27FC236}">
                                  <a16:creationId xmlns:a16="http://schemas.microsoft.com/office/drawing/2014/main" id="{CA422B52-AAEB-4744-84C4-4378A929E87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039" name="Flowchart: Connector 2038">
                              <a:extLst>
                                <a:ext uri="{FF2B5EF4-FFF2-40B4-BE49-F238E27FC236}">
                                  <a16:creationId xmlns:a16="http://schemas.microsoft.com/office/drawing/2014/main" id="{8BE6541B-2817-441E-A7FE-E5316A16591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040" name="Flowchart: Connector 2039">
                              <a:extLst>
                                <a:ext uri="{FF2B5EF4-FFF2-40B4-BE49-F238E27FC236}">
                                  <a16:creationId xmlns:a16="http://schemas.microsoft.com/office/drawing/2014/main" id="{00FA0654-6396-4CDE-8856-68410FCCE85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041" name="Flowchart: Connector 2040">
                              <a:extLst>
                                <a:ext uri="{FF2B5EF4-FFF2-40B4-BE49-F238E27FC236}">
                                  <a16:creationId xmlns:a16="http://schemas.microsoft.com/office/drawing/2014/main" id="{16914A17-7B88-4FEE-938A-D42801EA8A5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042" name="Flowchart: Connector 2041">
                              <a:extLst>
                                <a:ext uri="{FF2B5EF4-FFF2-40B4-BE49-F238E27FC236}">
                                  <a16:creationId xmlns:a16="http://schemas.microsoft.com/office/drawing/2014/main" id="{693D77B9-C9C1-4777-81FB-BDAF67CC133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043" name="3D Model 2042" descr="Sphere">
                                  <a:extLst>
                                    <a:ext uri="{FF2B5EF4-FFF2-40B4-BE49-F238E27FC236}">
                                      <a16:creationId xmlns:a16="http://schemas.microsoft.com/office/drawing/2014/main" id="{63DCC901-4202-4F2E-8AEA-080792A2147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51423987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044" name="Flowchart: Connector 2043">
                              <a:extLst>
                                <a:ext uri="{FF2B5EF4-FFF2-40B4-BE49-F238E27FC236}">
                                  <a16:creationId xmlns:a16="http://schemas.microsoft.com/office/drawing/2014/main" id="{7FECF779-2A5A-441E-939A-62FCDC02A19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045" name="3D Model 204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83DBE5-83E0-4B7B-94E0-00D799927E1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99215291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046" name="Flowchart: Connector 2045">
                              <a:extLst>
                                <a:ext uri="{FF2B5EF4-FFF2-40B4-BE49-F238E27FC236}">
                                  <a16:creationId xmlns:a16="http://schemas.microsoft.com/office/drawing/2014/main" id="{A00093BC-E1EF-4E8B-8246-373E7D0FB1A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047" name="3D Model 2046" descr="Sphere">
                                  <a:extLst>
                                    <a:ext uri="{FF2B5EF4-FFF2-40B4-BE49-F238E27FC236}">
                                      <a16:creationId xmlns:a16="http://schemas.microsoft.com/office/drawing/2014/main" id="{D0D061E4-9119-42A0-9F67-F7C3D0F7174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81551030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048" name="Flowchart: Connector 2047">
                              <a:extLst>
                                <a:ext uri="{FF2B5EF4-FFF2-40B4-BE49-F238E27FC236}">
                                  <a16:creationId xmlns:a16="http://schemas.microsoft.com/office/drawing/2014/main" id="{CD9EF75C-AC5F-4DDC-BA35-0B2BFFB9962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049" name="3D Model 2048" descr="Sphere">
                                  <a:extLst>
                                    <a:ext uri="{FF2B5EF4-FFF2-40B4-BE49-F238E27FC236}">
                                      <a16:creationId xmlns:a16="http://schemas.microsoft.com/office/drawing/2014/main" id="{45E222C9-BF0C-479E-B2AC-FA6D1BB4156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36400002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2001" name="Group 2000">
                            <a:extLst>
                              <a:ext uri="{FF2B5EF4-FFF2-40B4-BE49-F238E27FC236}">
                                <a16:creationId xmlns:a16="http://schemas.microsoft.com/office/drawing/2014/main" id="{ACF5F3C4-A5FC-4C0C-8B08-0611C2F882B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2018" name="Flowchart: Connector 2017">
                              <a:extLst>
                                <a:ext uri="{FF2B5EF4-FFF2-40B4-BE49-F238E27FC236}">
                                  <a16:creationId xmlns:a16="http://schemas.microsoft.com/office/drawing/2014/main" id="{1284F1A4-184A-4EA4-8BA3-F994B683A97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019" name="Flowchart: Connector 2018">
                              <a:extLst>
                                <a:ext uri="{FF2B5EF4-FFF2-40B4-BE49-F238E27FC236}">
                                  <a16:creationId xmlns:a16="http://schemas.microsoft.com/office/drawing/2014/main" id="{C75D5385-62EB-4B91-A22D-040E9625727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020" name="Flowchart: Connector 2019">
                              <a:extLst>
                                <a:ext uri="{FF2B5EF4-FFF2-40B4-BE49-F238E27FC236}">
                                  <a16:creationId xmlns:a16="http://schemas.microsoft.com/office/drawing/2014/main" id="{1763D8C6-15E8-4CB8-A98C-05070BEC726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021" name="Flowchart: Connector 2020">
                              <a:extLst>
                                <a:ext uri="{FF2B5EF4-FFF2-40B4-BE49-F238E27FC236}">
                                  <a16:creationId xmlns:a16="http://schemas.microsoft.com/office/drawing/2014/main" id="{8F1E465A-2320-437A-8B63-E87A0A1BBB2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022" name="Flowchart: Connector 2021">
                              <a:extLst>
                                <a:ext uri="{FF2B5EF4-FFF2-40B4-BE49-F238E27FC236}">
                                  <a16:creationId xmlns:a16="http://schemas.microsoft.com/office/drawing/2014/main" id="{26B47702-D998-4993-899A-B99A80CBBDA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023" name="Flowchart: Connector 2022">
                              <a:extLst>
                                <a:ext uri="{FF2B5EF4-FFF2-40B4-BE49-F238E27FC236}">
                                  <a16:creationId xmlns:a16="http://schemas.microsoft.com/office/drawing/2014/main" id="{40A916A4-29AE-45D7-B046-39CEF417CAA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024" name="Flowchart: Connector 2023">
                              <a:extLst>
                                <a:ext uri="{FF2B5EF4-FFF2-40B4-BE49-F238E27FC236}">
                                  <a16:creationId xmlns:a16="http://schemas.microsoft.com/office/drawing/2014/main" id="{A7DD3561-2FB3-4353-8B64-D42960F3F27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025" name="Flowchart: Connector 2024">
                              <a:extLst>
                                <a:ext uri="{FF2B5EF4-FFF2-40B4-BE49-F238E27FC236}">
                                  <a16:creationId xmlns:a16="http://schemas.microsoft.com/office/drawing/2014/main" id="{A4E140E7-C7C7-4067-9634-4739E52E55E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026" name="Flowchart: Connector 2025">
                              <a:extLst>
                                <a:ext uri="{FF2B5EF4-FFF2-40B4-BE49-F238E27FC236}">
                                  <a16:creationId xmlns:a16="http://schemas.microsoft.com/office/drawing/2014/main" id="{88E634E8-0E1B-41CA-BF89-65C5966A025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027" name="3D Model 2026" descr="Sphere">
                                  <a:extLst>
                                    <a:ext uri="{FF2B5EF4-FFF2-40B4-BE49-F238E27FC236}">
                                      <a16:creationId xmlns:a16="http://schemas.microsoft.com/office/drawing/2014/main" id="{A0711BF7-86DF-4954-9174-456482034CF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526135656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028" name="Flowchart: Connector 2027">
                              <a:extLst>
                                <a:ext uri="{FF2B5EF4-FFF2-40B4-BE49-F238E27FC236}">
                                  <a16:creationId xmlns:a16="http://schemas.microsoft.com/office/drawing/2014/main" id="{C7CB33E9-975D-4098-9F4D-4256B598514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029" name="3D Model 2028" descr="Sphere">
                                  <a:extLst>
                                    <a:ext uri="{FF2B5EF4-FFF2-40B4-BE49-F238E27FC236}">
                                      <a16:creationId xmlns:a16="http://schemas.microsoft.com/office/drawing/2014/main" id="{B44BEECE-CE77-4AA4-8822-7B02A15C82E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178653277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030" name="Flowchart: Connector 2029">
                              <a:extLst>
                                <a:ext uri="{FF2B5EF4-FFF2-40B4-BE49-F238E27FC236}">
                                  <a16:creationId xmlns:a16="http://schemas.microsoft.com/office/drawing/2014/main" id="{01AD3D64-3776-407E-820E-1AEF356C62B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031" name="3D Model 2030" descr="Sphere">
                                  <a:extLst>
                                    <a:ext uri="{FF2B5EF4-FFF2-40B4-BE49-F238E27FC236}">
                                      <a16:creationId xmlns:a16="http://schemas.microsoft.com/office/drawing/2014/main" id="{E0647727-3495-47F2-BEED-60AE5062A35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042831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032" name="Flowchart: Connector 2031">
                              <a:extLst>
                                <a:ext uri="{FF2B5EF4-FFF2-40B4-BE49-F238E27FC236}">
                                  <a16:creationId xmlns:a16="http://schemas.microsoft.com/office/drawing/2014/main" id="{FB9398F2-FAA5-46CC-B4E1-F7944BCC4BF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033" name="3D Model 2032" descr="Sphere">
                                  <a:extLst>
                                    <a:ext uri="{FF2B5EF4-FFF2-40B4-BE49-F238E27FC236}">
                                      <a16:creationId xmlns:a16="http://schemas.microsoft.com/office/drawing/2014/main" id="{F8A539E9-E59E-45DB-8E42-26513818A4A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2446315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2002" name="Flowchart: Connector 2001">
                            <a:extLst>
                              <a:ext uri="{FF2B5EF4-FFF2-40B4-BE49-F238E27FC236}">
                                <a16:creationId xmlns:a16="http://schemas.microsoft.com/office/drawing/2014/main" id="{9A24B3D0-D686-475B-8D14-23166001529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003" name="Flowchart: Connector 2002">
                            <a:extLst>
                              <a:ext uri="{FF2B5EF4-FFF2-40B4-BE49-F238E27FC236}">
                                <a16:creationId xmlns:a16="http://schemas.microsoft.com/office/drawing/2014/main" id="{CB806502-D739-4A3D-9709-5421B1DBB2A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004" name="Flowchart: Connector 2003">
                            <a:extLst>
                              <a:ext uri="{FF2B5EF4-FFF2-40B4-BE49-F238E27FC236}">
                                <a16:creationId xmlns:a16="http://schemas.microsoft.com/office/drawing/2014/main" id="{409B8A28-9A56-4013-820E-109A85EB5B8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005" name="Flowchart: Connector 2004">
                            <a:extLst>
                              <a:ext uri="{FF2B5EF4-FFF2-40B4-BE49-F238E27FC236}">
                                <a16:creationId xmlns:a16="http://schemas.microsoft.com/office/drawing/2014/main" id="{0F2A0512-B01B-454B-92C9-7206CD996D2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006" name="Flowchart: Connector 2005">
                            <a:extLst>
                              <a:ext uri="{FF2B5EF4-FFF2-40B4-BE49-F238E27FC236}">
                                <a16:creationId xmlns:a16="http://schemas.microsoft.com/office/drawing/2014/main" id="{F5588B6B-5CE3-44CE-A184-C54F328CC35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007" name="Flowchart: Connector 2006">
                            <a:extLst>
                              <a:ext uri="{FF2B5EF4-FFF2-40B4-BE49-F238E27FC236}">
                                <a16:creationId xmlns:a16="http://schemas.microsoft.com/office/drawing/2014/main" id="{62EF1679-F961-4B76-AFE6-83F4B802B05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008" name="Flowchart: Connector 2007">
                            <a:extLst>
                              <a:ext uri="{FF2B5EF4-FFF2-40B4-BE49-F238E27FC236}">
                                <a16:creationId xmlns:a16="http://schemas.microsoft.com/office/drawing/2014/main" id="{D608AFA3-9701-4FCC-A1B8-9CB6AF71A6A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009" name="Flowchart: Connector 2008">
                            <a:extLst>
                              <a:ext uri="{FF2B5EF4-FFF2-40B4-BE49-F238E27FC236}">
                                <a16:creationId xmlns:a16="http://schemas.microsoft.com/office/drawing/2014/main" id="{958A547E-9851-46FD-B897-3C174A12EA2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010" name="Flowchart: Connector 2009">
                            <a:extLst>
                              <a:ext uri="{FF2B5EF4-FFF2-40B4-BE49-F238E27FC236}">
                                <a16:creationId xmlns:a16="http://schemas.microsoft.com/office/drawing/2014/main" id="{AFFC7615-4092-4E61-8272-1D1D9BE7914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011" name="3D Model 2010" descr="Sphere">
                                <a:extLst>
                                  <a:ext uri="{FF2B5EF4-FFF2-40B4-BE49-F238E27FC236}">
                                    <a16:creationId xmlns:a16="http://schemas.microsoft.com/office/drawing/2014/main" id="{7AE9EC65-B6EA-4D26-A118-CB648DEC1F2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604402500"/>
                                  </p:ext>
                                </p:extLst>
                              </p:nvPr>
                            </p:nvGraphicFramePr>
                            <p:xfrm>
                              <a:off x="2127272" y="1515698"/>
                              <a:ext cx="299738" cy="29973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7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4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6" name="3D Model 545" descr="Sphere">
                                <a:extLst>
                                  <a:ext uri="{FF2B5EF4-FFF2-40B4-BE49-F238E27FC236}">
                                    <a16:creationId xmlns:a16="http://schemas.microsoft.com/office/drawing/2014/main" id="{0CD0AE2B-7060-451E-8741-37985044F70A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264878" y="2242625"/>
                                <a:ext cx="52067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012" name="Flowchart: Connector 2011">
                            <a:extLst>
                              <a:ext uri="{FF2B5EF4-FFF2-40B4-BE49-F238E27FC236}">
                                <a16:creationId xmlns:a16="http://schemas.microsoft.com/office/drawing/2014/main" id="{2F29F884-68B2-40E8-AE4A-7E2591372BD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013" name="3D Model 2012" descr="Sphere">
                                <a:extLst>
                                  <a:ext uri="{FF2B5EF4-FFF2-40B4-BE49-F238E27FC236}">
                                    <a16:creationId xmlns:a16="http://schemas.microsoft.com/office/drawing/2014/main" id="{E6DAB8A5-5D50-4930-ABEF-E0E1B57CC32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93031211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8" name="3D Model 547" descr="Sphere">
                                <a:extLst>
                                  <a:ext uri="{FF2B5EF4-FFF2-40B4-BE49-F238E27FC236}">
                                    <a16:creationId xmlns:a16="http://schemas.microsoft.com/office/drawing/2014/main" id="{0AC25DCD-1727-4856-A8A9-94402AE6CBC2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06118" y="2254689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014" name="Flowchart: Connector 2013">
                            <a:extLst>
                              <a:ext uri="{FF2B5EF4-FFF2-40B4-BE49-F238E27FC236}">
                                <a16:creationId xmlns:a16="http://schemas.microsoft.com/office/drawing/2014/main" id="{F9CB4B8F-9853-45F3-AC33-84A5CC52714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6940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015" name="3D Model 2014" descr="Sphere">
                                <a:extLst>
                                  <a:ext uri="{FF2B5EF4-FFF2-40B4-BE49-F238E27FC236}">
                                    <a16:creationId xmlns:a16="http://schemas.microsoft.com/office/drawing/2014/main" id="{A35A330D-DD59-45D0-AA16-32E7A16A188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12128179"/>
                                  </p:ext>
                                </p:extLst>
                              </p:nvPr>
                            </p:nvGraphicFramePr>
                            <p:xfrm>
                              <a:off x="2609177" y="164853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0" name="3D Model 549" descr="Sphere">
                                <a:extLst>
                                  <a:ext uri="{FF2B5EF4-FFF2-40B4-BE49-F238E27FC236}">
                                    <a16:creationId xmlns:a16="http://schemas.microsoft.com/office/drawing/2014/main" id="{4EAC2773-26EB-4766-B406-04604BF828A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48588" y="226764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016" name="Flowchart: Connector 2015">
                            <a:extLst>
                              <a:ext uri="{FF2B5EF4-FFF2-40B4-BE49-F238E27FC236}">
                                <a16:creationId xmlns:a16="http://schemas.microsoft.com/office/drawing/2014/main" id="{F255D131-9578-44D8-AEE3-5728401ECA6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017" name="3D Model 2016" descr="Sphere">
                                <a:extLst>
                                  <a:ext uri="{FF2B5EF4-FFF2-40B4-BE49-F238E27FC236}">
                                    <a16:creationId xmlns:a16="http://schemas.microsoft.com/office/drawing/2014/main" id="{0FD1DABF-4322-45A8-9F07-8C3A55F4279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561031793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2" name="3D Model 551" descr="Sphere">
                                <a:extLst>
                                  <a:ext uri="{FF2B5EF4-FFF2-40B4-BE49-F238E27FC236}">
                                    <a16:creationId xmlns:a16="http://schemas.microsoft.com/office/drawing/2014/main" id="{0A649C7F-F2E3-493F-BCFA-E4B276505982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95214" y="2282723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sp>
                    <p:nvSpPr>
                      <p:cNvPr id="1929" name="Flowchart: Connector 1928">
                        <a:extLst>
                          <a:ext uri="{FF2B5EF4-FFF2-40B4-BE49-F238E27FC236}">
                            <a16:creationId xmlns:a16="http://schemas.microsoft.com/office/drawing/2014/main" id="{927F3D7A-9055-4D42-A02F-12F45BFB94B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06374" y="21384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930" name="Flowchart: Connector 1929">
                        <a:extLst>
                          <a:ext uri="{FF2B5EF4-FFF2-40B4-BE49-F238E27FC236}">
                            <a16:creationId xmlns:a16="http://schemas.microsoft.com/office/drawing/2014/main" id="{58F8F33C-49CA-4747-B965-F259707A4A5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886236" y="22322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931" name="Flowchart: Connector 1930">
                        <a:extLst>
                          <a:ext uri="{FF2B5EF4-FFF2-40B4-BE49-F238E27FC236}">
                            <a16:creationId xmlns:a16="http://schemas.microsoft.com/office/drawing/2014/main" id="{2E7C3883-05B2-4063-B007-110F9794CA7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952806" y="22254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932" name="Flowchart: Connector 1931">
                        <a:extLst>
                          <a:ext uri="{FF2B5EF4-FFF2-40B4-BE49-F238E27FC236}">
                            <a16:creationId xmlns:a16="http://schemas.microsoft.com/office/drawing/2014/main" id="{63594868-CB1F-4839-A433-E472D621080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0272" y="25040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933" name="Flowchart: Connector 1932">
                        <a:extLst>
                          <a:ext uri="{FF2B5EF4-FFF2-40B4-BE49-F238E27FC236}">
                            <a16:creationId xmlns:a16="http://schemas.microsoft.com/office/drawing/2014/main" id="{E44BF102-61F3-44B3-8DBB-F949484EA3C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20633" y="28301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934" name="Flowchart: Connector 1933">
                        <a:extLst>
                          <a:ext uri="{FF2B5EF4-FFF2-40B4-BE49-F238E27FC236}">
                            <a16:creationId xmlns:a16="http://schemas.microsoft.com/office/drawing/2014/main" id="{9928684F-8E6F-4F64-B16A-2770C01FD05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29128" y="231321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935" name="Flowchart: Connector 1934">
                        <a:extLst>
                          <a:ext uri="{FF2B5EF4-FFF2-40B4-BE49-F238E27FC236}">
                            <a16:creationId xmlns:a16="http://schemas.microsoft.com/office/drawing/2014/main" id="{822B198A-3156-4025-B38D-3F200E43480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211385" y="230237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936" name="Flowchart: Connector 1935">
                        <a:extLst>
                          <a:ext uri="{FF2B5EF4-FFF2-40B4-BE49-F238E27FC236}">
                            <a16:creationId xmlns:a16="http://schemas.microsoft.com/office/drawing/2014/main" id="{17A99BB2-8460-4A5C-8D7A-A252CAA9082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1097" y="31484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grpSp>
                    <p:nvGrpSpPr>
                      <p:cNvPr id="1937" name="Group 1936">
                        <a:extLst>
                          <a:ext uri="{FF2B5EF4-FFF2-40B4-BE49-F238E27FC236}">
                            <a16:creationId xmlns:a16="http://schemas.microsoft.com/office/drawing/2014/main" id="{A4F0CCC0-D726-4F92-8717-F77DA32D078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20511" y="2127869"/>
                        <a:ext cx="1073693" cy="1496391"/>
                        <a:chOff x="2114936" y="1503359"/>
                        <a:chExt cx="1073693" cy="1496391"/>
                      </a:xfrm>
                    </p:grpSpPr>
                    <p:grpSp>
                      <p:nvGrpSpPr>
                        <p:cNvPr id="1938" name="Group 1937">
                          <a:extLst>
                            <a:ext uri="{FF2B5EF4-FFF2-40B4-BE49-F238E27FC236}">
                              <a16:creationId xmlns:a16="http://schemas.microsoft.com/office/drawing/2014/main" id="{DE23823F-6F82-4650-B958-6FCA87D2003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7974" y="2474038"/>
                          <a:ext cx="1060655" cy="525712"/>
                          <a:chOff x="3721252" y="1733424"/>
                          <a:chExt cx="1060655" cy="525712"/>
                        </a:xfrm>
                      </p:grpSpPr>
                      <p:sp>
                        <p:nvSpPr>
                          <p:cNvPr id="1989" name="Flowchart: Connector 1988">
                            <a:extLst>
                              <a:ext uri="{FF2B5EF4-FFF2-40B4-BE49-F238E27FC236}">
                                <a16:creationId xmlns:a16="http://schemas.microsoft.com/office/drawing/2014/main" id="{E8C9D77C-DD15-479C-A7B0-2F74E2733E5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990" name="3D Model 1989" descr="Sphere">
                                <a:extLst>
                                  <a:ext uri="{FF2B5EF4-FFF2-40B4-BE49-F238E27FC236}">
                                    <a16:creationId xmlns:a16="http://schemas.microsoft.com/office/drawing/2014/main" id="{96ECB237-B987-4A10-AA7B-A226608C207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057378622"/>
                                  </p:ext>
                                </p:extLst>
                              </p:nvPr>
                            </p:nvGraphicFramePr>
                            <p:xfrm>
                              <a:off x="3721252" y="1733424"/>
                              <a:ext cx="299739" cy="299738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6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25" name="3D Model 524" descr="Sphere">
                                <a:extLst>
                                  <a:ext uri="{FF2B5EF4-FFF2-40B4-BE49-F238E27FC236}">
                                    <a16:creationId xmlns:a16="http://schemas.microsoft.com/office/drawing/2014/main" id="{7C296052-BFDD-4E1E-90E9-47DF8A39AA0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225048" y="2450427"/>
                                <a:ext cx="52066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991" name="Flowchart: Connector 1990">
                            <a:extLst>
                              <a:ext uri="{FF2B5EF4-FFF2-40B4-BE49-F238E27FC236}">
                                <a16:creationId xmlns:a16="http://schemas.microsoft.com/office/drawing/2014/main" id="{109ED50C-8A9F-41A5-98DB-3470B99E96E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992" name="3D Model 1991" descr="Sphere">
                                <a:extLst>
                                  <a:ext uri="{FF2B5EF4-FFF2-40B4-BE49-F238E27FC236}">
                                    <a16:creationId xmlns:a16="http://schemas.microsoft.com/office/drawing/2014/main" id="{657258AF-2BC1-4AFD-A8D8-068AB6FC993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705247675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993" name="Flowchart: Connector 1992">
                            <a:extLst>
                              <a:ext uri="{FF2B5EF4-FFF2-40B4-BE49-F238E27FC236}">
                                <a16:creationId xmlns:a16="http://schemas.microsoft.com/office/drawing/2014/main" id="{094DF78C-C037-49E6-9189-0C20AE28569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994" name="3D Model 1993" descr="Sphere">
                                <a:extLst>
                                  <a:ext uri="{FF2B5EF4-FFF2-40B4-BE49-F238E27FC236}">
                                    <a16:creationId xmlns:a16="http://schemas.microsoft.com/office/drawing/2014/main" id="{7D2AA675-DB71-4050-A5C1-5A474B17F8F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48680697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995" name="Flowchart: Connector 1994">
                            <a:extLst>
                              <a:ext uri="{FF2B5EF4-FFF2-40B4-BE49-F238E27FC236}">
                                <a16:creationId xmlns:a16="http://schemas.microsoft.com/office/drawing/2014/main" id="{95547DB3-A470-479F-86C0-384ED0F7992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996" name="3D Model 1995" descr="Sphere">
                                <a:extLst>
                                  <a:ext uri="{FF2B5EF4-FFF2-40B4-BE49-F238E27FC236}">
                                    <a16:creationId xmlns:a16="http://schemas.microsoft.com/office/drawing/2014/main" id="{2A86DBAA-AE4B-4683-A8A2-FA9908E195D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185522574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8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939" name="Group 1938">
                          <a:extLst>
                            <a:ext uri="{FF2B5EF4-FFF2-40B4-BE49-F238E27FC236}">
                              <a16:creationId xmlns:a16="http://schemas.microsoft.com/office/drawing/2014/main" id="{7097030C-04D2-41D8-A19D-A042EC55163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4615" y="2140429"/>
                          <a:ext cx="1064014" cy="637179"/>
                          <a:chOff x="3717893" y="1719497"/>
                          <a:chExt cx="1064014" cy="637179"/>
                        </a:xfrm>
                      </p:grpSpPr>
                      <p:sp>
                        <p:nvSpPr>
                          <p:cNvPr id="1973" name="Flowchart: Connector 1972">
                            <a:extLst>
                              <a:ext uri="{FF2B5EF4-FFF2-40B4-BE49-F238E27FC236}">
                                <a16:creationId xmlns:a16="http://schemas.microsoft.com/office/drawing/2014/main" id="{67768081-1A80-4FB2-A975-D014A6C94F1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974" name="Flowchart: Connector 1973">
                            <a:extLst>
                              <a:ext uri="{FF2B5EF4-FFF2-40B4-BE49-F238E27FC236}">
                                <a16:creationId xmlns:a16="http://schemas.microsoft.com/office/drawing/2014/main" id="{7302CECA-538C-4E06-A71E-305339A7552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975" name="Flowchart: Connector 1974">
                            <a:extLst>
                              <a:ext uri="{FF2B5EF4-FFF2-40B4-BE49-F238E27FC236}">
                                <a16:creationId xmlns:a16="http://schemas.microsoft.com/office/drawing/2014/main" id="{B5122CF6-21EC-4C83-8796-0EC186507B7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976" name="Flowchart: Connector 1975">
                            <a:extLst>
                              <a:ext uri="{FF2B5EF4-FFF2-40B4-BE49-F238E27FC236}">
                                <a16:creationId xmlns:a16="http://schemas.microsoft.com/office/drawing/2014/main" id="{A83B8695-6C20-4D2D-B848-101AEA56300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977" name="Flowchart: Connector 1976">
                            <a:extLst>
                              <a:ext uri="{FF2B5EF4-FFF2-40B4-BE49-F238E27FC236}">
                                <a16:creationId xmlns:a16="http://schemas.microsoft.com/office/drawing/2014/main" id="{7341FA19-A30C-4C21-A272-A385C958D4D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978" name="Flowchart: Connector 1977">
                            <a:extLst>
                              <a:ext uri="{FF2B5EF4-FFF2-40B4-BE49-F238E27FC236}">
                                <a16:creationId xmlns:a16="http://schemas.microsoft.com/office/drawing/2014/main" id="{B6C6B5D3-101C-4787-B285-D67DCEC5EB2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979" name="Flowchart: Connector 1978">
                            <a:extLst>
                              <a:ext uri="{FF2B5EF4-FFF2-40B4-BE49-F238E27FC236}">
                                <a16:creationId xmlns:a16="http://schemas.microsoft.com/office/drawing/2014/main" id="{F1D680CD-E5E4-4880-990C-9FE98D8E5E5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980" name="Flowchart: Connector 1979">
                            <a:extLst>
                              <a:ext uri="{FF2B5EF4-FFF2-40B4-BE49-F238E27FC236}">
                                <a16:creationId xmlns:a16="http://schemas.microsoft.com/office/drawing/2014/main" id="{479C7C27-E7AC-48DF-83D9-CE4849242C6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981" name="Flowchart: Connector 1980">
                            <a:extLst>
                              <a:ext uri="{FF2B5EF4-FFF2-40B4-BE49-F238E27FC236}">
                                <a16:creationId xmlns:a16="http://schemas.microsoft.com/office/drawing/2014/main" id="{4EF99249-9CD0-452B-9D89-78012725AFC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982" name="3D Model 1981" descr="Sphere">
                                <a:extLst>
                                  <a:ext uri="{FF2B5EF4-FFF2-40B4-BE49-F238E27FC236}">
                                    <a16:creationId xmlns:a16="http://schemas.microsoft.com/office/drawing/2014/main" id="{3F14E98E-1AB9-4EA3-99C8-F014708F86D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895665717"/>
                                  </p:ext>
                                </p:extLst>
                              </p:nvPr>
                            </p:nvGraphicFramePr>
                            <p:xfrm>
                              <a:off x="3717893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17" name="3D Model 516" descr="Sphere">
                                <a:extLst>
                                  <a:ext uri="{FF2B5EF4-FFF2-40B4-BE49-F238E27FC236}">
                                    <a16:creationId xmlns:a16="http://schemas.microsoft.com/office/drawing/2014/main" id="{EEC73CE8-5EF1-49B8-88DD-6C958365703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224464" y="238759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983" name="Flowchart: Connector 1982">
                            <a:extLst>
                              <a:ext uri="{FF2B5EF4-FFF2-40B4-BE49-F238E27FC236}">
                                <a16:creationId xmlns:a16="http://schemas.microsoft.com/office/drawing/2014/main" id="{256070C6-A830-493D-8D62-5FF49B24728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984" name="3D Model 1983" descr="Sphere">
                                <a:extLst>
                                  <a:ext uri="{FF2B5EF4-FFF2-40B4-BE49-F238E27FC236}">
                                    <a16:creationId xmlns:a16="http://schemas.microsoft.com/office/drawing/2014/main" id="{22A6784D-4DCB-4DBD-82DD-0AEA7247DC3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737093788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985" name="Flowchart: Connector 1984">
                            <a:extLst>
                              <a:ext uri="{FF2B5EF4-FFF2-40B4-BE49-F238E27FC236}">
                                <a16:creationId xmlns:a16="http://schemas.microsoft.com/office/drawing/2014/main" id="{37D0D47E-902B-4B9D-B8C5-363C738018A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986" name="3D Model 1985" descr="Sphere">
                                <a:extLst>
                                  <a:ext uri="{FF2B5EF4-FFF2-40B4-BE49-F238E27FC236}">
                                    <a16:creationId xmlns:a16="http://schemas.microsoft.com/office/drawing/2014/main" id="{1B6EAF5D-4BE4-4FF3-80B2-44921C8DF45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843304188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987" name="Flowchart: Connector 1986">
                            <a:extLst>
                              <a:ext uri="{FF2B5EF4-FFF2-40B4-BE49-F238E27FC236}">
                                <a16:creationId xmlns:a16="http://schemas.microsoft.com/office/drawing/2014/main" id="{2459790B-AD52-4E90-A363-2162AFDDF99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988" name="3D Model 1987" descr="Sphere">
                                <a:extLst>
                                  <a:ext uri="{FF2B5EF4-FFF2-40B4-BE49-F238E27FC236}">
                                    <a16:creationId xmlns:a16="http://schemas.microsoft.com/office/drawing/2014/main" id="{0ADA50EB-DB58-4AA0-A0AB-6E2035FFE4B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585199194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940" name="Group 1939">
                          <a:extLst>
                            <a:ext uri="{FF2B5EF4-FFF2-40B4-BE49-F238E27FC236}">
                              <a16:creationId xmlns:a16="http://schemas.microsoft.com/office/drawing/2014/main" id="{8B8933CC-5033-477E-8804-A8DF1D4B6F3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936" y="1817250"/>
                          <a:ext cx="1064014" cy="643455"/>
                          <a:chOff x="3717893" y="1713221"/>
                          <a:chExt cx="1064014" cy="643455"/>
                        </a:xfrm>
                      </p:grpSpPr>
                      <p:sp>
                        <p:nvSpPr>
                          <p:cNvPr id="1957" name="Flowchart: Connector 1956">
                            <a:extLst>
                              <a:ext uri="{FF2B5EF4-FFF2-40B4-BE49-F238E27FC236}">
                                <a16:creationId xmlns:a16="http://schemas.microsoft.com/office/drawing/2014/main" id="{CCA56DC4-F6DE-436B-893E-2C616ADA70C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958" name="Flowchart: Connector 1957">
                            <a:extLst>
                              <a:ext uri="{FF2B5EF4-FFF2-40B4-BE49-F238E27FC236}">
                                <a16:creationId xmlns:a16="http://schemas.microsoft.com/office/drawing/2014/main" id="{7249E5EE-E9E2-4D41-8CA3-5F8E36626AE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959" name="Flowchart: Connector 1958">
                            <a:extLst>
                              <a:ext uri="{FF2B5EF4-FFF2-40B4-BE49-F238E27FC236}">
                                <a16:creationId xmlns:a16="http://schemas.microsoft.com/office/drawing/2014/main" id="{F19FD195-F27D-40B1-BCEE-72DFF2225D4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960" name="Flowchart: Connector 1959">
                            <a:extLst>
                              <a:ext uri="{FF2B5EF4-FFF2-40B4-BE49-F238E27FC236}">
                                <a16:creationId xmlns:a16="http://schemas.microsoft.com/office/drawing/2014/main" id="{D6B953DE-8610-47B5-9A87-30FC6AF4C51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961" name="Flowchart: Connector 1960">
                            <a:extLst>
                              <a:ext uri="{FF2B5EF4-FFF2-40B4-BE49-F238E27FC236}">
                                <a16:creationId xmlns:a16="http://schemas.microsoft.com/office/drawing/2014/main" id="{2572EA12-7032-482D-81BE-7ED67838122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962" name="Flowchart: Connector 1961">
                            <a:extLst>
                              <a:ext uri="{FF2B5EF4-FFF2-40B4-BE49-F238E27FC236}">
                                <a16:creationId xmlns:a16="http://schemas.microsoft.com/office/drawing/2014/main" id="{C8F21324-CE34-4D8B-A7FE-23A44061B90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963" name="Flowchart: Connector 1962">
                            <a:extLst>
                              <a:ext uri="{FF2B5EF4-FFF2-40B4-BE49-F238E27FC236}">
                                <a16:creationId xmlns:a16="http://schemas.microsoft.com/office/drawing/2014/main" id="{AD1A56CB-83EA-4FDE-A668-25AD81E52A6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964" name="Flowchart: Connector 1963">
                            <a:extLst>
                              <a:ext uri="{FF2B5EF4-FFF2-40B4-BE49-F238E27FC236}">
                                <a16:creationId xmlns:a16="http://schemas.microsoft.com/office/drawing/2014/main" id="{096AD998-F30B-43FE-BE80-D8E712E0349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965" name="Flowchart: Connector 1964">
                            <a:extLst>
                              <a:ext uri="{FF2B5EF4-FFF2-40B4-BE49-F238E27FC236}">
                                <a16:creationId xmlns:a16="http://schemas.microsoft.com/office/drawing/2014/main" id="{191915D3-F353-419D-B8DE-9AF4F3BBCB6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966" name="3D Model 1965" descr="Sphere">
                                <a:extLst>
                                  <a:ext uri="{FF2B5EF4-FFF2-40B4-BE49-F238E27FC236}">
                                    <a16:creationId xmlns:a16="http://schemas.microsoft.com/office/drawing/2014/main" id="{1CFD8186-A3AF-45DA-9926-223C19206AF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086766773"/>
                                  </p:ext>
                                </p:extLst>
                              </p:nvPr>
                            </p:nvGraphicFramePr>
                            <p:xfrm>
                              <a:off x="3717893" y="171322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01" name="3D Model 500" descr="Sphere">
                                <a:extLst>
                                  <a:ext uri="{FF2B5EF4-FFF2-40B4-BE49-F238E27FC236}">
                                    <a16:creationId xmlns:a16="http://schemas.microsoft.com/office/drawing/2014/main" id="{264BA7C0-B138-431D-801E-995913A2B56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222783" y="232672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967" name="Flowchart: Connector 1966">
                            <a:extLst>
                              <a:ext uri="{FF2B5EF4-FFF2-40B4-BE49-F238E27FC236}">
                                <a16:creationId xmlns:a16="http://schemas.microsoft.com/office/drawing/2014/main" id="{7834E119-947A-4358-841C-9E52473EB19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968" name="3D Model 1967" descr="Sphere">
                                <a:extLst>
                                  <a:ext uri="{FF2B5EF4-FFF2-40B4-BE49-F238E27FC236}">
                                    <a16:creationId xmlns:a16="http://schemas.microsoft.com/office/drawing/2014/main" id="{703E5C52-6BDE-4524-A7ED-5C49751AE19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488383431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03" name="3D Model 502" descr="Sphere">
                                <a:extLst>
                                  <a:ext uri="{FF2B5EF4-FFF2-40B4-BE49-F238E27FC236}">
                                    <a16:creationId xmlns:a16="http://schemas.microsoft.com/office/drawing/2014/main" id="{C6B1DA16-6D44-4BF5-8BBD-CFD9B019426D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264484" y="234259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969" name="Flowchart: Connector 1968">
                            <a:extLst>
                              <a:ext uri="{FF2B5EF4-FFF2-40B4-BE49-F238E27FC236}">
                                <a16:creationId xmlns:a16="http://schemas.microsoft.com/office/drawing/2014/main" id="{BAF91532-D9DE-451F-B8A8-50AD756B75C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970" name="3D Model 1969" descr="Sphere">
                                <a:extLst>
                                  <a:ext uri="{FF2B5EF4-FFF2-40B4-BE49-F238E27FC236}">
                                    <a16:creationId xmlns:a16="http://schemas.microsoft.com/office/drawing/2014/main" id="{C73F34F2-669D-43A3-819E-CFF80461CD8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93709981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971" name="Flowchart: Connector 1970">
                            <a:extLst>
                              <a:ext uri="{FF2B5EF4-FFF2-40B4-BE49-F238E27FC236}">
                                <a16:creationId xmlns:a16="http://schemas.microsoft.com/office/drawing/2014/main" id="{4AC9D1C7-BC57-47AD-B92B-798AC1B2B3B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972" name="3D Model 1971" descr="Sphere">
                                <a:extLst>
                                  <a:ext uri="{FF2B5EF4-FFF2-40B4-BE49-F238E27FC236}">
                                    <a16:creationId xmlns:a16="http://schemas.microsoft.com/office/drawing/2014/main" id="{F2D6294A-9107-4991-A573-BEE5493587E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159275549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1941" name="Flowchart: Connector 1940">
                          <a:extLst>
                            <a:ext uri="{FF2B5EF4-FFF2-40B4-BE49-F238E27FC236}">
                              <a16:creationId xmlns:a16="http://schemas.microsoft.com/office/drawing/2014/main" id="{C0C02816-4C0A-443F-9D05-961B62AC65F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942" name="Flowchart: Connector 1941">
                          <a:extLst>
                            <a:ext uri="{FF2B5EF4-FFF2-40B4-BE49-F238E27FC236}">
                              <a16:creationId xmlns:a16="http://schemas.microsoft.com/office/drawing/2014/main" id="{BA835169-4C06-4634-86DA-E2B9AED6D45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943" name="Flowchart: Connector 1942">
                          <a:extLst>
                            <a:ext uri="{FF2B5EF4-FFF2-40B4-BE49-F238E27FC236}">
                              <a16:creationId xmlns:a16="http://schemas.microsoft.com/office/drawing/2014/main" id="{0A6A9540-EBB0-45BC-A30E-CD8A820B4A3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26347" y="177334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944" name="Flowchart: Connector 1943">
                          <a:extLst>
                            <a:ext uri="{FF2B5EF4-FFF2-40B4-BE49-F238E27FC236}">
                              <a16:creationId xmlns:a16="http://schemas.microsoft.com/office/drawing/2014/main" id="{3F3DCAD7-5DE2-4774-88BC-D71E2D8A945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945" name="Flowchart: Connector 1944">
                          <a:extLst>
                            <a:ext uri="{FF2B5EF4-FFF2-40B4-BE49-F238E27FC236}">
                              <a16:creationId xmlns:a16="http://schemas.microsoft.com/office/drawing/2014/main" id="{4083130B-A34A-4CD5-98A7-0DE8773B318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946" name="Flowchart: Connector 1945">
                          <a:extLst>
                            <a:ext uri="{FF2B5EF4-FFF2-40B4-BE49-F238E27FC236}">
                              <a16:creationId xmlns:a16="http://schemas.microsoft.com/office/drawing/2014/main" id="{B645D1FF-F7FD-49F1-9E00-9AE7944568E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947" name="Flowchart: Connector 1946">
                          <a:extLst>
                            <a:ext uri="{FF2B5EF4-FFF2-40B4-BE49-F238E27FC236}">
                              <a16:creationId xmlns:a16="http://schemas.microsoft.com/office/drawing/2014/main" id="{92475349-E216-4735-93D9-A4694BDFC70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948" name="Flowchart: Connector 1947">
                          <a:extLst>
                            <a:ext uri="{FF2B5EF4-FFF2-40B4-BE49-F238E27FC236}">
                              <a16:creationId xmlns:a16="http://schemas.microsoft.com/office/drawing/2014/main" id="{BCD19468-508B-4E8B-9D3F-B60046353C5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949" name="Flowchart: Connector 1948">
                          <a:extLst>
                            <a:ext uri="{FF2B5EF4-FFF2-40B4-BE49-F238E27FC236}">
                              <a16:creationId xmlns:a16="http://schemas.microsoft.com/office/drawing/2014/main" id="{B38EE3BA-B0A4-49F2-9092-D630399C1B8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950" name="3D Model 1949" descr="Sphere">
                              <a:extLst>
                                <a:ext uri="{FF2B5EF4-FFF2-40B4-BE49-F238E27FC236}">
                                  <a16:creationId xmlns:a16="http://schemas.microsoft.com/office/drawing/2014/main" id="{31430B96-CBBE-481C-A82B-F2414832B20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593040663"/>
                                </p:ext>
                              </p:extLst>
                            </p:nvPr>
                          </p:nvGraphicFramePr>
                          <p:xfrm>
                            <a:off x="2122087" y="1503359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433448" ay="1433014" az="-1105299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7"/>
                                </am3d:raster>
                                <am3d:objViewport viewportSz="5757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485" name="3D Model 484" descr="Sphere">
                              <a:extLst>
                                <a:ext uri="{FF2B5EF4-FFF2-40B4-BE49-F238E27FC236}">
                                  <a16:creationId xmlns:a16="http://schemas.microsoft.com/office/drawing/2014/main" id="{E392EAF6-8834-406F-86CA-8AE04F51D4E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224025" y="2267602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951" name="Flowchart: Connector 1950">
                          <a:extLst>
                            <a:ext uri="{FF2B5EF4-FFF2-40B4-BE49-F238E27FC236}">
                              <a16:creationId xmlns:a16="http://schemas.microsoft.com/office/drawing/2014/main" id="{08EC5B8B-5952-45BA-AE01-93958D87F9D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952" name="3D Model 1951" descr="Sphere">
                              <a:extLst>
                                <a:ext uri="{FF2B5EF4-FFF2-40B4-BE49-F238E27FC236}">
                                  <a16:creationId xmlns:a16="http://schemas.microsoft.com/office/drawing/2014/main" id="{AC78C00B-F265-4622-B4B2-91A716E729E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170049763"/>
                                </p:ext>
                              </p:extLst>
                            </p:nvPr>
                          </p:nvGraphicFramePr>
                          <p:xfrm>
                            <a:off x="2368043" y="1593681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5"/>
                                </am3d:raster>
                                <am3d:objViewport viewportSz="5886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487" name="3D Model 486" descr="Sphere">
                              <a:extLst>
                                <a:ext uri="{FF2B5EF4-FFF2-40B4-BE49-F238E27FC236}">
                                  <a16:creationId xmlns:a16="http://schemas.microsoft.com/office/drawing/2014/main" id="{7A2DCE6F-9C05-4A7C-B3AF-B30F2B8EA8A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266749" y="2284614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953" name="Flowchart: Connector 1952">
                          <a:extLst>
                            <a:ext uri="{FF2B5EF4-FFF2-40B4-BE49-F238E27FC236}">
                              <a16:creationId xmlns:a16="http://schemas.microsoft.com/office/drawing/2014/main" id="{A283CF40-8881-4323-BF19-C2D01F70CED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954" name="3D Model 1953" descr="Sphere">
                              <a:extLst>
                                <a:ext uri="{FF2B5EF4-FFF2-40B4-BE49-F238E27FC236}">
                                  <a16:creationId xmlns:a16="http://schemas.microsoft.com/office/drawing/2014/main" id="{74561806-A6CA-496B-A031-20A7DF3E478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183434283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3235" cy="6170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7"/>
                                </am3d:raster>
                                <am3d:objViewport viewportSz="6018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489" name="3D Model 488" descr="Sphere">
                              <a:extLst>
                                <a:ext uri="{FF2B5EF4-FFF2-40B4-BE49-F238E27FC236}">
                                  <a16:creationId xmlns:a16="http://schemas.microsoft.com/office/drawing/2014/main" id="{35E3BD2E-BC4B-4CB6-9E17-43B614D5496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3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308636" y="2293630"/>
                              <a:ext cx="53235" cy="61702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955" name="Flowchart: Connector 1954">
                          <a:extLst>
                            <a:ext uri="{FF2B5EF4-FFF2-40B4-BE49-F238E27FC236}">
                              <a16:creationId xmlns:a16="http://schemas.microsoft.com/office/drawing/2014/main" id="{B30B2181-327F-4459-9A26-D043CFCF101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956" name="3D Model 1955" descr="Sphere">
                              <a:extLst>
                                <a:ext uri="{FF2B5EF4-FFF2-40B4-BE49-F238E27FC236}">
                                  <a16:creationId xmlns:a16="http://schemas.microsoft.com/office/drawing/2014/main" id="{F13F0049-5569-4E5B-AE4B-88CE1DDB365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266863570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1045" cy="5891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9"/>
                                </am3d:raster>
                                <am3d:objViewport viewportSz="5955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491" name="3D Model 490" descr="Sphere">
                              <a:extLst>
                                <a:ext uri="{FF2B5EF4-FFF2-40B4-BE49-F238E27FC236}">
                                  <a16:creationId xmlns:a16="http://schemas.microsoft.com/office/drawing/2014/main" id="{5DB00BF2-FEF3-4A21-8D32-D13B3D5675F5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355262" y="2310024"/>
                              <a:ext cx="51045" cy="589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1846" name="Group 1845">
                      <a:extLst>
                        <a:ext uri="{FF2B5EF4-FFF2-40B4-BE49-F238E27FC236}">
                          <a16:creationId xmlns:a16="http://schemas.microsoft.com/office/drawing/2014/main" id="{0AD5BF8A-80B9-4689-9E63-789C58988D76}"/>
                        </a:ext>
                      </a:extLst>
                    </p:cNvPr>
                    <p:cNvGrpSpPr/>
                    <p:nvPr/>
                  </p:nvGrpSpPr>
                  <p:grpSpPr>
                    <a:xfrm rot="18542409">
                      <a:off x="2257159" y="236280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916" name="Freeform: Shape 1915">
                        <a:extLst>
                          <a:ext uri="{FF2B5EF4-FFF2-40B4-BE49-F238E27FC236}">
                            <a16:creationId xmlns:a16="http://schemas.microsoft.com/office/drawing/2014/main" id="{49B97110-51DF-41C5-8AD6-14D53FF1C5D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917" name="Rectangle: Rounded Corners 1916">
                        <a:extLst>
                          <a:ext uri="{FF2B5EF4-FFF2-40B4-BE49-F238E27FC236}">
                            <a16:creationId xmlns:a16="http://schemas.microsoft.com/office/drawing/2014/main" id="{825BFECF-5FB6-4219-92AF-99C4E65565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847" name="Group 1846">
                      <a:extLst>
                        <a:ext uri="{FF2B5EF4-FFF2-40B4-BE49-F238E27FC236}">
                          <a16:creationId xmlns:a16="http://schemas.microsoft.com/office/drawing/2014/main" id="{CB786CE2-1BBF-4155-A9CD-28CA489B02AE}"/>
                        </a:ext>
                      </a:extLst>
                    </p:cNvPr>
                    <p:cNvGrpSpPr/>
                    <p:nvPr/>
                  </p:nvGrpSpPr>
                  <p:grpSpPr>
                    <a:xfrm rot="17122200">
                      <a:off x="1187274" y="235013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914" name="Freeform: Shape 1913">
                        <a:extLst>
                          <a:ext uri="{FF2B5EF4-FFF2-40B4-BE49-F238E27FC236}">
                            <a16:creationId xmlns:a16="http://schemas.microsoft.com/office/drawing/2014/main" id="{8FB5C047-E91A-4530-88D5-98DA59D2475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915" name="Rectangle: Rounded Corners 1914">
                        <a:extLst>
                          <a:ext uri="{FF2B5EF4-FFF2-40B4-BE49-F238E27FC236}">
                            <a16:creationId xmlns:a16="http://schemas.microsoft.com/office/drawing/2014/main" id="{53C0B612-C89E-4B4B-B212-170C9E8A26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848" name="Group 1847">
                      <a:extLst>
                        <a:ext uri="{FF2B5EF4-FFF2-40B4-BE49-F238E27FC236}">
                          <a16:creationId xmlns:a16="http://schemas.microsoft.com/office/drawing/2014/main" id="{E67496EE-B5CE-4FF0-AE49-C5F39DB14D66}"/>
                        </a:ext>
                      </a:extLst>
                    </p:cNvPr>
                    <p:cNvGrpSpPr/>
                    <p:nvPr/>
                  </p:nvGrpSpPr>
                  <p:grpSpPr>
                    <a:xfrm rot="658209">
                      <a:off x="2479276" y="3323586"/>
                      <a:ext cx="746642" cy="235253"/>
                      <a:chOff x="2620172" y="2546175"/>
                      <a:chExt cx="834986" cy="143092"/>
                    </a:xfrm>
                  </p:grpSpPr>
                  <p:sp>
                    <p:nvSpPr>
                      <p:cNvPr id="1912" name="Freeform: Shape 1911">
                        <a:extLst>
                          <a:ext uri="{FF2B5EF4-FFF2-40B4-BE49-F238E27FC236}">
                            <a16:creationId xmlns:a16="http://schemas.microsoft.com/office/drawing/2014/main" id="{AC206EAB-0821-432D-B802-1B0C56B6701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913" name="Rectangle: Rounded Corners 1912">
                        <a:extLst>
                          <a:ext uri="{FF2B5EF4-FFF2-40B4-BE49-F238E27FC236}">
                            <a16:creationId xmlns:a16="http://schemas.microsoft.com/office/drawing/2014/main" id="{013908A7-EF9D-46F7-85BC-ABCB9CE8CD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849" name="Group 1848">
                      <a:extLst>
                        <a:ext uri="{FF2B5EF4-FFF2-40B4-BE49-F238E27FC236}">
                          <a16:creationId xmlns:a16="http://schemas.microsoft.com/office/drawing/2014/main" id="{0325172A-2E74-4C42-A2DE-A413004F2A97}"/>
                        </a:ext>
                      </a:extLst>
                    </p:cNvPr>
                    <p:cNvGrpSpPr/>
                    <p:nvPr/>
                  </p:nvGrpSpPr>
                  <p:grpSpPr>
                    <a:xfrm rot="18837888">
                      <a:off x="1789768" y="223810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910" name="Freeform: Shape 1909">
                        <a:extLst>
                          <a:ext uri="{FF2B5EF4-FFF2-40B4-BE49-F238E27FC236}">
                            <a16:creationId xmlns:a16="http://schemas.microsoft.com/office/drawing/2014/main" id="{8345DE2E-74F9-41BF-83D4-3E5BAF2ECB4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911" name="Rectangle: Rounded Corners 1910">
                        <a:extLst>
                          <a:ext uri="{FF2B5EF4-FFF2-40B4-BE49-F238E27FC236}">
                            <a16:creationId xmlns:a16="http://schemas.microsoft.com/office/drawing/2014/main" id="{95845F59-7904-4C31-8F44-FE4AD192F7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850" name="Group 1849">
                      <a:extLst>
                        <a:ext uri="{FF2B5EF4-FFF2-40B4-BE49-F238E27FC236}">
                          <a16:creationId xmlns:a16="http://schemas.microsoft.com/office/drawing/2014/main" id="{86C42026-DFA9-42BD-8ECA-3A78B38E92CF}"/>
                        </a:ext>
                      </a:extLst>
                    </p:cNvPr>
                    <p:cNvGrpSpPr/>
                    <p:nvPr/>
                  </p:nvGrpSpPr>
                  <p:grpSpPr>
                    <a:xfrm rot="16200000">
                      <a:off x="563034" y="2429570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908" name="Freeform: Shape 1907">
                        <a:extLst>
                          <a:ext uri="{FF2B5EF4-FFF2-40B4-BE49-F238E27FC236}">
                            <a16:creationId xmlns:a16="http://schemas.microsoft.com/office/drawing/2014/main" id="{151E7519-D8BE-4480-9C49-876F92EA75F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909" name="Rectangle: Rounded Corners 1908">
                        <a:extLst>
                          <a:ext uri="{FF2B5EF4-FFF2-40B4-BE49-F238E27FC236}">
                            <a16:creationId xmlns:a16="http://schemas.microsoft.com/office/drawing/2014/main" id="{149D5F65-A2FC-49D5-81C8-B9FED083B1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851" name="Group 1850">
                      <a:extLst>
                        <a:ext uri="{FF2B5EF4-FFF2-40B4-BE49-F238E27FC236}">
                          <a16:creationId xmlns:a16="http://schemas.microsoft.com/office/drawing/2014/main" id="{4D0E76A4-46AF-4112-BE42-16F94AD0DB40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350328" y="442527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906" name="Freeform: Shape 1905">
                        <a:extLst>
                          <a:ext uri="{FF2B5EF4-FFF2-40B4-BE49-F238E27FC236}">
                            <a16:creationId xmlns:a16="http://schemas.microsoft.com/office/drawing/2014/main" id="{84D9123C-BCD9-480E-A68D-57455C16100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907" name="Rectangle: Rounded Corners 1906">
                        <a:extLst>
                          <a:ext uri="{FF2B5EF4-FFF2-40B4-BE49-F238E27FC236}">
                            <a16:creationId xmlns:a16="http://schemas.microsoft.com/office/drawing/2014/main" id="{8BD63F03-E1A7-4A7C-B141-10A8005BE0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852" name="Group 1851">
                      <a:extLst>
                        <a:ext uri="{FF2B5EF4-FFF2-40B4-BE49-F238E27FC236}">
                          <a16:creationId xmlns:a16="http://schemas.microsoft.com/office/drawing/2014/main" id="{AAC81C0C-4725-4866-A1C8-9BB7C5E100A4}"/>
                        </a:ext>
                      </a:extLst>
                    </p:cNvPr>
                    <p:cNvGrpSpPr/>
                    <p:nvPr/>
                  </p:nvGrpSpPr>
                  <p:grpSpPr>
                    <a:xfrm rot="5880914">
                      <a:off x="789613" y="438062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904" name="Freeform: Shape 1903">
                        <a:extLst>
                          <a:ext uri="{FF2B5EF4-FFF2-40B4-BE49-F238E27FC236}">
                            <a16:creationId xmlns:a16="http://schemas.microsoft.com/office/drawing/2014/main" id="{ACE09D2A-3502-4D41-B93B-DA28CD73F95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905" name="Rectangle: Rounded Corners 1904">
                        <a:extLst>
                          <a:ext uri="{FF2B5EF4-FFF2-40B4-BE49-F238E27FC236}">
                            <a16:creationId xmlns:a16="http://schemas.microsoft.com/office/drawing/2014/main" id="{965FC4C9-4284-4DD2-982A-CA2AD1BD18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853" name="Group 1852">
                      <a:extLst>
                        <a:ext uri="{FF2B5EF4-FFF2-40B4-BE49-F238E27FC236}">
                          <a16:creationId xmlns:a16="http://schemas.microsoft.com/office/drawing/2014/main" id="{5834CF84-CC71-4DF5-9498-F7A6978B202A}"/>
                        </a:ext>
                      </a:extLst>
                    </p:cNvPr>
                    <p:cNvGrpSpPr/>
                    <p:nvPr/>
                  </p:nvGrpSpPr>
                  <p:grpSpPr>
                    <a:xfrm rot="13587211">
                      <a:off x="651990" y="2929858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902" name="Freeform: Shape 1901">
                        <a:extLst>
                          <a:ext uri="{FF2B5EF4-FFF2-40B4-BE49-F238E27FC236}">
                            <a16:creationId xmlns:a16="http://schemas.microsoft.com/office/drawing/2014/main" id="{6E8DE0A6-D97B-4BC7-BF3C-B75B06FF326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903" name="Rectangle: Rounded Corners 1902">
                        <a:extLst>
                          <a:ext uri="{FF2B5EF4-FFF2-40B4-BE49-F238E27FC236}">
                            <a16:creationId xmlns:a16="http://schemas.microsoft.com/office/drawing/2014/main" id="{F3D83CAC-3EA6-487B-977B-D7A02F2C2D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854" name="Group 1853">
                      <a:extLst>
                        <a:ext uri="{FF2B5EF4-FFF2-40B4-BE49-F238E27FC236}">
                          <a16:creationId xmlns:a16="http://schemas.microsoft.com/office/drawing/2014/main" id="{B516AAF1-5D74-47BC-86E5-E1EE222C9E4D}"/>
                        </a:ext>
                      </a:extLst>
                    </p:cNvPr>
                    <p:cNvGrpSpPr/>
                    <p:nvPr/>
                  </p:nvGrpSpPr>
                  <p:grpSpPr>
                    <a:xfrm rot="11351284">
                      <a:off x="163719" y="3807693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900" name="Freeform: Shape 1899">
                        <a:extLst>
                          <a:ext uri="{FF2B5EF4-FFF2-40B4-BE49-F238E27FC236}">
                            <a16:creationId xmlns:a16="http://schemas.microsoft.com/office/drawing/2014/main" id="{ABBDB69C-2D2C-465C-B172-5E84AAAB2FF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901" name="Rectangle: Rounded Corners 1900">
                        <a:extLst>
                          <a:ext uri="{FF2B5EF4-FFF2-40B4-BE49-F238E27FC236}">
                            <a16:creationId xmlns:a16="http://schemas.microsoft.com/office/drawing/2014/main" id="{49B311AF-CEFB-48CF-B627-47FAAA381C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855" name="Group 1854">
                      <a:extLst>
                        <a:ext uri="{FF2B5EF4-FFF2-40B4-BE49-F238E27FC236}">
                          <a16:creationId xmlns:a16="http://schemas.microsoft.com/office/drawing/2014/main" id="{EB293BE6-063E-423E-BCEB-E0E915AC452D}"/>
                        </a:ext>
                      </a:extLst>
                    </p:cNvPr>
                    <p:cNvGrpSpPr/>
                    <p:nvPr/>
                  </p:nvGrpSpPr>
                  <p:grpSpPr>
                    <a:xfrm rot="4193783">
                      <a:off x="2062756" y="4148262"/>
                      <a:ext cx="706454" cy="171076"/>
                      <a:chOff x="2620172" y="2546175"/>
                      <a:chExt cx="834986" cy="143092"/>
                    </a:xfrm>
                  </p:grpSpPr>
                  <p:sp>
                    <p:nvSpPr>
                      <p:cNvPr id="1898" name="Freeform: Shape 1897">
                        <a:extLst>
                          <a:ext uri="{FF2B5EF4-FFF2-40B4-BE49-F238E27FC236}">
                            <a16:creationId xmlns:a16="http://schemas.microsoft.com/office/drawing/2014/main" id="{809A2D74-6F48-40B1-8B11-F372A2DF6EC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899" name="Rectangle: Rounded Corners 1898">
                        <a:extLst>
                          <a:ext uri="{FF2B5EF4-FFF2-40B4-BE49-F238E27FC236}">
                            <a16:creationId xmlns:a16="http://schemas.microsoft.com/office/drawing/2014/main" id="{89C796BE-551E-4D31-8084-2D46595570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856" name="Group 1855">
                      <a:extLst>
                        <a:ext uri="{FF2B5EF4-FFF2-40B4-BE49-F238E27FC236}">
                          <a16:creationId xmlns:a16="http://schemas.microsoft.com/office/drawing/2014/main" id="{09BD1FD0-32AD-42B6-9A9F-090A2C13505A}"/>
                        </a:ext>
                      </a:extLst>
                    </p:cNvPr>
                    <p:cNvGrpSpPr/>
                    <p:nvPr/>
                  </p:nvGrpSpPr>
                  <p:grpSpPr>
                    <a:xfrm rot="1837203">
                      <a:off x="2331692" y="387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896" name="Freeform: Shape 1895">
                        <a:extLst>
                          <a:ext uri="{FF2B5EF4-FFF2-40B4-BE49-F238E27FC236}">
                            <a16:creationId xmlns:a16="http://schemas.microsoft.com/office/drawing/2014/main" id="{CE83C185-16C8-4E3C-88FE-B89B58032F4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897" name="Rectangle: Rounded Corners 1896">
                        <a:extLst>
                          <a:ext uri="{FF2B5EF4-FFF2-40B4-BE49-F238E27FC236}">
                            <a16:creationId xmlns:a16="http://schemas.microsoft.com/office/drawing/2014/main" id="{62CA0517-7C29-47DB-AD6A-C5782B0DB4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857" name="Group 1856">
                      <a:extLst>
                        <a:ext uri="{FF2B5EF4-FFF2-40B4-BE49-F238E27FC236}">
                          <a16:creationId xmlns:a16="http://schemas.microsoft.com/office/drawing/2014/main" id="{1F6092B1-365E-440B-AD6A-E49F79455E9C}"/>
                        </a:ext>
                      </a:extLst>
                    </p:cNvPr>
                    <p:cNvGrpSpPr/>
                    <p:nvPr/>
                  </p:nvGrpSpPr>
                  <p:grpSpPr>
                    <a:xfrm rot="932650">
                      <a:off x="2489621" y="310501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894" name="Freeform: Shape 1893">
                        <a:extLst>
                          <a:ext uri="{FF2B5EF4-FFF2-40B4-BE49-F238E27FC236}">
                            <a16:creationId xmlns:a16="http://schemas.microsoft.com/office/drawing/2014/main" id="{3B0C5959-BA85-4E6B-8398-2CE81A475E5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895" name="Rectangle: Rounded Corners 1894">
                        <a:extLst>
                          <a:ext uri="{FF2B5EF4-FFF2-40B4-BE49-F238E27FC236}">
                            <a16:creationId xmlns:a16="http://schemas.microsoft.com/office/drawing/2014/main" id="{58DCD4FF-2991-4ED8-B42E-8244B16991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858" name="Group 1857">
                      <a:extLst>
                        <a:ext uri="{FF2B5EF4-FFF2-40B4-BE49-F238E27FC236}">
                          <a16:creationId xmlns:a16="http://schemas.microsoft.com/office/drawing/2014/main" id="{5BBA4166-1805-4CAA-BF30-7C2F9F4CF0BD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686489" y="34904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892" name="Freeform: Shape 1891">
                        <a:extLst>
                          <a:ext uri="{FF2B5EF4-FFF2-40B4-BE49-F238E27FC236}">
                            <a16:creationId xmlns:a16="http://schemas.microsoft.com/office/drawing/2014/main" id="{6F8C72C3-EC1D-408A-8DD5-3BD26D1A8B1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893" name="Rectangle: Rounded Corners 1892">
                        <a:extLst>
                          <a:ext uri="{FF2B5EF4-FFF2-40B4-BE49-F238E27FC236}">
                            <a16:creationId xmlns:a16="http://schemas.microsoft.com/office/drawing/2014/main" id="{B5AFAE69-3E74-4F31-8CCE-D74F94B609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859" name="Group 1858">
                      <a:extLst>
                        <a:ext uri="{FF2B5EF4-FFF2-40B4-BE49-F238E27FC236}">
                          <a16:creationId xmlns:a16="http://schemas.microsoft.com/office/drawing/2014/main" id="{15600364-6352-4B9A-A872-FF1E7332893E}"/>
                        </a:ext>
                      </a:extLst>
                    </p:cNvPr>
                    <p:cNvGrpSpPr/>
                    <p:nvPr/>
                  </p:nvGrpSpPr>
                  <p:grpSpPr>
                    <a:xfrm rot="16924252">
                      <a:off x="1635001" y="2371073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890" name="Freeform: Shape 1889">
                        <a:extLst>
                          <a:ext uri="{FF2B5EF4-FFF2-40B4-BE49-F238E27FC236}">
                            <a16:creationId xmlns:a16="http://schemas.microsoft.com/office/drawing/2014/main" id="{D4E23ADD-179E-43D8-8629-1F9694108994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891" name="Rectangle: Rounded Corners 1890">
                        <a:extLst>
                          <a:ext uri="{FF2B5EF4-FFF2-40B4-BE49-F238E27FC236}">
                            <a16:creationId xmlns:a16="http://schemas.microsoft.com/office/drawing/2014/main" id="{A070319B-551B-4B1C-9A93-063031CCD4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860" name="Group 1859">
                      <a:extLst>
                        <a:ext uri="{FF2B5EF4-FFF2-40B4-BE49-F238E27FC236}">
                          <a16:creationId xmlns:a16="http://schemas.microsoft.com/office/drawing/2014/main" id="{49068774-641E-400C-AB43-89F5429EC2C9}"/>
                        </a:ext>
                      </a:extLst>
                    </p:cNvPr>
                    <p:cNvGrpSpPr/>
                    <p:nvPr/>
                  </p:nvGrpSpPr>
                  <p:grpSpPr>
                    <a:xfrm rot="15677156">
                      <a:off x="985517" y="2521255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888" name="Freeform: Shape 1887">
                        <a:extLst>
                          <a:ext uri="{FF2B5EF4-FFF2-40B4-BE49-F238E27FC236}">
                            <a16:creationId xmlns:a16="http://schemas.microsoft.com/office/drawing/2014/main" id="{E43B4E6F-790E-4AE8-BCF4-13303AF9796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889" name="Rectangle: Rounded Corners 1888">
                        <a:extLst>
                          <a:ext uri="{FF2B5EF4-FFF2-40B4-BE49-F238E27FC236}">
                            <a16:creationId xmlns:a16="http://schemas.microsoft.com/office/drawing/2014/main" id="{1B030335-A1EE-4E20-B57A-591B3215EF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861" name="Group 1860">
                      <a:extLst>
                        <a:ext uri="{FF2B5EF4-FFF2-40B4-BE49-F238E27FC236}">
                          <a16:creationId xmlns:a16="http://schemas.microsoft.com/office/drawing/2014/main" id="{BCCD8B86-0633-4B38-874C-154251D73373}"/>
                        </a:ext>
                      </a:extLst>
                    </p:cNvPr>
                    <p:cNvGrpSpPr/>
                    <p:nvPr/>
                  </p:nvGrpSpPr>
                  <p:grpSpPr>
                    <a:xfrm rot="14354853" flipV="1">
                      <a:off x="976412" y="243847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886" name="Freeform: Shape 1885">
                        <a:extLst>
                          <a:ext uri="{FF2B5EF4-FFF2-40B4-BE49-F238E27FC236}">
                            <a16:creationId xmlns:a16="http://schemas.microsoft.com/office/drawing/2014/main" id="{C9E56E77-31F5-4830-BC79-BAD1C0A259A4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887" name="Rectangle: Rounded Corners 1886">
                        <a:extLst>
                          <a:ext uri="{FF2B5EF4-FFF2-40B4-BE49-F238E27FC236}">
                            <a16:creationId xmlns:a16="http://schemas.microsoft.com/office/drawing/2014/main" id="{59AE4D81-4622-4D38-8E43-237A4C6EE1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862" name="Group 1861">
                      <a:extLst>
                        <a:ext uri="{FF2B5EF4-FFF2-40B4-BE49-F238E27FC236}">
                          <a16:creationId xmlns:a16="http://schemas.microsoft.com/office/drawing/2014/main" id="{9FA12119-8D46-4276-B0AC-5E9A5E994221}"/>
                        </a:ext>
                      </a:extLst>
                    </p:cNvPr>
                    <p:cNvGrpSpPr/>
                    <p:nvPr/>
                  </p:nvGrpSpPr>
                  <p:grpSpPr>
                    <a:xfrm rot="9793356" flipV="1">
                      <a:off x="215985" y="323790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884" name="Freeform: Shape 1883">
                        <a:extLst>
                          <a:ext uri="{FF2B5EF4-FFF2-40B4-BE49-F238E27FC236}">
                            <a16:creationId xmlns:a16="http://schemas.microsoft.com/office/drawing/2014/main" id="{E985BC54-9DAF-4F2E-BC9D-C6E9187CC97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885" name="Rectangle: Rounded Corners 1884">
                        <a:extLst>
                          <a:ext uri="{FF2B5EF4-FFF2-40B4-BE49-F238E27FC236}">
                            <a16:creationId xmlns:a16="http://schemas.microsoft.com/office/drawing/2014/main" id="{CC2E1415-48AA-42A1-967D-48CAA1F653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863" name="Group 1862">
                      <a:extLst>
                        <a:ext uri="{FF2B5EF4-FFF2-40B4-BE49-F238E27FC236}">
                          <a16:creationId xmlns:a16="http://schemas.microsoft.com/office/drawing/2014/main" id="{9BB422EB-39A8-462E-B75D-2A960CD3E82D}"/>
                        </a:ext>
                      </a:extLst>
                    </p:cNvPr>
                    <p:cNvGrpSpPr/>
                    <p:nvPr/>
                  </p:nvGrpSpPr>
                  <p:grpSpPr>
                    <a:xfrm rot="6907686" flipV="1">
                      <a:off x="692019" y="393196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882" name="Freeform: Shape 1881">
                        <a:extLst>
                          <a:ext uri="{FF2B5EF4-FFF2-40B4-BE49-F238E27FC236}">
                            <a16:creationId xmlns:a16="http://schemas.microsoft.com/office/drawing/2014/main" id="{223F3333-4E84-4E3D-8BEA-31570785ECC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883" name="Rectangle: Rounded Corners 1882">
                        <a:extLst>
                          <a:ext uri="{FF2B5EF4-FFF2-40B4-BE49-F238E27FC236}">
                            <a16:creationId xmlns:a16="http://schemas.microsoft.com/office/drawing/2014/main" id="{559DCCC5-DB60-4050-A7D1-9C39A4F0BD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864" name="Group 1863">
                      <a:extLst>
                        <a:ext uri="{FF2B5EF4-FFF2-40B4-BE49-F238E27FC236}">
                          <a16:creationId xmlns:a16="http://schemas.microsoft.com/office/drawing/2014/main" id="{E411723C-9C38-4141-9B9C-876F797E4302}"/>
                        </a:ext>
                      </a:extLst>
                    </p:cNvPr>
                    <p:cNvGrpSpPr/>
                    <p:nvPr/>
                  </p:nvGrpSpPr>
                  <p:grpSpPr>
                    <a:xfrm rot="1465711" flipV="1">
                      <a:off x="2002734" y="340448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880" name="Freeform: Shape 1879">
                        <a:extLst>
                          <a:ext uri="{FF2B5EF4-FFF2-40B4-BE49-F238E27FC236}">
                            <a16:creationId xmlns:a16="http://schemas.microsoft.com/office/drawing/2014/main" id="{14CBCD44-213B-41EB-A18F-7A8F0C9E64D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881" name="Rectangle: Rounded Corners 1880">
                        <a:extLst>
                          <a:ext uri="{FF2B5EF4-FFF2-40B4-BE49-F238E27FC236}">
                            <a16:creationId xmlns:a16="http://schemas.microsoft.com/office/drawing/2014/main" id="{D95A6FED-A118-413C-8780-4658F791F9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865" name="Group 1864">
                      <a:extLst>
                        <a:ext uri="{FF2B5EF4-FFF2-40B4-BE49-F238E27FC236}">
                          <a16:creationId xmlns:a16="http://schemas.microsoft.com/office/drawing/2014/main" id="{43F7512B-746A-4163-ADAB-7144BDAB9DED}"/>
                        </a:ext>
                      </a:extLst>
                    </p:cNvPr>
                    <p:cNvGrpSpPr/>
                    <p:nvPr/>
                  </p:nvGrpSpPr>
                  <p:grpSpPr>
                    <a:xfrm rot="19016516">
                      <a:off x="1733273" y="283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878" name="Freeform: Shape 1877">
                        <a:extLst>
                          <a:ext uri="{FF2B5EF4-FFF2-40B4-BE49-F238E27FC236}">
                            <a16:creationId xmlns:a16="http://schemas.microsoft.com/office/drawing/2014/main" id="{E22DF686-C62D-466C-86DD-C4BF97105A2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879" name="Rectangle: Rounded Corners 1878">
                        <a:extLst>
                          <a:ext uri="{FF2B5EF4-FFF2-40B4-BE49-F238E27FC236}">
                            <a16:creationId xmlns:a16="http://schemas.microsoft.com/office/drawing/2014/main" id="{4A9660AF-6F9D-471D-967B-20AEC1D943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866" name="Group 1865">
                      <a:extLst>
                        <a:ext uri="{FF2B5EF4-FFF2-40B4-BE49-F238E27FC236}">
                          <a16:creationId xmlns:a16="http://schemas.microsoft.com/office/drawing/2014/main" id="{7C6C4EDD-7E08-45B1-AB90-E72DA48FCD0B}"/>
                        </a:ext>
                      </a:extLst>
                    </p:cNvPr>
                    <p:cNvGrpSpPr/>
                    <p:nvPr/>
                  </p:nvGrpSpPr>
                  <p:grpSpPr>
                    <a:xfrm rot="19245075">
                      <a:off x="1632068" y="282541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876" name="Freeform: Shape 1875">
                        <a:extLst>
                          <a:ext uri="{FF2B5EF4-FFF2-40B4-BE49-F238E27FC236}">
                            <a16:creationId xmlns:a16="http://schemas.microsoft.com/office/drawing/2014/main" id="{A5E6CCD8-AEDF-47D7-BA82-60F3581D4F5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877" name="Rectangle: Rounded Corners 1876">
                        <a:extLst>
                          <a:ext uri="{FF2B5EF4-FFF2-40B4-BE49-F238E27FC236}">
                            <a16:creationId xmlns:a16="http://schemas.microsoft.com/office/drawing/2014/main" id="{F1C67F65-35F3-43D9-A9DF-423F7216F0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867" name="Group 1866">
                      <a:extLst>
                        <a:ext uri="{FF2B5EF4-FFF2-40B4-BE49-F238E27FC236}">
                          <a16:creationId xmlns:a16="http://schemas.microsoft.com/office/drawing/2014/main" id="{B869FC83-DB86-4F09-8AD1-E4BA5FC37FD3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838889" y="36428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874" name="Freeform: Shape 1873">
                        <a:extLst>
                          <a:ext uri="{FF2B5EF4-FFF2-40B4-BE49-F238E27FC236}">
                            <a16:creationId xmlns:a16="http://schemas.microsoft.com/office/drawing/2014/main" id="{7AB80D5E-B225-437C-BCBF-055A0DB6E14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875" name="Rectangle: Rounded Corners 1874">
                        <a:extLst>
                          <a:ext uri="{FF2B5EF4-FFF2-40B4-BE49-F238E27FC236}">
                            <a16:creationId xmlns:a16="http://schemas.microsoft.com/office/drawing/2014/main" id="{B28D47A9-1399-4F9F-952B-881F63DCA3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868" name="Group 1867">
                      <a:extLst>
                        <a:ext uri="{FF2B5EF4-FFF2-40B4-BE49-F238E27FC236}">
                          <a16:creationId xmlns:a16="http://schemas.microsoft.com/office/drawing/2014/main" id="{33BBA47D-2EC1-449F-93AE-15B61D93D95D}"/>
                        </a:ext>
                      </a:extLst>
                    </p:cNvPr>
                    <p:cNvGrpSpPr/>
                    <p:nvPr/>
                  </p:nvGrpSpPr>
                  <p:grpSpPr>
                    <a:xfrm rot="15824399">
                      <a:off x="1224680" y="281893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872" name="Freeform: Shape 1871">
                        <a:extLst>
                          <a:ext uri="{FF2B5EF4-FFF2-40B4-BE49-F238E27FC236}">
                            <a16:creationId xmlns:a16="http://schemas.microsoft.com/office/drawing/2014/main" id="{0A7BF3CE-558B-479C-B549-2902C520CEF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873" name="Rectangle: Rounded Corners 1872">
                        <a:extLst>
                          <a:ext uri="{FF2B5EF4-FFF2-40B4-BE49-F238E27FC236}">
                            <a16:creationId xmlns:a16="http://schemas.microsoft.com/office/drawing/2014/main" id="{176A629A-88D7-4600-8A9E-816087424C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869" name="Group 1868">
                      <a:extLst>
                        <a:ext uri="{FF2B5EF4-FFF2-40B4-BE49-F238E27FC236}">
                          <a16:creationId xmlns:a16="http://schemas.microsoft.com/office/drawing/2014/main" id="{D3E8B1AB-3138-4E69-AFEE-2B197667EE8A}"/>
                        </a:ext>
                      </a:extLst>
                    </p:cNvPr>
                    <p:cNvGrpSpPr/>
                    <p:nvPr/>
                  </p:nvGrpSpPr>
                  <p:grpSpPr>
                    <a:xfrm rot="16697394">
                      <a:off x="1080028" y="2168448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870" name="Freeform: Shape 1869">
                        <a:extLst>
                          <a:ext uri="{FF2B5EF4-FFF2-40B4-BE49-F238E27FC236}">
                            <a16:creationId xmlns:a16="http://schemas.microsoft.com/office/drawing/2014/main" id="{B4305FF3-7BBF-45A5-9611-D95BF03947A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871" name="Rectangle: Rounded Corners 1870">
                        <a:extLst>
                          <a:ext uri="{FF2B5EF4-FFF2-40B4-BE49-F238E27FC236}">
                            <a16:creationId xmlns:a16="http://schemas.microsoft.com/office/drawing/2014/main" id="{394574F0-247E-4312-8EE7-7C7A8B447B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</p:grpSp>
              <p:sp>
                <p:nvSpPr>
                  <p:cNvPr id="1840" name="Freeform: Shape 1839">
                    <a:extLst>
                      <a:ext uri="{FF2B5EF4-FFF2-40B4-BE49-F238E27FC236}">
                        <a16:creationId xmlns:a16="http://schemas.microsoft.com/office/drawing/2014/main" id="{9FBFD99B-45B8-4136-9F94-3DA3C624E24D}"/>
                      </a:ext>
                    </a:extLst>
                  </p:cNvPr>
                  <p:cNvSpPr/>
                  <p:nvPr/>
                </p:nvSpPr>
                <p:spPr>
                  <a:xfrm rot="6017948" flipV="1">
                    <a:off x="1305755" y="4290452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841" name="Freeform: Shape 1840">
                    <a:extLst>
                      <a:ext uri="{FF2B5EF4-FFF2-40B4-BE49-F238E27FC236}">
                        <a16:creationId xmlns:a16="http://schemas.microsoft.com/office/drawing/2014/main" id="{9921521F-4199-4E11-8EC5-98A237E886DE}"/>
                      </a:ext>
                    </a:extLst>
                  </p:cNvPr>
                  <p:cNvSpPr/>
                  <p:nvPr/>
                </p:nvSpPr>
                <p:spPr>
                  <a:xfrm rot="21277659">
                    <a:off x="2517403" y="2906549"/>
                    <a:ext cx="690584" cy="235253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842" name="Freeform: Shape 1841">
                    <a:extLst>
                      <a:ext uri="{FF2B5EF4-FFF2-40B4-BE49-F238E27FC236}">
                        <a16:creationId xmlns:a16="http://schemas.microsoft.com/office/drawing/2014/main" id="{564D061B-C65B-41A2-8402-83F7B709BC25}"/>
                      </a:ext>
                    </a:extLst>
                  </p:cNvPr>
                  <p:cNvSpPr/>
                  <p:nvPr/>
                </p:nvSpPr>
                <p:spPr>
                  <a:xfrm rot="11528244" flipV="1">
                    <a:off x="344853" y="2978311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</p:grpSp>
            <p:grpSp>
              <p:nvGrpSpPr>
                <p:cNvPr id="9" name="Group 8">
                  <a:extLst>
                    <a:ext uri="{FF2B5EF4-FFF2-40B4-BE49-F238E27FC236}">
                      <a16:creationId xmlns:a16="http://schemas.microsoft.com/office/drawing/2014/main" id="{ED1A5F73-2E24-4553-9D64-D035F3A730BD}"/>
                    </a:ext>
                  </a:extLst>
                </p:cNvPr>
                <p:cNvGrpSpPr/>
                <p:nvPr/>
              </p:nvGrpSpPr>
              <p:grpSpPr>
                <a:xfrm>
                  <a:off x="3528453" y="2101500"/>
                  <a:ext cx="531923" cy="573923"/>
                  <a:chOff x="163719" y="1822501"/>
                  <a:chExt cx="3062199" cy="3047160"/>
                </a:xfrm>
              </p:grpSpPr>
              <p:grpSp>
                <p:nvGrpSpPr>
                  <p:cNvPr id="1474" name="Group 1473">
                    <a:extLst>
                      <a:ext uri="{FF2B5EF4-FFF2-40B4-BE49-F238E27FC236}">
                        <a16:creationId xmlns:a16="http://schemas.microsoft.com/office/drawing/2014/main" id="{59364F66-ABDB-4765-ACF4-020C0FF292F8}"/>
                      </a:ext>
                    </a:extLst>
                  </p:cNvPr>
                  <p:cNvGrpSpPr/>
                  <p:nvPr/>
                </p:nvGrpSpPr>
                <p:grpSpPr>
                  <a:xfrm>
                    <a:off x="163719" y="1822501"/>
                    <a:ext cx="3062199" cy="3047160"/>
                    <a:chOff x="163719" y="1822501"/>
                    <a:chExt cx="3062199" cy="3047160"/>
                  </a:xfrm>
                </p:grpSpPr>
                <p:grpSp>
                  <p:nvGrpSpPr>
                    <p:cNvPr id="1478" name="Group 1477">
                      <a:extLst>
                        <a:ext uri="{FF2B5EF4-FFF2-40B4-BE49-F238E27FC236}">
                          <a16:creationId xmlns:a16="http://schemas.microsoft.com/office/drawing/2014/main" id="{944264B3-FEBB-429F-9EA7-C90D191F6D7D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683131" y="384412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837" name="Freeform: Shape 1836">
                        <a:extLst>
                          <a:ext uri="{FF2B5EF4-FFF2-40B4-BE49-F238E27FC236}">
                            <a16:creationId xmlns:a16="http://schemas.microsoft.com/office/drawing/2014/main" id="{C120E1B4-2621-4A13-928C-CD2BC15FA53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838" name="Rectangle: Rounded Corners 1837">
                        <a:extLst>
                          <a:ext uri="{FF2B5EF4-FFF2-40B4-BE49-F238E27FC236}">
                            <a16:creationId xmlns:a16="http://schemas.microsoft.com/office/drawing/2014/main" id="{CEC39B5B-B59F-4A3A-8381-EECE227F944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479" name="Group 1478">
                      <a:extLst>
                        <a:ext uri="{FF2B5EF4-FFF2-40B4-BE49-F238E27FC236}">
                          <a16:creationId xmlns:a16="http://schemas.microsoft.com/office/drawing/2014/main" id="{157D8E4C-A395-4645-8FE1-CD32892EB33E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123013" y="4110752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835" name="Freeform: Shape 1834">
                        <a:extLst>
                          <a:ext uri="{FF2B5EF4-FFF2-40B4-BE49-F238E27FC236}">
                            <a16:creationId xmlns:a16="http://schemas.microsoft.com/office/drawing/2014/main" id="{862E0BE6-B3C1-4993-945A-9EB3B92B83F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836" name="Rectangle: Rounded Corners 1835">
                        <a:extLst>
                          <a:ext uri="{FF2B5EF4-FFF2-40B4-BE49-F238E27FC236}">
                            <a16:creationId xmlns:a16="http://schemas.microsoft.com/office/drawing/2014/main" id="{5A42D55F-F634-49A9-91DC-F29B4AE0DA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480" name="Group 1479">
                      <a:extLst>
                        <a:ext uri="{FF2B5EF4-FFF2-40B4-BE49-F238E27FC236}">
                          <a16:creationId xmlns:a16="http://schemas.microsoft.com/office/drawing/2014/main" id="{3E884FF0-6ED9-42E5-807F-603861550D2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0260" y="2440902"/>
                      <a:ext cx="1730523" cy="1839492"/>
                      <a:chOff x="420511" y="1784768"/>
                      <a:chExt cx="1730523" cy="1839492"/>
                    </a:xfrm>
                  </p:grpSpPr>
                  <p:grpSp>
                    <p:nvGrpSpPr>
                      <p:cNvPr id="1553" name="Group 1552">
                        <a:extLst>
                          <a:ext uri="{FF2B5EF4-FFF2-40B4-BE49-F238E27FC236}">
                            <a16:creationId xmlns:a16="http://schemas.microsoft.com/office/drawing/2014/main" id="{8EE04DA5-AD73-43DD-A752-8E26904E446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69572" y="1784768"/>
                        <a:ext cx="1081462" cy="1476716"/>
                        <a:chOff x="2089993" y="1523034"/>
                        <a:chExt cx="1081462" cy="1476716"/>
                      </a:xfrm>
                    </p:grpSpPr>
                    <p:grpSp>
                      <p:nvGrpSpPr>
                        <p:cNvPr id="1774" name="Group 1773">
                          <a:extLst>
                            <a:ext uri="{FF2B5EF4-FFF2-40B4-BE49-F238E27FC236}">
                              <a16:creationId xmlns:a16="http://schemas.microsoft.com/office/drawing/2014/main" id="{3D70749F-00D4-4936-84EE-FCDEB2B0A6D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70705"/>
                          <a:ext cx="101484" cy="1016226"/>
                          <a:chOff x="1800622" y="2364951"/>
                          <a:chExt cx="101484" cy="1016226"/>
                        </a:xfrm>
                      </p:grpSpPr>
                      <p:sp>
                        <p:nvSpPr>
                          <p:cNvPr id="1831" name="Flowchart: Connector 1830">
                            <a:extLst>
                              <a:ext uri="{FF2B5EF4-FFF2-40B4-BE49-F238E27FC236}">
                                <a16:creationId xmlns:a16="http://schemas.microsoft.com/office/drawing/2014/main" id="{D7503DB8-695D-4E08-9138-B799B09532A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832" name="Flowchart: Connector 1831">
                            <a:extLst>
                              <a:ext uri="{FF2B5EF4-FFF2-40B4-BE49-F238E27FC236}">
                                <a16:creationId xmlns:a16="http://schemas.microsoft.com/office/drawing/2014/main" id="{0A1E85D0-BC3D-4E57-9CD7-F05F4342E82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833" name="Flowchart: Connector 1832">
                            <a:extLst>
                              <a:ext uri="{FF2B5EF4-FFF2-40B4-BE49-F238E27FC236}">
                                <a16:creationId xmlns:a16="http://schemas.microsoft.com/office/drawing/2014/main" id="{4A789573-0F16-41FC-83CE-7B63094AF5C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834" name="Flowchart: Connector 1833">
                            <a:extLst>
                              <a:ext uri="{FF2B5EF4-FFF2-40B4-BE49-F238E27FC236}">
                                <a16:creationId xmlns:a16="http://schemas.microsoft.com/office/drawing/2014/main" id="{2CFCA1CA-F46C-48A6-BCF6-FA04F637792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649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1775" name="Group 1774">
                          <a:extLst>
                            <a:ext uri="{FF2B5EF4-FFF2-40B4-BE49-F238E27FC236}">
                              <a16:creationId xmlns:a16="http://schemas.microsoft.com/office/drawing/2014/main" id="{F7AA35D1-9A93-4101-9945-1A117A5C4D1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23034"/>
                          <a:ext cx="1057223" cy="1476716"/>
                          <a:chOff x="2114232" y="1523034"/>
                          <a:chExt cx="1057223" cy="1476716"/>
                        </a:xfrm>
                      </p:grpSpPr>
                      <p:grpSp>
                        <p:nvGrpSpPr>
                          <p:cNvPr id="1776" name="Group 1775">
                            <a:extLst>
                              <a:ext uri="{FF2B5EF4-FFF2-40B4-BE49-F238E27FC236}">
                                <a16:creationId xmlns:a16="http://schemas.microsoft.com/office/drawing/2014/main" id="{2B5EF173-40C8-4C3C-839C-DE8A192EFEA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47544" cy="539639"/>
                            <a:chOff x="3717189" y="1719497"/>
                            <a:chExt cx="1047544" cy="539639"/>
                          </a:xfrm>
                        </p:grpSpPr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824" name="3D Model 1823" descr="Sphere">
                                  <a:extLst>
                                    <a:ext uri="{FF2B5EF4-FFF2-40B4-BE49-F238E27FC236}">
                                      <a16:creationId xmlns:a16="http://schemas.microsoft.com/office/drawing/2014/main" id="{218F12B5-9349-4EE4-BB99-9BB9065F210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894448664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825" name="Flowchart: Connector 1824">
                              <a:extLst>
                                <a:ext uri="{FF2B5EF4-FFF2-40B4-BE49-F238E27FC236}">
                                  <a16:creationId xmlns:a16="http://schemas.microsoft.com/office/drawing/2014/main" id="{B1C20B02-091B-4976-B9F4-F3D5A5E1B7B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826" name="3D Model 1825" descr="Sphere">
                                  <a:extLst>
                                    <a:ext uri="{FF2B5EF4-FFF2-40B4-BE49-F238E27FC236}">
                                      <a16:creationId xmlns:a16="http://schemas.microsoft.com/office/drawing/2014/main" id="{872B4DDC-2370-4FB8-98ED-D4E75045E9C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584154226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827" name="Flowchart: Connector 1826">
                              <a:extLst>
                                <a:ext uri="{FF2B5EF4-FFF2-40B4-BE49-F238E27FC236}">
                                  <a16:creationId xmlns:a16="http://schemas.microsoft.com/office/drawing/2014/main" id="{8AF85125-B3FC-4C7C-87B2-604ED600ADB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828" name="3D Model 1827" descr="Sphere">
                                  <a:extLst>
                                    <a:ext uri="{FF2B5EF4-FFF2-40B4-BE49-F238E27FC236}">
                                      <a16:creationId xmlns:a16="http://schemas.microsoft.com/office/drawing/2014/main" id="{34652B2A-E3E3-4E4D-9D49-D75B1DE148C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96994015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829" name="Flowchart: Connector 1828">
                              <a:extLst>
                                <a:ext uri="{FF2B5EF4-FFF2-40B4-BE49-F238E27FC236}">
                                  <a16:creationId xmlns:a16="http://schemas.microsoft.com/office/drawing/2014/main" id="{F474F2EE-E072-4F30-827E-F3050C35D1F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830" name="3D Model 1829" descr="Sphere">
                                  <a:extLst>
                                    <a:ext uri="{FF2B5EF4-FFF2-40B4-BE49-F238E27FC236}">
                                      <a16:creationId xmlns:a16="http://schemas.microsoft.com/office/drawing/2014/main" id="{590C71E9-263F-42A2-AD77-D80515A07EE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207399008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777" name="Group 1776">
                            <a:extLst>
                              <a:ext uri="{FF2B5EF4-FFF2-40B4-BE49-F238E27FC236}">
                                <a16:creationId xmlns:a16="http://schemas.microsoft.com/office/drawing/2014/main" id="{9E553B5B-1C5E-45A1-907D-B1270176F66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1809" name="Flowchart: Connector 1808">
                              <a:extLst>
                                <a:ext uri="{FF2B5EF4-FFF2-40B4-BE49-F238E27FC236}">
                                  <a16:creationId xmlns:a16="http://schemas.microsoft.com/office/drawing/2014/main" id="{B8D64908-EF55-4D1E-9D25-2E71EF6BC03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810" name="Flowchart: Connector 1809">
                              <a:extLst>
                                <a:ext uri="{FF2B5EF4-FFF2-40B4-BE49-F238E27FC236}">
                                  <a16:creationId xmlns:a16="http://schemas.microsoft.com/office/drawing/2014/main" id="{6C0A06EC-FC8C-49CC-A664-9A2DAE6E5E7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811" name="Flowchart: Connector 1810">
                              <a:extLst>
                                <a:ext uri="{FF2B5EF4-FFF2-40B4-BE49-F238E27FC236}">
                                  <a16:creationId xmlns:a16="http://schemas.microsoft.com/office/drawing/2014/main" id="{97909269-2066-43AB-91F9-0FA5DE5D196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812" name="Flowchart: Connector 1811">
                              <a:extLst>
                                <a:ext uri="{FF2B5EF4-FFF2-40B4-BE49-F238E27FC236}">
                                  <a16:creationId xmlns:a16="http://schemas.microsoft.com/office/drawing/2014/main" id="{81BA021E-174A-40E9-9862-024016DAF80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813" name="Flowchart: Connector 1812">
                              <a:extLst>
                                <a:ext uri="{FF2B5EF4-FFF2-40B4-BE49-F238E27FC236}">
                                  <a16:creationId xmlns:a16="http://schemas.microsoft.com/office/drawing/2014/main" id="{1E477483-AE42-42B0-8CD0-9E9F6D63202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814" name="Flowchart: Connector 1813">
                              <a:extLst>
                                <a:ext uri="{FF2B5EF4-FFF2-40B4-BE49-F238E27FC236}">
                                  <a16:creationId xmlns:a16="http://schemas.microsoft.com/office/drawing/2014/main" id="{C5E99D44-23B1-495C-8613-ACBE4BB6AED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815" name="Flowchart: Connector 1814">
                              <a:extLst>
                                <a:ext uri="{FF2B5EF4-FFF2-40B4-BE49-F238E27FC236}">
                                  <a16:creationId xmlns:a16="http://schemas.microsoft.com/office/drawing/2014/main" id="{EA3E313F-32B6-47F3-821C-135F90A6B5E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816" name="Flowchart: Connector 1815">
                              <a:extLst>
                                <a:ext uri="{FF2B5EF4-FFF2-40B4-BE49-F238E27FC236}">
                                  <a16:creationId xmlns:a16="http://schemas.microsoft.com/office/drawing/2014/main" id="{44636604-AA5A-4B14-89C2-CEB9EEBB28E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817" name="3D Model 1816" descr="Sphere">
                                  <a:extLst>
                                    <a:ext uri="{FF2B5EF4-FFF2-40B4-BE49-F238E27FC236}">
                                      <a16:creationId xmlns:a16="http://schemas.microsoft.com/office/drawing/2014/main" id="{429B79D7-10E9-4B04-883C-05E64125719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333147927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818" name="Flowchart: Connector 1817">
                              <a:extLst>
                                <a:ext uri="{FF2B5EF4-FFF2-40B4-BE49-F238E27FC236}">
                                  <a16:creationId xmlns:a16="http://schemas.microsoft.com/office/drawing/2014/main" id="{FCDF7CA1-AAFF-4854-92DD-4C1BA544DAE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819" name="3D Model 1818" descr="Sphere">
                                  <a:extLst>
                                    <a:ext uri="{FF2B5EF4-FFF2-40B4-BE49-F238E27FC236}">
                                      <a16:creationId xmlns:a16="http://schemas.microsoft.com/office/drawing/2014/main" id="{6A6E00F5-AB1E-49B9-A6E5-F943F67D18F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033597540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820" name="Flowchart: Connector 1819">
                              <a:extLst>
                                <a:ext uri="{FF2B5EF4-FFF2-40B4-BE49-F238E27FC236}">
                                  <a16:creationId xmlns:a16="http://schemas.microsoft.com/office/drawing/2014/main" id="{F14B605D-DDD7-48F8-B340-90FD2F61995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821" name="3D Model 1820" descr="Sphere">
                                  <a:extLst>
                                    <a:ext uri="{FF2B5EF4-FFF2-40B4-BE49-F238E27FC236}">
                                      <a16:creationId xmlns:a16="http://schemas.microsoft.com/office/drawing/2014/main" id="{E29E05AA-9D9D-4B0C-810A-2A10493A8E3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441740849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822" name="Flowchart: Connector 1821">
                              <a:extLst>
                                <a:ext uri="{FF2B5EF4-FFF2-40B4-BE49-F238E27FC236}">
                                  <a16:creationId xmlns:a16="http://schemas.microsoft.com/office/drawing/2014/main" id="{8CBED1DD-088A-4087-9081-7899CBB212A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823" name="3D Model 1822" descr="Sphere">
                                  <a:extLst>
                                    <a:ext uri="{FF2B5EF4-FFF2-40B4-BE49-F238E27FC236}">
                                      <a16:creationId xmlns:a16="http://schemas.microsoft.com/office/drawing/2014/main" id="{45F93657-2645-4820-AC91-8BC12066DD7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262949319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778" name="Group 1777">
                            <a:extLst>
                              <a:ext uri="{FF2B5EF4-FFF2-40B4-BE49-F238E27FC236}">
                                <a16:creationId xmlns:a16="http://schemas.microsoft.com/office/drawing/2014/main" id="{669FEE04-E1EF-4779-921C-355BD70AE9C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1794" name="Flowchart: Connector 1793">
                              <a:extLst>
                                <a:ext uri="{FF2B5EF4-FFF2-40B4-BE49-F238E27FC236}">
                                  <a16:creationId xmlns:a16="http://schemas.microsoft.com/office/drawing/2014/main" id="{369B0C12-EB03-40F0-8795-C9DD3FCED375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795" name="Flowchart: Connector 1794">
                              <a:extLst>
                                <a:ext uri="{FF2B5EF4-FFF2-40B4-BE49-F238E27FC236}">
                                  <a16:creationId xmlns:a16="http://schemas.microsoft.com/office/drawing/2014/main" id="{CE2E59AC-013C-4815-946A-C0CD42ACCB2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796" name="Flowchart: Connector 1795">
                              <a:extLst>
                                <a:ext uri="{FF2B5EF4-FFF2-40B4-BE49-F238E27FC236}">
                                  <a16:creationId xmlns:a16="http://schemas.microsoft.com/office/drawing/2014/main" id="{2ED267F5-FC6A-4C50-9E11-BEB7E0D1F25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797" name="Flowchart: Connector 1796">
                              <a:extLst>
                                <a:ext uri="{FF2B5EF4-FFF2-40B4-BE49-F238E27FC236}">
                                  <a16:creationId xmlns:a16="http://schemas.microsoft.com/office/drawing/2014/main" id="{72C68FE7-8C5C-4329-9E9E-F1FF8FAF3EE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798" name="Flowchart: Connector 1797">
                              <a:extLst>
                                <a:ext uri="{FF2B5EF4-FFF2-40B4-BE49-F238E27FC236}">
                                  <a16:creationId xmlns:a16="http://schemas.microsoft.com/office/drawing/2014/main" id="{7D923ED2-25AF-46FE-BAC6-0ABA5A9D709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799" name="Flowchart: Connector 1798">
                              <a:extLst>
                                <a:ext uri="{FF2B5EF4-FFF2-40B4-BE49-F238E27FC236}">
                                  <a16:creationId xmlns:a16="http://schemas.microsoft.com/office/drawing/2014/main" id="{294DEFE7-3C26-4FC6-AD84-8EB133A48B8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800" name="Flowchart: Connector 1799">
                              <a:extLst>
                                <a:ext uri="{FF2B5EF4-FFF2-40B4-BE49-F238E27FC236}">
                                  <a16:creationId xmlns:a16="http://schemas.microsoft.com/office/drawing/2014/main" id="{F9E432EA-2763-48CB-B4A9-F3345EE08EB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801" name="Flowchart: Connector 1800">
                              <a:extLst>
                                <a:ext uri="{FF2B5EF4-FFF2-40B4-BE49-F238E27FC236}">
                                  <a16:creationId xmlns:a16="http://schemas.microsoft.com/office/drawing/2014/main" id="{800C1DF7-4A6C-4C9A-A671-1BFD04CB162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802" name="3D Model 1801" descr="Sphere">
                                  <a:extLst>
                                    <a:ext uri="{FF2B5EF4-FFF2-40B4-BE49-F238E27FC236}">
                                      <a16:creationId xmlns:a16="http://schemas.microsoft.com/office/drawing/2014/main" id="{D4FE441C-F459-40D8-AA3B-F4D835C47B7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220794851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803" name="Flowchart: Connector 1802">
                              <a:extLst>
                                <a:ext uri="{FF2B5EF4-FFF2-40B4-BE49-F238E27FC236}">
                                  <a16:creationId xmlns:a16="http://schemas.microsoft.com/office/drawing/2014/main" id="{C1DD4BB8-8A73-45E3-9E1D-5D9F49F0674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804" name="3D Model 1803" descr="Sphere">
                                  <a:extLst>
                                    <a:ext uri="{FF2B5EF4-FFF2-40B4-BE49-F238E27FC236}">
                                      <a16:creationId xmlns:a16="http://schemas.microsoft.com/office/drawing/2014/main" id="{A1A87F20-D618-47BE-A0A7-E1DE54B5F33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237589034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805" name="Flowchart: Connector 1804">
                              <a:extLst>
                                <a:ext uri="{FF2B5EF4-FFF2-40B4-BE49-F238E27FC236}">
                                  <a16:creationId xmlns:a16="http://schemas.microsoft.com/office/drawing/2014/main" id="{EAF2D103-5CF6-4686-A6D4-17FEFDC754B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806" name="3D Model 1805" descr="Sphere">
                                  <a:extLst>
                                    <a:ext uri="{FF2B5EF4-FFF2-40B4-BE49-F238E27FC236}">
                                      <a16:creationId xmlns:a16="http://schemas.microsoft.com/office/drawing/2014/main" id="{A75993F9-5280-47B7-8099-E2D6C0F8B6A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767349688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807" name="Flowchart: Connector 1806">
                              <a:extLst>
                                <a:ext uri="{FF2B5EF4-FFF2-40B4-BE49-F238E27FC236}">
                                  <a16:creationId xmlns:a16="http://schemas.microsoft.com/office/drawing/2014/main" id="{04BC9BFE-4AD0-47EC-8C80-E4BEA0DE58F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808" name="3D Model 1807" descr="Sphere">
                                  <a:extLst>
                                    <a:ext uri="{FF2B5EF4-FFF2-40B4-BE49-F238E27FC236}">
                                      <a16:creationId xmlns:a16="http://schemas.microsoft.com/office/drawing/2014/main" id="{1D1C190E-2E08-42BD-948E-02EE8A53E7D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13586380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1779" name="Flowchart: Connector 1778">
                            <a:extLst>
                              <a:ext uri="{FF2B5EF4-FFF2-40B4-BE49-F238E27FC236}">
                                <a16:creationId xmlns:a16="http://schemas.microsoft.com/office/drawing/2014/main" id="{D8AF9AB4-2A44-437F-A24C-C111A5D3E4E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780" name="Flowchart: Connector 1779">
                            <a:extLst>
                              <a:ext uri="{FF2B5EF4-FFF2-40B4-BE49-F238E27FC236}">
                                <a16:creationId xmlns:a16="http://schemas.microsoft.com/office/drawing/2014/main" id="{4F290EC9-89D0-41FB-82AC-8D748524C94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781" name="Flowchart: Connector 1780">
                            <a:extLst>
                              <a:ext uri="{FF2B5EF4-FFF2-40B4-BE49-F238E27FC236}">
                                <a16:creationId xmlns:a16="http://schemas.microsoft.com/office/drawing/2014/main" id="{84A24C2F-702E-43AD-827C-DEC4C4C4B8E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782" name="Flowchart: Connector 1781">
                            <a:extLst>
                              <a:ext uri="{FF2B5EF4-FFF2-40B4-BE49-F238E27FC236}">
                                <a16:creationId xmlns:a16="http://schemas.microsoft.com/office/drawing/2014/main" id="{FBF714D6-B794-41E0-9DE0-A0278FC2638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783" name="Flowchart: Connector 1782">
                            <a:extLst>
                              <a:ext uri="{FF2B5EF4-FFF2-40B4-BE49-F238E27FC236}">
                                <a16:creationId xmlns:a16="http://schemas.microsoft.com/office/drawing/2014/main" id="{6B5B1BE4-CCCE-425D-B615-0AD79CBDFD7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784" name="Flowchart: Connector 1783">
                            <a:extLst>
                              <a:ext uri="{FF2B5EF4-FFF2-40B4-BE49-F238E27FC236}">
                                <a16:creationId xmlns:a16="http://schemas.microsoft.com/office/drawing/2014/main" id="{818F9507-8483-4C4F-B2ED-964F7D1FCC3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785" name="Flowchart: Connector 1784">
                            <a:extLst>
                              <a:ext uri="{FF2B5EF4-FFF2-40B4-BE49-F238E27FC236}">
                                <a16:creationId xmlns:a16="http://schemas.microsoft.com/office/drawing/2014/main" id="{731D8282-5C6C-4E1E-AD17-0346604438B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786" name="Flowchart: Connector 1785">
                            <a:extLst>
                              <a:ext uri="{FF2B5EF4-FFF2-40B4-BE49-F238E27FC236}">
                                <a16:creationId xmlns:a16="http://schemas.microsoft.com/office/drawing/2014/main" id="{322402B9-C5EA-4C80-868A-4D650E0A5C9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787" name="3D Model 1786" descr="Sphere">
                                <a:extLst>
                                  <a:ext uri="{FF2B5EF4-FFF2-40B4-BE49-F238E27FC236}">
                                    <a16:creationId xmlns:a16="http://schemas.microsoft.com/office/drawing/2014/main" id="{4C47289B-DB02-47EF-9836-7E5BE0D652F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30219980"/>
                                  </p:ext>
                                </p:extLst>
                              </p:nvPr>
                            </p:nvGraphicFramePr>
                            <p:xfrm>
                              <a:off x="2134543" y="1523034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053" name="3D Model 1052" descr="Sphere">
                                <a:extLst>
                                  <a:ext uri="{FF2B5EF4-FFF2-40B4-BE49-F238E27FC236}">
                                    <a16:creationId xmlns:a16="http://schemas.microsoft.com/office/drawing/2014/main" id="{E185EB93-A5FF-4887-8019-45BC41F007C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769931" y="221797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788" name="Flowchart: Connector 1787">
                            <a:extLst>
                              <a:ext uri="{FF2B5EF4-FFF2-40B4-BE49-F238E27FC236}">
                                <a16:creationId xmlns:a16="http://schemas.microsoft.com/office/drawing/2014/main" id="{E7328307-94B8-4293-BC2D-377CDE0DF04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789" name="3D Model 1788" descr="Sphere">
                                <a:extLst>
                                  <a:ext uri="{FF2B5EF4-FFF2-40B4-BE49-F238E27FC236}">
                                    <a16:creationId xmlns:a16="http://schemas.microsoft.com/office/drawing/2014/main" id="{BDAFB598-17D4-4D32-B50A-89FA93BC3C1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283609609"/>
                                  </p:ext>
                                </p:extLst>
                              </p:nvPr>
                            </p:nvGraphicFramePr>
                            <p:xfrm>
                              <a:off x="2371307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055" name="3D Model 1054" descr="Sphere">
                                <a:extLst>
                                  <a:ext uri="{FF2B5EF4-FFF2-40B4-BE49-F238E27FC236}">
                                    <a16:creationId xmlns:a16="http://schemas.microsoft.com/office/drawing/2014/main" id="{FF50E6D9-E8A3-4B47-BD1E-DB43B9D0075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811059" y="2228657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790" name="Flowchart: Connector 1789">
                            <a:extLst>
                              <a:ext uri="{FF2B5EF4-FFF2-40B4-BE49-F238E27FC236}">
                                <a16:creationId xmlns:a16="http://schemas.microsoft.com/office/drawing/2014/main" id="{913C6830-0E83-4333-AFD5-230B62F38FA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4559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791" name="3D Model 1790" descr="Sphere">
                                <a:extLst>
                                  <a:ext uri="{FF2B5EF4-FFF2-40B4-BE49-F238E27FC236}">
                                    <a16:creationId xmlns:a16="http://schemas.microsoft.com/office/drawing/2014/main" id="{047E32DB-8196-4B27-99EE-BCD12E09E7D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98352972"/>
                                  </p:ext>
                                </p:extLst>
                              </p:nvPr>
                            </p:nvGraphicFramePr>
                            <p:xfrm>
                              <a:off x="2609177" y="164155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057" name="3D Model 1056" descr="Sphere">
                                <a:extLst>
                                  <a:ext uri="{FF2B5EF4-FFF2-40B4-BE49-F238E27FC236}">
                                    <a16:creationId xmlns:a16="http://schemas.microsoft.com/office/drawing/2014/main" id="{6A436E4E-5C07-4DFB-A10F-61442DFC805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852378" y="2240296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792" name="Flowchart: Connector 1791">
                            <a:extLst>
                              <a:ext uri="{FF2B5EF4-FFF2-40B4-BE49-F238E27FC236}">
                                <a16:creationId xmlns:a16="http://schemas.microsoft.com/office/drawing/2014/main" id="{7F024379-AC2F-4DB1-AD42-93C57D02BEC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793" name="3D Model 1792" descr="Sphere">
                                <a:extLst>
                                  <a:ext uri="{FF2B5EF4-FFF2-40B4-BE49-F238E27FC236}">
                                    <a16:creationId xmlns:a16="http://schemas.microsoft.com/office/drawing/2014/main" id="{BD29053A-23E3-482F-AE3C-211ECA81ADE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40297490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6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6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059" name="3D Model 1058" descr="Sphere">
                                <a:extLst>
                                  <a:ext uri="{FF2B5EF4-FFF2-40B4-BE49-F238E27FC236}">
                                    <a16:creationId xmlns:a16="http://schemas.microsoft.com/office/drawing/2014/main" id="{1091C89F-AB3F-4E91-A247-7DE232367EF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899004" y="2256690"/>
                                <a:ext cx="51046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1554" name="Group 1553">
                        <a:extLst>
                          <a:ext uri="{FF2B5EF4-FFF2-40B4-BE49-F238E27FC236}">
                            <a16:creationId xmlns:a16="http://schemas.microsoft.com/office/drawing/2014/main" id="{065C3C1C-B977-4432-9AC8-38A9CDCB29E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3325" y="2268938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1771" name="Flowchart: Connector 1770">
                          <a:extLst>
                            <a:ext uri="{FF2B5EF4-FFF2-40B4-BE49-F238E27FC236}">
                              <a16:creationId xmlns:a16="http://schemas.microsoft.com/office/drawing/2014/main" id="{8C60952A-D3E5-4169-95F7-687B34A0B90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772" name="Flowchart: Connector 1771">
                          <a:extLst>
                            <a:ext uri="{FF2B5EF4-FFF2-40B4-BE49-F238E27FC236}">
                              <a16:creationId xmlns:a16="http://schemas.microsoft.com/office/drawing/2014/main" id="{5BEB24DB-100F-43B4-A5EA-0A3CEC5A924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773" name="Flowchart: Connector 1772">
                          <a:extLst>
                            <a:ext uri="{FF2B5EF4-FFF2-40B4-BE49-F238E27FC236}">
                              <a16:creationId xmlns:a16="http://schemas.microsoft.com/office/drawing/2014/main" id="{B4EBCBD5-C6F0-45A9-9441-98440E9DE4F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1555" name="Flowchart: Connector 1554">
                        <a:extLst>
                          <a:ext uri="{FF2B5EF4-FFF2-40B4-BE49-F238E27FC236}">
                            <a16:creationId xmlns:a16="http://schemas.microsoft.com/office/drawing/2014/main" id="{32AED577-740E-4754-AF39-3CB5A0A7902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37026" y="201261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556" name="Flowchart: Connector 1555">
                        <a:extLst>
                          <a:ext uri="{FF2B5EF4-FFF2-40B4-BE49-F238E27FC236}">
                            <a16:creationId xmlns:a16="http://schemas.microsoft.com/office/drawing/2014/main" id="{FC6644C5-1556-44C7-AC00-6207D1510B3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588002" y="208727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1557" name="Group 1556">
                        <a:extLst>
                          <a:ext uri="{FF2B5EF4-FFF2-40B4-BE49-F238E27FC236}">
                            <a16:creationId xmlns:a16="http://schemas.microsoft.com/office/drawing/2014/main" id="{549CFDEE-10A9-40FB-B7BE-46983C72D68A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228750">
                        <a:off x="1171220" y="1918660"/>
                        <a:ext cx="698062" cy="387533"/>
                        <a:chOff x="854933" y="2290871"/>
                        <a:chExt cx="698062" cy="387533"/>
                      </a:xfrm>
                    </p:grpSpPr>
                    <p:sp>
                      <p:nvSpPr>
                        <p:cNvPr id="1768" name="Flowchart: Connector 1767">
                          <a:extLst>
                            <a:ext uri="{FF2B5EF4-FFF2-40B4-BE49-F238E27FC236}">
                              <a16:creationId xmlns:a16="http://schemas.microsoft.com/office/drawing/2014/main" id="{FB8858A0-E1E9-423E-8409-D0C1673D1A0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3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769" name="Flowchart: Connector 1768">
                          <a:extLst>
                            <a:ext uri="{FF2B5EF4-FFF2-40B4-BE49-F238E27FC236}">
                              <a16:creationId xmlns:a16="http://schemas.microsoft.com/office/drawing/2014/main" id="{BBEE7640-47ED-40C7-A46D-4E4E71E31FD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5206" y="2377897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770" name="Flowchart: Connector 1769">
                          <a:extLst>
                            <a:ext uri="{FF2B5EF4-FFF2-40B4-BE49-F238E27FC236}">
                              <a16:creationId xmlns:a16="http://schemas.microsoft.com/office/drawing/2014/main" id="{A5E4D6A2-6804-49FB-B5AB-4E45C598398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41136" y="2462404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558" name="Group 1557">
                        <a:extLst>
                          <a:ext uri="{FF2B5EF4-FFF2-40B4-BE49-F238E27FC236}">
                            <a16:creationId xmlns:a16="http://schemas.microsoft.com/office/drawing/2014/main" id="{D4112C31-0459-49B0-AAEE-C00342B5344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49741" y="1890320"/>
                        <a:ext cx="1098636" cy="1497980"/>
                        <a:chOff x="2089993" y="1501770"/>
                        <a:chExt cx="1098636" cy="1497980"/>
                      </a:xfrm>
                    </p:grpSpPr>
                    <p:grpSp>
                      <p:nvGrpSpPr>
                        <p:cNvPr id="1703" name="Group 1702">
                          <a:extLst>
                            <a:ext uri="{FF2B5EF4-FFF2-40B4-BE49-F238E27FC236}">
                              <a16:creationId xmlns:a16="http://schemas.microsoft.com/office/drawing/2014/main" id="{76572403-D466-40BB-AA0B-0AE4BCB65E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34990"/>
                          <a:ext cx="101484" cy="1051941"/>
                          <a:chOff x="1800622" y="2329236"/>
                          <a:chExt cx="101484" cy="1051941"/>
                        </a:xfrm>
                      </p:grpSpPr>
                      <p:sp>
                        <p:nvSpPr>
                          <p:cNvPr id="1764" name="Flowchart: Connector 1763">
                            <a:extLst>
                              <a:ext uri="{FF2B5EF4-FFF2-40B4-BE49-F238E27FC236}">
                                <a16:creationId xmlns:a16="http://schemas.microsoft.com/office/drawing/2014/main" id="{5B0A8F0F-809C-4583-86C2-3F6283F11A7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765" name="Flowchart: Connector 1764">
                            <a:extLst>
                              <a:ext uri="{FF2B5EF4-FFF2-40B4-BE49-F238E27FC236}">
                                <a16:creationId xmlns:a16="http://schemas.microsoft.com/office/drawing/2014/main" id="{3B73627B-E359-4133-BB59-2F77E347E8E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766" name="Flowchart: Connector 1765">
                            <a:extLst>
                              <a:ext uri="{FF2B5EF4-FFF2-40B4-BE49-F238E27FC236}">
                                <a16:creationId xmlns:a16="http://schemas.microsoft.com/office/drawing/2014/main" id="{88F45208-3B28-44F5-8D35-2A520F3C314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767" name="Flowchart: Connector 1766">
                            <a:extLst>
                              <a:ext uri="{FF2B5EF4-FFF2-40B4-BE49-F238E27FC236}">
                                <a16:creationId xmlns:a16="http://schemas.microsoft.com/office/drawing/2014/main" id="{E2C47DDE-FA5A-4B0C-95BD-99ABB676E11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2923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1704" name="Group 1703">
                          <a:extLst>
                            <a:ext uri="{FF2B5EF4-FFF2-40B4-BE49-F238E27FC236}">
                              <a16:creationId xmlns:a16="http://schemas.microsoft.com/office/drawing/2014/main" id="{5AAD64E6-14ED-42CE-9AC5-ED902FDBD4C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01770"/>
                          <a:ext cx="1074397" cy="1497980"/>
                          <a:chOff x="2114232" y="1501770"/>
                          <a:chExt cx="1074397" cy="1497980"/>
                        </a:xfrm>
                      </p:grpSpPr>
                      <p:grpSp>
                        <p:nvGrpSpPr>
                          <p:cNvPr id="1705" name="Group 1704">
                            <a:extLst>
                              <a:ext uri="{FF2B5EF4-FFF2-40B4-BE49-F238E27FC236}">
                                <a16:creationId xmlns:a16="http://schemas.microsoft.com/office/drawing/2014/main" id="{5451B464-9D6F-44FE-BFC2-C0406A57F6C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1756" name="Flowchart: Connector 1755">
                              <a:extLst>
                                <a:ext uri="{FF2B5EF4-FFF2-40B4-BE49-F238E27FC236}">
                                  <a16:creationId xmlns:a16="http://schemas.microsoft.com/office/drawing/2014/main" id="{E33B94C4-5B2E-4B0E-937F-74A2FF49B91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757" name="3D Model 1756" descr="Sphere">
                                  <a:extLst>
                                    <a:ext uri="{FF2B5EF4-FFF2-40B4-BE49-F238E27FC236}">
                                      <a16:creationId xmlns:a16="http://schemas.microsoft.com/office/drawing/2014/main" id="{E180A54A-9384-44EE-BAF3-280C35D1331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161089493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758" name="Flowchart: Connector 1757">
                              <a:extLst>
                                <a:ext uri="{FF2B5EF4-FFF2-40B4-BE49-F238E27FC236}">
                                  <a16:creationId xmlns:a16="http://schemas.microsoft.com/office/drawing/2014/main" id="{E91EC176-4F1D-4738-87F4-1F3607711BD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759" name="3D Model 1758" descr="Sphere">
                                  <a:extLst>
                                    <a:ext uri="{FF2B5EF4-FFF2-40B4-BE49-F238E27FC236}">
                                      <a16:creationId xmlns:a16="http://schemas.microsoft.com/office/drawing/2014/main" id="{D04FB8D6-F38A-4B3E-9A34-DA0D358ED5A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413565257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760" name="Flowchart: Connector 1759">
                              <a:extLst>
                                <a:ext uri="{FF2B5EF4-FFF2-40B4-BE49-F238E27FC236}">
                                  <a16:creationId xmlns:a16="http://schemas.microsoft.com/office/drawing/2014/main" id="{0DFEA153-9754-4717-8C2C-2DB11543119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761" name="3D Model 1760" descr="Sphere">
                                  <a:extLst>
                                    <a:ext uri="{FF2B5EF4-FFF2-40B4-BE49-F238E27FC236}">
                                      <a16:creationId xmlns:a16="http://schemas.microsoft.com/office/drawing/2014/main" id="{63E0A9F4-A304-49B8-9743-545EB3CA43D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294591143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762" name="Flowchart: Connector 1761">
                              <a:extLst>
                                <a:ext uri="{FF2B5EF4-FFF2-40B4-BE49-F238E27FC236}">
                                  <a16:creationId xmlns:a16="http://schemas.microsoft.com/office/drawing/2014/main" id="{6A0CED6F-1F10-48AE-B42B-31EB52C99A8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763" name="3D Model 1762" descr="Sphere">
                                  <a:extLst>
                                    <a:ext uri="{FF2B5EF4-FFF2-40B4-BE49-F238E27FC236}">
                                      <a16:creationId xmlns:a16="http://schemas.microsoft.com/office/drawing/2014/main" id="{08233D22-B992-43F4-9F9D-96AF51D951E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992710424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706" name="Group 1705">
                            <a:extLst>
                              <a:ext uri="{FF2B5EF4-FFF2-40B4-BE49-F238E27FC236}">
                                <a16:creationId xmlns:a16="http://schemas.microsoft.com/office/drawing/2014/main" id="{9F7D49CC-98CF-4C68-BEC1-187AFC83BC6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740" name="Flowchart: Connector 1739">
                              <a:extLst>
                                <a:ext uri="{FF2B5EF4-FFF2-40B4-BE49-F238E27FC236}">
                                  <a16:creationId xmlns:a16="http://schemas.microsoft.com/office/drawing/2014/main" id="{C10805CA-0022-407A-AA4D-D5194BC86F8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741" name="Flowchart: Connector 1740">
                              <a:extLst>
                                <a:ext uri="{FF2B5EF4-FFF2-40B4-BE49-F238E27FC236}">
                                  <a16:creationId xmlns:a16="http://schemas.microsoft.com/office/drawing/2014/main" id="{8D3C7F45-102D-4206-8007-CB368FAE73A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742" name="Flowchart: Connector 1741">
                              <a:extLst>
                                <a:ext uri="{FF2B5EF4-FFF2-40B4-BE49-F238E27FC236}">
                                  <a16:creationId xmlns:a16="http://schemas.microsoft.com/office/drawing/2014/main" id="{6A53BDE9-0B4E-4048-BC2E-305B2E021E9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743" name="Flowchart: Connector 1742">
                              <a:extLst>
                                <a:ext uri="{FF2B5EF4-FFF2-40B4-BE49-F238E27FC236}">
                                  <a16:creationId xmlns:a16="http://schemas.microsoft.com/office/drawing/2014/main" id="{89DB2028-4E8D-4196-853E-B02190E253C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744" name="Flowchart: Connector 1743">
                              <a:extLst>
                                <a:ext uri="{FF2B5EF4-FFF2-40B4-BE49-F238E27FC236}">
                                  <a16:creationId xmlns:a16="http://schemas.microsoft.com/office/drawing/2014/main" id="{B7D9AEED-72EC-4693-8097-208884E79DC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745" name="Flowchart: Connector 1744">
                              <a:extLst>
                                <a:ext uri="{FF2B5EF4-FFF2-40B4-BE49-F238E27FC236}">
                                  <a16:creationId xmlns:a16="http://schemas.microsoft.com/office/drawing/2014/main" id="{B390FB17-F401-4AB2-9ACE-6A22BC0F658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746" name="Flowchart: Connector 1745">
                              <a:extLst>
                                <a:ext uri="{FF2B5EF4-FFF2-40B4-BE49-F238E27FC236}">
                                  <a16:creationId xmlns:a16="http://schemas.microsoft.com/office/drawing/2014/main" id="{13DB4AEC-1264-4B5A-90AA-52CA64BC7A1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747" name="Flowchart: Connector 1746">
                              <a:extLst>
                                <a:ext uri="{FF2B5EF4-FFF2-40B4-BE49-F238E27FC236}">
                                  <a16:creationId xmlns:a16="http://schemas.microsoft.com/office/drawing/2014/main" id="{40C1E6D1-07C2-47D1-A678-DAB2CE040AC5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748" name="Flowchart: Connector 1747">
                              <a:extLst>
                                <a:ext uri="{FF2B5EF4-FFF2-40B4-BE49-F238E27FC236}">
                                  <a16:creationId xmlns:a16="http://schemas.microsoft.com/office/drawing/2014/main" id="{1C0C26A2-5130-4F0A-AD16-A405B068350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749" name="3D Model 1748" descr="Sphere">
                                  <a:extLst>
                                    <a:ext uri="{FF2B5EF4-FFF2-40B4-BE49-F238E27FC236}">
                                      <a16:creationId xmlns:a16="http://schemas.microsoft.com/office/drawing/2014/main" id="{294EE41A-021E-47FA-8615-1197C7D4B7E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751186351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750" name="Flowchart: Connector 1749">
                              <a:extLst>
                                <a:ext uri="{FF2B5EF4-FFF2-40B4-BE49-F238E27FC236}">
                                  <a16:creationId xmlns:a16="http://schemas.microsoft.com/office/drawing/2014/main" id="{53F96BFF-3911-499B-B95F-C979AE66028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751" name="3D Model 1750" descr="Sphere">
                                  <a:extLst>
                                    <a:ext uri="{FF2B5EF4-FFF2-40B4-BE49-F238E27FC236}">
                                      <a16:creationId xmlns:a16="http://schemas.microsoft.com/office/drawing/2014/main" id="{12A0CA56-2106-4A5D-A8C5-0580F320B8D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984117529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752" name="Flowchart: Connector 1751">
                              <a:extLst>
                                <a:ext uri="{FF2B5EF4-FFF2-40B4-BE49-F238E27FC236}">
                                  <a16:creationId xmlns:a16="http://schemas.microsoft.com/office/drawing/2014/main" id="{79E760DF-4E6E-452B-9F0C-1B5EF0B3390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753" name="3D Model 1752" descr="Sphere">
                                  <a:extLst>
                                    <a:ext uri="{FF2B5EF4-FFF2-40B4-BE49-F238E27FC236}">
                                      <a16:creationId xmlns:a16="http://schemas.microsoft.com/office/drawing/2014/main" id="{3E3D4BA8-C2C1-464D-82AC-AA7F3158FA4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605988282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754" name="Flowchart: Connector 1753">
                              <a:extLst>
                                <a:ext uri="{FF2B5EF4-FFF2-40B4-BE49-F238E27FC236}">
                                  <a16:creationId xmlns:a16="http://schemas.microsoft.com/office/drawing/2014/main" id="{5571D396-E10D-4D62-A955-5DBD73D5827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755" name="3D Model 1754" descr="Sphere">
                                  <a:extLst>
                                    <a:ext uri="{FF2B5EF4-FFF2-40B4-BE49-F238E27FC236}">
                                      <a16:creationId xmlns:a16="http://schemas.microsoft.com/office/drawing/2014/main" id="{6078CAEC-38B0-431B-815D-6C1F353C998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63478949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707" name="Group 1706">
                            <a:extLst>
                              <a:ext uri="{FF2B5EF4-FFF2-40B4-BE49-F238E27FC236}">
                                <a16:creationId xmlns:a16="http://schemas.microsoft.com/office/drawing/2014/main" id="{981E73B7-4A7E-4A08-9AAD-61446C6D2F9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724" name="Flowchart: Connector 1723">
                              <a:extLst>
                                <a:ext uri="{FF2B5EF4-FFF2-40B4-BE49-F238E27FC236}">
                                  <a16:creationId xmlns:a16="http://schemas.microsoft.com/office/drawing/2014/main" id="{56D9F6F0-19DB-4038-8E4B-BEA72BF7EB1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725" name="Flowchart: Connector 1724">
                              <a:extLst>
                                <a:ext uri="{FF2B5EF4-FFF2-40B4-BE49-F238E27FC236}">
                                  <a16:creationId xmlns:a16="http://schemas.microsoft.com/office/drawing/2014/main" id="{F5AFC3A6-DCE6-47A5-9236-2CC3AB2403F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726" name="Flowchart: Connector 1725">
                              <a:extLst>
                                <a:ext uri="{FF2B5EF4-FFF2-40B4-BE49-F238E27FC236}">
                                  <a16:creationId xmlns:a16="http://schemas.microsoft.com/office/drawing/2014/main" id="{F9BEB452-7D37-4BA1-AD9B-6BD044286B9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727" name="Flowchart: Connector 1726">
                              <a:extLst>
                                <a:ext uri="{FF2B5EF4-FFF2-40B4-BE49-F238E27FC236}">
                                  <a16:creationId xmlns:a16="http://schemas.microsoft.com/office/drawing/2014/main" id="{9622F4E7-D9EC-47ED-BE77-1E83DA0505D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728" name="Flowchart: Connector 1727">
                              <a:extLst>
                                <a:ext uri="{FF2B5EF4-FFF2-40B4-BE49-F238E27FC236}">
                                  <a16:creationId xmlns:a16="http://schemas.microsoft.com/office/drawing/2014/main" id="{913F6D3C-F52F-48BD-9039-BD35D69862B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729" name="Flowchart: Connector 1728">
                              <a:extLst>
                                <a:ext uri="{FF2B5EF4-FFF2-40B4-BE49-F238E27FC236}">
                                  <a16:creationId xmlns:a16="http://schemas.microsoft.com/office/drawing/2014/main" id="{7ABFDFE6-AC43-40F5-8E5F-FF5C90DD0BC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730" name="Flowchart: Connector 1729">
                              <a:extLst>
                                <a:ext uri="{FF2B5EF4-FFF2-40B4-BE49-F238E27FC236}">
                                  <a16:creationId xmlns:a16="http://schemas.microsoft.com/office/drawing/2014/main" id="{F14CFA5E-122F-4E3B-85FE-F31B02DE05A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731" name="Flowchart: Connector 1730">
                              <a:extLst>
                                <a:ext uri="{FF2B5EF4-FFF2-40B4-BE49-F238E27FC236}">
                                  <a16:creationId xmlns:a16="http://schemas.microsoft.com/office/drawing/2014/main" id="{48BEA1EA-2C96-476C-A4AA-0CA7A89F03D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732" name="Flowchart: Connector 1731">
                              <a:extLst>
                                <a:ext uri="{FF2B5EF4-FFF2-40B4-BE49-F238E27FC236}">
                                  <a16:creationId xmlns:a16="http://schemas.microsoft.com/office/drawing/2014/main" id="{E29BB37D-F396-48B3-BBBB-2AB71CD5886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733" name="3D Model 1732" descr="Sphere">
                                  <a:extLst>
                                    <a:ext uri="{FF2B5EF4-FFF2-40B4-BE49-F238E27FC236}">
                                      <a16:creationId xmlns:a16="http://schemas.microsoft.com/office/drawing/2014/main" id="{96978091-D79C-44D4-9E37-5529253957F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22438937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734" name="Flowchart: Connector 1733">
                              <a:extLst>
                                <a:ext uri="{FF2B5EF4-FFF2-40B4-BE49-F238E27FC236}">
                                  <a16:creationId xmlns:a16="http://schemas.microsoft.com/office/drawing/2014/main" id="{DE2A934C-A70E-422D-B20D-5FCEFF04588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735" name="3D Model 1734" descr="Sphere">
                                  <a:extLst>
                                    <a:ext uri="{FF2B5EF4-FFF2-40B4-BE49-F238E27FC236}">
                                      <a16:creationId xmlns:a16="http://schemas.microsoft.com/office/drawing/2014/main" id="{D15322BD-BE79-407D-84D4-274DF4FC6A7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11219317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736" name="Flowchart: Connector 1735">
                              <a:extLst>
                                <a:ext uri="{FF2B5EF4-FFF2-40B4-BE49-F238E27FC236}">
                                  <a16:creationId xmlns:a16="http://schemas.microsoft.com/office/drawing/2014/main" id="{D6AB8FD5-777F-4C70-9BD4-06E5EC4B230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737" name="3D Model 1736" descr="Sphere">
                                  <a:extLst>
                                    <a:ext uri="{FF2B5EF4-FFF2-40B4-BE49-F238E27FC236}">
                                      <a16:creationId xmlns:a16="http://schemas.microsoft.com/office/drawing/2014/main" id="{1BCC616F-87B4-4A73-A065-CB9D6B608D1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729925855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738" name="Flowchart: Connector 1737">
                              <a:extLst>
                                <a:ext uri="{FF2B5EF4-FFF2-40B4-BE49-F238E27FC236}">
                                  <a16:creationId xmlns:a16="http://schemas.microsoft.com/office/drawing/2014/main" id="{8297FE11-655A-4164-8042-BFC38438BD0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739" name="3D Model 1738" descr="Sphere">
                                  <a:extLst>
                                    <a:ext uri="{FF2B5EF4-FFF2-40B4-BE49-F238E27FC236}">
                                      <a16:creationId xmlns:a16="http://schemas.microsoft.com/office/drawing/2014/main" id="{5D85C938-FE0B-4A91-9298-0A2AC85FF18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830767911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1708" name="Flowchart: Connector 1707">
                            <a:extLst>
                              <a:ext uri="{FF2B5EF4-FFF2-40B4-BE49-F238E27FC236}">
                                <a16:creationId xmlns:a16="http://schemas.microsoft.com/office/drawing/2014/main" id="{859A4C82-6A6C-476F-9007-39A5A68EA08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709" name="Flowchart: Connector 1708">
                            <a:extLst>
                              <a:ext uri="{FF2B5EF4-FFF2-40B4-BE49-F238E27FC236}">
                                <a16:creationId xmlns:a16="http://schemas.microsoft.com/office/drawing/2014/main" id="{0CD4565A-5BBF-4303-B8D9-574CC5128BF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710" name="Flowchart: Connector 1709">
                            <a:extLst>
                              <a:ext uri="{FF2B5EF4-FFF2-40B4-BE49-F238E27FC236}">
                                <a16:creationId xmlns:a16="http://schemas.microsoft.com/office/drawing/2014/main" id="{14476D45-BC05-4BA0-9926-735C2E0E53C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711" name="Flowchart: Connector 1710">
                            <a:extLst>
                              <a:ext uri="{FF2B5EF4-FFF2-40B4-BE49-F238E27FC236}">
                                <a16:creationId xmlns:a16="http://schemas.microsoft.com/office/drawing/2014/main" id="{AECB5415-BC13-4F63-8384-46FD08C91CD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712" name="Flowchart: Connector 1711">
                            <a:extLst>
                              <a:ext uri="{FF2B5EF4-FFF2-40B4-BE49-F238E27FC236}">
                                <a16:creationId xmlns:a16="http://schemas.microsoft.com/office/drawing/2014/main" id="{36AD1FB4-1F09-4CCE-B690-F656A28D032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713" name="Flowchart: Connector 1712">
                            <a:extLst>
                              <a:ext uri="{FF2B5EF4-FFF2-40B4-BE49-F238E27FC236}">
                                <a16:creationId xmlns:a16="http://schemas.microsoft.com/office/drawing/2014/main" id="{130AD059-AC47-4B1F-A2B8-E28777971D9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714" name="Flowchart: Connector 1713">
                            <a:extLst>
                              <a:ext uri="{FF2B5EF4-FFF2-40B4-BE49-F238E27FC236}">
                                <a16:creationId xmlns:a16="http://schemas.microsoft.com/office/drawing/2014/main" id="{46F37F52-D830-4280-9307-468F7706181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715" name="Flowchart: Connector 1714">
                            <a:extLst>
                              <a:ext uri="{FF2B5EF4-FFF2-40B4-BE49-F238E27FC236}">
                                <a16:creationId xmlns:a16="http://schemas.microsoft.com/office/drawing/2014/main" id="{F5CBD57B-EA09-44AF-85B4-85135101DBE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716" name="Flowchart: Connector 1715">
                            <a:extLst>
                              <a:ext uri="{FF2B5EF4-FFF2-40B4-BE49-F238E27FC236}">
                                <a16:creationId xmlns:a16="http://schemas.microsoft.com/office/drawing/2014/main" id="{58D5B58C-0157-4A6A-B340-DA5892B9D43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717" name="3D Model 1716" descr="Sphere">
                                <a:extLst>
                                  <a:ext uri="{FF2B5EF4-FFF2-40B4-BE49-F238E27FC236}">
                                    <a16:creationId xmlns:a16="http://schemas.microsoft.com/office/drawing/2014/main" id="{0EE66C4B-6464-42F5-86D7-58DC3979061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863749153"/>
                                  </p:ext>
                                </p:extLst>
                              </p:nvPr>
                            </p:nvGraphicFramePr>
                            <p:xfrm>
                              <a:off x="2123911" y="1501770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83" name="3D Model 982" descr="Sphere">
                                <a:extLst>
                                  <a:ext uri="{FF2B5EF4-FFF2-40B4-BE49-F238E27FC236}">
                                    <a16:creationId xmlns:a16="http://schemas.microsoft.com/office/drawing/2014/main" id="{FB416F3B-0451-42EE-A1D4-E6FB787E5E4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729898" y="223785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718" name="Flowchart: Connector 1717">
                            <a:extLst>
                              <a:ext uri="{FF2B5EF4-FFF2-40B4-BE49-F238E27FC236}">
                                <a16:creationId xmlns:a16="http://schemas.microsoft.com/office/drawing/2014/main" id="{7320AF6C-23AE-4872-AD81-DD601B11D6D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719" name="3D Model 1718" descr="Sphere">
                                <a:extLst>
                                  <a:ext uri="{FF2B5EF4-FFF2-40B4-BE49-F238E27FC236}">
                                    <a16:creationId xmlns:a16="http://schemas.microsoft.com/office/drawing/2014/main" id="{1E6E1626-4863-44C1-AA9A-6576923351C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40199962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85" name="3D Model 984" descr="Sphere">
                                <a:extLst>
                                  <a:ext uri="{FF2B5EF4-FFF2-40B4-BE49-F238E27FC236}">
                                    <a16:creationId xmlns:a16="http://schemas.microsoft.com/office/drawing/2014/main" id="{2E9E03F8-8480-42C0-99A1-5F214647DB3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771722" y="225254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720" name="Flowchart: Connector 1719">
                            <a:extLst>
                              <a:ext uri="{FF2B5EF4-FFF2-40B4-BE49-F238E27FC236}">
                                <a16:creationId xmlns:a16="http://schemas.microsoft.com/office/drawing/2014/main" id="{DBFD1000-2909-472E-B999-BE2297D8FB3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93292" y="171776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721" name="3D Model 1720" descr="Sphere">
                                <a:extLst>
                                  <a:ext uri="{FF2B5EF4-FFF2-40B4-BE49-F238E27FC236}">
                                    <a16:creationId xmlns:a16="http://schemas.microsoft.com/office/drawing/2014/main" id="{17CE0C6E-F969-47AB-A105-11C737BBB59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508086268"/>
                                  </p:ext>
                                </p:extLst>
                              </p:nvPr>
                            </p:nvGraphicFramePr>
                            <p:xfrm>
                              <a:off x="2622429" y="163823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87" name="3D Model 986" descr="Sphere">
                                <a:extLst>
                                  <a:ext uri="{FF2B5EF4-FFF2-40B4-BE49-F238E27FC236}">
                                    <a16:creationId xmlns:a16="http://schemas.microsoft.com/office/drawing/2014/main" id="{C171328B-1BA7-43BC-AD9C-A4153FC27D2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816494" y="2263557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722" name="Flowchart: Connector 1721">
                            <a:extLst>
                              <a:ext uri="{FF2B5EF4-FFF2-40B4-BE49-F238E27FC236}">
                                <a16:creationId xmlns:a16="http://schemas.microsoft.com/office/drawing/2014/main" id="{FE96EB43-6B8D-467D-AAF4-CF90FA87654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723" name="3D Model 1722" descr="Sphere">
                                <a:extLst>
                                  <a:ext uri="{FF2B5EF4-FFF2-40B4-BE49-F238E27FC236}">
                                    <a16:creationId xmlns:a16="http://schemas.microsoft.com/office/drawing/2014/main" id="{ED631347-126C-492D-94A2-C4482E2285A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248818227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89" name="3D Model 988" descr="Sphere">
                                <a:extLst>
                                  <a:ext uri="{FF2B5EF4-FFF2-40B4-BE49-F238E27FC236}">
                                    <a16:creationId xmlns:a16="http://schemas.microsoft.com/office/drawing/2014/main" id="{A2B7A9BF-F60A-4BAF-AAC1-A0035A95F75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860818" y="2280575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1559" name="Group 1558">
                        <a:extLst>
                          <a:ext uri="{FF2B5EF4-FFF2-40B4-BE49-F238E27FC236}">
                            <a16:creationId xmlns:a16="http://schemas.microsoft.com/office/drawing/2014/main" id="{69FA4515-9F3E-42C7-A3BA-CC08DD753D0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547436" y="2361226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1700" name="Flowchart: Connector 1699">
                          <a:extLst>
                            <a:ext uri="{FF2B5EF4-FFF2-40B4-BE49-F238E27FC236}">
                              <a16:creationId xmlns:a16="http://schemas.microsoft.com/office/drawing/2014/main" id="{EBBDF3C8-E3E8-4E73-865C-49C73B19EA0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701" name="Flowchart: Connector 1700">
                          <a:extLst>
                            <a:ext uri="{FF2B5EF4-FFF2-40B4-BE49-F238E27FC236}">
                              <a16:creationId xmlns:a16="http://schemas.microsoft.com/office/drawing/2014/main" id="{BAFEBA9C-5596-4FF1-98F5-8DF31708B19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702" name="Flowchart: Connector 1701">
                          <a:extLst>
                            <a:ext uri="{FF2B5EF4-FFF2-40B4-BE49-F238E27FC236}">
                              <a16:creationId xmlns:a16="http://schemas.microsoft.com/office/drawing/2014/main" id="{26139120-4B7E-45BC-8D14-42E3DB05376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1560" name="Flowchart: Connector 1559">
                        <a:extLst>
                          <a:ext uri="{FF2B5EF4-FFF2-40B4-BE49-F238E27FC236}">
                            <a16:creationId xmlns:a16="http://schemas.microsoft.com/office/drawing/2014/main" id="{A5D1E3BF-6AE4-47C5-815F-55DBF02136F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19794" y="212254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561" name="Flowchart: Connector 1560">
                        <a:extLst>
                          <a:ext uri="{FF2B5EF4-FFF2-40B4-BE49-F238E27FC236}">
                            <a16:creationId xmlns:a16="http://schemas.microsoft.com/office/drawing/2014/main" id="{CD6BF6B0-1BAC-4CD5-B139-B2408218889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74020" y="218539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1562" name="Group 1561">
                        <a:extLst>
                          <a:ext uri="{FF2B5EF4-FFF2-40B4-BE49-F238E27FC236}">
                            <a16:creationId xmlns:a16="http://schemas.microsoft.com/office/drawing/2014/main" id="{88C1BBC3-44B2-48D0-8574-11E75CAC9E2A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18957">
                        <a:off x="941432" y="2025443"/>
                        <a:ext cx="710250" cy="369080"/>
                        <a:chOff x="854932" y="2290871"/>
                        <a:chExt cx="710250" cy="369080"/>
                      </a:xfrm>
                    </p:grpSpPr>
                    <p:sp>
                      <p:nvSpPr>
                        <p:cNvPr id="1697" name="Flowchart: Connector 1696">
                          <a:extLst>
                            <a:ext uri="{FF2B5EF4-FFF2-40B4-BE49-F238E27FC236}">
                              <a16:creationId xmlns:a16="http://schemas.microsoft.com/office/drawing/2014/main" id="{CF94E2F4-74EF-4F78-B6E6-650D463D52C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2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698" name="Flowchart: Connector 1697">
                          <a:extLst>
                            <a:ext uri="{FF2B5EF4-FFF2-40B4-BE49-F238E27FC236}">
                              <a16:creationId xmlns:a16="http://schemas.microsoft.com/office/drawing/2014/main" id="{2CF90887-3F54-42EA-BFFE-E73539F8840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1897" y="2377722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699" name="Flowchart: Connector 1698">
                          <a:extLst>
                            <a:ext uri="{FF2B5EF4-FFF2-40B4-BE49-F238E27FC236}">
                              <a16:creationId xmlns:a16="http://schemas.microsoft.com/office/drawing/2014/main" id="{950A9561-D012-450E-AB7B-1E7893B95A1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53323" y="244395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563" name="Group 1562">
                        <a:extLst>
                          <a:ext uri="{FF2B5EF4-FFF2-40B4-BE49-F238E27FC236}">
                            <a16:creationId xmlns:a16="http://schemas.microsoft.com/office/drawing/2014/main" id="{938015C0-210A-4CFC-8B76-EEDC2E90AEB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21287" y="1995259"/>
                        <a:ext cx="1102917" cy="1484052"/>
                        <a:chOff x="2085712" y="1515698"/>
                        <a:chExt cx="1102917" cy="1484052"/>
                      </a:xfrm>
                    </p:grpSpPr>
                    <p:grpSp>
                      <p:nvGrpSpPr>
                        <p:cNvPr id="1632" name="Group 1631">
                          <a:extLst>
                            <a:ext uri="{FF2B5EF4-FFF2-40B4-BE49-F238E27FC236}">
                              <a16:creationId xmlns:a16="http://schemas.microsoft.com/office/drawing/2014/main" id="{8B12390E-AB46-4BB6-BF0C-90DBE1D52F5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5712" y="1648950"/>
                          <a:ext cx="105765" cy="1037981"/>
                          <a:chOff x="1796341" y="2343196"/>
                          <a:chExt cx="105765" cy="1037981"/>
                        </a:xfrm>
                      </p:grpSpPr>
                      <p:sp>
                        <p:nvSpPr>
                          <p:cNvPr id="1693" name="Flowchart: Connector 1692">
                            <a:extLst>
                              <a:ext uri="{FF2B5EF4-FFF2-40B4-BE49-F238E27FC236}">
                                <a16:creationId xmlns:a16="http://schemas.microsoft.com/office/drawing/2014/main" id="{7AF84712-915D-493E-B6E6-3ACD7C82671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694" name="Flowchart: Connector 1693">
                            <a:extLst>
                              <a:ext uri="{FF2B5EF4-FFF2-40B4-BE49-F238E27FC236}">
                                <a16:creationId xmlns:a16="http://schemas.microsoft.com/office/drawing/2014/main" id="{1D6FA14F-E74C-4DBA-9556-F1DA01B3E77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695" name="Flowchart: Connector 1694">
                            <a:extLst>
                              <a:ext uri="{FF2B5EF4-FFF2-40B4-BE49-F238E27FC236}">
                                <a16:creationId xmlns:a16="http://schemas.microsoft.com/office/drawing/2014/main" id="{572E10E7-0CED-4F1D-B7C5-D093DB1393A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696" name="Flowchart: Connector 1695">
                            <a:extLst>
                              <a:ext uri="{FF2B5EF4-FFF2-40B4-BE49-F238E27FC236}">
                                <a16:creationId xmlns:a16="http://schemas.microsoft.com/office/drawing/2014/main" id="{71433EF8-814E-4E62-9D54-E50F5AE02CF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796341" y="2343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1633" name="Group 1632">
                          <a:extLst>
                            <a:ext uri="{FF2B5EF4-FFF2-40B4-BE49-F238E27FC236}">
                              <a16:creationId xmlns:a16="http://schemas.microsoft.com/office/drawing/2014/main" id="{40A1FD7A-6A7A-4F3A-B924-8EB211962BA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15698"/>
                          <a:ext cx="1074397" cy="1484052"/>
                          <a:chOff x="2114232" y="1515698"/>
                          <a:chExt cx="1074397" cy="1484052"/>
                        </a:xfrm>
                      </p:grpSpPr>
                      <p:grpSp>
                        <p:nvGrpSpPr>
                          <p:cNvPr id="1634" name="Group 1633">
                            <a:extLst>
                              <a:ext uri="{FF2B5EF4-FFF2-40B4-BE49-F238E27FC236}">
                                <a16:creationId xmlns:a16="http://schemas.microsoft.com/office/drawing/2014/main" id="{6A5EC948-9555-43F1-8FA8-EDF6754D5B8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1685" name="Flowchart: Connector 1684">
                              <a:extLst>
                                <a:ext uri="{FF2B5EF4-FFF2-40B4-BE49-F238E27FC236}">
                                  <a16:creationId xmlns:a16="http://schemas.microsoft.com/office/drawing/2014/main" id="{89B6A9C5-CA51-45DE-89C0-6685710482F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686" name="3D Model 1685" descr="Sphere">
                                  <a:extLst>
                                    <a:ext uri="{FF2B5EF4-FFF2-40B4-BE49-F238E27FC236}">
                                      <a16:creationId xmlns:a16="http://schemas.microsoft.com/office/drawing/2014/main" id="{DD5A02B2-53EC-41F7-88D1-5B6521BACAF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50164564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687" name="Flowchart: Connector 1686">
                              <a:extLst>
                                <a:ext uri="{FF2B5EF4-FFF2-40B4-BE49-F238E27FC236}">
                                  <a16:creationId xmlns:a16="http://schemas.microsoft.com/office/drawing/2014/main" id="{68063F99-8FA3-4D7E-9F07-9826BD69039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688" name="3D Model 1687" descr="Sphere">
                                  <a:extLst>
                                    <a:ext uri="{FF2B5EF4-FFF2-40B4-BE49-F238E27FC236}">
                                      <a16:creationId xmlns:a16="http://schemas.microsoft.com/office/drawing/2014/main" id="{DCA7B1B4-5889-4F8C-9479-9659C38DCB8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416546479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689" name="Flowchart: Connector 1688">
                              <a:extLst>
                                <a:ext uri="{FF2B5EF4-FFF2-40B4-BE49-F238E27FC236}">
                                  <a16:creationId xmlns:a16="http://schemas.microsoft.com/office/drawing/2014/main" id="{690271FB-23E9-4308-AF92-45362001E9F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690" name="3D Model 1689" descr="Sphere">
                                  <a:extLst>
                                    <a:ext uri="{FF2B5EF4-FFF2-40B4-BE49-F238E27FC236}">
                                      <a16:creationId xmlns:a16="http://schemas.microsoft.com/office/drawing/2014/main" id="{0C983F90-BF61-473A-A503-977E6AF8C8E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359249230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691" name="Flowchart: Connector 1690">
                              <a:extLst>
                                <a:ext uri="{FF2B5EF4-FFF2-40B4-BE49-F238E27FC236}">
                                  <a16:creationId xmlns:a16="http://schemas.microsoft.com/office/drawing/2014/main" id="{F638C50A-243E-4F39-A367-7019287A85B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692" name="3D Model 1691" descr="Sphere">
                                  <a:extLst>
                                    <a:ext uri="{FF2B5EF4-FFF2-40B4-BE49-F238E27FC236}">
                                      <a16:creationId xmlns:a16="http://schemas.microsoft.com/office/drawing/2014/main" id="{5FE51871-A03C-4584-B370-4D25A6775F7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534421878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635" name="Group 1634">
                            <a:extLst>
                              <a:ext uri="{FF2B5EF4-FFF2-40B4-BE49-F238E27FC236}">
                                <a16:creationId xmlns:a16="http://schemas.microsoft.com/office/drawing/2014/main" id="{4CCDB06C-E2C9-492B-B593-7FF9A2D171C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669" name="Flowchart: Connector 1668">
                              <a:extLst>
                                <a:ext uri="{FF2B5EF4-FFF2-40B4-BE49-F238E27FC236}">
                                  <a16:creationId xmlns:a16="http://schemas.microsoft.com/office/drawing/2014/main" id="{AA4359CB-4DF2-46D8-B2C4-A7BC3B28B05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670" name="Flowchart: Connector 1669">
                              <a:extLst>
                                <a:ext uri="{FF2B5EF4-FFF2-40B4-BE49-F238E27FC236}">
                                  <a16:creationId xmlns:a16="http://schemas.microsoft.com/office/drawing/2014/main" id="{CF391DF4-5B17-42C0-B8C3-DB49B5EA9C8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671" name="Flowchart: Connector 1670">
                              <a:extLst>
                                <a:ext uri="{FF2B5EF4-FFF2-40B4-BE49-F238E27FC236}">
                                  <a16:creationId xmlns:a16="http://schemas.microsoft.com/office/drawing/2014/main" id="{562D3F4D-9985-4A2F-A480-C6C45F98EB6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672" name="Flowchart: Connector 1671">
                              <a:extLst>
                                <a:ext uri="{FF2B5EF4-FFF2-40B4-BE49-F238E27FC236}">
                                  <a16:creationId xmlns:a16="http://schemas.microsoft.com/office/drawing/2014/main" id="{AB1874B0-D339-49A3-A6B3-891DB969D25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673" name="Flowchart: Connector 1672">
                              <a:extLst>
                                <a:ext uri="{FF2B5EF4-FFF2-40B4-BE49-F238E27FC236}">
                                  <a16:creationId xmlns:a16="http://schemas.microsoft.com/office/drawing/2014/main" id="{4D869850-824C-47E0-A40D-645777F60D2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674" name="Flowchart: Connector 1673">
                              <a:extLst>
                                <a:ext uri="{FF2B5EF4-FFF2-40B4-BE49-F238E27FC236}">
                                  <a16:creationId xmlns:a16="http://schemas.microsoft.com/office/drawing/2014/main" id="{8A6DE87A-D3BC-4ECE-8968-E50DE6A4286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675" name="Flowchart: Connector 1674">
                              <a:extLst>
                                <a:ext uri="{FF2B5EF4-FFF2-40B4-BE49-F238E27FC236}">
                                  <a16:creationId xmlns:a16="http://schemas.microsoft.com/office/drawing/2014/main" id="{8F725E32-A50D-4F26-8059-369BCDB0D14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676" name="Flowchart: Connector 1675">
                              <a:extLst>
                                <a:ext uri="{FF2B5EF4-FFF2-40B4-BE49-F238E27FC236}">
                                  <a16:creationId xmlns:a16="http://schemas.microsoft.com/office/drawing/2014/main" id="{85D0BED4-7E78-4234-8686-6AEBA9DC800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677" name="Flowchart: Connector 1676">
                              <a:extLst>
                                <a:ext uri="{FF2B5EF4-FFF2-40B4-BE49-F238E27FC236}">
                                  <a16:creationId xmlns:a16="http://schemas.microsoft.com/office/drawing/2014/main" id="{20D3490D-05C8-4690-BF17-BBA6DBE8E23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678" name="3D Model 1677" descr="Sphere">
                                  <a:extLst>
                                    <a:ext uri="{FF2B5EF4-FFF2-40B4-BE49-F238E27FC236}">
                                      <a16:creationId xmlns:a16="http://schemas.microsoft.com/office/drawing/2014/main" id="{BC334858-E76E-4D1F-8087-B261EBE0E23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245564941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679" name="Flowchart: Connector 1678">
                              <a:extLst>
                                <a:ext uri="{FF2B5EF4-FFF2-40B4-BE49-F238E27FC236}">
                                  <a16:creationId xmlns:a16="http://schemas.microsoft.com/office/drawing/2014/main" id="{031C61D9-2E7F-4A8E-B6BB-91DDADDFC8B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680" name="3D Model 1679" descr="Sphere">
                                  <a:extLst>
                                    <a:ext uri="{FF2B5EF4-FFF2-40B4-BE49-F238E27FC236}">
                                      <a16:creationId xmlns:a16="http://schemas.microsoft.com/office/drawing/2014/main" id="{F2AA0FD4-3AAD-4C90-B47D-EF527DC56B6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960719147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681" name="Flowchart: Connector 1680">
                              <a:extLst>
                                <a:ext uri="{FF2B5EF4-FFF2-40B4-BE49-F238E27FC236}">
                                  <a16:creationId xmlns:a16="http://schemas.microsoft.com/office/drawing/2014/main" id="{E7A9B352-0283-40CE-8C86-ABAD8688668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682" name="3D Model 1681" descr="Sphere">
                                  <a:extLst>
                                    <a:ext uri="{FF2B5EF4-FFF2-40B4-BE49-F238E27FC236}">
                                      <a16:creationId xmlns:a16="http://schemas.microsoft.com/office/drawing/2014/main" id="{D6EFA5BB-878F-451F-8CC5-1F3602FA69A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29467379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683" name="Flowchart: Connector 1682">
                              <a:extLst>
                                <a:ext uri="{FF2B5EF4-FFF2-40B4-BE49-F238E27FC236}">
                                  <a16:creationId xmlns:a16="http://schemas.microsoft.com/office/drawing/2014/main" id="{6865429A-956E-4EFC-A93E-E64E783790E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684" name="3D Model 1683" descr="Sphere">
                                  <a:extLst>
                                    <a:ext uri="{FF2B5EF4-FFF2-40B4-BE49-F238E27FC236}">
                                      <a16:creationId xmlns:a16="http://schemas.microsoft.com/office/drawing/2014/main" id="{2F340178-2D21-401A-AC75-47CF2C3169F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181246086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636" name="Group 1635">
                            <a:extLst>
                              <a:ext uri="{FF2B5EF4-FFF2-40B4-BE49-F238E27FC236}">
                                <a16:creationId xmlns:a16="http://schemas.microsoft.com/office/drawing/2014/main" id="{85AF8ED1-1634-4232-A5D9-5D6B8E3A898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653" name="Flowchart: Connector 1652">
                              <a:extLst>
                                <a:ext uri="{FF2B5EF4-FFF2-40B4-BE49-F238E27FC236}">
                                  <a16:creationId xmlns:a16="http://schemas.microsoft.com/office/drawing/2014/main" id="{C8342E0B-2ACA-4FAB-AEDE-3420AEDA7C5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654" name="Flowchart: Connector 1653">
                              <a:extLst>
                                <a:ext uri="{FF2B5EF4-FFF2-40B4-BE49-F238E27FC236}">
                                  <a16:creationId xmlns:a16="http://schemas.microsoft.com/office/drawing/2014/main" id="{551CB8A5-6A75-4500-A067-392A2B9F32A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655" name="Flowchart: Connector 1654">
                              <a:extLst>
                                <a:ext uri="{FF2B5EF4-FFF2-40B4-BE49-F238E27FC236}">
                                  <a16:creationId xmlns:a16="http://schemas.microsoft.com/office/drawing/2014/main" id="{E19EA0B3-B93B-4A08-90AA-C0638EDF27D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656" name="Flowchart: Connector 1655">
                              <a:extLst>
                                <a:ext uri="{FF2B5EF4-FFF2-40B4-BE49-F238E27FC236}">
                                  <a16:creationId xmlns:a16="http://schemas.microsoft.com/office/drawing/2014/main" id="{4A34866C-773C-4DC9-A0F0-8F3C162603A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657" name="Flowchart: Connector 1656">
                              <a:extLst>
                                <a:ext uri="{FF2B5EF4-FFF2-40B4-BE49-F238E27FC236}">
                                  <a16:creationId xmlns:a16="http://schemas.microsoft.com/office/drawing/2014/main" id="{3BD9F527-2DBC-4B2C-B45B-39443A8D4DD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658" name="Flowchart: Connector 1657">
                              <a:extLst>
                                <a:ext uri="{FF2B5EF4-FFF2-40B4-BE49-F238E27FC236}">
                                  <a16:creationId xmlns:a16="http://schemas.microsoft.com/office/drawing/2014/main" id="{1A706961-9B98-4E5E-82E1-E0104466A0F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659" name="Flowchart: Connector 1658">
                              <a:extLst>
                                <a:ext uri="{FF2B5EF4-FFF2-40B4-BE49-F238E27FC236}">
                                  <a16:creationId xmlns:a16="http://schemas.microsoft.com/office/drawing/2014/main" id="{9E4B73D9-13C1-4A82-8DE2-C5D190A426F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660" name="Flowchart: Connector 1659">
                              <a:extLst>
                                <a:ext uri="{FF2B5EF4-FFF2-40B4-BE49-F238E27FC236}">
                                  <a16:creationId xmlns:a16="http://schemas.microsoft.com/office/drawing/2014/main" id="{46F8173B-5717-4A3E-84D8-0AB3DFA623E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661" name="Flowchart: Connector 1660">
                              <a:extLst>
                                <a:ext uri="{FF2B5EF4-FFF2-40B4-BE49-F238E27FC236}">
                                  <a16:creationId xmlns:a16="http://schemas.microsoft.com/office/drawing/2014/main" id="{83525BEC-7BDC-45AC-84F8-21718BC78DE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662" name="3D Model 1661" descr="Sphere">
                                  <a:extLst>
                                    <a:ext uri="{FF2B5EF4-FFF2-40B4-BE49-F238E27FC236}">
                                      <a16:creationId xmlns:a16="http://schemas.microsoft.com/office/drawing/2014/main" id="{30F67642-E296-48E6-AF1A-BE3D9DC92DB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712056250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663" name="Flowchart: Connector 1662">
                              <a:extLst>
                                <a:ext uri="{FF2B5EF4-FFF2-40B4-BE49-F238E27FC236}">
                                  <a16:creationId xmlns:a16="http://schemas.microsoft.com/office/drawing/2014/main" id="{C73421E3-01A8-4C22-93E3-4263973C59E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664" name="3D Model 1663" descr="Sphere">
                                  <a:extLst>
                                    <a:ext uri="{FF2B5EF4-FFF2-40B4-BE49-F238E27FC236}">
                                      <a16:creationId xmlns:a16="http://schemas.microsoft.com/office/drawing/2014/main" id="{B6CE57CC-2080-4760-8AD7-2B187C3F1B1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273614180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665" name="Flowchart: Connector 1664">
                              <a:extLst>
                                <a:ext uri="{FF2B5EF4-FFF2-40B4-BE49-F238E27FC236}">
                                  <a16:creationId xmlns:a16="http://schemas.microsoft.com/office/drawing/2014/main" id="{2D908E71-8FF6-43F9-A5F7-B21D70C74F9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666" name="3D Model 1665" descr="Sphere">
                                  <a:extLst>
                                    <a:ext uri="{FF2B5EF4-FFF2-40B4-BE49-F238E27FC236}">
                                      <a16:creationId xmlns:a16="http://schemas.microsoft.com/office/drawing/2014/main" id="{4C9B3CBF-CB3A-4AB9-8274-4C608A1D9C6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106568966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667" name="Flowchart: Connector 1666">
                              <a:extLst>
                                <a:ext uri="{FF2B5EF4-FFF2-40B4-BE49-F238E27FC236}">
                                  <a16:creationId xmlns:a16="http://schemas.microsoft.com/office/drawing/2014/main" id="{2714B192-21C1-46B5-B808-698E527A7C4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668" name="3D Model 1667" descr="Sphere">
                                  <a:extLst>
                                    <a:ext uri="{FF2B5EF4-FFF2-40B4-BE49-F238E27FC236}">
                                      <a16:creationId xmlns:a16="http://schemas.microsoft.com/office/drawing/2014/main" id="{28092F05-843F-4A4A-BB2B-7C35D14628D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636416476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1637" name="Flowchart: Connector 1636">
                            <a:extLst>
                              <a:ext uri="{FF2B5EF4-FFF2-40B4-BE49-F238E27FC236}">
                                <a16:creationId xmlns:a16="http://schemas.microsoft.com/office/drawing/2014/main" id="{AD98C19F-C6D9-4758-A5B5-E4B5A011077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638" name="Flowchart: Connector 1637">
                            <a:extLst>
                              <a:ext uri="{FF2B5EF4-FFF2-40B4-BE49-F238E27FC236}">
                                <a16:creationId xmlns:a16="http://schemas.microsoft.com/office/drawing/2014/main" id="{1A13B6EA-A3F8-49A6-8D7A-29AEA0FE38A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639" name="Flowchart: Connector 1638">
                            <a:extLst>
                              <a:ext uri="{FF2B5EF4-FFF2-40B4-BE49-F238E27FC236}">
                                <a16:creationId xmlns:a16="http://schemas.microsoft.com/office/drawing/2014/main" id="{A42CAF0B-DED3-44B8-BB9E-0DEA410E1AE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640" name="Flowchart: Connector 1639">
                            <a:extLst>
                              <a:ext uri="{FF2B5EF4-FFF2-40B4-BE49-F238E27FC236}">
                                <a16:creationId xmlns:a16="http://schemas.microsoft.com/office/drawing/2014/main" id="{AF759B9C-17BA-497D-A32B-0B92D6D8214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641" name="Flowchart: Connector 1640">
                            <a:extLst>
                              <a:ext uri="{FF2B5EF4-FFF2-40B4-BE49-F238E27FC236}">
                                <a16:creationId xmlns:a16="http://schemas.microsoft.com/office/drawing/2014/main" id="{B2A165EF-DBBF-4A1A-A289-0FE07D242F4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642" name="Flowchart: Connector 1641">
                            <a:extLst>
                              <a:ext uri="{FF2B5EF4-FFF2-40B4-BE49-F238E27FC236}">
                                <a16:creationId xmlns:a16="http://schemas.microsoft.com/office/drawing/2014/main" id="{C07D9A9F-C8FF-4CD8-B57E-F62B0A35AA7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643" name="Flowchart: Connector 1642">
                            <a:extLst>
                              <a:ext uri="{FF2B5EF4-FFF2-40B4-BE49-F238E27FC236}">
                                <a16:creationId xmlns:a16="http://schemas.microsoft.com/office/drawing/2014/main" id="{9C193EE5-2AFE-4EBC-97A7-478D8B3FFCB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644" name="Flowchart: Connector 1643">
                            <a:extLst>
                              <a:ext uri="{FF2B5EF4-FFF2-40B4-BE49-F238E27FC236}">
                                <a16:creationId xmlns:a16="http://schemas.microsoft.com/office/drawing/2014/main" id="{76BE2C4C-4414-4FAF-BA91-7D632228E3D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645" name="Flowchart: Connector 1644">
                            <a:extLst>
                              <a:ext uri="{FF2B5EF4-FFF2-40B4-BE49-F238E27FC236}">
                                <a16:creationId xmlns:a16="http://schemas.microsoft.com/office/drawing/2014/main" id="{53DE1694-FEE4-4470-A419-E04F52DA194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646" name="3D Model 1645" descr="Sphere">
                                <a:extLst>
                                  <a:ext uri="{FF2B5EF4-FFF2-40B4-BE49-F238E27FC236}">
                                    <a16:creationId xmlns:a16="http://schemas.microsoft.com/office/drawing/2014/main" id="{51FC5AED-5F56-471C-989F-5092CFDB859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7990509"/>
                                  </p:ext>
                                </p:extLst>
                              </p:nvPr>
                            </p:nvGraphicFramePr>
                            <p:xfrm>
                              <a:off x="2127272" y="1515698"/>
                              <a:ext cx="299738" cy="29973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7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4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12" name="3D Model 911" descr="Sphere">
                                <a:extLst>
                                  <a:ext uri="{FF2B5EF4-FFF2-40B4-BE49-F238E27FC236}">
                                    <a16:creationId xmlns:a16="http://schemas.microsoft.com/office/drawing/2014/main" id="{EFF63504-F791-4099-8B09-8ACAE9152D7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691542" y="2257619"/>
                                <a:ext cx="52067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647" name="Flowchart: Connector 1646">
                            <a:extLst>
                              <a:ext uri="{FF2B5EF4-FFF2-40B4-BE49-F238E27FC236}">
                                <a16:creationId xmlns:a16="http://schemas.microsoft.com/office/drawing/2014/main" id="{728AB50F-8F85-4EBA-867B-8F9D12B446B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648" name="3D Model 1647" descr="Sphere">
                                <a:extLst>
                                  <a:ext uri="{FF2B5EF4-FFF2-40B4-BE49-F238E27FC236}">
                                    <a16:creationId xmlns:a16="http://schemas.microsoft.com/office/drawing/2014/main" id="{262223CB-765A-482D-A6AD-6D74553785B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02060188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14" name="3D Model 913" descr="Sphere">
                                <a:extLst>
                                  <a:ext uri="{FF2B5EF4-FFF2-40B4-BE49-F238E27FC236}">
                                    <a16:creationId xmlns:a16="http://schemas.microsoft.com/office/drawing/2014/main" id="{BB2A5801-0595-4989-A3CE-F9C2107FA37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732782" y="226968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649" name="Flowchart: Connector 1648">
                            <a:extLst>
                              <a:ext uri="{FF2B5EF4-FFF2-40B4-BE49-F238E27FC236}">
                                <a16:creationId xmlns:a16="http://schemas.microsoft.com/office/drawing/2014/main" id="{2F23A869-D60E-4C76-8CBD-983F9688243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6940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650" name="3D Model 1649" descr="Sphere">
                                <a:extLst>
                                  <a:ext uri="{FF2B5EF4-FFF2-40B4-BE49-F238E27FC236}">
                                    <a16:creationId xmlns:a16="http://schemas.microsoft.com/office/drawing/2014/main" id="{9CD224A3-96E3-4646-ABE1-5DA882861A9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792405842"/>
                                  </p:ext>
                                </p:extLst>
                              </p:nvPr>
                            </p:nvGraphicFramePr>
                            <p:xfrm>
                              <a:off x="2609177" y="164853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16" name="3D Model 915" descr="Sphere">
                                <a:extLst>
                                  <a:ext uri="{FF2B5EF4-FFF2-40B4-BE49-F238E27FC236}">
                                    <a16:creationId xmlns:a16="http://schemas.microsoft.com/office/drawing/2014/main" id="{085EEDE2-4F9B-41F7-9E9E-B5B166BCABD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775252" y="2282638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651" name="Flowchart: Connector 1650">
                            <a:extLst>
                              <a:ext uri="{FF2B5EF4-FFF2-40B4-BE49-F238E27FC236}">
                                <a16:creationId xmlns:a16="http://schemas.microsoft.com/office/drawing/2014/main" id="{5C99C500-A466-4C38-932C-6E7D31AA0E9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652" name="3D Model 1651" descr="Sphere">
                                <a:extLst>
                                  <a:ext uri="{FF2B5EF4-FFF2-40B4-BE49-F238E27FC236}">
                                    <a16:creationId xmlns:a16="http://schemas.microsoft.com/office/drawing/2014/main" id="{7A4C3A09-83D9-4E42-A020-E7752043ABC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732978388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18" name="3D Model 917" descr="Sphere">
                                <a:extLst>
                                  <a:ext uri="{FF2B5EF4-FFF2-40B4-BE49-F238E27FC236}">
                                    <a16:creationId xmlns:a16="http://schemas.microsoft.com/office/drawing/2014/main" id="{2068CB14-7D8F-47FD-955D-7AD0EB5FF67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821878" y="2297717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sp>
                    <p:nvSpPr>
                      <p:cNvPr id="1564" name="Flowchart: Connector 1563">
                        <a:extLst>
                          <a:ext uri="{FF2B5EF4-FFF2-40B4-BE49-F238E27FC236}">
                            <a16:creationId xmlns:a16="http://schemas.microsoft.com/office/drawing/2014/main" id="{BC6846C4-F7D2-45C3-810F-482C2FCF3E6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06374" y="21384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65" name="Flowchart: Connector 1564">
                        <a:extLst>
                          <a:ext uri="{FF2B5EF4-FFF2-40B4-BE49-F238E27FC236}">
                            <a16:creationId xmlns:a16="http://schemas.microsoft.com/office/drawing/2014/main" id="{695E3BD0-91B1-4ED6-8D41-EC396399E35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886236" y="22322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66" name="Flowchart: Connector 1565">
                        <a:extLst>
                          <a:ext uri="{FF2B5EF4-FFF2-40B4-BE49-F238E27FC236}">
                            <a16:creationId xmlns:a16="http://schemas.microsoft.com/office/drawing/2014/main" id="{D49557A9-985F-489B-B1BE-1709A0164D4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952806" y="22254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67" name="Flowchart: Connector 1566">
                        <a:extLst>
                          <a:ext uri="{FF2B5EF4-FFF2-40B4-BE49-F238E27FC236}">
                            <a16:creationId xmlns:a16="http://schemas.microsoft.com/office/drawing/2014/main" id="{7E71448D-637D-4F04-BDBA-39FCE4644D7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0272" y="25040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68" name="Flowchart: Connector 1567">
                        <a:extLst>
                          <a:ext uri="{FF2B5EF4-FFF2-40B4-BE49-F238E27FC236}">
                            <a16:creationId xmlns:a16="http://schemas.microsoft.com/office/drawing/2014/main" id="{0C84B5B8-F178-4A94-91BC-525261E92A7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20633" y="28301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69" name="Flowchart: Connector 1568">
                        <a:extLst>
                          <a:ext uri="{FF2B5EF4-FFF2-40B4-BE49-F238E27FC236}">
                            <a16:creationId xmlns:a16="http://schemas.microsoft.com/office/drawing/2014/main" id="{0EEBE962-8BA6-4A63-9597-127B401CC3D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29128" y="231321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570" name="Flowchart: Connector 1569">
                        <a:extLst>
                          <a:ext uri="{FF2B5EF4-FFF2-40B4-BE49-F238E27FC236}">
                            <a16:creationId xmlns:a16="http://schemas.microsoft.com/office/drawing/2014/main" id="{F6A3FBCF-0AB1-4025-85B9-11B0A7C0EA2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211385" y="230237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71" name="Flowchart: Connector 1570">
                        <a:extLst>
                          <a:ext uri="{FF2B5EF4-FFF2-40B4-BE49-F238E27FC236}">
                            <a16:creationId xmlns:a16="http://schemas.microsoft.com/office/drawing/2014/main" id="{3AF289AB-1BD8-424D-A133-861089204B2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1097" y="31484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grpSp>
                    <p:nvGrpSpPr>
                      <p:cNvPr id="1572" name="Group 1571">
                        <a:extLst>
                          <a:ext uri="{FF2B5EF4-FFF2-40B4-BE49-F238E27FC236}">
                            <a16:creationId xmlns:a16="http://schemas.microsoft.com/office/drawing/2014/main" id="{3F76F0A8-5F2E-460E-8D84-0ECD556108C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20511" y="2127869"/>
                        <a:ext cx="1073693" cy="1496391"/>
                        <a:chOff x="2114936" y="1503359"/>
                        <a:chExt cx="1073693" cy="1496391"/>
                      </a:xfrm>
                    </p:grpSpPr>
                    <p:grpSp>
                      <p:nvGrpSpPr>
                        <p:cNvPr id="1573" name="Group 1572">
                          <a:extLst>
                            <a:ext uri="{FF2B5EF4-FFF2-40B4-BE49-F238E27FC236}">
                              <a16:creationId xmlns:a16="http://schemas.microsoft.com/office/drawing/2014/main" id="{04BE136F-BFD9-4131-AD66-A1BFBA242E0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7974" y="2474038"/>
                          <a:ext cx="1060655" cy="525712"/>
                          <a:chOff x="3721252" y="1733424"/>
                          <a:chExt cx="1060655" cy="525712"/>
                        </a:xfrm>
                      </p:grpSpPr>
                      <p:sp>
                        <p:nvSpPr>
                          <p:cNvPr id="1624" name="Flowchart: Connector 1623">
                            <a:extLst>
                              <a:ext uri="{FF2B5EF4-FFF2-40B4-BE49-F238E27FC236}">
                                <a16:creationId xmlns:a16="http://schemas.microsoft.com/office/drawing/2014/main" id="{5DD7ACD4-1CEA-45DC-B6D7-E4C2505B489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625" name="3D Model 1624" descr="Sphere">
                                <a:extLst>
                                  <a:ext uri="{FF2B5EF4-FFF2-40B4-BE49-F238E27FC236}">
                                    <a16:creationId xmlns:a16="http://schemas.microsoft.com/office/drawing/2014/main" id="{A2731885-08C7-49E3-B319-E33A63C2252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289524486"/>
                                  </p:ext>
                                </p:extLst>
                              </p:nvPr>
                            </p:nvGraphicFramePr>
                            <p:xfrm>
                              <a:off x="3721252" y="1733424"/>
                              <a:ext cx="299739" cy="299738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6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891" name="3D Model 890" descr="Sphere">
                                <a:extLst>
                                  <a:ext uri="{FF2B5EF4-FFF2-40B4-BE49-F238E27FC236}">
                                    <a16:creationId xmlns:a16="http://schemas.microsoft.com/office/drawing/2014/main" id="{7104BA4B-8A96-40B6-B0CF-BD492034CF7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651712" y="2465421"/>
                                <a:ext cx="52066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626" name="Flowchart: Connector 1625">
                            <a:extLst>
                              <a:ext uri="{FF2B5EF4-FFF2-40B4-BE49-F238E27FC236}">
                                <a16:creationId xmlns:a16="http://schemas.microsoft.com/office/drawing/2014/main" id="{545AE8A3-EEE5-402D-A84F-282676C2FD4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627" name="3D Model 1626" descr="Sphere">
                                <a:extLst>
                                  <a:ext uri="{FF2B5EF4-FFF2-40B4-BE49-F238E27FC236}">
                                    <a16:creationId xmlns:a16="http://schemas.microsoft.com/office/drawing/2014/main" id="{C7364845-39DB-4F62-A2D6-88A287038D3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275196684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628" name="Flowchart: Connector 1627">
                            <a:extLst>
                              <a:ext uri="{FF2B5EF4-FFF2-40B4-BE49-F238E27FC236}">
                                <a16:creationId xmlns:a16="http://schemas.microsoft.com/office/drawing/2014/main" id="{ACDF54B1-D197-4554-AC56-0C196C44E65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629" name="3D Model 1628" descr="Sphere">
                                <a:extLst>
                                  <a:ext uri="{FF2B5EF4-FFF2-40B4-BE49-F238E27FC236}">
                                    <a16:creationId xmlns:a16="http://schemas.microsoft.com/office/drawing/2014/main" id="{74E6A6DA-6F25-4E8E-829A-E8F5806FEB5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567985060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630" name="Flowchart: Connector 1629">
                            <a:extLst>
                              <a:ext uri="{FF2B5EF4-FFF2-40B4-BE49-F238E27FC236}">
                                <a16:creationId xmlns:a16="http://schemas.microsoft.com/office/drawing/2014/main" id="{5B5DFB29-15CB-42C0-8353-1A2AE17893E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631" name="3D Model 1630" descr="Sphere">
                                <a:extLst>
                                  <a:ext uri="{FF2B5EF4-FFF2-40B4-BE49-F238E27FC236}">
                                    <a16:creationId xmlns:a16="http://schemas.microsoft.com/office/drawing/2014/main" id="{BD4B302C-172F-4332-B0C3-D125A866294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487263788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8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574" name="Group 1573">
                          <a:extLst>
                            <a:ext uri="{FF2B5EF4-FFF2-40B4-BE49-F238E27FC236}">
                              <a16:creationId xmlns:a16="http://schemas.microsoft.com/office/drawing/2014/main" id="{65BF9F5B-3073-44D7-9C69-6B28D5F682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4615" y="2140429"/>
                          <a:ext cx="1064014" cy="637179"/>
                          <a:chOff x="3717893" y="1719497"/>
                          <a:chExt cx="1064014" cy="637179"/>
                        </a:xfrm>
                      </p:grpSpPr>
                      <p:sp>
                        <p:nvSpPr>
                          <p:cNvPr id="1608" name="Flowchart: Connector 1607">
                            <a:extLst>
                              <a:ext uri="{FF2B5EF4-FFF2-40B4-BE49-F238E27FC236}">
                                <a16:creationId xmlns:a16="http://schemas.microsoft.com/office/drawing/2014/main" id="{8ABA7AF9-4CA6-4050-8612-95385EEC1DA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609" name="Flowchart: Connector 1608">
                            <a:extLst>
                              <a:ext uri="{FF2B5EF4-FFF2-40B4-BE49-F238E27FC236}">
                                <a16:creationId xmlns:a16="http://schemas.microsoft.com/office/drawing/2014/main" id="{D5004AD9-17D2-4C4C-BDE1-3FB24FF7BD1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610" name="Flowchart: Connector 1609">
                            <a:extLst>
                              <a:ext uri="{FF2B5EF4-FFF2-40B4-BE49-F238E27FC236}">
                                <a16:creationId xmlns:a16="http://schemas.microsoft.com/office/drawing/2014/main" id="{BD53BFF4-30AD-4AE4-B80F-4EE91A335D0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611" name="Flowchart: Connector 1610">
                            <a:extLst>
                              <a:ext uri="{FF2B5EF4-FFF2-40B4-BE49-F238E27FC236}">
                                <a16:creationId xmlns:a16="http://schemas.microsoft.com/office/drawing/2014/main" id="{68002204-6DCE-44AC-BE42-136E334414D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612" name="Flowchart: Connector 1611">
                            <a:extLst>
                              <a:ext uri="{FF2B5EF4-FFF2-40B4-BE49-F238E27FC236}">
                                <a16:creationId xmlns:a16="http://schemas.microsoft.com/office/drawing/2014/main" id="{22F6294E-CA08-43EB-9E94-71705C7D8A7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613" name="Flowchart: Connector 1612">
                            <a:extLst>
                              <a:ext uri="{FF2B5EF4-FFF2-40B4-BE49-F238E27FC236}">
                                <a16:creationId xmlns:a16="http://schemas.microsoft.com/office/drawing/2014/main" id="{C4D0BEF4-01E3-447D-A33C-0DD7797D8E1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614" name="Flowchart: Connector 1613">
                            <a:extLst>
                              <a:ext uri="{FF2B5EF4-FFF2-40B4-BE49-F238E27FC236}">
                                <a16:creationId xmlns:a16="http://schemas.microsoft.com/office/drawing/2014/main" id="{1C17FA5A-36DB-47BA-88F8-8510F04BFEE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615" name="Flowchart: Connector 1614">
                            <a:extLst>
                              <a:ext uri="{FF2B5EF4-FFF2-40B4-BE49-F238E27FC236}">
                                <a16:creationId xmlns:a16="http://schemas.microsoft.com/office/drawing/2014/main" id="{DE5294CA-23B7-4037-A3D6-1ABFB361ACA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616" name="Flowchart: Connector 1615">
                            <a:extLst>
                              <a:ext uri="{FF2B5EF4-FFF2-40B4-BE49-F238E27FC236}">
                                <a16:creationId xmlns:a16="http://schemas.microsoft.com/office/drawing/2014/main" id="{8B1ADDF8-C8FE-4729-AD0B-90E5D2EA1E4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617" name="3D Model 1616" descr="Sphere">
                                <a:extLst>
                                  <a:ext uri="{FF2B5EF4-FFF2-40B4-BE49-F238E27FC236}">
                                    <a16:creationId xmlns:a16="http://schemas.microsoft.com/office/drawing/2014/main" id="{5B14039A-3A75-4990-A752-A24087B4A4B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689127136"/>
                                  </p:ext>
                                </p:extLst>
                              </p:nvPr>
                            </p:nvGraphicFramePr>
                            <p:xfrm>
                              <a:off x="3717893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883" name="3D Model 882" descr="Sphere">
                                <a:extLst>
                                  <a:ext uri="{FF2B5EF4-FFF2-40B4-BE49-F238E27FC236}">
                                    <a16:creationId xmlns:a16="http://schemas.microsoft.com/office/drawing/2014/main" id="{34424F11-9FE6-4FB3-B40C-12306578544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651128" y="2402586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618" name="Flowchart: Connector 1617">
                            <a:extLst>
                              <a:ext uri="{FF2B5EF4-FFF2-40B4-BE49-F238E27FC236}">
                                <a16:creationId xmlns:a16="http://schemas.microsoft.com/office/drawing/2014/main" id="{D5D4AFFA-F525-4EA9-9AF2-782D67B22E4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619" name="3D Model 1618" descr="Sphere">
                                <a:extLst>
                                  <a:ext uri="{FF2B5EF4-FFF2-40B4-BE49-F238E27FC236}">
                                    <a16:creationId xmlns:a16="http://schemas.microsoft.com/office/drawing/2014/main" id="{5C58107E-D808-4B69-B879-F1C8755EBB7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243749613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620" name="Flowchart: Connector 1619">
                            <a:extLst>
                              <a:ext uri="{FF2B5EF4-FFF2-40B4-BE49-F238E27FC236}">
                                <a16:creationId xmlns:a16="http://schemas.microsoft.com/office/drawing/2014/main" id="{239E2A9C-679F-4BBE-B218-B098A7B4163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621" name="3D Model 1620" descr="Sphere">
                                <a:extLst>
                                  <a:ext uri="{FF2B5EF4-FFF2-40B4-BE49-F238E27FC236}">
                                    <a16:creationId xmlns:a16="http://schemas.microsoft.com/office/drawing/2014/main" id="{D6C4F98C-496E-4AFB-AC14-3432A359FBF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008310305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622" name="Flowchart: Connector 1621">
                            <a:extLst>
                              <a:ext uri="{FF2B5EF4-FFF2-40B4-BE49-F238E27FC236}">
                                <a16:creationId xmlns:a16="http://schemas.microsoft.com/office/drawing/2014/main" id="{7051D085-B674-47E1-929F-949832C7991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623" name="3D Model 1622" descr="Sphere">
                                <a:extLst>
                                  <a:ext uri="{FF2B5EF4-FFF2-40B4-BE49-F238E27FC236}">
                                    <a16:creationId xmlns:a16="http://schemas.microsoft.com/office/drawing/2014/main" id="{EFF8826D-8396-4094-924D-74924AF8942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722553030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575" name="Group 1574">
                          <a:extLst>
                            <a:ext uri="{FF2B5EF4-FFF2-40B4-BE49-F238E27FC236}">
                              <a16:creationId xmlns:a16="http://schemas.microsoft.com/office/drawing/2014/main" id="{7FDA4A9C-0B35-43FF-B3E0-DC19E23A9A7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936" y="1817250"/>
                          <a:ext cx="1064014" cy="643455"/>
                          <a:chOff x="3717893" y="1713221"/>
                          <a:chExt cx="1064014" cy="643455"/>
                        </a:xfrm>
                      </p:grpSpPr>
                      <p:sp>
                        <p:nvSpPr>
                          <p:cNvPr id="1592" name="Flowchart: Connector 1591">
                            <a:extLst>
                              <a:ext uri="{FF2B5EF4-FFF2-40B4-BE49-F238E27FC236}">
                                <a16:creationId xmlns:a16="http://schemas.microsoft.com/office/drawing/2014/main" id="{3DF25D3F-A845-441C-AB1E-358D68CF47E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593" name="Flowchart: Connector 1592">
                            <a:extLst>
                              <a:ext uri="{FF2B5EF4-FFF2-40B4-BE49-F238E27FC236}">
                                <a16:creationId xmlns:a16="http://schemas.microsoft.com/office/drawing/2014/main" id="{2A60080D-446D-44B1-9F28-FFB2066B06D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594" name="Flowchart: Connector 1593">
                            <a:extLst>
                              <a:ext uri="{FF2B5EF4-FFF2-40B4-BE49-F238E27FC236}">
                                <a16:creationId xmlns:a16="http://schemas.microsoft.com/office/drawing/2014/main" id="{A123BF91-A08E-49E1-BC13-B45D48AA501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595" name="Flowchart: Connector 1594">
                            <a:extLst>
                              <a:ext uri="{FF2B5EF4-FFF2-40B4-BE49-F238E27FC236}">
                                <a16:creationId xmlns:a16="http://schemas.microsoft.com/office/drawing/2014/main" id="{BD2C44CF-7826-4670-97EF-9696BA363AD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596" name="Flowchart: Connector 1595">
                            <a:extLst>
                              <a:ext uri="{FF2B5EF4-FFF2-40B4-BE49-F238E27FC236}">
                                <a16:creationId xmlns:a16="http://schemas.microsoft.com/office/drawing/2014/main" id="{BDC478AF-EF02-496F-A964-F9CD4E8A661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597" name="Flowchart: Connector 1596">
                            <a:extLst>
                              <a:ext uri="{FF2B5EF4-FFF2-40B4-BE49-F238E27FC236}">
                                <a16:creationId xmlns:a16="http://schemas.microsoft.com/office/drawing/2014/main" id="{E0B0E4BC-AF6E-410D-8E08-9B700B370DA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598" name="Flowchart: Connector 1597">
                            <a:extLst>
                              <a:ext uri="{FF2B5EF4-FFF2-40B4-BE49-F238E27FC236}">
                                <a16:creationId xmlns:a16="http://schemas.microsoft.com/office/drawing/2014/main" id="{7D6F50D9-9251-462F-A788-CF30503D91A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599" name="Flowchart: Connector 1598">
                            <a:extLst>
                              <a:ext uri="{FF2B5EF4-FFF2-40B4-BE49-F238E27FC236}">
                                <a16:creationId xmlns:a16="http://schemas.microsoft.com/office/drawing/2014/main" id="{63FC6FE3-6291-4618-85A6-ED4667F980E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600" name="Flowchart: Connector 1599">
                            <a:extLst>
                              <a:ext uri="{FF2B5EF4-FFF2-40B4-BE49-F238E27FC236}">
                                <a16:creationId xmlns:a16="http://schemas.microsoft.com/office/drawing/2014/main" id="{448A89DD-8CB3-41C5-A42E-DC2951F4224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601" name="3D Model 1600" descr="Sphere">
                                <a:extLst>
                                  <a:ext uri="{FF2B5EF4-FFF2-40B4-BE49-F238E27FC236}">
                                    <a16:creationId xmlns:a16="http://schemas.microsoft.com/office/drawing/2014/main" id="{7C26E9F9-B2D8-490D-9389-5D87246D5D4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801618071"/>
                                  </p:ext>
                                </p:extLst>
                              </p:nvPr>
                            </p:nvGraphicFramePr>
                            <p:xfrm>
                              <a:off x="3717893" y="171322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867" name="3D Model 866" descr="Sphere">
                                <a:extLst>
                                  <a:ext uri="{FF2B5EF4-FFF2-40B4-BE49-F238E27FC236}">
                                    <a16:creationId xmlns:a16="http://schemas.microsoft.com/office/drawing/2014/main" id="{91844925-F6F7-450C-B8D3-E63B7F45C8E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649447" y="2341716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602" name="Flowchart: Connector 1601">
                            <a:extLst>
                              <a:ext uri="{FF2B5EF4-FFF2-40B4-BE49-F238E27FC236}">
                                <a16:creationId xmlns:a16="http://schemas.microsoft.com/office/drawing/2014/main" id="{C671F872-7BFB-455C-8063-39D8365FF3D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603" name="3D Model 1602" descr="Sphere">
                                <a:extLst>
                                  <a:ext uri="{FF2B5EF4-FFF2-40B4-BE49-F238E27FC236}">
                                    <a16:creationId xmlns:a16="http://schemas.microsoft.com/office/drawing/2014/main" id="{5A07ADA9-409D-446C-B543-B33E1E6919A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948206288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869" name="3D Model 868" descr="Sphere">
                                <a:extLst>
                                  <a:ext uri="{FF2B5EF4-FFF2-40B4-BE49-F238E27FC236}">
                                    <a16:creationId xmlns:a16="http://schemas.microsoft.com/office/drawing/2014/main" id="{FF55A920-C771-44B6-BF72-F840F1842F7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691148" y="2357586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604" name="Flowchart: Connector 1603">
                            <a:extLst>
                              <a:ext uri="{FF2B5EF4-FFF2-40B4-BE49-F238E27FC236}">
                                <a16:creationId xmlns:a16="http://schemas.microsoft.com/office/drawing/2014/main" id="{4BB91BAC-75B3-477F-8754-26CF2D48032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605" name="3D Model 1604" descr="Sphere">
                                <a:extLst>
                                  <a:ext uri="{FF2B5EF4-FFF2-40B4-BE49-F238E27FC236}">
                                    <a16:creationId xmlns:a16="http://schemas.microsoft.com/office/drawing/2014/main" id="{56783C06-6218-4F97-BFE3-D30849819DB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030878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606" name="Flowchart: Connector 1605">
                            <a:extLst>
                              <a:ext uri="{FF2B5EF4-FFF2-40B4-BE49-F238E27FC236}">
                                <a16:creationId xmlns:a16="http://schemas.microsoft.com/office/drawing/2014/main" id="{55DBD10E-D1BF-4DF6-A930-1B8C0F4A51E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607" name="3D Model 1606" descr="Sphere">
                                <a:extLst>
                                  <a:ext uri="{FF2B5EF4-FFF2-40B4-BE49-F238E27FC236}">
                                    <a16:creationId xmlns:a16="http://schemas.microsoft.com/office/drawing/2014/main" id="{A4E6552A-619C-4E9F-A7D8-30F60AA99BA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324363418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1576" name="Flowchart: Connector 1575">
                          <a:extLst>
                            <a:ext uri="{FF2B5EF4-FFF2-40B4-BE49-F238E27FC236}">
                              <a16:creationId xmlns:a16="http://schemas.microsoft.com/office/drawing/2014/main" id="{9BD3FBF5-A3C8-4A2A-848A-EB0E11B8DCB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77" name="Flowchart: Connector 1576">
                          <a:extLst>
                            <a:ext uri="{FF2B5EF4-FFF2-40B4-BE49-F238E27FC236}">
                              <a16:creationId xmlns:a16="http://schemas.microsoft.com/office/drawing/2014/main" id="{03B4747B-164F-4D1D-A0A0-09B858333CE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78" name="Flowchart: Connector 1577">
                          <a:extLst>
                            <a:ext uri="{FF2B5EF4-FFF2-40B4-BE49-F238E27FC236}">
                              <a16:creationId xmlns:a16="http://schemas.microsoft.com/office/drawing/2014/main" id="{CD02149F-C081-45B1-A0C2-2D7D7D409AB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26347" y="177334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79" name="Flowchart: Connector 1578">
                          <a:extLst>
                            <a:ext uri="{FF2B5EF4-FFF2-40B4-BE49-F238E27FC236}">
                              <a16:creationId xmlns:a16="http://schemas.microsoft.com/office/drawing/2014/main" id="{66FDFDAD-91AC-4ECB-9223-CC4F3F695A0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80" name="Flowchart: Connector 1579">
                          <a:extLst>
                            <a:ext uri="{FF2B5EF4-FFF2-40B4-BE49-F238E27FC236}">
                              <a16:creationId xmlns:a16="http://schemas.microsoft.com/office/drawing/2014/main" id="{49FED655-0603-444E-AE19-926FA877ED9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81" name="Flowchart: Connector 1580">
                          <a:extLst>
                            <a:ext uri="{FF2B5EF4-FFF2-40B4-BE49-F238E27FC236}">
                              <a16:creationId xmlns:a16="http://schemas.microsoft.com/office/drawing/2014/main" id="{37BA10D7-9BCE-4F8E-9B5A-A2450D1CF7D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82" name="Flowchart: Connector 1581">
                          <a:extLst>
                            <a:ext uri="{FF2B5EF4-FFF2-40B4-BE49-F238E27FC236}">
                              <a16:creationId xmlns:a16="http://schemas.microsoft.com/office/drawing/2014/main" id="{BA312AD4-DB5E-4874-9C18-5BB812C85BF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83" name="Flowchart: Connector 1582">
                          <a:extLst>
                            <a:ext uri="{FF2B5EF4-FFF2-40B4-BE49-F238E27FC236}">
                              <a16:creationId xmlns:a16="http://schemas.microsoft.com/office/drawing/2014/main" id="{5C7803D2-3566-4DBC-A365-07CA248CDA0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84" name="Flowchart: Connector 1583">
                          <a:extLst>
                            <a:ext uri="{FF2B5EF4-FFF2-40B4-BE49-F238E27FC236}">
                              <a16:creationId xmlns:a16="http://schemas.microsoft.com/office/drawing/2014/main" id="{0679185A-D625-474A-9279-7CEA712101B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85" name="3D Model 1584" descr="Sphere">
                              <a:extLst>
                                <a:ext uri="{FF2B5EF4-FFF2-40B4-BE49-F238E27FC236}">
                                  <a16:creationId xmlns:a16="http://schemas.microsoft.com/office/drawing/2014/main" id="{DC19190C-7B81-4D10-A80A-897CA07AC95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82089377"/>
                                </p:ext>
                              </p:extLst>
                            </p:nvPr>
                          </p:nvGraphicFramePr>
                          <p:xfrm>
                            <a:off x="2122087" y="1503359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433448" ay="1433014" az="-1105299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7"/>
                                </am3d:raster>
                                <am3d:objViewport viewportSz="5757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851" name="3D Model 850" descr="Sphere">
                              <a:extLst>
                                <a:ext uri="{FF2B5EF4-FFF2-40B4-BE49-F238E27FC236}">
                                  <a16:creationId xmlns:a16="http://schemas.microsoft.com/office/drawing/2014/main" id="{0727A1CA-B6CD-4DAE-99FF-69BB90DD571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650689" y="2282596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86" name="Flowchart: Connector 1585">
                          <a:extLst>
                            <a:ext uri="{FF2B5EF4-FFF2-40B4-BE49-F238E27FC236}">
                              <a16:creationId xmlns:a16="http://schemas.microsoft.com/office/drawing/2014/main" id="{AB815104-6102-4D3D-96BA-7A6E80F04F2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87" name="3D Model 1586" descr="Sphere">
                              <a:extLst>
                                <a:ext uri="{FF2B5EF4-FFF2-40B4-BE49-F238E27FC236}">
                                  <a16:creationId xmlns:a16="http://schemas.microsoft.com/office/drawing/2014/main" id="{868363EA-C322-47C5-BEF4-74423D34735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123234359"/>
                                </p:ext>
                              </p:extLst>
                            </p:nvPr>
                          </p:nvGraphicFramePr>
                          <p:xfrm>
                            <a:off x="2368043" y="1593681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5"/>
                                </am3d:raster>
                                <am3d:objViewport viewportSz="5886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853" name="3D Model 852" descr="Sphere">
                              <a:extLst>
                                <a:ext uri="{FF2B5EF4-FFF2-40B4-BE49-F238E27FC236}">
                                  <a16:creationId xmlns:a16="http://schemas.microsoft.com/office/drawing/2014/main" id="{D841DD42-36A5-4623-BE98-E44C0C8B5602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693413" y="2299608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88" name="Flowchart: Connector 1587">
                          <a:extLst>
                            <a:ext uri="{FF2B5EF4-FFF2-40B4-BE49-F238E27FC236}">
                              <a16:creationId xmlns:a16="http://schemas.microsoft.com/office/drawing/2014/main" id="{ACAA86DB-0EE4-47CF-A3D1-E328B1E4A76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89" name="3D Model 1588" descr="Sphere">
                              <a:extLst>
                                <a:ext uri="{FF2B5EF4-FFF2-40B4-BE49-F238E27FC236}">
                                  <a16:creationId xmlns:a16="http://schemas.microsoft.com/office/drawing/2014/main" id="{A6F1AFF6-992D-4574-8111-17633819342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948337556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3235" cy="6170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7"/>
                                </am3d:raster>
                                <am3d:objViewport viewportSz="6018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855" name="3D Model 854" descr="Sphere">
                              <a:extLst>
                                <a:ext uri="{FF2B5EF4-FFF2-40B4-BE49-F238E27FC236}">
                                  <a16:creationId xmlns:a16="http://schemas.microsoft.com/office/drawing/2014/main" id="{AEEBBBBB-6EA1-41E8-A645-A2AC3676D29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3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735300" y="2308624"/>
                              <a:ext cx="53235" cy="61702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90" name="Flowchart: Connector 1589">
                          <a:extLst>
                            <a:ext uri="{FF2B5EF4-FFF2-40B4-BE49-F238E27FC236}">
                              <a16:creationId xmlns:a16="http://schemas.microsoft.com/office/drawing/2014/main" id="{852CA933-5ACC-46D0-9458-274189E5891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91" name="3D Model 1590" descr="Sphere">
                              <a:extLst>
                                <a:ext uri="{FF2B5EF4-FFF2-40B4-BE49-F238E27FC236}">
                                  <a16:creationId xmlns:a16="http://schemas.microsoft.com/office/drawing/2014/main" id="{02995207-136A-44B8-8BDB-E6447FF5A1D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946866787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1045" cy="5891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9"/>
                                </am3d:raster>
                                <am3d:objViewport viewportSz="5955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857" name="3D Model 856" descr="Sphere">
                              <a:extLst>
                                <a:ext uri="{FF2B5EF4-FFF2-40B4-BE49-F238E27FC236}">
                                  <a16:creationId xmlns:a16="http://schemas.microsoft.com/office/drawing/2014/main" id="{6C1E3FBB-6BE6-4150-AA32-F4B23F79453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781926" y="2325018"/>
                              <a:ext cx="51045" cy="589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1481" name="Group 1480">
                      <a:extLst>
                        <a:ext uri="{FF2B5EF4-FFF2-40B4-BE49-F238E27FC236}">
                          <a16:creationId xmlns:a16="http://schemas.microsoft.com/office/drawing/2014/main" id="{BE96AE31-7E93-4574-BE03-AB86CE45002C}"/>
                        </a:ext>
                      </a:extLst>
                    </p:cNvPr>
                    <p:cNvGrpSpPr/>
                    <p:nvPr/>
                  </p:nvGrpSpPr>
                  <p:grpSpPr>
                    <a:xfrm rot="18542409">
                      <a:off x="2257159" y="236280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551" name="Freeform: Shape 1550">
                        <a:extLst>
                          <a:ext uri="{FF2B5EF4-FFF2-40B4-BE49-F238E27FC236}">
                            <a16:creationId xmlns:a16="http://schemas.microsoft.com/office/drawing/2014/main" id="{A726615F-8EC7-4B68-B86F-041E65E5D744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552" name="Rectangle: Rounded Corners 1551">
                        <a:extLst>
                          <a:ext uri="{FF2B5EF4-FFF2-40B4-BE49-F238E27FC236}">
                            <a16:creationId xmlns:a16="http://schemas.microsoft.com/office/drawing/2014/main" id="{8F140918-AFE4-4A82-8A68-EA9E48D206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482" name="Group 1481">
                      <a:extLst>
                        <a:ext uri="{FF2B5EF4-FFF2-40B4-BE49-F238E27FC236}">
                          <a16:creationId xmlns:a16="http://schemas.microsoft.com/office/drawing/2014/main" id="{A919FC73-8E7D-45FA-9C63-E26CC2AC20AA}"/>
                        </a:ext>
                      </a:extLst>
                    </p:cNvPr>
                    <p:cNvGrpSpPr/>
                    <p:nvPr/>
                  </p:nvGrpSpPr>
                  <p:grpSpPr>
                    <a:xfrm rot="17122200">
                      <a:off x="1187274" y="235013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549" name="Freeform: Shape 1548">
                        <a:extLst>
                          <a:ext uri="{FF2B5EF4-FFF2-40B4-BE49-F238E27FC236}">
                            <a16:creationId xmlns:a16="http://schemas.microsoft.com/office/drawing/2014/main" id="{7981F018-0E7A-4BB0-B975-A422B8B6294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550" name="Rectangle: Rounded Corners 1549">
                        <a:extLst>
                          <a:ext uri="{FF2B5EF4-FFF2-40B4-BE49-F238E27FC236}">
                            <a16:creationId xmlns:a16="http://schemas.microsoft.com/office/drawing/2014/main" id="{8FEC4D1C-FCE3-4F90-BD5B-415994DE15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483" name="Group 1482">
                      <a:extLst>
                        <a:ext uri="{FF2B5EF4-FFF2-40B4-BE49-F238E27FC236}">
                          <a16:creationId xmlns:a16="http://schemas.microsoft.com/office/drawing/2014/main" id="{DEE5409B-691B-4FF7-A7A6-28AADBF88FF6}"/>
                        </a:ext>
                      </a:extLst>
                    </p:cNvPr>
                    <p:cNvGrpSpPr/>
                    <p:nvPr/>
                  </p:nvGrpSpPr>
                  <p:grpSpPr>
                    <a:xfrm rot="658209">
                      <a:off x="2479276" y="3323586"/>
                      <a:ext cx="746642" cy="235253"/>
                      <a:chOff x="2620172" y="2546175"/>
                      <a:chExt cx="834986" cy="143092"/>
                    </a:xfrm>
                  </p:grpSpPr>
                  <p:sp>
                    <p:nvSpPr>
                      <p:cNvPr id="1547" name="Freeform: Shape 1546">
                        <a:extLst>
                          <a:ext uri="{FF2B5EF4-FFF2-40B4-BE49-F238E27FC236}">
                            <a16:creationId xmlns:a16="http://schemas.microsoft.com/office/drawing/2014/main" id="{728AA0F3-9F73-4DBE-93CA-C0BDD295DAF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548" name="Rectangle: Rounded Corners 1547">
                        <a:extLst>
                          <a:ext uri="{FF2B5EF4-FFF2-40B4-BE49-F238E27FC236}">
                            <a16:creationId xmlns:a16="http://schemas.microsoft.com/office/drawing/2014/main" id="{9F2B2A43-A383-4ED8-9B56-ED53BFC37D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484" name="Group 1483">
                      <a:extLst>
                        <a:ext uri="{FF2B5EF4-FFF2-40B4-BE49-F238E27FC236}">
                          <a16:creationId xmlns:a16="http://schemas.microsoft.com/office/drawing/2014/main" id="{796638C5-744E-41D2-9D44-5CE4321999E4}"/>
                        </a:ext>
                      </a:extLst>
                    </p:cNvPr>
                    <p:cNvGrpSpPr/>
                    <p:nvPr/>
                  </p:nvGrpSpPr>
                  <p:grpSpPr>
                    <a:xfrm rot="18837888">
                      <a:off x="1789768" y="223810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545" name="Freeform: Shape 1544">
                        <a:extLst>
                          <a:ext uri="{FF2B5EF4-FFF2-40B4-BE49-F238E27FC236}">
                            <a16:creationId xmlns:a16="http://schemas.microsoft.com/office/drawing/2014/main" id="{BBB6C25B-54C4-46C7-A09C-CF16DA595B6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546" name="Rectangle: Rounded Corners 1545">
                        <a:extLst>
                          <a:ext uri="{FF2B5EF4-FFF2-40B4-BE49-F238E27FC236}">
                            <a16:creationId xmlns:a16="http://schemas.microsoft.com/office/drawing/2014/main" id="{FFAA906F-F033-4161-90C2-C84541D470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485" name="Group 1484">
                      <a:extLst>
                        <a:ext uri="{FF2B5EF4-FFF2-40B4-BE49-F238E27FC236}">
                          <a16:creationId xmlns:a16="http://schemas.microsoft.com/office/drawing/2014/main" id="{1A66BD67-47E8-4CE4-8155-94768FE285FE}"/>
                        </a:ext>
                      </a:extLst>
                    </p:cNvPr>
                    <p:cNvGrpSpPr/>
                    <p:nvPr/>
                  </p:nvGrpSpPr>
                  <p:grpSpPr>
                    <a:xfrm rot="16200000">
                      <a:off x="563034" y="2429570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543" name="Freeform: Shape 1542">
                        <a:extLst>
                          <a:ext uri="{FF2B5EF4-FFF2-40B4-BE49-F238E27FC236}">
                            <a16:creationId xmlns:a16="http://schemas.microsoft.com/office/drawing/2014/main" id="{37159701-0CBD-4C64-BFDC-2A3D9568533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544" name="Rectangle: Rounded Corners 1543">
                        <a:extLst>
                          <a:ext uri="{FF2B5EF4-FFF2-40B4-BE49-F238E27FC236}">
                            <a16:creationId xmlns:a16="http://schemas.microsoft.com/office/drawing/2014/main" id="{32DA2B0D-A573-48F5-A49A-E03278C53D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486" name="Group 1485">
                      <a:extLst>
                        <a:ext uri="{FF2B5EF4-FFF2-40B4-BE49-F238E27FC236}">
                          <a16:creationId xmlns:a16="http://schemas.microsoft.com/office/drawing/2014/main" id="{336DAB33-82C8-45B0-A040-7C9F7B15C6E9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350328" y="442527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541" name="Freeform: Shape 1540">
                        <a:extLst>
                          <a:ext uri="{FF2B5EF4-FFF2-40B4-BE49-F238E27FC236}">
                            <a16:creationId xmlns:a16="http://schemas.microsoft.com/office/drawing/2014/main" id="{5F8C4183-A218-43C9-97D7-FB1B9DE3F33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542" name="Rectangle: Rounded Corners 1541">
                        <a:extLst>
                          <a:ext uri="{FF2B5EF4-FFF2-40B4-BE49-F238E27FC236}">
                            <a16:creationId xmlns:a16="http://schemas.microsoft.com/office/drawing/2014/main" id="{D1F91BEE-F691-42B5-BB6F-80A34D60D7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487" name="Group 1486">
                      <a:extLst>
                        <a:ext uri="{FF2B5EF4-FFF2-40B4-BE49-F238E27FC236}">
                          <a16:creationId xmlns:a16="http://schemas.microsoft.com/office/drawing/2014/main" id="{862B995C-AA88-4FDD-B00A-23CA79C83A38}"/>
                        </a:ext>
                      </a:extLst>
                    </p:cNvPr>
                    <p:cNvGrpSpPr/>
                    <p:nvPr/>
                  </p:nvGrpSpPr>
                  <p:grpSpPr>
                    <a:xfrm rot="5880914">
                      <a:off x="789613" y="438062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539" name="Freeform: Shape 1538">
                        <a:extLst>
                          <a:ext uri="{FF2B5EF4-FFF2-40B4-BE49-F238E27FC236}">
                            <a16:creationId xmlns:a16="http://schemas.microsoft.com/office/drawing/2014/main" id="{293691A3-6336-4BDC-8E59-70637D9DFF9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540" name="Rectangle: Rounded Corners 1539">
                        <a:extLst>
                          <a:ext uri="{FF2B5EF4-FFF2-40B4-BE49-F238E27FC236}">
                            <a16:creationId xmlns:a16="http://schemas.microsoft.com/office/drawing/2014/main" id="{BA669BE9-7E4A-4168-8D29-BDE1803918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488" name="Group 1487">
                      <a:extLst>
                        <a:ext uri="{FF2B5EF4-FFF2-40B4-BE49-F238E27FC236}">
                          <a16:creationId xmlns:a16="http://schemas.microsoft.com/office/drawing/2014/main" id="{B4A2B623-DB8D-4292-B417-FE9908DD81F2}"/>
                        </a:ext>
                      </a:extLst>
                    </p:cNvPr>
                    <p:cNvGrpSpPr/>
                    <p:nvPr/>
                  </p:nvGrpSpPr>
                  <p:grpSpPr>
                    <a:xfrm rot="13587211">
                      <a:off x="651990" y="2929858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537" name="Freeform: Shape 1536">
                        <a:extLst>
                          <a:ext uri="{FF2B5EF4-FFF2-40B4-BE49-F238E27FC236}">
                            <a16:creationId xmlns:a16="http://schemas.microsoft.com/office/drawing/2014/main" id="{A9E2ADD5-E6E8-4255-83E0-055CC82AC27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538" name="Rectangle: Rounded Corners 1537">
                        <a:extLst>
                          <a:ext uri="{FF2B5EF4-FFF2-40B4-BE49-F238E27FC236}">
                            <a16:creationId xmlns:a16="http://schemas.microsoft.com/office/drawing/2014/main" id="{B16674C4-F526-4710-A2E9-B9B3F4927E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489" name="Group 1488">
                      <a:extLst>
                        <a:ext uri="{FF2B5EF4-FFF2-40B4-BE49-F238E27FC236}">
                          <a16:creationId xmlns:a16="http://schemas.microsoft.com/office/drawing/2014/main" id="{F8487AB2-A4BE-4380-BC1C-D85F3D476D7E}"/>
                        </a:ext>
                      </a:extLst>
                    </p:cNvPr>
                    <p:cNvGrpSpPr/>
                    <p:nvPr/>
                  </p:nvGrpSpPr>
                  <p:grpSpPr>
                    <a:xfrm rot="11351284">
                      <a:off x="163719" y="3807693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535" name="Freeform: Shape 1534">
                        <a:extLst>
                          <a:ext uri="{FF2B5EF4-FFF2-40B4-BE49-F238E27FC236}">
                            <a16:creationId xmlns:a16="http://schemas.microsoft.com/office/drawing/2014/main" id="{3B90DA9A-D8A7-47CF-828C-BCAF39C6AD5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536" name="Rectangle: Rounded Corners 1535">
                        <a:extLst>
                          <a:ext uri="{FF2B5EF4-FFF2-40B4-BE49-F238E27FC236}">
                            <a16:creationId xmlns:a16="http://schemas.microsoft.com/office/drawing/2014/main" id="{8ED93746-113E-4610-8E96-856F97385A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490" name="Group 1489">
                      <a:extLst>
                        <a:ext uri="{FF2B5EF4-FFF2-40B4-BE49-F238E27FC236}">
                          <a16:creationId xmlns:a16="http://schemas.microsoft.com/office/drawing/2014/main" id="{66FAE801-81C3-4AA7-9F4B-28949B5849FF}"/>
                        </a:ext>
                      </a:extLst>
                    </p:cNvPr>
                    <p:cNvGrpSpPr/>
                    <p:nvPr/>
                  </p:nvGrpSpPr>
                  <p:grpSpPr>
                    <a:xfrm rot="4193783">
                      <a:off x="2062756" y="4148262"/>
                      <a:ext cx="706454" cy="171076"/>
                      <a:chOff x="2620172" y="2546175"/>
                      <a:chExt cx="834986" cy="143092"/>
                    </a:xfrm>
                  </p:grpSpPr>
                  <p:sp>
                    <p:nvSpPr>
                      <p:cNvPr id="1533" name="Freeform: Shape 1532">
                        <a:extLst>
                          <a:ext uri="{FF2B5EF4-FFF2-40B4-BE49-F238E27FC236}">
                            <a16:creationId xmlns:a16="http://schemas.microsoft.com/office/drawing/2014/main" id="{5A7576BA-A21E-4C4D-8F4C-2B74F252EA4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534" name="Rectangle: Rounded Corners 1533">
                        <a:extLst>
                          <a:ext uri="{FF2B5EF4-FFF2-40B4-BE49-F238E27FC236}">
                            <a16:creationId xmlns:a16="http://schemas.microsoft.com/office/drawing/2014/main" id="{1E5C8213-39AE-43F2-BEDD-525CBCB529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491" name="Group 1490">
                      <a:extLst>
                        <a:ext uri="{FF2B5EF4-FFF2-40B4-BE49-F238E27FC236}">
                          <a16:creationId xmlns:a16="http://schemas.microsoft.com/office/drawing/2014/main" id="{FA4B705E-C0CA-4EEE-AEC6-18D17D567D84}"/>
                        </a:ext>
                      </a:extLst>
                    </p:cNvPr>
                    <p:cNvGrpSpPr/>
                    <p:nvPr/>
                  </p:nvGrpSpPr>
                  <p:grpSpPr>
                    <a:xfrm rot="1837203">
                      <a:off x="2331692" y="387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531" name="Freeform: Shape 1530">
                        <a:extLst>
                          <a:ext uri="{FF2B5EF4-FFF2-40B4-BE49-F238E27FC236}">
                            <a16:creationId xmlns:a16="http://schemas.microsoft.com/office/drawing/2014/main" id="{D3728519-8C28-467A-9723-4CC85C3021F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532" name="Rectangle: Rounded Corners 1531">
                        <a:extLst>
                          <a:ext uri="{FF2B5EF4-FFF2-40B4-BE49-F238E27FC236}">
                            <a16:creationId xmlns:a16="http://schemas.microsoft.com/office/drawing/2014/main" id="{FCBBF1B8-79AC-4458-8CCC-1DA91AA57C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492" name="Group 1491">
                      <a:extLst>
                        <a:ext uri="{FF2B5EF4-FFF2-40B4-BE49-F238E27FC236}">
                          <a16:creationId xmlns:a16="http://schemas.microsoft.com/office/drawing/2014/main" id="{8DE105FA-5D6F-4564-8FFA-36BB6611F13C}"/>
                        </a:ext>
                      </a:extLst>
                    </p:cNvPr>
                    <p:cNvGrpSpPr/>
                    <p:nvPr/>
                  </p:nvGrpSpPr>
                  <p:grpSpPr>
                    <a:xfrm rot="932650">
                      <a:off x="2489621" y="310501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529" name="Freeform: Shape 1528">
                        <a:extLst>
                          <a:ext uri="{FF2B5EF4-FFF2-40B4-BE49-F238E27FC236}">
                            <a16:creationId xmlns:a16="http://schemas.microsoft.com/office/drawing/2014/main" id="{EAE5F13D-D5D2-45DC-AF2A-45CB5ADC5D0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530" name="Rectangle: Rounded Corners 1529">
                        <a:extLst>
                          <a:ext uri="{FF2B5EF4-FFF2-40B4-BE49-F238E27FC236}">
                            <a16:creationId xmlns:a16="http://schemas.microsoft.com/office/drawing/2014/main" id="{60C0C03D-2638-4318-A8CD-984927C631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493" name="Group 1492">
                      <a:extLst>
                        <a:ext uri="{FF2B5EF4-FFF2-40B4-BE49-F238E27FC236}">
                          <a16:creationId xmlns:a16="http://schemas.microsoft.com/office/drawing/2014/main" id="{F79D7326-44C4-4A4E-8255-37CFCC4C80B7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686489" y="34904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527" name="Freeform: Shape 1526">
                        <a:extLst>
                          <a:ext uri="{FF2B5EF4-FFF2-40B4-BE49-F238E27FC236}">
                            <a16:creationId xmlns:a16="http://schemas.microsoft.com/office/drawing/2014/main" id="{0F6D37A5-0949-4340-960A-552D5E2AC4F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528" name="Rectangle: Rounded Corners 1527">
                        <a:extLst>
                          <a:ext uri="{FF2B5EF4-FFF2-40B4-BE49-F238E27FC236}">
                            <a16:creationId xmlns:a16="http://schemas.microsoft.com/office/drawing/2014/main" id="{C3F34947-AB55-41C8-A2A4-06BEA462E7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494" name="Group 1493">
                      <a:extLst>
                        <a:ext uri="{FF2B5EF4-FFF2-40B4-BE49-F238E27FC236}">
                          <a16:creationId xmlns:a16="http://schemas.microsoft.com/office/drawing/2014/main" id="{4DE6BA46-61CD-425E-A3CB-2A425D3326E4}"/>
                        </a:ext>
                      </a:extLst>
                    </p:cNvPr>
                    <p:cNvGrpSpPr/>
                    <p:nvPr/>
                  </p:nvGrpSpPr>
                  <p:grpSpPr>
                    <a:xfrm rot="16924252">
                      <a:off x="1635001" y="2371073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525" name="Freeform: Shape 1524">
                        <a:extLst>
                          <a:ext uri="{FF2B5EF4-FFF2-40B4-BE49-F238E27FC236}">
                            <a16:creationId xmlns:a16="http://schemas.microsoft.com/office/drawing/2014/main" id="{1C61FA69-05F4-4660-B114-3A20A76311D4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526" name="Rectangle: Rounded Corners 1525">
                        <a:extLst>
                          <a:ext uri="{FF2B5EF4-FFF2-40B4-BE49-F238E27FC236}">
                            <a16:creationId xmlns:a16="http://schemas.microsoft.com/office/drawing/2014/main" id="{58614108-1E14-4B73-BCF3-A4437B5897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495" name="Group 1494">
                      <a:extLst>
                        <a:ext uri="{FF2B5EF4-FFF2-40B4-BE49-F238E27FC236}">
                          <a16:creationId xmlns:a16="http://schemas.microsoft.com/office/drawing/2014/main" id="{96F3EC2F-929B-40F8-AB8E-9510531B0A59}"/>
                        </a:ext>
                      </a:extLst>
                    </p:cNvPr>
                    <p:cNvGrpSpPr/>
                    <p:nvPr/>
                  </p:nvGrpSpPr>
                  <p:grpSpPr>
                    <a:xfrm rot="15677156">
                      <a:off x="985517" y="2521255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523" name="Freeform: Shape 1522">
                        <a:extLst>
                          <a:ext uri="{FF2B5EF4-FFF2-40B4-BE49-F238E27FC236}">
                            <a16:creationId xmlns:a16="http://schemas.microsoft.com/office/drawing/2014/main" id="{A030BCDC-8152-43EE-8C27-CFABD2F2C5A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524" name="Rectangle: Rounded Corners 1523">
                        <a:extLst>
                          <a:ext uri="{FF2B5EF4-FFF2-40B4-BE49-F238E27FC236}">
                            <a16:creationId xmlns:a16="http://schemas.microsoft.com/office/drawing/2014/main" id="{84F3561D-D89B-4C33-A3EE-3135522CEF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496" name="Group 1495">
                      <a:extLst>
                        <a:ext uri="{FF2B5EF4-FFF2-40B4-BE49-F238E27FC236}">
                          <a16:creationId xmlns:a16="http://schemas.microsoft.com/office/drawing/2014/main" id="{F4F3D476-65FC-428B-8425-12B9AA6EF07D}"/>
                        </a:ext>
                      </a:extLst>
                    </p:cNvPr>
                    <p:cNvGrpSpPr/>
                    <p:nvPr/>
                  </p:nvGrpSpPr>
                  <p:grpSpPr>
                    <a:xfrm rot="14354853" flipV="1">
                      <a:off x="976412" y="243847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521" name="Freeform: Shape 1520">
                        <a:extLst>
                          <a:ext uri="{FF2B5EF4-FFF2-40B4-BE49-F238E27FC236}">
                            <a16:creationId xmlns:a16="http://schemas.microsoft.com/office/drawing/2014/main" id="{40516694-2731-459F-A432-F0BFEB255F1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522" name="Rectangle: Rounded Corners 1521">
                        <a:extLst>
                          <a:ext uri="{FF2B5EF4-FFF2-40B4-BE49-F238E27FC236}">
                            <a16:creationId xmlns:a16="http://schemas.microsoft.com/office/drawing/2014/main" id="{D086A9EE-03F7-4A76-8D3E-A977FA7BC0D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497" name="Group 1496">
                      <a:extLst>
                        <a:ext uri="{FF2B5EF4-FFF2-40B4-BE49-F238E27FC236}">
                          <a16:creationId xmlns:a16="http://schemas.microsoft.com/office/drawing/2014/main" id="{5C0FD288-3B78-4D96-99D9-0B02F733E0DB}"/>
                        </a:ext>
                      </a:extLst>
                    </p:cNvPr>
                    <p:cNvGrpSpPr/>
                    <p:nvPr/>
                  </p:nvGrpSpPr>
                  <p:grpSpPr>
                    <a:xfrm rot="9793356" flipV="1">
                      <a:off x="215985" y="323790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519" name="Freeform: Shape 1518">
                        <a:extLst>
                          <a:ext uri="{FF2B5EF4-FFF2-40B4-BE49-F238E27FC236}">
                            <a16:creationId xmlns:a16="http://schemas.microsoft.com/office/drawing/2014/main" id="{4F27A39C-280D-4018-B903-3BD7802B4C2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520" name="Rectangle: Rounded Corners 1519">
                        <a:extLst>
                          <a:ext uri="{FF2B5EF4-FFF2-40B4-BE49-F238E27FC236}">
                            <a16:creationId xmlns:a16="http://schemas.microsoft.com/office/drawing/2014/main" id="{CD1ADA0B-DB64-41E4-993B-3036F86921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498" name="Group 1497">
                      <a:extLst>
                        <a:ext uri="{FF2B5EF4-FFF2-40B4-BE49-F238E27FC236}">
                          <a16:creationId xmlns:a16="http://schemas.microsoft.com/office/drawing/2014/main" id="{073365DD-F6EA-496C-AECA-C11FEB64E82E}"/>
                        </a:ext>
                      </a:extLst>
                    </p:cNvPr>
                    <p:cNvGrpSpPr/>
                    <p:nvPr/>
                  </p:nvGrpSpPr>
                  <p:grpSpPr>
                    <a:xfrm rot="6907686" flipV="1">
                      <a:off x="692019" y="393196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517" name="Freeform: Shape 1516">
                        <a:extLst>
                          <a:ext uri="{FF2B5EF4-FFF2-40B4-BE49-F238E27FC236}">
                            <a16:creationId xmlns:a16="http://schemas.microsoft.com/office/drawing/2014/main" id="{32285DFE-0774-4D70-A798-3EDA9DC7B22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518" name="Rectangle: Rounded Corners 1517">
                        <a:extLst>
                          <a:ext uri="{FF2B5EF4-FFF2-40B4-BE49-F238E27FC236}">
                            <a16:creationId xmlns:a16="http://schemas.microsoft.com/office/drawing/2014/main" id="{ABE9935A-4CF5-4847-B236-ED34640B08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499" name="Group 1498">
                      <a:extLst>
                        <a:ext uri="{FF2B5EF4-FFF2-40B4-BE49-F238E27FC236}">
                          <a16:creationId xmlns:a16="http://schemas.microsoft.com/office/drawing/2014/main" id="{CD6A787D-ED43-4C99-ACB9-604FB2119E39}"/>
                        </a:ext>
                      </a:extLst>
                    </p:cNvPr>
                    <p:cNvGrpSpPr/>
                    <p:nvPr/>
                  </p:nvGrpSpPr>
                  <p:grpSpPr>
                    <a:xfrm rot="1465711" flipV="1">
                      <a:off x="2002734" y="340448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515" name="Freeform: Shape 1514">
                        <a:extLst>
                          <a:ext uri="{FF2B5EF4-FFF2-40B4-BE49-F238E27FC236}">
                            <a16:creationId xmlns:a16="http://schemas.microsoft.com/office/drawing/2014/main" id="{FC10AE7F-76C5-4298-B639-85A2CD271AA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516" name="Rectangle: Rounded Corners 1515">
                        <a:extLst>
                          <a:ext uri="{FF2B5EF4-FFF2-40B4-BE49-F238E27FC236}">
                            <a16:creationId xmlns:a16="http://schemas.microsoft.com/office/drawing/2014/main" id="{E4510884-2261-41DF-A369-D57433B025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500" name="Group 1499">
                      <a:extLst>
                        <a:ext uri="{FF2B5EF4-FFF2-40B4-BE49-F238E27FC236}">
                          <a16:creationId xmlns:a16="http://schemas.microsoft.com/office/drawing/2014/main" id="{6F68F09B-0E4D-4F39-967B-2CC115742333}"/>
                        </a:ext>
                      </a:extLst>
                    </p:cNvPr>
                    <p:cNvGrpSpPr/>
                    <p:nvPr/>
                  </p:nvGrpSpPr>
                  <p:grpSpPr>
                    <a:xfrm rot="19016516">
                      <a:off x="1733273" y="283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513" name="Freeform: Shape 1512">
                        <a:extLst>
                          <a:ext uri="{FF2B5EF4-FFF2-40B4-BE49-F238E27FC236}">
                            <a16:creationId xmlns:a16="http://schemas.microsoft.com/office/drawing/2014/main" id="{4852E321-2ED2-48DB-A410-CE67FAC2B0F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514" name="Rectangle: Rounded Corners 1513">
                        <a:extLst>
                          <a:ext uri="{FF2B5EF4-FFF2-40B4-BE49-F238E27FC236}">
                            <a16:creationId xmlns:a16="http://schemas.microsoft.com/office/drawing/2014/main" id="{50F97A92-B3EF-4CFF-AC2B-0C4DCD3D46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501" name="Group 1500">
                      <a:extLst>
                        <a:ext uri="{FF2B5EF4-FFF2-40B4-BE49-F238E27FC236}">
                          <a16:creationId xmlns:a16="http://schemas.microsoft.com/office/drawing/2014/main" id="{E7AD4EA0-DA18-45E9-8978-2871A5B043B2}"/>
                        </a:ext>
                      </a:extLst>
                    </p:cNvPr>
                    <p:cNvGrpSpPr/>
                    <p:nvPr/>
                  </p:nvGrpSpPr>
                  <p:grpSpPr>
                    <a:xfrm rot="19245075">
                      <a:off x="1632068" y="282541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511" name="Freeform: Shape 1510">
                        <a:extLst>
                          <a:ext uri="{FF2B5EF4-FFF2-40B4-BE49-F238E27FC236}">
                            <a16:creationId xmlns:a16="http://schemas.microsoft.com/office/drawing/2014/main" id="{947F917F-EA24-44F9-8E54-1C6D58150BC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512" name="Rectangle: Rounded Corners 1511">
                        <a:extLst>
                          <a:ext uri="{FF2B5EF4-FFF2-40B4-BE49-F238E27FC236}">
                            <a16:creationId xmlns:a16="http://schemas.microsoft.com/office/drawing/2014/main" id="{6F064988-9991-485E-99DD-9B6CC9FF67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502" name="Group 1501">
                      <a:extLst>
                        <a:ext uri="{FF2B5EF4-FFF2-40B4-BE49-F238E27FC236}">
                          <a16:creationId xmlns:a16="http://schemas.microsoft.com/office/drawing/2014/main" id="{0AE59A83-F1E9-42BA-BA45-A0907BD9F1D4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838889" y="36428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509" name="Freeform: Shape 1508">
                        <a:extLst>
                          <a:ext uri="{FF2B5EF4-FFF2-40B4-BE49-F238E27FC236}">
                            <a16:creationId xmlns:a16="http://schemas.microsoft.com/office/drawing/2014/main" id="{BBE8BC5D-1C9C-4482-A4B6-62ECFA7ED29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510" name="Rectangle: Rounded Corners 1509">
                        <a:extLst>
                          <a:ext uri="{FF2B5EF4-FFF2-40B4-BE49-F238E27FC236}">
                            <a16:creationId xmlns:a16="http://schemas.microsoft.com/office/drawing/2014/main" id="{8B3CA39C-E166-41E9-B939-870E5E0F6D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503" name="Group 1502">
                      <a:extLst>
                        <a:ext uri="{FF2B5EF4-FFF2-40B4-BE49-F238E27FC236}">
                          <a16:creationId xmlns:a16="http://schemas.microsoft.com/office/drawing/2014/main" id="{4E75215A-7D78-4784-B5EE-97F5F774D9AD}"/>
                        </a:ext>
                      </a:extLst>
                    </p:cNvPr>
                    <p:cNvGrpSpPr/>
                    <p:nvPr/>
                  </p:nvGrpSpPr>
                  <p:grpSpPr>
                    <a:xfrm rot="15824399">
                      <a:off x="1224680" y="281893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507" name="Freeform: Shape 1506">
                        <a:extLst>
                          <a:ext uri="{FF2B5EF4-FFF2-40B4-BE49-F238E27FC236}">
                            <a16:creationId xmlns:a16="http://schemas.microsoft.com/office/drawing/2014/main" id="{0E19316D-27AA-44E1-B8A6-1F15B8230D8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508" name="Rectangle: Rounded Corners 1507">
                        <a:extLst>
                          <a:ext uri="{FF2B5EF4-FFF2-40B4-BE49-F238E27FC236}">
                            <a16:creationId xmlns:a16="http://schemas.microsoft.com/office/drawing/2014/main" id="{42403CD0-D9EB-4216-ADF0-7555691D44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504" name="Group 1503">
                      <a:extLst>
                        <a:ext uri="{FF2B5EF4-FFF2-40B4-BE49-F238E27FC236}">
                          <a16:creationId xmlns:a16="http://schemas.microsoft.com/office/drawing/2014/main" id="{6B2BA574-6E75-4CD6-A32C-75D6165FAAD5}"/>
                        </a:ext>
                      </a:extLst>
                    </p:cNvPr>
                    <p:cNvGrpSpPr/>
                    <p:nvPr/>
                  </p:nvGrpSpPr>
                  <p:grpSpPr>
                    <a:xfrm rot="16697394">
                      <a:off x="1080028" y="2168448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505" name="Freeform: Shape 1504">
                        <a:extLst>
                          <a:ext uri="{FF2B5EF4-FFF2-40B4-BE49-F238E27FC236}">
                            <a16:creationId xmlns:a16="http://schemas.microsoft.com/office/drawing/2014/main" id="{B5CCBFA2-D92E-4A93-9F87-D682FBD3203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506" name="Rectangle: Rounded Corners 1505">
                        <a:extLst>
                          <a:ext uri="{FF2B5EF4-FFF2-40B4-BE49-F238E27FC236}">
                            <a16:creationId xmlns:a16="http://schemas.microsoft.com/office/drawing/2014/main" id="{527A53B5-AA0E-4B9A-8E39-4C2B9F8C4F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</p:grpSp>
              <p:sp>
                <p:nvSpPr>
                  <p:cNvPr id="1475" name="Freeform: Shape 1474">
                    <a:extLst>
                      <a:ext uri="{FF2B5EF4-FFF2-40B4-BE49-F238E27FC236}">
                        <a16:creationId xmlns:a16="http://schemas.microsoft.com/office/drawing/2014/main" id="{A90949C7-8698-4E24-A288-86B72E3E8BA2}"/>
                      </a:ext>
                    </a:extLst>
                  </p:cNvPr>
                  <p:cNvSpPr/>
                  <p:nvPr/>
                </p:nvSpPr>
                <p:spPr>
                  <a:xfrm rot="6017948" flipV="1">
                    <a:off x="1305755" y="4290452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476" name="Freeform: Shape 1475">
                    <a:extLst>
                      <a:ext uri="{FF2B5EF4-FFF2-40B4-BE49-F238E27FC236}">
                        <a16:creationId xmlns:a16="http://schemas.microsoft.com/office/drawing/2014/main" id="{0479459D-15DE-44E8-A56D-946E91CF3DFD}"/>
                      </a:ext>
                    </a:extLst>
                  </p:cNvPr>
                  <p:cNvSpPr/>
                  <p:nvPr/>
                </p:nvSpPr>
                <p:spPr>
                  <a:xfrm rot="21277659">
                    <a:off x="2517403" y="2906549"/>
                    <a:ext cx="690584" cy="235253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477" name="Freeform: Shape 1476">
                    <a:extLst>
                      <a:ext uri="{FF2B5EF4-FFF2-40B4-BE49-F238E27FC236}">
                        <a16:creationId xmlns:a16="http://schemas.microsoft.com/office/drawing/2014/main" id="{23838226-CF45-4335-9506-AC172A46BEA8}"/>
                      </a:ext>
                    </a:extLst>
                  </p:cNvPr>
                  <p:cNvSpPr/>
                  <p:nvPr/>
                </p:nvSpPr>
                <p:spPr>
                  <a:xfrm rot="11528244" flipV="1">
                    <a:off x="344853" y="2978311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</p:grpSp>
            <p:grpSp>
              <p:nvGrpSpPr>
                <p:cNvPr id="10" name="Group 9">
                  <a:extLst>
                    <a:ext uri="{FF2B5EF4-FFF2-40B4-BE49-F238E27FC236}">
                      <a16:creationId xmlns:a16="http://schemas.microsoft.com/office/drawing/2014/main" id="{2A66BC9C-9F0F-42DA-8BA2-466E17938294}"/>
                    </a:ext>
                  </a:extLst>
                </p:cNvPr>
                <p:cNvGrpSpPr/>
                <p:nvPr/>
              </p:nvGrpSpPr>
              <p:grpSpPr>
                <a:xfrm>
                  <a:off x="3962289" y="2103579"/>
                  <a:ext cx="531923" cy="573923"/>
                  <a:chOff x="163719" y="1822501"/>
                  <a:chExt cx="3062199" cy="3047160"/>
                </a:xfrm>
              </p:grpSpPr>
              <p:grpSp>
                <p:nvGrpSpPr>
                  <p:cNvPr id="1109" name="Group 1108">
                    <a:extLst>
                      <a:ext uri="{FF2B5EF4-FFF2-40B4-BE49-F238E27FC236}">
                        <a16:creationId xmlns:a16="http://schemas.microsoft.com/office/drawing/2014/main" id="{7352C118-74AF-411C-9131-F43F4309B356}"/>
                      </a:ext>
                    </a:extLst>
                  </p:cNvPr>
                  <p:cNvGrpSpPr/>
                  <p:nvPr/>
                </p:nvGrpSpPr>
                <p:grpSpPr>
                  <a:xfrm>
                    <a:off x="163719" y="1822501"/>
                    <a:ext cx="3062199" cy="3047160"/>
                    <a:chOff x="163719" y="1822501"/>
                    <a:chExt cx="3062199" cy="3047160"/>
                  </a:xfrm>
                </p:grpSpPr>
                <p:grpSp>
                  <p:nvGrpSpPr>
                    <p:cNvPr id="1113" name="Group 1112">
                      <a:extLst>
                        <a:ext uri="{FF2B5EF4-FFF2-40B4-BE49-F238E27FC236}">
                          <a16:creationId xmlns:a16="http://schemas.microsoft.com/office/drawing/2014/main" id="{4C3EB59D-C8B8-43D7-8685-172FEAD2F245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683131" y="384412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472" name="Freeform: Shape 1471">
                        <a:extLst>
                          <a:ext uri="{FF2B5EF4-FFF2-40B4-BE49-F238E27FC236}">
                            <a16:creationId xmlns:a16="http://schemas.microsoft.com/office/drawing/2014/main" id="{B9FCD1CF-5DC8-452F-8E8D-B4FCD46BC50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473" name="Rectangle: Rounded Corners 1472">
                        <a:extLst>
                          <a:ext uri="{FF2B5EF4-FFF2-40B4-BE49-F238E27FC236}">
                            <a16:creationId xmlns:a16="http://schemas.microsoft.com/office/drawing/2014/main" id="{4CF398D0-230A-44C7-B6CD-4FB618A8DC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14" name="Group 1113">
                      <a:extLst>
                        <a:ext uri="{FF2B5EF4-FFF2-40B4-BE49-F238E27FC236}">
                          <a16:creationId xmlns:a16="http://schemas.microsoft.com/office/drawing/2014/main" id="{3E22C941-023B-427B-A3BE-7A4E8A6FD1BF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123013" y="4110752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470" name="Freeform: Shape 1469">
                        <a:extLst>
                          <a:ext uri="{FF2B5EF4-FFF2-40B4-BE49-F238E27FC236}">
                            <a16:creationId xmlns:a16="http://schemas.microsoft.com/office/drawing/2014/main" id="{C32C0082-C58E-49D3-8D00-EE156E1A0894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471" name="Rectangle: Rounded Corners 1470">
                        <a:extLst>
                          <a:ext uri="{FF2B5EF4-FFF2-40B4-BE49-F238E27FC236}">
                            <a16:creationId xmlns:a16="http://schemas.microsoft.com/office/drawing/2014/main" id="{26A0C00F-8420-45B7-8A99-2DC601C5B4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15" name="Group 1114">
                      <a:extLst>
                        <a:ext uri="{FF2B5EF4-FFF2-40B4-BE49-F238E27FC236}">
                          <a16:creationId xmlns:a16="http://schemas.microsoft.com/office/drawing/2014/main" id="{93A41E0D-8554-4985-8200-8160640EE70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0260" y="2440902"/>
                      <a:ext cx="1730523" cy="1839492"/>
                      <a:chOff x="420511" y="1784768"/>
                      <a:chExt cx="1730523" cy="1839492"/>
                    </a:xfrm>
                  </p:grpSpPr>
                  <p:grpSp>
                    <p:nvGrpSpPr>
                      <p:cNvPr id="1188" name="Group 1187">
                        <a:extLst>
                          <a:ext uri="{FF2B5EF4-FFF2-40B4-BE49-F238E27FC236}">
                            <a16:creationId xmlns:a16="http://schemas.microsoft.com/office/drawing/2014/main" id="{ECC6C0E4-E3A2-4BBF-82AD-2428B075DB6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69572" y="1784768"/>
                        <a:ext cx="1081462" cy="1476716"/>
                        <a:chOff x="2089993" y="1523034"/>
                        <a:chExt cx="1081462" cy="1476716"/>
                      </a:xfrm>
                    </p:grpSpPr>
                    <p:grpSp>
                      <p:nvGrpSpPr>
                        <p:cNvPr id="1409" name="Group 1408">
                          <a:extLst>
                            <a:ext uri="{FF2B5EF4-FFF2-40B4-BE49-F238E27FC236}">
                              <a16:creationId xmlns:a16="http://schemas.microsoft.com/office/drawing/2014/main" id="{7E6B64DF-CE66-49F6-A075-E62D36CB033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70705"/>
                          <a:ext cx="101484" cy="1016226"/>
                          <a:chOff x="1800622" y="2364951"/>
                          <a:chExt cx="101484" cy="1016226"/>
                        </a:xfrm>
                      </p:grpSpPr>
                      <p:sp>
                        <p:nvSpPr>
                          <p:cNvPr id="1466" name="Flowchart: Connector 1465">
                            <a:extLst>
                              <a:ext uri="{FF2B5EF4-FFF2-40B4-BE49-F238E27FC236}">
                                <a16:creationId xmlns:a16="http://schemas.microsoft.com/office/drawing/2014/main" id="{2FC60F91-9BD5-4BF9-99C3-BB59232CA96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467" name="Flowchart: Connector 1466">
                            <a:extLst>
                              <a:ext uri="{FF2B5EF4-FFF2-40B4-BE49-F238E27FC236}">
                                <a16:creationId xmlns:a16="http://schemas.microsoft.com/office/drawing/2014/main" id="{CFB65F6E-6D60-4BAA-9724-972C08AE6F4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468" name="Flowchart: Connector 1467">
                            <a:extLst>
                              <a:ext uri="{FF2B5EF4-FFF2-40B4-BE49-F238E27FC236}">
                                <a16:creationId xmlns:a16="http://schemas.microsoft.com/office/drawing/2014/main" id="{80AD5FD7-5D27-4FE6-BCA2-3441661279F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469" name="Flowchart: Connector 1468">
                            <a:extLst>
                              <a:ext uri="{FF2B5EF4-FFF2-40B4-BE49-F238E27FC236}">
                                <a16:creationId xmlns:a16="http://schemas.microsoft.com/office/drawing/2014/main" id="{9B74D30C-D8C8-4BD5-B499-56EC6723296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649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1410" name="Group 1409">
                          <a:extLst>
                            <a:ext uri="{FF2B5EF4-FFF2-40B4-BE49-F238E27FC236}">
                              <a16:creationId xmlns:a16="http://schemas.microsoft.com/office/drawing/2014/main" id="{5DBC78A6-F0F0-4D04-AA80-7495329EA4A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23034"/>
                          <a:ext cx="1057223" cy="1476716"/>
                          <a:chOff x="2114232" y="1523034"/>
                          <a:chExt cx="1057223" cy="1476716"/>
                        </a:xfrm>
                      </p:grpSpPr>
                      <p:grpSp>
                        <p:nvGrpSpPr>
                          <p:cNvPr id="1411" name="Group 1410">
                            <a:extLst>
                              <a:ext uri="{FF2B5EF4-FFF2-40B4-BE49-F238E27FC236}">
                                <a16:creationId xmlns:a16="http://schemas.microsoft.com/office/drawing/2014/main" id="{A7504638-C164-4D59-A2DC-29C7A53B8ED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47544" cy="539639"/>
                            <a:chOff x="3717189" y="1719497"/>
                            <a:chExt cx="1047544" cy="539639"/>
                          </a:xfrm>
                        </p:grpSpPr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459" name="3D Model 1458" descr="Sphere">
                                  <a:extLst>
                                    <a:ext uri="{FF2B5EF4-FFF2-40B4-BE49-F238E27FC236}">
                                      <a16:creationId xmlns:a16="http://schemas.microsoft.com/office/drawing/2014/main" id="{D5CDCF0E-12E7-4AC8-AC53-33AE0E20166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34311077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460" name="Flowchart: Connector 1459">
                              <a:extLst>
                                <a:ext uri="{FF2B5EF4-FFF2-40B4-BE49-F238E27FC236}">
                                  <a16:creationId xmlns:a16="http://schemas.microsoft.com/office/drawing/2014/main" id="{ED86877B-F51A-4F24-B6B5-FF23F0ABB80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461" name="3D Model 1460" descr="Sphere">
                                  <a:extLst>
                                    <a:ext uri="{FF2B5EF4-FFF2-40B4-BE49-F238E27FC236}">
                                      <a16:creationId xmlns:a16="http://schemas.microsoft.com/office/drawing/2014/main" id="{00E74462-7EBA-4E41-B4F6-1BC16E0BBAA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59180390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462" name="Flowchart: Connector 1461">
                              <a:extLst>
                                <a:ext uri="{FF2B5EF4-FFF2-40B4-BE49-F238E27FC236}">
                                  <a16:creationId xmlns:a16="http://schemas.microsoft.com/office/drawing/2014/main" id="{B67F27F2-02A5-41A2-83C5-89A5279209D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463" name="3D Model 1462" descr="Sphere">
                                  <a:extLst>
                                    <a:ext uri="{FF2B5EF4-FFF2-40B4-BE49-F238E27FC236}">
                                      <a16:creationId xmlns:a16="http://schemas.microsoft.com/office/drawing/2014/main" id="{2F9BBDD8-F1A9-4911-9767-15855B10B6D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04476067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464" name="Flowchart: Connector 1463">
                              <a:extLst>
                                <a:ext uri="{FF2B5EF4-FFF2-40B4-BE49-F238E27FC236}">
                                  <a16:creationId xmlns:a16="http://schemas.microsoft.com/office/drawing/2014/main" id="{884DC772-A27F-4FCB-9AAB-07A6C535051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465" name="3D Model 1464" descr="Sphere">
                                  <a:extLst>
                                    <a:ext uri="{FF2B5EF4-FFF2-40B4-BE49-F238E27FC236}">
                                      <a16:creationId xmlns:a16="http://schemas.microsoft.com/office/drawing/2014/main" id="{5B36CF76-92CE-4F5E-A739-0ED8CA78055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968753386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412" name="Group 1411">
                            <a:extLst>
                              <a:ext uri="{FF2B5EF4-FFF2-40B4-BE49-F238E27FC236}">
                                <a16:creationId xmlns:a16="http://schemas.microsoft.com/office/drawing/2014/main" id="{463DE7DB-FCEE-4853-8CF8-0ADA54D5027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1444" name="Flowchart: Connector 1443">
                              <a:extLst>
                                <a:ext uri="{FF2B5EF4-FFF2-40B4-BE49-F238E27FC236}">
                                  <a16:creationId xmlns:a16="http://schemas.microsoft.com/office/drawing/2014/main" id="{0E2B5B09-D06B-44F2-9730-3545E527A05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445" name="Flowchart: Connector 1444">
                              <a:extLst>
                                <a:ext uri="{FF2B5EF4-FFF2-40B4-BE49-F238E27FC236}">
                                  <a16:creationId xmlns:a16="http://schemas.microsoft.com/office/drawing/2014/main" id="{BF3E6348-C7C9-4EA0-B4B2-515DB114DE5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446" name="Flowchart: Connector 1445">
                              <a:extLst>
                                <a:ext uri="{FF2B5EF4-FFF2-40B4-BE49-F238E27FC236}">
                                  <a16:creationId xmlns:a16="http://schemas.microsoft.com/office/drawing/2014/main" id="{B0AC2C66-2B9A-4BE5-B955-B7ADEEA5683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447" name="Flowchart: Connector 1446">
                              <a:extLst>
                                <a:ext uri="{FF2B5EF4-FFF2-40B4-BE49-F238E27FC236}">
                                  <a16:creationId xmlns:a16="http://schemas.microsoft.com/office/drawing/2014/main" id="{3D81E92A-EE33-4B37-9A19-7C7F48D4E1B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448" name="Flowchart: Connector 1447">
                              <a:extLst>
                                <a:ext uri="{FF2B5EF4-FFF2-40B4-BE49-F238E27FC236}">
                                  <a16:creationId xmlns:a16="http://schemas.microsoft.com/office/drawing/2014/main" id="{98B5EBA8-35C5-4139-AF63-DB7C96DEF42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449" name="Flowchart: Connector 1448">
                              <a:extLst>
                                <a:ext uri="{FF2B5EF4-FFF2-40B4-BE49-F238E27FC236}">
                                  <a16:creationId xmlns:a16="http://schemas.microsoft.com/office/drawing/2014/main" id="{09EB12CE-A8AB-4771-9E88-A5A3D9C05E1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450" name="Flowchart: Connector 1449">
                              <a:extLst>
                                <a:ext uri="{FF2B5EF4-FFF2-40B4-BE49-F238E27FC236}">
                                  <a16:creationId xmlns:a16="http://schemas.microsoft.com/office/drawing/2014/main" id="{B5E1FF2A-4F2E-4491-8F2A-F3E731458E4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451" name="Flowchart: Connector 1450">
                              <a:extLst>
                                <a:ext uri="{FF2B5EF4-FFF2-40B4-BE49-F238E27FC236}">
                                  <a16:creationId xmlns:a16="http://schemas.microsoft.com/office/drawing/2014/main" id="{36E9CF84-E1FC-4AB6-BEBE-CC86BA455E1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452" name="3D Model 1451" descr="Sphere">
                                  <a:extLst>
                                    <a:ext uri="{FF2B5EF4-FFF2-40B4-BE49-F238E27FC236}">
                                      <a16:creationId xmlns:a16="http://schemas.microsoft.com/office/drawing/2014/main" id="{338C005A-3C8E-489F-9BC6-5912881BEE7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8561694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453" name="Flowchart: Connector 1452">
                              <a:extLst>
                                <a:ext uri="{FF2B5EF4-FFF2-40B4-BE49-F238E27FC236}">
                                  <a16:creationId xmlns:a16="http://schemas.microsoft.com/office/drawing/2014/main" id="{E8333FCF-8210-4F5B-8C68-986EA4BBEA3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454" name="3D Model 1453" descr="Sphere">
                                  <a:extLst>
                                    <a:ext uri="{FF2B5EF4-FFF2-40B4-BE49-F238E27FC236}">
                                      <a16:creationId xmlns:a16="http://schemas.microsoft.com/office/drawing/2014/main" id="{0844006A-D431-4AF1-87A3-01A13432090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308703169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455" name="Flowchart: Connector 1454">
                              <a:extLst>
                                <a:ext uri="{FF2B5EF4-FFF2-40B4-BE49-F238E27FC236}">
                                  <a16:creationId xmlns:a16="http://schemas.microsoft.com/office/drawing/2014/main" id="{C9E4A048-FDCB-4B4B-ACC7-B64E7ADEEAF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456" name="3D Model 1455" descr="Sphere">
                                  <a:extLst>
                                    <a:ext uri="{FF2B5EF4-FFF2-40B4-BE49-F238E27FC236}">
                                      <a16:creationId xmlns:a16="http://schemas.microsoft.com/office/drawing/2014/main" id="{023ACD65-DC8B-45E1-8991-6E4260E094E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437211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457" name="Flowchart: Connector 1456">
                              <a:extLst>
                                <a:ext uri="{FF2B5EF4-FFF2-40B4-BE49-F238E27FC236}">
                                  <a16:creationId xmlns:a16="http://schemas.microsoft.com/office/drawing/2014/main" id="{6F69817D-A8D7-49B9-972B-654BD6D9BB2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458" name="3D Model 1457" descr="Sphere">
                                  <a:extLst>
                                    <a:ext uri="{FF2B5EF4-FFF2-40B4-BE49-F238E27FC236}">
                                      <a16:creationId xmlns:a16="http://schemas.microsoft.com/office/drawing/2014/main" id="{959308D1-79DF-4284-8F3C-C32F22D720A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722850967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413" name="Group 1412">
                            <a:extLst>
                              <a:ext uri="{FF2B5EF4-FFF2-40B4-BE49-F238E27FC236}">
                                <a16:creationId xmlns:a16="http://schemas.microsoft.com/office/drawing/2014/main" id="{37F57D56-F490-47AB-B06E-252EDA7AD17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1429" name="Flowchart: Connector 1428">
                              <a:extLst>
                                <a:ext uri="{FF2B5EF4-FFF2-40B4-BE49-F238E27FC236}">
                                  <a16:creationId xmlns:a16="http://schemas.microsoft.com/office/drawing/2014/main" id="{1668B263-D391-40CC-B542-C0CBBF0445D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430" name="Flowchart: Connector 1429">
                              <a:extLst>
                                <a:ext uri="{FF2B5EF4-FFF2-40B4-BE49-F238E27FC236}">
                                  <a16:creationId xmlns:a16="http://schemas.microsoft.com/office/drawing/2014/main" id="{BB2D89E6-846D-4B79-BD1D-10D29AABAA4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431" name="Flowchart: Connector 1430">
                              <a:extLst>
                                <a:ext uri="{FF2B5EF4-FFF2-40B4-BE49-F238E27FC236}">
                                  <a16:creationId xmlns:a16="http://schemas.microsoft.com/office/drawing/2014/main" id="{1CF010D7-D145-4D30-BE8A-E1C2D041B1F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432" name="Flowchart: Connector 1431">
                              <a:extLst>
                                <a:ext uri="{FF2B5EF4-FFF2-40B4-BE49-F238E27FC236}">
                                  <a16:creationId xmlns:a16="http://schemas.microsoft.com/office/drawing/2014/main" id="{EF6519D3-44FB-4D4C-AF73-D4850ED84A0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433" name="Flowchart: Connector 1432">
                              <a:extLst>
                                <a:ext uri="{FF2B5EF4-FFF2-40B4-BE49-F238E27FC236}">
                                  <a16:creationId xmlns:a16="http://schemas.microsoft.com/office/drawing/2014/main" id="{A7467EC9-3B92-4C3E-8725-58E38DE196F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434" name="Flowchart: Connector 1433">
                              <a:extLst>
                                <a:ext uri="{FF2B5EF4-FFF2-40B4-BE49-F238E27FC236}">
                                  <a16:creationId xmlns:a16="http://schemas.microsoft.com/office/drawing/2014/main" id="{21D60D6B-D8FB-4673-B7B5-A7FB698F1F6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435" name="Flowchart: Connector 1434">
                              <a:extLst>
                                <a:ext uri="{FF2B5EF4-FFF2-40B4-BE49-F238E27FC236}">
                                  <a16:creationId xmlns:a16="http://schemas.microsoft.com/office/drawing/2014/main" id="{CD0035B3-8BD4-47E8-8C36-6FB959B4B54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436" name="Flowchart: Connector 1435">
                              <a:extLst>
                                <a:ext uri="{FF2B5EF4-FFF2-40B4-BE49-F238E27FC236}">
                                  <a16:creationId xmlns:a16="http://schemas.microsoft.com/office/drawing/2014/main" id="{07DAA914-8C80-4A80-827E-B25F670447F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437" name="3D Model 1436" descr="Sphere">
                                  <a:extLst>
                                    <a:ext uri="{FF2B5EF4-FFF2-40B4-BE49-F238E27FC236}">
                                      <a16:creationId xmlns:a16="http://schemas.microsoft.com/office/drawing/2014/main" id="{2EC65C44-99D9-4D02-AAA6-28879C3E115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063690576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438" name="Flowchart: Connector 1437">
                              <a:extLst>
                                <a:ext uri="{FF2B5EF4-FFF2-40B4-BE49-F238E27FC236}">
                                  <a16:creationId xmlns:a16="http://schemas.microsoft.com/office/drawing/2014/main" id="{9B6F246C-77CA-40D7-9745-7AA2A97057F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439" name="3D Model 1438" descr="Sphere">
                                  <a:extLst>
                                    <a:ext uri="{FF2B5EF4-FFF2-40B4-BE49-F238E27FC236}">
                                      <a16:creationId xmlns:a16="http://schemas.microsoft.com/office/drawing/2014/main" id="{B20AC840-C5D3-44BF-86F1-3987F9EE586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67232877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440" name="Flowchart: Connector 1439">
                              <a:extLst>
                                <a:ext uri="{FF2B5EF4-FFF2-40B4-BE49-F238E27FC236}">
                                  <a16:creationId xmlns:a16="http://schemas.microsoft.com/office/drawing/2014/main" id="{7033A9AC-21AC-472B-BE8B-A80D0E9D034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441" name="3D Model 1440" descr="Sphere">
                                  <a:extLst>
                                    <a:ext uri="{FF2B5EF4-FFF2-40B4-BE49-F238E27FC236}">
                                      <a16:creationId xmlns:a16="http://schemas.microsoft.com/office/drawing/2014/main" id="{BEC6CFAB-6C40-4137-AA38-15090E45C9F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925242281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442" name="Flowchart: Connector 1441">
                              <a:extLst>
                                <a:ext uri="{FF2B5EF4-FFF2-40B4-BE49-F238E27FC236}">
                                  <a16:creationId xmlns:a16="http://schemas.microsoft.com/office/drawing/2014/main" id="{EE555A5B-9D9D-4E7F-B808-1637A571386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443" name="3D Model 1442" descr="Sphere">
                                  <a:extLst>
                                    <a:ext uri="{FF2B5EF4-FFF2-40B4-BE49-F238E27FC236}">
                                      <a16:creationId xmlns:a16="http://schemas.microsoft.com/office/drawing/2014/main" id="{CEC6A89B-98AB-44D6-8E9A-988B2EB75F7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238042655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1414" name="Flowchart: Connector 1413">
                            <a:extLst>
                              <a:ext uri="{FF2B5EF4-FFF2-40B4-BE49-F238E27FC236}">
                                <a16:creationId xmlns:a16="http://schemas.microsoft.com/office/drawing/2014/main" id="{448E5CD8-7F71-4F5B-850E-947B88CBACE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415" name="Flowchart: Connector 1414">
                            <a:extLst>
                              <a:ext uri="{FF2B5EF4-FFF2-40B4-BE49-F238E27FC236}">
                                <a16:creationId xmlns:a16="http://schemas.microsoft.com/office/drawing/2014/main" id="{1EC38B47-81CF-47AF-B0E0-63B3D7251F3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416" name="Flowchart: Connector 1415">
                            <a:extLst>
                              <a:ext uri="{FF2B5EF4-FFF2-40B4-BE49-F238E27FC236}">
                                <a16:creationId xmlns:a16="http://schemas.microsoft.com/office/drawing/2014/main" id="{03C639BA-1D65-4E59-AD15-EF3E4CD686C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417" name="Flowchart: Connector 1416">
                            <a:extLst>
                              <a:ext uri="{FF2B5EF4-FFF2-40B4-BE49-F238E27FC236}">
                                <a16:creationId xmlns:a16="http://schemas.microsoft.com/office/drawing/2014/main" id="{A7192F14-7F8D-437D-9BC0-76EBD8673D4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418" name="Flowchart: Connector 1417">
                            <a:extLst>
                              <a:ext uri="{FF2B5EF4-FFF2-40B4-BE49-F238E27FC236}">
                                <a16:creationId xmlns:a16="http://schemas.microsoft.com/office/drawing/2014/main" id="{60E14D3C-DD33-4C07-A93F-47E8C2FDD85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419" name="Flowchart: Connector 1418">
                            <a:extLst>
                              <a:ext uri="{FF2B5EF4-FFF2-40B4-BE49-F238E27FC236}">
                                <a16:creationId xmlns:a16="http://schemas.microsoft.com/office/drawing/2014/main" id="{AF3E0E33-859D-402A-B08E-41EE78F96DA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420" name="Flowchart: Connector 1419">
                            <a:extLst>
                              <a:ext uri="{FF2B5EF4-FFF2-40B4-BE49-F238E27FC236}">
                                <a16:creationId xmlns:a16="http://schemas.microsoft.com/office/drawing/2014/main" id="{2B3D9FD5-B6DE-4625-B02F-D9F95042459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421" name="Flowchart: Connector 1420">
                            <a:extLst>
                              <a:ext uri="{FF2B5EF4-FFF2-40B4-BE49-F238E27FC236}">
                                <a16:creationId xmlns:a16="http://schemas.microsoft.com/office/drawing/2014/main" id="{270B0984-2048-49AB-8D62-62AF1E52544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422" name="3D Model 1421" descr="Sphere">
                                <a:extLst>
                                  <a:ext uri="{FF2B5EF4-FFF2-40B4-BE49-F238E27FC236}">
                                    <a16:creationId xmlns:a16="http://schemas.microsoft.com/office/drawing/2014/main" id="{1E792337-DDFC-414C-BB08-0FEE26907E4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130119313"/>
                                  </p:ext>
                                </p:extLst>
                              </p:nvPr>
                            </p:nvGraphicFramePr>
                            <p:xfrm>
                              <a:off x="2134543" y="1523034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419" name="3D Model 1418" descr="Sphere">
                                <a:extLst>
                                  <a:ext uri="{FF2B5EF4-FFF2-40B4-BE49-F238E27FC236}">
                                    <a16:creationId xmlns:a16="http://schemas.microsoft.com/office/drawing/2014/main" id="{7229CE40-5DC5-4D9D-A7D9-859629ED0F1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03767" y="222005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423" name="Flowchart: Connector 1422">
                            <a:extLst>
                              <a:ext uri="{FF2B5EF4-FFF2-40B4-BE49-F238E27FC236}">
                                <a16:creationId xmlns:a16="http://schemas.microsoft.com/office/drawing/2014/main" id="{8BF83E55-EE29-49A5-B28C-BCA5DA809C3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424" name="3D Model 1423" descr="Sphere">
                                <a:extLst>
                                  <a:ext uri="{FF2B5EF4-FFF2-40B4-BE49-F238E27FC236}">
                                    <a16:creationId xmlns:a16="http://schemas.microsoft.com/office/drawing/2014/main" id="{BF7744C1-52B1-4A5A-8C4B-E187DA058A2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293052107"/>
                                  </p:ext>
                                </p:extLst>
                              </p:nvPr>
                            </p:nvGraphicFramePr>
                            <p:xfrm>
                              <a:off x="2371307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421" name="3D Model 1420" descr="Sphere">
                                <a:extLst>
                                  <a:ext uri="{FF2B5EF4-FFF2-40B4-BE49-F238E27FC236}">
                                    <a16:creationId xmlns:a16="http://schemas.microsoft.com/office/drawing/2014/main" id="{97350ED2-333A-46EE-AD93-D7BDDBE739F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44895" y="2230736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425" name="Flowchart: Connector 1424">
                            <a:extLst>
                              <a:ext uri="{FF2B5EF4-FFF2-40B4-BE49-F238E27FC236}">
                                <a16:creationId xmlns:a16="http://schemas.microsoft.com/office/drawing/2014/main" id="{A0A8D9AA-6F8F-487E-AB3C-B853A66A238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4559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426" name="3D Model 1425" descr="Sphere">
                                <a:extLst>
                                  <a:ext uri="{FF2B5EF4-FFF2-40B4-BE49-F238E27FC236}">
                                    <a16:creationId xmlns:a16="http://schemas.microsoft.com/office/drawing/2014/main" id="{4FFF708A-1B60-4AEB-BABC-37C33B225FC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08179611"/>
                                  </p:ext>
                                </p:extLst>
                              </p:nvPr>
                            </p:nvGraphicFramePr>
                            <p:xfrm>
                              <a:off x="2609177" y="164155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423" name="3D Model 1422" descr="Sphere">
                                <a:extLst>
                                  <a:ext uri="{FF2B5EF4-FFF2-40B4-BE49-F238E27FC236}">
                                    <a16:creationId xmlns:a16="http://schemas.microsoft.com/office/drawing/2014/main" id="{4127809F-7720-42F3-8F40-EDE8E5BBA65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86214" y="2242375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427" name="Flowchart: Connector 1426">
                            <a:extLst>
                              <a:ext uri="{FF2B5EF4-FFF2-40B4-BE49-F238E27FC236}">
                                <a16:creationId xmlns:a16="http://schemas.microsoft.com/office/drawing/2014/main" id="{DC8661D9-7577-4909-9554-9E5601DCA54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428" name="3D Model 1427" descr="Sphere">
                                <a:extLst>
                                  <a:ext uri="{FF2B5EF4-FFF2-40B4-BE49-F238E27FC236}">
                                    <a16:creationId xmlns:a16="http://schemas.microsoft.com/office/drawing/2014/main" id="{AF81A57C-D0E9-4D6D-BFA3-DD3CAFFFB73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934442432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6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6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425" name="3D Model 1424" descr="Sphere">
                                <a:extLst>
                                  <a:ext uri="{FF2B5EF4-FFF2-40B4-BE49-F238E27FC236}">
                                    <a16:creationId xmlns:a16="http://schemas.microsoft.com/office/drawing/2014/main" id="{7A7252BE-764A-422C-BF13-66AACF3A455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332840" y="2258769"/>
                                <a:ext cx="51046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1189" name="Group 1188">
                        <a:extLst>
                          <a:ext uri="{FF2B5EF4-FFF2-40B4-BE49-F238E27FC236}">
                            <a16:creationId xmlns:a16="http://schemas.microsoft.com/office/drawing/2014/main" id="{793325EB-C942-41EE-AA54-84391F78A59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3325" y="2268938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1406" name="Flowchart: Connector 1405">
                          <a:extLst>
                            <a:ext uri="{FF2B5EF4-FFF2-40B4-BE49-F238E27FC236}">
                              <a16:creationId xmlns:a16="http://schemas.microsoft.com/office/drawing/2014/main" id="{CD5A93B8-4F6D-4490-B664-4A02B0E3236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07" name="Flowchart: Connector 1406">
                          <a:extLst>
                            <a:ext uri="{FF2B5EF4-FFF2-40B4-BE49-F238E27FC236}">
                              <a16:creationId xmlns:a16="http://schemas.microsoft.com/office/drawing/2014/main" id="{37B74686-F999-4FCC-970D-37AC008175E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08" name="Flowchart: Connector 1407">
                          <a:extLst>
                            <a:ext uri="{FF2B5EF4-FFF2-40B4-BE49-F238E27FC236}">
                              <a16:creationId xmlns:a16="http://schemas.microsoft.com/office/drawing/2014/main" id="{B86DDA98-D6E0-4891-8504-CC919123324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1190" name="Flowchart: Connector 1189">
                        <a:extLst>
                          <a:ext uri="{FF2B5EF4-FFF2-40B4-BE49-F238E27FC236}">
                            <a16:creationId xmlns:a16="http://schemas.microsoft.com/office/drawing/2014/main" id="{62C17142-E889-4963-A320-3EC7E95F069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37026" y="201261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91" name="Flowchart: Connector 1190">
                        <a:extLst>
                          <a:ext uri="{FF2B5EF4-FFF2-40B4-BE49-F238E27FC236}">
                            <a16:creationId xmlns:a16="http://schemas.microsoft.com/office/drawing/2014/main" id="{A1353307-6ADF-4661-8FC5-18A51C94CD4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588002" y="208727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1192" name="Group 1191">
                        <a:extLst>
                          <a:ext uri="{FF2B5EF4-FFF2-40B4-BE49-F238E27FC236}">
                            <a16:creationId xmlns:a16="http://schemas.microsoft.com/office/drawing/2014/main" id="{FD53E186-74B5-47A8-8E1F-73A32673874E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228750">
                        <a:off x="1171220" y="1918660"/>
                        <a:ext cx="698062" cy="387533"/>
                        <a:chOff x="854933" y="2290871"/>
                        <a:chExt cx="698062" cy="387533"/>
                      </a:xfrm>
                    </p:grpSpPr>
                    <p:sp>
                      <p:nvSpPr>
                        <p:cNvPr id="1403" name="Flowchart: Connector 1402">
                          <a:extLst>
                            <a:ext uri="{FF2B5EF4-FFF2-40B4-BE49-F238E27FC236}">
                              <a16:creationId xmlns:a16="http://schemas.microsoft.com/office/drawing/2014/main" id="{557FFF2C-83C6-4210-ADFC-2FB5C9C41F4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3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04" name="Flowchart: Connector 1403">
                          <a:extLst>
                            <a:ext uri="{FF2B5EF4-FFF2-40B4-BE49-F238E27FC236}">
                              <a16:creationId xmlns:a16="http://schemas.microsoft.com/office/drawing/2014/main" id="{FCB50EF4-D5F7-4BDD-967F-E58B2C36B66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5206" y="2377897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05" name="Flowchart: Connector 1404">
                          <a:extLst>
                            <a:ext uri="{FF2B5EF4-FFF2-40B4-BE49-F238E27FC236}">
                              <a16:creationId xmlns:a16="http://schemas.microsoft.com/office/drawing/2014/main" id="{A9C54811-B6B9-41B4-9229-ED12E1D1E90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41136" y="2462404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193" name="Group 1192">
                        <a:extLst>
                          <a:ext uri="{FF2B5EF4-FFF2-40B4-BE49-F238E27FC236}">
                            <a16:creationId xmlns:a16="http://schemas.microsoft.com/office/drawing/2014/main" id="{517BCB7D-F5A8-4951-83FE-12BF879CCA4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49741" y="1890320"/>
                        <a:ext cx="1098636" cy="1497980"/>
                        <a:chOff x="2089993" y="1501770"/>
                        <a:chExt cx="1098636" cy="1497980"/>
                      </a:xfrm>
                    </p:grpSpPr>
                    <p:grpSp>
                      <p:nvGrpSpPr>
                        <p:cNvPr id="1338" name="Group 1337">
                          <a:extLst>
                            <a:ext uri="{FF2B5EF4-FFF2-40B4-BE49-F238E27FC236}">
                              <a16:creationId xmlns:a16="http://schemas.microsoft.com/office/drawing/2014/main" id="{BDA29CC5-27F6-48A3-9C9E-0F492972ED7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34990"/>
                          <a:ext cx="101484" cy="1051941"/>
                          <a:chOff x="1800622" y="2329236"/>
                          <a:chExt cx="101484" cy="1051941"/>
                        </a:xfrm>
                      </p:grpSpPr>
                      <p:sp>
                        <p:nvSpPr>
                          <p:cNvPr id="1399" name="Flowchart: Connector 1398">
                            <a:extLst>
                              <a:ext uri="{FF2B5EF4-FFF2-40B4-BE49-F238E27FC236}">
                                <a16:creationId xmlns:a16="http://schemas.microsoft.com/office/drawing/2014/main" id="{C9707EC7-C4E8-488E-9340-96494D06AAB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400" name="Flowchart: Connector 1399">
                            <a:extLst>
                              <a:ext uri="{FF2B5EF4-FFF2-40B4-BE49-F238E27FC236}">
                                <a16:creationId xmlns:a16="http://schemas.microsoft.com/office/drawing/2014/main" id="{6CAFB95F-400D-46CA-BC6D-B9F065BD7AC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401" name="Flowchart: Connector 1400">
                            <a:extLst>
                              <a:ext uri="{FF2B5EF4-FFF2-40B4-BE49-F238E27FC236}">
                                <a16:creationId xmlns:a16="http://schemas.microsoft.com/office/drawing/2014/main" id="{D69DEDDF-50E6-4EAB-AED5-0590ED978A8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402" name="Flowchart: Connector 1401">
                            <a:extLst>
                              <a:ext uri="{FF2B5EF4-FFF2-40B4-BE49-F238E27FC236}">
                                <a16:creationId xmlns:a16="http://schemas.microsoft.com/office/drawing/2014/main" id="{FFFD75C2-3EAB-44A9-A74D-D282DC146E0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2923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1339" name="Group 1338">
                          <a:extLst>
                            <a:ext uri="{FF2B5EF4-FFF2-40B4-BE49-F238E27FC236}">
                              <a16:creationId xmlns:a16="http://schemas.microsoft.com/office/drawing/2014/main" id="{68E9ACF1-CD8E-4109-A101-2432D821176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01770"/>
                          <a:ext cx="1074397" cy="1497980"/>
                          <a:chOff x="2114232" y="1501770"/>
                          <a:chExt cx="1074397" cy="1497980"/>
                        </a:xfrm>
                      </p:grpSpPr>
                      <p:grpSp>
                        <p:nvGrpSpPr>
                          <p:cNvPr id="1340" name="Group 1339">
                            <a:extLst>
                              <a:ext uri="{FF2B5EF4-FFF2-40B4-BE49-F238E27FC236}">
                                <a16:creationId xmlns:a16="http://schemas.microsoft.com/office/drawing/2014/main" id="{E3CD473A-3CF7-4B3F-B1DB-B3CE243B3D4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1391" name="Flowchart: Connector 1390">
                              <a:extLst>
                                <a:ext uri="{FF2B5EF4-FFF2-40B4-BE49-F238E27FC236}">
                                  <a16:creationId xmlns:a16="http://schemas.microsoft.com/office/drawing/2014/main" id="{58163263-C54B-438F-A0A9-1416FB825B3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92" name="3D Model 1391" descr="Sphere">
                                  <a:extLst>
                                    <a:ext uri="{FF2B5EF4-FFF2-40B4-BE49-F238E27FC236}">
                                      <a16:creationId xmlns:a16="http://schemas.microsoft.com/office/drawing/2014/main" id="{10CB903D-B119-4373-8EE1-D6DB96161F9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205275592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393" name="Flowchart: Connector 1392">
                              <a:extLst>
                                <a:ext uri="{FF2B5EF4-FFF2-40B4-BE49-F238E27FC236}">
                                  <a16:creationId xmlns:a16="http://schemas.microsoft.com/office/drawing/2014/main" id="{7E43805D-6E59-4BE2-ABE2-E8F56F7D206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94" name="3D Model 1393" descr="Sphere">
                                  <a:extLst>
                                    <a:ext uri="{FF2B5EF4-FFF2-40B4-BE49-F238E27FC236}">
                                      <a16:creationId xmlns:a16="http://schemas.microsoft.com/office/drawing/2014/main" id="{F38637AA-81EA-4BF9-B90C-548BAAA5147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297500084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395" name="Flowchart: Connector 1394">
                              <a:extLst>
                                <a:ext uri="{FF2B5EF4-FFF2-40B4-BE49-F238E27FC236}">
                                  <a16:creationId xmlns:a16="http://schemas.microsoft.com/office/drawing/2014/main" id="{650FB2F6-43B6-4820-A002-D93109D2EB5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96" name="3D Model 1395" descr="Sphere">
                                  <a:extLst>
                                    <a:ext uri="{FF2B5EF4-FFF2-40B4-BE49-F238E27FC236}">
                                      <a16:creationId xmlns:a16="http://schemas.microsoft.com/office/drawing/2014/main" id="{832BA365-BC1D-42DC-ADA5-BFA01957DDD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168592209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397" name="Flowchart: Connector 1396">
                              <a:extLst>
                                <a:ext uri="{FF2B5EF4-FFF2-40B4-BE49-F238E27FC236}">
                                  <a16:creationId xmlns:a16="http://schemas.microsoft.com/office/drawing/2014/main" id="{F85D8459-8152-4F39-97C5-818EB152F52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98" name="3D Model 1397" descr="Sphere">
                                  <a:extLst>
                                    <a:ext uri="{FF2B5EF4-FFF2-40B4-BE49-F238E27FC236}">
                                      <a16:creationId xmlns:a16="http://schemas.microsoft.com/office/drawing/2014/main" id="{C67D50AC-D76D-4B73-BAB3-74369EC331C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071525789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341" name="Group 1340">
                            <a:extLst>
                              <a:ext uri="{FF2B5EF4-FFF2-40B4-BE49-F238E27FC236}">
                                <a16:creationId xmlns:a16="http://schemas.microsoft.com/office/drawing/2014/main" id="{7A5E6F04-E61A-4FB4-87EB-94994E896B6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375" name="Flowchart: Connector 1374">
                              <a:extLst>
                                <a:ext uri="{FF2B5EF4-FFF2-40B4-BE49-F238E27FC236}">
                                  <a16:creationId xmlns:a16="http://schemas.microsoft.com/office/drawing/2014/main" id="{EE029B7A-FFF7-404E-BC53-D902D2A2F67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76" name="Flowchart: Connector 1375">
                              <a:extLst>
                                <a:ext uri="{FF2B5EF4-FFF2-40B4-BE49-F238E27FC236}">
                                  <a16:creationId xmlns:a16="http://schemas.microsoft.com/office/drawing/2014/main" id="{F2BDC3A2-6FB6-4227-B40D-1A2B9911A7A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77" name="Flowchart: Connector 1376">
                              <a:extLst>
                                <a:ext uri="{FF2B5EF4-FFF2-40B4-BE49-F238E27FC236}">
                                  <a16:creationId xmlns:a16="http://schemas.microsoft.com/office/drawing/2014/main" id="{AB44DCF8-56D8-48CD-9D69-8B1C18D7E99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78" name="Flowchart: Connector 1377">
                              <a:extLst>
                                <a:ext uri="{FF2B5EF4-FFF2-40B4-BE49-F238E27FC236}">
                                  <a16:creationId xmlns:a16="http://schemas.microsoft.com/office/drawing/2014/main" id="{38250DEC-C467-4B12-A212-73D786A76D1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79" name="Flowchart: Connector 1378">
                              <a:extLst>
                                <a:ext uri="{FF2B5EF4-FFF2-40B4-BE49-F238E27FC236}">
                                  <a16:creationId xmlns:a16="http://schemas.microsoft.com/office/drawing/2014/main" id="{EBFAB40E-8446-44BB-80C0-3845210AD82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80" name="Flowchart: Connector 1379">
                              <a:extLst>
                                <a:ext uri="{FF2B5EF4-FFF2-40B4-BE49-F238E27FC236}">
                                  <a16:creationId xmlns:a16="http://schemas.microsoft.com/office/drawing/2014/main" id="{5F2FB857-FC09-468C-BB9C-47A2FBBF3E6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81" name="Flowchart: Connector 1380">
                              <a:extLst>
                                <a:ext uri="{FF2B5EF4-FFF2-40B4-BE49-F238E27FC236}">
                                  <a16:creationId xmlns:a16="http://schemas.microsoft.com/office/drawing/2014/main" id="{5DC8A105-9EEC-45A2-99FA-CA42259CFA1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82" name="Flowchart: Connector 1381">
                              <a:extLst>
                                <a:ext uri="{FF2B5EF4-FFF2-40B4-BE49-F238E27FC236}">
                                  <a16:creationId xmlns:a16="http://schemas.microsoft.com/office/drawing/2014/main" id="{621603BB-20D0-445B-8849-96587ABDA975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83" name="Flowchart: Connector 1382">
                              <a:extLst>
                                <a:ext uri="{FF2B5EF4-FFF2-40B4-BE49-F238E27FC236}">
                                  <a16:creationId xmlns:a16="http://schemas.microsoft.com/office/drawing/2014/main" id="{38128698-00A7-41C0-B3A2-A15E1B0EF40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84" name="3D Model 1383" descr="Sphere">
                                  <a:extLst>
                                    <a:ext uri="{FF2B5EF4-FFF2-40B4-BE49-F238E27FC236}">
                                      <a16:creationId xmlns:a16="http://schemas.microsoft.com/office/drawing/2014/main" id="{5DC11A39-E90D-4496-BFA0-2975BF6FD3C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093698553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385" name="Flowchart: Connector 1384">
                              <a:extLst>
                                <a:ext uri="{FF2B5EF4-FFF2-40B4-BE49-F238E27FC236}">
                                  <a16:creationId xmlns:a16="http://schemas.microsoft.com/office/drawing/2014/main" id="{38D6E511-CD59-4A2E-9B81-E9085C8C404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86" name="3D Model 1385" descr="Sphere">
                                  <a:extLst>
                                    <a:ext uri="{FF2B5EF4-FFF2-40B4-BE49-F238E27FC236}">
                                      <a16:creationId xmlns:a16="http://schemas.microsoft.com/office/drawing/2014/main" id="{C72D18DD-9927-4459-8ABA-95732C013C9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190264876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387" name="Flowchart: Connector 1386">
                              <a:extLst>
                                <a:ext uri="{FF2B5EF4-FFF2-40B4-BE49-F238E27FC236}">
                                  <a16:creationId xmlns:a16="http://schemas.microsoft.com/office/drawing/2014/main" id="{5C06966C-532C-421E-8327-6771EEF14AA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88" name="3D Model 1387" descr="Sphere">
                                  <a:extLst>
                                    <a:ext uri="{FF2B5EF4-FFF2-40B4-BE49-F238E27FC236}">
                                      <a16:creationId xmlns:a16="http://schemas.microsoft.com/office/drawing/2014/main" id="{2B0EC3E3-8237-41ED-80C9-AA717B5780B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37988394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389" name="Flowchart: Connector 1388">
                              <a:extLst>
                                <a:ext uri="{FF2B5EF4-FFF2-40B4-BE49-F238E27FC236}">
                                  <a16:creationId xmlns:a16="http://schemas.microsoft.com/office/drawing/2014/main" id="{BE126F62-3F0E-4534-AA5C-BE80950B992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90" name="3D Model 1389" descr="Sphere">
                                  <a:extLst>
                                    <a:ext uri="{FF2B5EF4-FFF2-40B4-BE49-F238E27FC236}">
                                      <a16:creationId xmlns:a16="http://schemas.microsoft.com/office/drawing/2014/main" id="{47530686-B199-4B49-A9C3-1E8E05D5001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70168046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342" name="Group 1341">
                            <a:extLst>
                              <a:ext uri="{FF2B5EF4-FFF2-40B4-BE49-F238E27FC236}">
                                <a16:creationId xmlns:a16="http://schemas.microsoft.com/office/drawing/2014/main" id="{1CC00D57-D549-4806-8584-56928D8A077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359" name="Flowchart: Connector 1358">
                              <a:extLst>
                                <a:ext uri="{FF2B5EF4-FFF2-40B4-BE49-F238E27FC236}">
                                  <a16:creationId xmlns:a16="http://schemas.microsoft.com/office/drawing/2014/main" id="{4A3CA151-8F0A-426E-ABEE-E14F0BFBA4C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60" name="Flowchart: Connector 1359">
                              <a:extLst>
                                <a:ext uri="{FF2B5EF4-FFF2-40B4-BE49-F238E27FC236}">
                                  <a16:creationId xmlns:a16="http://schemas.microsoft.com/office/drawing/2014/main" id="{4F67AC8F-B5BA-499C-97EA-4ECF2251D7B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61" name="Flowchart: Connector 1360">
                              <a:extLst>
                                <a:ext uri="{FF2B5EF4-FFF2-40B4-BE49-F238E27FC236}">
                                  <a16:creationId xmlns:a16="http://schemas.microsoft.com/office/drawing/2014/main" id="{264DD1DF-B55C-4324-968F-AE69ECE8CBB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62" name="Flowchart: Connector 1361">
                              <a:extLst>
                                <a:ext uri="{FF2B5EF4-FFF2-40B4-BE49-F238E27FC236}">
                                  <a16:creationId xmlns:a16="http://schemas.microsoft.com/office/drawing/2014/main" id="{458E0755-4A4A-4BAD-AECB-961ADE68186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63" name="Flowchart: Connector 1362">
                              <a:extLst>
                                <a:ext uri="{FF2B5EF4-FFF2-40B4-BE49-F238E27FC236}">
                                  <a16:creationId xmlns:a16="http://schemas.microsoft.com/office/drawing/2014/main" id="{D041002E-5D4D-480D-9D29-EF966FD70C1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64" name="Flowchart: Connector 1363">
                              <a:extLst>
                                <a:ext uri="{FF2B5EF4-FFF2-40B4-BE49-F238E27FC236}">
                                  <a16:creationId xmlns:a16="http://schemas.microsoft.com/office/drawing/2014/main" id="{F065B9C7-AC9B-43BC-8CED-9F9FFCDECC8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65" name="Flowchart: Connector 1364">
                              <a:extLst>
                                <a:ext uri="{FF2B5EF4-FFF2-40B4-BE49-F238E27FC236}">
                                  <a16:creationId xmlns:a16="http://schemas.microsoft.com/office/drawing/2014/main" id="{170CBB29-8CE1-49A0-98AE-01FE2F027C3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66" name="Flowchart: Connector 1365">
                              <a:extLst>
                                <a:ext uri="{FF2B5EF4-FFF2-40B4-BE49-F238E27FC236}">
                                  <a16:creationId xmlns:a16="http://schemas.microsoft.com/office/drawing/2014/main" id="{CA966C05-326F-4A8D-BDC8-CB234D70408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67" name="Flowchart: Connector 1366">
                              <a:extLst>
                                <a:ext uri="{FF2B5EF4-FFF2-40B4-BE49-F238E27FC236}">
                                  <a16:creationId xmlns:a16="http://schemas.microsoft.com/office/drawing/2014/main" id="{E51655F8-7F3B-4E7B-A7A3-F11ED92A34A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68" name="3D Model 1367" descr="Sphere">
                                  <a:extLst>
                                    <a:ext uri="{FF2B5EF4-FFF2-40B4-BE49-F238E27FC236}">
                                      <a16:creationId xmlns:a16="http://schemas.microsoft.com/office/drawing/2014/main" id="{66FFEF66-E7D0-41B4-9A07-F00403FD0C2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159018779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369" name="Flowchart: Connector 1368">
                              <a:extLst>
                                <a:ext uri="{FF2B5EF4-FFF2-40B4-BE49-F238E27FC236}">
                                  <a16:creationId xmlns:a16="http://schemas.microsoft.com/office/drawing/2014/main" id="{CB0A7134-531E-40A5-A99D-110ABEA2B88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70" name="3D Model 1369" descr="Sphere">
                                  <a:extLst>
                                    <a:ext uri="{FF2B5EF4-FFF2-40B4-BE49-F238E27FC236}">
                                      <a16:creationId xmlns:a16="http://schemas.microsoft.com/office/drawing/2014/main" id="{EE006C34-39C9-4642-80E0-D48B6036FC1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134307513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371" name="Flowchart: Connector 1370">
                              <a:extLst>
                                <a:ext uri="{FF2B5EF4-FFF2-40B4-BE49-F238E27FC236}">
                                  <a16:creationId xmlns:a16="http://schemas.microsoft.com/office/drawing/2014/main" id="{E5F2799B-5940-4AE1-8618-0463BB154D8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72" name="3D Model 1371" descr="Sphere">
                                  <a:extLst>
                                    <a:ext uri="{FF2B5EF4-FFF2-40B4-BE49-F238E27FC236}">
                                      <a16:creationId xmlns:a16="http://schemas.microsoft.com/office/drawing/2014/main" id="{F7C95E97-A113-4C4F-AC3E-FF702766A4F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895352433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373" name="Flowchart: Connector 1372">
                              <a:extLst>
                                <a:ext uri="{FF2B5EF4-FFF2-40B4-BE49-F238E27FC236}">
                                  <a16:creationId xmlns:a16="http://schemas.microsoft.com/office/drawing/2014/main" id="{BDCAE0A3-5E1F-4DE2-B50A-82805EFB3A4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74" name="3D Model 1373" descr="Sphere">
                                  <a:extLst>
                                    <a:ext uri="{FF2B5EF4-FFF2-40B4-BE49-F238E27FC236}">
                                      <a16:creationId xmlns:a16="http://schemas.microsoft.com/office/drawing/2014/main" id="{06D5E0FE-DE1D-4181-86BB-B7BF715DBA1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817052469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1343" name="Flowchart: Connector 1342">
                            <a:extLst>
                              <a:ext uri="{FF2B5EF4-FFF2-40B4-BE49-F238E27FC236}">
                                <a16:creationId xmlns:a16="http://schemas.microsoft.com/office/drawing/2014/main" id="{B2458444-AB2C-4E39-A87C-E1B18D3F3FB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44" name="Flowchart: Connector 1343">
                            <a:extLst>
                              <a:ext uri="{FF2B5EF4-FFF2-40B4-BE49-F238E27FC236}">
                                <a16:creationId xmlns:a16="http://schemas.microsoft.com/office/drawing/2014/main" id="{C7C6CF2F-EF6C-4B27-A136-7CC603D928B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45" name="Flowchart: Connector 1344">
                            <a:extLst>
                              <a:ext uri="{FF2B5EF4-FFF2-40B4-BE49-F238E27FC236}">
                                <a16:creationId xmlns:a16="http://schemas.microsoft.com/office/drawing/2014/main" id="{FBC508F0-4815-41E2-9471-46C220E1408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46" name="Flowchart: Connector 1345">
                            <a:extLst>
                              <a:ext uri="{FF2B5EF4-FFF2-40B4-BE49-F238E27FC236}">
                                <a16:creationId xmlns:a16="http://schemas.microsoft.com/office/drawing/2014/main" id="{B894FF93-D45C-4DBD-8B70-6CE32B98EDC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47" name="Flowchart: Connector 1346">
                            <a:extLst>
                              <a:ext uri="{FF2B5EF4-FFF2-40B4-BE49-F238E27FC236}">
                                <a16:creationId xmlns:a16="http://schemas.microsoft.com/office/drawing/2014/main" id="{75461504-651C-47CC-BDC2-18ECAAE56FA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48" name="Flowchart: Connector 1347">
                            <a:extLst>
                              <a:ext uri="{FF2B5EF4-FFF2-40B4-BE49-F238E27FC236}">
                                <a16:creationId xmlns:a16="http://schemas.microsoft.com/office/drawing/2014/main" id="{6956F2AB-D1EC-4AEB-AFBB-1CF39AD2FED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49" name="Flowchart: Connector 1348">
                            <a:extLst>
                              <a:ext uri="{FF2B5EF4-FFF2-40B4-BE49-F238E27FC236}">
                                <a16:creationId xmlns:a16="http://schemas.microsoft.com/office/drawing/2014/main" id="{1F3B2779-F0F7-49FD-8D1C-A333EE1C049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50" name="Flowchart: Connector 1349">
                            <a:extLst>
                              <a:ext uri="{FF2B5EF4-FFF2-40B4-BE49-F238E27FC236}">
                                <a16:creationId xmlns:a16="http://schemas.microsoft.com/office/drawing/2014/main" id="{53E481DC-C295-420E-AEC7-20FC3C01F5C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51" name="Flowchart: Connector 1350">
                            <a:extLst>
                              <a:ext uri="{FF2B5EF4-FFF2-40B4-BE49-F238E27FC236}">
                                <a16:creationId xmlns:a16="http://schemas.microsoft.com/office/drawing/2014/main" id="{CBDAD0EF-BF3C-4F32-857C-C7B7D670A56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52" name="3D Model 1351" descr="Sphere">
                                <a:extLst>
                                  <a:ext uri="{FF2B5EF4-FFF2-40B4-BE49-F238E27FC236}">
                                    <a16:creationId xmlns:a16="http://schemas.microsoft.com/office/drawing/2014/main" id="{E96D1A12-A4F5-4959-B43C-E92DAECDCFA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62448577"/>
                                  </p:ext>
                                </p:extLst>
                              </p:nvPr>
                            </p:nvGraphicFramePr>
                            <p:xfrm>
                              <a:off x="2123911" y="1501770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349" name="3D Model 1348" descr="Sphere">
                                <a:extLst>
                                  <a:ext uri="{FF2B5EF4-FFF2-40B4-BE49-F238E27FC236}">
                                    <a16:creationId xmlns:a16="http://schemas.microsoft.com/office/drawing/2014/main" id="{4395919B-9E14-47A0-ADC7-DA1EAA2D3C0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163734" y="223993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53" name="Flowchart: Connector 1352">
                            <a:extLst>
                              <a:ext uri="{FF2B5EF4-FFF2-40B4-BE49-F238E27FC236}">
                                <a16:creationId xmlns:a16="http://schemas.microsoft.com/office/drawing/2014/main" id="{34708EDB-5723-41BD-B45F-2EF7B094CDE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54" name="3D Model 1353" descr="Sphere">
                                <a:extLst>
                                  <a:ext uri="{FF2B5EF4-FFF2-40B4-BE49-F238E27FC236}">
                                    <a16:creationId xmlns:a16="http://schemas.microsoft.com/office/drawing/2014/main" id="{ED0BAF0E-9CBF-4410-BEA0-1AE6E32F699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667257707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351" name="3D Model 1350" descr="Sphere">
                                <a:extLst>
                                  <a:ext uri="{FF2B5EF4-FFF2-40B4-BE49-F238E27FC236}">
                                    <a16:creationId xmlns:a16="http://schemas.microsoft.com/office/drawing/2014/main" id="{47A1AE26-2079-4736-9E83-4305685E21D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05558" y="2254621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55" name="Flowchart: Connector 1354">
                            <a:extLst>
                              <a:ext uri="{FF2B5EF4-FFF2-40B4-BE49-F238E27FC236}">
                                <a16:creationId xmlns:a16="http://schemas.microsoft.com/office/drawing/2014/main" id="{B50D1DED-237E-4110-83D6-AC136BD31FB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93292" y="171776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56" name="3D Model 1355" descr="Sphere">
                                <a:extLst>
                                  <a:ext uri="{FF2B5EF4-FFF2-40B4-BE49-F238E27FC236}">
                                    <a16:creationId xmlns:a16="http://schemas.microsoft.com/office/drawing/2014/main" id="{996CA24E-E569-4F75-B76D-C0FDF06D97B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300989252"/>
                                  </p:ext>
                                </p:extLst>
                              </p:nvPr>
                            </p:nvGraphicFramePr>
                            <p:xfrm>
                              <a:off x="2622429" y="163823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353" name="3D Model 1352" descr="Sphere">
                                <a:extLst>
                                  <a:ext uri="{FF2B5EF4-FFF2-40B4-BE49-F238E27FC236}">
                                    <a16:creationId xmlns:a16="http://schemas.microsoft.com/office/drawing/2014/main" id="{E2505DDD-37A8-4CA9-B315-7854E04DEBE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50330" y="2265636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57" name="Flowchart: Connector 1356">
                            <a:extLst>
                              <a:ext uri="{FF2B5EF4-FFF2-40B4-BE49-F238E27FC236}">
                                <a16:creationId xmlns:a16="http://schemas.microsoft.com/office/drawing/2014/main" id="{169C0C0E-21A4-4541-BA6F-432AE028B2C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58" name="3D Model 1357" descr="Sphere">
                                <a:extLst>
                                  <a:ext uri="{FF2B5EF4-FFF2-40B4-BE49-F238E27FC236}">
                                    <a16:creationId xmlns:a16="http://schemas.microsoft.com/office/drawing/2014/main" id="{D50F9196-6096-4F9E-A88B-A49A708A1D5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448903559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355" name="3D Model 1354" descr="Sphere">
                                <a:extLst>
                                  <a:ext uri="{FF2B5EF4-FFF2-40B4-BE49-F238E27FC236}">
                                    <a16:creationId xmlns:a16="http://schemas.microsoft.com/office/drawing/2014/main" id="{E21BD0D0-B373-436E-BAAD-FEE3FBB8CE95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94654" y="2282654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1194" name="Group 1193">
                        <a:extLst>
                          <a:ext uri="{FF2B5EF4-FFF2-40B4-BE49-F238E27FC236}">
                            <a16:creationId xmlns:a16="http://schemas.microsoft.com/office/drawing/2014/main" id="{602254CE-EF3B-4F2B-B15F-2B0824BA6D4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547436" y="2361226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1335" name="Flowchart: Connector 1334">
                          <a:extLst>
                            <a:ext uri="{FF2B5EF4-FFF2-40B4-BE49-F238E27FC236}">
                              <a16:creationId xmlns:a16="http://schemas.microsoft.com/office/drawing/2014/main" id="{6EB0919E-6153-4771-AB36-D3A78D90AA0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36" name="Flowchart: Connector 1335">
                          <a:extLst>
                            <a:ext uri="{FF2B5EF4-FFF2-40B4-BE49-F238E27FC236}">
                              <a16:creationId xmlns:a16="http://schemas.microsoft.com/office/drawing/2014/main" id="{34C23089-5A23-43A8-BF08-6B2A84D2657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37" name="Flowchart: Connector 1336">
                          <a:extLst>
                            <a:ext uri="{FF2B5EF4-FFF2-40B4-BE49-F238E27FC236}">
                              <a16:creationId xmlns:a16="http://schemas.microsoft.com/office/drawing/2014/main" id="{BAE01EFC-F78A-43A3-8ED1-F79F0B6ABF2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1195" name="Flowchart: Connector 1194">
                        <a:extLst>
                          <a:ext uri="{FF2B5EF4-FFF2-40B4-BE49-F238E27FC236}">
                            <a16:creationId xmlns:a16="http://schemas.microsoft.com/office/drawing/2014/main" id="{3D787E98-620C-4A81-9545-E17277E57BE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19794" y="212254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96" name="Flowchart: Connector 1195">
                        <a:extLst>
                          <a:ext uri="{FF2B5EF4-FFF2-40B4-BE49-F238E27FC236}">
                            <a16:creationId xmlns:a16="http://schemas.microsoft.com/office/drawing/2014/main" id="{B63B02AE-D511-4813-AD88-7F273A5B5F4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74020" y="218539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1197" name="Group 1196">
                        <a:extLst>
                          <a:ext uri="{FF2B5EF4-FFF2-40B4-BE49-F238E27FC236}">
                            <a16:creationId xmlns:a16="http://schemas.microsoft.com/office/drawing/2014/main" id="{D8ED7E31-384F-4827-B1C9-A3828F82BB1C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18957">
                        <a:off x="941432" y="2025443"/>
                        <a:ext cx="710250" cy="369080"/>
                        <a:chOff x="854932" y="2290871"/>
                        <a:chExt cx="710250" cy="369080"/>
                      </a:xfrm>
                    </p:grpSpPr>
                    <p:sp>
                      <p:nvSpPr>
                        <p:cNvPr id="1332" name="Flowchart: Connector 1331">
                          <a:extLst>
                            <a:ext uri="{FF2B5EF4-FFF2-40B4-BE49-F238E27FC236}">
                              <a16:creationId xmlns:a16="http://schemas.microsoft.com/office/drawing/2014/main" id="{93D876D4-6002-4A12-B4BA-E4EDB295CD1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2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33" name="Flowchart: Connector 1332">
                          <a:extLst>
                            <a:ext uri="{FF2B5EF4-FFF2-40B4-BE49-F238E27FC236}">
                              <a16:creationId xmlns:a16="http://schemas.microsoft.com/office/drawing/2014/main" id="{3E39AAAF-DE65-4694-B37F-DE55A409719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1897" y="2377722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34" name="Flowchart: Connector 1333">
                          <a:extLst>
                            <a:ext uri="{FF2B5EF4-FFF2-40B4-BE49-F238E27FC236}">
                              <a16:creationId xmlns:a16="http://schemas.microsoft.com/office/drawing/2014/main" id="{BF9223CB-B436-4F19-8381-5D85416B0C2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53323" y="244395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198" name="Group 1197">
                        <a:extLst>
                          <a:ext uri="{FF2B5EF4-FFF2-40B4-BE49-F238E27FC236}">
                            <a16:creationId xmlns:a16="http://schemas.microsoft.com/office/drawing/2014/main" id="{8062260F-BB50-48ED-9778-DF3694343DA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21287" y="1995259"/>
                        <a:ext cx="1102917" cy="1484052"/>
                        <a:chOff x="2085712" y="1515698"/>
                        <a:chExt cx="1102917" cy="1484052"/>
                      </a:xfrm>
                    </p:grpSpPr>
                    <p:grpSp>
                      <p:nvGrpSpPr>
                        <p:cNvPr id="1267" name="Group 1266">
                          <a:extLst>
                            <a:ext uri="{FF2B5EF4-FFF2-40B4-BE49-F238E27FC236}">
                              <a16:creationId xmlns:a16="http://schemas.microsoft.com/office/drawing/2014/main" id="{B1B90DF8-8F74-402A-A4AF-D74365BB5ED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5712" y="1648950"/>
                          <a:ext cx="105765" cy="1037981"/>
                          <a:chOff x="1796341" y="2343196"/>
                          <a:chExt cx="105765" cy="1037981"/>
                        </a:xfrm>
                      </p:grpSpPr>
                      <p:sp>
                        <p:nvSpPr>
                          <p:cNvPr id="1328" name="Flowchart: Connector 1327">
                            <a:extLst>
                              <a:ext uri="{FF2B5EF4-FFF2-40B4-BE49-F238E27FC236}">
                                <a16:creationId xmlns:a16="http://schemas.microsoft.com/office/drawing/2014/main" id="{81F17408-62FF-4C03-A694-6C93D2D27B8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29" name="Flowchart: Connector 1328">
                            <a:extLst>
                              <a:ext uri="{FF2B5EF4-FFF2-40B4-BE49-F238E27FC236}">
                                <a16:creationId xmlns:a16="http://schemas.microsoft.com/office/drawing/2014/main" id="{A38FA0F5-D198-4800-AF6E-DAF198B3D71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30" name="Flowchart: Connector 1329">
                            <a:extLst>
                              <a:ext uri="{FF2B5EF4-FFF2-40B4-BE49-F238E27FC236}">
                                <a16:creationId xmlns:a16="http://schemas.microsoft.com/office/drawing/2014/main" id="{1C0444B3-56FE-4467-A1E5-26E9D7695C2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31" name="Flowchart: Connector 1330">
                            <a:extLst>
                              <a:ext uri="{FF2B5EF4-FFF2-40B4-BE49-F238E27FC236}">
                                <a16:creationId xmlns:a16="http://schemas.microsoft.com/office/drawing/2014/main" id="{ED020CAD-1067-490C-A225-E576D4399C8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796341" y="2343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1268" name="Group 1267">
                          <a:extLst>
                            <a:ext uri="{FF2B5EF4-FFF2-40B4-BE49-F238E27FC236}">
                              <a16:creationId xmlns:a16="http://schemas.microsoft.com/office/drawing/2014/main" id="{ABC1A411-7938-4B7A-8C93-041A8CEB9E9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15698"/>
                          <a:ext cx="1074397" cy="1484052"/>
                          <a:chOff x="2114232" y="1515698"/>
                          <a:chExt cx="1074397" cy="1484052"/>
                        </a:xfrm>
                      </p:grpSpPr>
                      <p:grpSp>
                        <p:nvGrpSpPr>
                          <p:cNvPr id="1269" name="Group 1268">
                            <a:extLst>
                              <a:ext uri="{FF2B5EF4-FFF2-40B4-BE49-F238E27FC236}">
                                <a16:creationId xmlns:a16="http://schemas.microsoft.com/office/drawing/2014/main" id="{F7EB0F7C-7616-478A-AD15-396480AA6C9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1320" name="Flowchart: Connector 1319">
                              <a:extLst>
                                <a:ext uri="{FF2B5EF4-FFF2-40B4-BE49-F238E27FC236}">
                                  <a16:creationId xmlns:a16="http://schemas.microsoft.com/office/drawing/2014/main" id="{CDBF450D-E843-4308-8DEB-CB901087C67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21" name="3D Model 1320" descr="Sphere">
                                  <a:extLst>
                                    <a:ext uri="{FF2B5EF4-FFF2-40B4-BE49-F238E27FC236}">
                                      <a16:creationId xmlns:a16="http://schemas.microsoft.com/office/drawing/2014/main" id="{FAFCD4DC-B63A-4E4C-90BC-85EC5CD1706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122787965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322" name="Flowchart: Connector 1321">
                              <a:extLst>
                                <a:ext uri="{FF2B5EF4-FFF2-40B4-BE49-F238E27FC236}">
                                  <a16:creationId xmlns:a16="http://schemas.microsoft.com/office/drawing/2014/main" id="{EDD9AEC4-DBC7-4B23-AD5A-5C8985422AD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23" name="3D Model 1322" descr="Sphere">
                                  <a:extLst>
                                    <a:ext uri="{FF2B5EF4-FFF2-40B4-BE49-F238E27FC236}">
                                      <a16:creationId xmlns:a16="http://schemas.microsoft.com/office/drawing/2014/main" id="{B995FB6C-97E1-4AD3-8A76-BA4E786F09B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800645409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324" name="Flowchart: Connector 1323">
                              <a:extLst>
                                <a:ext uri="{FF2B5EF4-FFF2-40B4-BE49-F238E27FC236}">
                                  <a16:creationId xmlns:a16="http://schemas.microsoft.com/office/drawing/2014/main" id="{4C42B227-1534-42F6-A826-2063C1660C5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25" name="3D Model 1324" descr="Sphere">
                                  <a:extLst>
                                    <a:ext uri="{FF2B5EF4-FFF2-40B4-BE49-F238E27FC236}">
                                      <a16:creationId xmlns:a16="http://schemas.microsoft.com/office/drawing/2014/main" id="{DC444FD5-2D85-4741-9E80-A93EB4E9FED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177494246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326" name="Flowchart: Connector 1325">
                              <a:extLst>
                                <a:ext uri="{FF2B5EF4-FFF2-40B4-BE49-F238E27FC236}">
                                  <a16:creationId xmlns:a16="http://schemas.microsoft.com/office/drawing/2014/main" id="{EB51A04D-BDDD-4B88-A38C-8E2B06376D2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27" name="3D Model 1326" descr="Sphere">
                                  <a:extLst>
                                    <a:ext uri="{FF2B5EF4-FFF2-40B4-BE49-F238E27FC236}">
                                      <a16:creationId xmlns:a16="http://schemas.microsoft.com/office/drawing/2014/main" id="{C91EF1EA-646D-4E98-A9CF-17ED0925B13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588728136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270" name="Group 1269">
                            <a:extLst>
                              <a:ext uri="{FF2B5EF4-FFF2-40B4-BE49-F238E27FC236}">
                                <a16:creationId xmlns:a16="http://schemas.microsoft.com/office/drawing/2014/main" id="{063D792C-79FE-4BE0-8362-0E9AA532FCC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304" name="Flowchart: Connector 1303">
                              <a:extLst>
                                <a:ext uri="{FF2B5EF4-FFF2-40B4-BE49-F238E27FC236}">
                                  <a16:creationId xmlns:a16="http://schemas.microsoft.com/office/drawing/2014/main" id="{27BB0F9E-88C3-4039-BA8F-3816F9A2B19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05" name="Flowchart: Connector 1304">
                              <a:extLst>
                                <a:ext uri="{FF2B5EF4-FFF2-40B4-BE49-F238E27FC236}">
                                  <a16:creationId xmlns:a16="http://schemas.microsoft.com/office/drawing/2014/main" id="{A9C0DDBA-B274-4E78-B6D5-1FEFB81E92C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06" name="Flowchart: Connector 1305">
                              <a:extLst>
                                <a:ext uri="{FF2B5EF4-FFF2-40B4-BE49-F238E27FC236}">
                                  <a16:creationId xmlns:a16="http://schemas.microsoft.com/office/drawing/2014/main" id="{AA722345-0F9A-418B-9C38-7D60101B77F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07" name="Flowchart: Connector 1306">
                              <a:extLst>
                                <a:ext uri="{FF2B5EF4-FFF2-40B4-BE49-F238E27FC236}">
                                  <a16:creationId xmlns:a16="http://schemas.microsoft.com/office/drawing/2014/main" id="{8EECF9FB-68C0-40B5-B364-2CB612BE2CB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08" name="Flowchart: Connector 1307">
                              <a:extLst>
                                <a:ext uri="{FF2B5EF4-FFF2-40B4-BE49-F238E27FC236}">
                                  <a16:creationId xmlns:a16="http://schemas.microsoft.com/office/drawing/2014/main" id="{39563FEE-45AC-4C62-9FCA-538B3B92499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09" name="Flowchart: Connector 1308">
                              <a:extLst>
                                <a:ext uri="{FF2B5EF4-FFF2-40B4-BE49-F238E27FC236}">
                                  <a16:creationId xmlns:a16="http://schemas.microsoft.com/office/drawing/2014/main" id="{BA072AC3-DAEC-4527-B2C6-064F211E429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10" name="Flowchart: Connector 1309">
                              <a:extLst>
                                <a:ext uri="{FF2B5EF4-FFF2-40B4-BE49-F238E27FC236}">
                                  <a16:creationId xmlns:a16="http://schemas.microsoft.com/office/drawing/2014/main" id="{6B5F4CD2-4B9D-42D3-B98E-4E3E31BA781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11" name="Flowchart: Connector 1310">
                              <a:extLst>
                                <a:ext uri="{FF2B5EF4-FFF2-40B4-BE49-F238E27FC236}">
                                  <a16:creationId xmlns:a16="http://schemas.microsoft.com/office/drawing/2014/main" id="{C5826B14-FBBB-44F9-B7D0-C77653DE8C55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12" name="Flowchart: Connector 1311">
                              <a:extLst>
                                <a:ext uri="{FF2B5EF4-FFF2-40B4-BE49-F238E27FC236}">
                                  <a16:creationId xmlns:a16="http://schemas.microsoft.com/office/drawing/2014/main" id="{5DA02011-167A-4FFF-BD62-B0C0874C938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13" name="3D Model 1312" descr="Sphere">
                                  <a:extLst>
                                    <a:ext uri="{FF2B5EF4-FFF2-40B4-BE49-F238E27FC236}">
                                      <a16:creationId xmlns:a16="http://schemas.microsoft.com/office/drawing/2014/main" id="{B65E1A06-A790-4AFE-8988-34C38FD17AD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934292899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314" name="Flowchart: Connector 1313">
                              <a:extLst>
                                <a:ext uri="{FF2B5EF4-FFF2-40B4-BE49-F238E27FC236}">
                                  <a16:creationId xmlns:a16="http://schemas.microsoft.com/office/drawing/2014/main" id="{D4C3E6CB-8224-4C28-A91F-DD7F982D50D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15" name="3D Model 1314" descr="Sphere">
                                  <a:extLst>
                                    <a:ext uri="{FF2B5EF4-FFF2-40B4-BE49-F238E27FC236}">
                                      <a16:creationId xmlns:a16="http://schemas.microsoft.com/office/drawing/2014/main" id="{6E7CE25B-4A8D-49CF-AD98-B3F11761B8C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825633606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316" name="Flowchart: Connector 1315">
                              <a:extLst>
                                <a:ext uri="{FF2B5EF4-FFF2-40B4-BE49-F238E27FC236}">
                                  <a16:creationId xmlns:a16="http://schemas.microsoft.com/office/drawing/2014/main" id="{CBB90474-C824-4ACE-B95C-0A8AA7449DC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17" name="3D Model 1316" descr="Sphere">
                                  <a:extLst>
                                    <a:ext uri="{FF2B5EF4-FFF2-40B4-BE49-F238E27FC236}">
                                      <a16:creationId xmlns:a16="http://schemas.microsoft.com/office/drawing/2014/main" id="{38C55684-0F85-4D06-91CE-AF1713DE1C5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089110718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318" name="Flowchart: Connector 1317">
                              <a:extLst>
                                <a:ext uri="{FF2B5EF4-FFF2-40B4-BE49-F238E27FC236}">
                                  <a16:creationId xmlns:a16="http://schemas.microsoft.com/office/drawing/2014/main" id="{DD06B765-688A-4AAB-80CA-22540D13397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19" name="3D Model 1318" descr="Sphere">
                                  <a:extLst>
                                    <a:ext uri="{FF2B5EF4-FFF2-40B4-BE49-F238E27FC236}">
                                      <a16:creationId xmlns:a16="http://schemas.microsoft.com/office/drawing/2014/main" id="{19B4575D-2177-4B10-A1A1-5F13CAA8B30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925479472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271" name="Group 1270">
                            <a:extLst>
                              <a:ext uri="{FF2B5EF4-FFF2-40B4-BE49-F238E27FC236}">
                                <a16:creationId xmlns:a16="http://schemas.microsoft.com/office/drawing/2014/main" id="{9AFED396-B730-458C-96FA-362E625A151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288" name="Flowchart: Connector 1287">
                              <a:extLst>
                                <a:ext uri="{FF2B5EF4-FFF2-40B4-BE49-F238E27FC236}">
                                  <a16:creationId xmlns:a16="http://schemas.microsoft.com/office/drawing/2014/main" id="{F302F6F4-020D-4C74-8445-086970CE2E85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89" name="Flowchart: Connector 1288">
                              <a:extLst>
                                <a:ext uri="{FF2B5EF4-FFF2-40B4-BE49-F238E27FC236}">
                                  <a16:creationId xmlns:a16="http://schemas.microsoft.com/office/drawing/2014/main" id="{432C5A79-2155-4070-8439-3B25CF29B8A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90" name="Flowchart: Connector 1289">
                              <a:extLst>
                                <a:ext uri="{FF2B5EF4-FFF2-40B4-BE49-F238E27FC236}">
                                  <a16:creationId xmlns:a16="http://schemas.microsoft.com/office/drawing/2014/main" id="{FBD61AFE-FDF2-4B37-B8C2-5292894B5C7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91" name="Flowchart: Connector 1290">
                              <a:extLst>
                                <a:ext uri="{FF2B5EF4-FFF2-40B4-BE49-F238E27FC236}">
                                  <a16:creationId xmlns:a16="http://schemas.microsoft.com/office/drawing/2014/main" id="{ADDB0DF2-9C75-4AFA-88EA-C4551BAE59E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92" name="Flowchart: Connector 1291">
                              <a:extLst>
                                <a:ext uri="{FF2B5EF4-FFF2-40B4-BE49-F238E27FC236}">
                                  <a16:creationId xmlns:a16="http://schemas.microsoft.com/office/drawing/2014/main" id="{FBE6826C-83D4-4EC4-AA9F-7BE2022290B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93" name="Flowchart: Connector 1292">
                              <a:extLst>
                                <a:ext uri="{FF2B5EF4-FFF2-40B4-BE49-F238E27FC236}">
                                  <a16:creationId xmlns:a16="http://schemas.microsoft.com/office/drawing/2014/main" id="{53B28099-2528-44DE-9317-2B3B3175D39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94" name="Flowchart: Connector 1293">
                              <a:extLst>
                                <a:ext uri="{FF2B5EF4-FFF2-40B4-BE49-F238E27FC236}">
                                  <a16:creationId xmlns:a16="http://schemas.microsoft.com/office/drawing/2014/main" id="{EBBA21AC-41A9-421C-8A54-EDB8A99B986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95" name="Flowchart: Connector 1294">
                              <a:extLst>
                                <a:ext uri="{FF2B5EF4-FFF2-40B4-BE49-F238E27FC236}">
                                  <a16:creationId xmlns:a16="http://schemas.microsoft.com/office/drawing/2014/main" id="{4C5A10DD-2BBB-448A-B879-EEB009BA8D8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96" name="Flowchart: Connector 1295">
                              <a:extLst>
                                <a:ext uri="{FF2B5EF4-FFF2-40B4-BE49-F238E27FC236}">
                                  <a16:creationId xmlns:a16="http://schemas.microsoft.com/office/drawing/2014/main" id="{D7E8AC87-EC30-49F1-8E58-2F7BA09472D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97" name="3D Model 1296" descr="Sphere">
                                  <a:extLst>
                                    <a:ext uri="{FF2B5EF4-FFF2-40B4-BE49-F238E27FC236}">
                                      <a16:creationId xmlns:a16="http://schemas.microsoft.com/office/drawing/2014/main" id="{D60D453B-DE98-4872-B4C8-E1132D4519E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078380414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98" name="Flowchart: Connector 1297">
                              <a:extLst>
                                <a:ext uri="{FF2B5EF4-FFF2-40B4-BE49-F238E27FC236}">
                                  <a16:creationId xmlns:a16="http://schemas.microsoft.com/office/drawing/2014/main" id="{C526E059-2584-424B-943A-A621E17FD68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99" name="3D Model 1298" descr="Sphere">
                                  <a:extLst>
                                    <a:ext uri="{FF2B5EF4-FFF2-40B4-BE49-F238E27FC236}">
                                      <a16:creationId xmlns:a16="http://schemas.microsoft.com/office/drawing/2014/main" id="{F1672084-B545-4CC2-9C1C-B040FFCAE84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394702927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300" name="Flowchart: Connector 1299">
                              <a:extLst>
                                <a:ext uri="{FF2B5EF4-FFF2-40B4-BE49-F238E27FC236}">
                                  <a16:creationId xmlns:a16="http://schemas.microsoft.com/office/drawing/2014/main" id="{FE1B17C3-815D-4899-A52A-DC78F86B00A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01" name="3D Model 1300" descr="Sphere">
                                  <a:extLst>
                                    <a:ext uri="{FF2B5EF4-FFF2-40B4-BE49-F238E27FC236}">
                                      <a16:creationId xmlns:a16="http://schemas.microsoft.com/office/drawing/2014/main" id="{3734D8C2-E796-4E47-8EC4-6AFF3E48601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429285680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302" name="Flowchart: Connector 1301">
                              <a:extLst>
                                <a:ext uri="{FF2B5EF4-FFF2-40B4-BE49-F238E27FC236}">
                                  <a16:creationId xmlns:a16="http://schemas.microsoft.com/office/drawing/2014/main" id="{2FC9E3B8-785E-4FA3-AFF1-39EAB3F7507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03" name="3D Model 1302" descr="Sphere">
                                  <a:extLst>
                                    <a:ext uri="{FF2B5EF4-FFF2-40B4-BE49-F238E27FC236}">
                                      <a16:creationId xmlns:a16="http://schemas.microsoft.com/office/drawing/2014/main" id="{F6C1869B-3FB7-4CFD-B22D-335B6C7DD41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31506763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1272" name="Flowchart: Connector 1271">
                            <a:extLst>
                              <a:ext uri="{FF2B5EF4-FFF2-40B4-BE49-F238E27FC236}">
                                <a16:creationId xmlns:a16="http://schemas.microsoft.com/office/drawing/2014/main" id="{634BFA5E-C8A5-4357-804C-BC8F87E7C5D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3" name="Flowchart: Connector 1272">
                            <a:extLst>
                              <a:ext uri="{FF2B5EF4-FFF2-40B4-BE49-F238E27FC236}">
                                <a16:creationId xmlns:a16="http://schemas.microsoft.com/office/drawing/2014/main" id="{6546A88B-8076-4CFC-BCBD-66508C70546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4" name="Flowchart: Connector 1273">
                            <a:extLst>
                              <a:ext uri="{FF2B5EF4-FFF2-40B4-BE49-F238E27FC236}">
                                <a16:creationId xmlns:a16="http://schemas.microsoft.com/office/drawing/2014/main" id="{C4574426-806B-49C3-806F-BB72E0C6E83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5" name="Flowchart: Connector 1274">
                            <a:extLst>
                              <a:ext uri="{FF2B5EF4-FFF2-40B4-BE49-F238E27FC236}">
                                <a16:creationId xmlns:a16="http://schemas.microsoft.com/office/drawing/2014/main" id="{8FB733FF-E28A-41F5-803D-F29EF55110E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6" name="Flowchart: Connector 1275">
                            <a:extLst>
                              <a:ext uri="{FF2B5EF4-FFF2-40B4-BE49-F238E27FC236}">
                                <a16:creationId xmlns:a16="http://schemas.microsoft.com/office/drawing/2014/main" id="{DCD759B4-FF5A-4DD2-870C-9FA1ED78545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7" name="Flowchart: Connector 1276">
                            <a:extLst>
                              <a:ext uri="{FF2B5EF4-FFF2-40B4-BE49-F238E27FC236}">
                                <a16:creationId xmlns:a16="http://schemas.microsoft.com/office/drawing/2014/main" id="{BD4A4FCD-A48F-40F0-9558-07C833E3F52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8" name="Flowchart: Connector 1277">
                            <a:extLst>
                              <a:ext uri="{FF2B5EF4-FFF2-40B4-BE49-F238E27FC236}">
                                <a16:creationId xmlns:a16="http://schemas.microsoft.com/office/drawing/2014/main" id="{54B0EC08-224F-4B8D-A915-5B6D1C62BEA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9" name="Flowchart: Connector 1278">
                            <a:extLst>
                              <a:ext uri="{FF2B5EF4-FFF2-40B4-BE49-F238E27FC236}">
                                <a16:creationId xmlns:a16="http://schemas.microsoft.com/office/drawing/2014/main" id="{1C3749A4-7299-4B6F-AE9F-35EBE13A3B4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80" name="Flowchart: Connector 1279">
                            <a:extLst>
                              <a:ext uri="{FF2B5EF4-FFF2-40B4-BE49-F238E27FC236}">
                                <a16:creationId xmlns:a16="http://schemas.microsoft.com/office/drawing/2014/main" id="{5ED2D13A-FD2F-4351-8EB1-F917C69B86B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81" name="3D Model 1280" descr="Sphere">
                                <a:extLst>
                                  <a:ext uri="{FF2B5EF4-FFF2-40B4-BE49-F238E27FC236}">
                                    <a16:creationId xmlns:a16="http://schemas.microsoft.com/office/drawing/2014/main" id="{98799425-5371-4D54-9FF6-FAC43168477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426603579"/>
                                  </p:ext>
                                </p:extLst>
                              </p:nvPr>
                            </p:nvGraphicFramePr>
                            <p:xfrm>
                              <a:off x="2127272" y="1515698"/>
                              <a:ext cx="299738" cy="29973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7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4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78" name="3D Model 1277" descr="Sphere">
                                <a:extLst>
                                  <a:ext uri="{FF2B5EF4-FFF2-40B4-BE49-F238E27FC236}">
                                    <a16:creationId xmlns:a16="http://schemas.microsoft.com/office/drawing/2014/main" id="{72F01E67-6938-498B-8F3A-4826869DB5D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125378" y="2259698"/>
                                <a:ext cx="52067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82" name="Flowchart: Connector 1281">
                            <a:extLst>
                              <a:ext uri="{FF2B5EF4-FFF2-40B4-BE49-F238E27FC236}">
                                <a16:creationId xmlns:a16="http://schemas.microsoft.com/office/drawing/2014/main" id="{CB39F99E-C9A3-4AA0-B922-00F35CD8D17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83" name="3D Model 1282" descr="Sphere">
                                <a:extLst>
                                  <a:ext uri="{FF2B5EF4-FFF2-40B4-BE49-F238E27FC236}">
                                    <a16:creationId xmlns:a16="http://schemas.microsoft.com/office/drawing/2014/main" id="{2B9072A1-4C19-4CF0-8FA1-09EB13467A4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146179283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80" name="3D Model 1279" descr="Sphere">
                                <a:extLst>
                                  <a:ext uri="{FF2B5EF4-FFF2-40B4-BE49-F238E27FC236}">
                                    <a16:creationId xmlns:a16="http://schemas.microsoft.com/office/drawing/2014/main" id="{4C124C0B-3F81-4B37-AB15-0E5E4374124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166618" y="227176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84" name="Flowchart: Connector 1283">
                            <a:extLst>
                              <a:ext uri="{FF2B5EF4-FFF2-40B4-BE49-F238E27FC236}">
                                <a16:creationId xmlns:a16="http://schemas.microsoft.com/office/drawing/2014/main" id="{E23E6A72-30FB-4B91-88BF-7682CED6CEB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6940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85" name="3D Model 1284" descr="Sphere">
                                <a:extLst>
                                  <a:ext uri="{FF2B5EF4-FFF2-40B4-BE49-F238E27FC236}">
                                    <a16:creationId xmlns:a16="http://schemas.microsoft.com/office/drawing/2014/main" id="{CD58569E-6A6B-480E-AB54-E88E02B5BEF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286349419"/>
                                  </p:ext>
                                </p:extLst>
                              </p:nvPr>
                            </p:nvGraphicFramePr>
                            <p:xfrm>
                              <a:off x="2609177" y="164853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82" name="3D Model 1281" descr="Sphere">
                                <a:extLst>
                                  <a:ext uri="{FF2B5EF4-FFF2-40B4-BE49-F238E27FC236}">
                                    <a16:creationId xmlns:a16="http://schemas.microsoft.com/office/drawing/2014/main" id="{4FAEA037-38E5-4411-8709-FD4C9E435B0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09088" y="2284717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86" name="Flowchart: Connector 1285">
                            <a:extLst>
                              <a:ext uri="{FF2B5EF4-FFF2-40B4-BE49-F238E27FC236}">
                                <a16:creationId xmlns:a16="http://schemas.microsoft.com/office/drawing/2014/main" id="{183431C0-DC84-4CF6-BE73-2C86F851ED2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87" name="3D Model 1286" descr="Sphere">
                                <a:extLst>
                                  <a:ext uri="{FF2B5EF4-FFF2-40B4-BE49-F238E27FC236}">
                                    <a16:creationId xmlns:a16="http://schemas.microsoft.com/office/drawing/2014/main" id="{519F939F-FD0A-4FC3-BAB7-5933B8ACF99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42794120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84" name="3D Model 1283" descr="Sphere">
                                <a:extLst>
                                  <a:ext uri="{FF2B5EF4-FFF2-40B4-BE49-F238E27FC236}">
                                    <a16:creationId xmlns:a16="http://schemas.microsoft.com/office/drawing/2014/main" id="{B24FD411-785C-4B35-A110-7DE7E3C7EC2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55714" y="2299796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sp>
                    <p:nvSpPr>
                      <p:cNvPr id="1199" name="Flowchart: Connector 1198">
                        <a:extLst>
                          <a:ext uri="{FF2B5EF4-FFF2-40B4-BE49-F238E27FC236}">
                            <a16:creationId xmlns:a16="http://schemas.microsoft.com/office/drawing/2014/main" id="{A89947AD-C699-40E5-84F2-F0567701673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06374" y="21384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00" name="Flowchart: Connector 1199">
                        <a:extLst>
                          <a:ext uri="{FF2B5EF4-FFF2-40B4-BE49-F238E27FC236}">
                            <a16:creationId xmlns:a16="http://schemas.microsoft.com/office/drawing/2014/main" id="{DF0B6226-8107-476F-A94C-EA1244B318C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886236" y="22322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01" name="Flowchart: Connector 1200">
                        <a:extLst>
                          <a:ext uri="{FF2B5EF4-FFF2-40B4-BE49-F238E27FC236}">
                            <a16:creationId xmlns:a16="http://schemas.microsoft.com/office/drawing/2014/main" id="{7E0FB123-7017-4571-A307-828878D1674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952806" y="22254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02" name="Flowchart: Connector 1201">
                        <a:extLst>
                          <a:ext uri="{FF2B5EF4-FFF2-40B4-BE49-F238E27FC236}">
                            <a16:creationId xmlns:a16="http://schemas.microsoft.com/office/drawing/2014/main" id="{E6453930-4D5C-45D2-AE88-4CFE5D205E1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0272" y="25040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03" name="Flowchart: Connector 1202">
                        <a:extLst>
                          <a:ext uri="{FF2B5EF4-FFF2-40B4-BE49-F238E27FC236}">
                            <a16:creationId xmlns:a16="http://schemas.microsoft.com/office/drawing/2014/main" id="{9E4FF209-CD07-4BE5-8D9E-F40D230E41C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20633" y="28301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04" name="Flowchart: Connector 1203">
                        <a:extLst>
                          <a:ext uri="{FF2B5EF4-FFF2-40B4-BE49-F238E27FC236}">
                            <a16:creationId xmlns:a16="http://schemas.microsoft.com/office/drawing/2014/main" id="{71A2875E-2078-49CF-AFD3-130196DE1FE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29128" y="231321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05" name="Flowchart: Connector 1204">
                        <a:extLst>
                          <a:ext uri="{FF2B5EF4-FFF2-40B4-BE49-F238E27FC236}">
                            <a16:creationId xmlns:a16="http://schemas.microsoft.com/office/drawing/2014/main" id="{D81EA99B-0BA8-4450-8B23-8BA98C6548F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211385" y="230237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06" name="Flowchart: Connector 1205">
                        <a:extLst>
                          <a:ext uri="{FF2B5EF4-FFF2-40B4-BE49-F238E27FC236}">
                            <a16:creationId xmlns:a16="http://schemas.microsoft.com/office/drawing/2014/main" id="{D8555222-A583-4303-BF3B-C0AE2408FA8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1097" y="31484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grpSp>
                    <p:nvGrpSpPr>
                      <p:cNvPr id="1207" name="Group 1206">
                        <a:extLst>
                          <a:ext uri="{FF2B5EF4-FFF2-40B4-BE49-F238E27FC236}">
                            <a16:creationId xmlns:a16="http://schemas.microsoft.com/office/drawing/2014/main" id="{ED2FE936-24E1-4BAB-951D-4CABFB3CBE4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20511" y="2127869"/>
                        <a:ext cx="1073693" cy="1496391"/>
                        <a:chOff x="2114936" y="1503359"/>
                        <a:chExt cx="1073693" cy="1496391"/>
                      </a:xfrm>
                    </p:grpSpPr>
                    <p:grpSp>
                      <p:nvGrpSpPr>
                        <p:cNvPr id="1208" name="Group 1207">
                          <a:extLst>
                            <a:ext uri="{FF2B5EF4-FFF2-40B4-BE49-F238E27FC236}">
                              <a16:creationId xmlns:a16="http://schemas.microsoft.com/office/drawing/2014/main" id="{F42EF7CB-1514-4E39-A4F2-74AAFEE0D40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7974" y="2474038"/>
                          <a:ext cx="1060655" cy="525712"/>
                          <a:chOff x="3721252" y="1733424"/>
                          <a:chExt cx="1060655" cy="525712"/>
                        </a:xfrm>
                      </p:grpSpPr>
                      <p:sp>
                        <p:nvSpPr>
                          <p:cNvPr id="1259" name="Flowchart: Connector 1258">
                            <a:extLst>
                              <a:ext uri="{FF2B5EF4-FFF2-40B4-BE49-F238E27FC236}">
                                <a16:creationId xmlns:a16="http://schemas.microsoft.com/office/drawing/2014/main" id="{DBA2E089-4637-4344-80D0-9D69460ED67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60" name="3D Model 1259" descr="Sphere">
                                <a:extLst>
                                  <a:ext uri="{FF2B5EF4-FFF2-40B4-BE49-F238E27FC236}">
                                    <a16:creationId xmlns:a16="http://schemas.microsoft.com/office/drawing/2014/main" id="{D53ECA86-12B7-48E6-B52C-2219BF86FE4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271341660"/>
                                  </p:ext>
                                </p:extLst>
                              </p:nvPr>
                            </p:nvGraphicFramePr>
                            <p:xfrm>
                              <a:off x="3721252" y="1733424"/>
                              <a:ext cx="299739" cy="299738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6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57" name="3D Model 1256" descr="Sphere">
                                <a:extLst>
                                  <a:ext uri="{FF2B5EF4-FFF2-40B4-BE49-F238E27FC236}">
                                    <a16:creationId xmlns:a16="http://schemas.microsoft.com/office/drawing/2014/main" id="{EDCB272C-0163-435C-B639-6C211B09FA3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085548" y="2467500"/>
                                <a:ext cx="52066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61" name="Flowchart: Connector 1260">
                            <a:extLst>
                              <a:ext uri="{FF2B5EF4-FFF2-40B4-BE49-F238E27FC236}">
                                <a16:creationId xmlns:a16="http://schemas.microsoft.com/office/drawing/2014/main" id="{C9FDE6F8-CD10-4F0B-A9DE-7AF22D8754D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62" name="3D Model 1261" descr="Sphere">
                                <a:extLst>
                                  <a:ext uri="{FF2B5EF4-FFF2-40B4-BE49-F238E27FC236}">
                                    <a16:creationId xmlns:a16="http://schemas.microsoft.com/office/drawing/2014/main" id="{799012C8-E0C1-4F55-A6FB-592A92C6463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565849818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63" name="Flowchart: Connector 1262">
                            <a:extLst>
                              <a:ext uri="{FF2B5EF4-FFF2-40B4-BE49-F238E27FC236}">
                                <a16:creationId xmlns:a16="http://schemas.microsoft.com/office/drawing/2014/main" id="{50A28703-218B-4BA2-88C0-A40DB459299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64" name="3D Model 1263" descr="Sphere">
                                <a:extLst>
                                  <a:ext uri="{FF2B5EF4-FFF2-40B4-BE49-F238E27FC236}">
                                    <a16:creationId xmlns:a16="http://schemas.microsoft.com/office/drawing/2014/main" id="{D820540D-D4E5-4672-909B-6C8B60CAFEC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256653170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65" name="Flowchart: Connector 1264">
                            <a:extLst>
                              <a:ext uri="{FF2B5EF4-FFF2-40B4-BE49-F238E27FC236}">
                                <a16:creationId xmlns:a16="http://schemas.microsoft.com/office/drawing/2014/main" id="{E3D6B40A-D6FF-42DC-8EC5-B117F755924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66" name="3D Model 1265" descr="Sphere">
                                <a:extLst>
                                  <a:ext uri="{FF2B5EF4-FFF2-40B4-BE49-F238E27FC236}">
                                    <a16:creationId xmlns:a16="http://schemas.microsoft.com/office/drawing/2014/main" id="{B5C5BADF-DD31-4044-B4F8-6948E6A0259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128508992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8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209" name="Group 1208">
                          <a:extLst>
                            <a:ext uri="{FF2B5EF4-FFF2-40B4-BE49-F238E27FC236}">
                              <a16:creationId xmlns:a16="http://schemas.microsoft.com/office/drawing/2014/main" id="{DC0F4FB3-9D8D-4A60-8007-2E2C902E6FF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4615" y="2140429"/>
                          <a:ext cx="1064014" cy="637179"/>
                          <a:chOff x="3717893" y="1719497"/>
                          <a:chExt cx="1064014" cy="637179"/>
                        </a:xfrm>
                      </p:grpSpPr>
                      <p:sp>
                        <p:nvSpPr>
                          <p:cNvPr id="1243" name="Flowchart: Connector 1242">
                            <a:extLst>
                              <a:ext uri="{FF2B5EF4-FFF2-40B4-BE49-F238E27FC236}">
                                <a16:creationId xmlns:a16="http://schemas.microsoft.com/office/drawing/2014/main" id="{30279831-CA74-4E9B-B7E0-338108009C7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44" name="Flowchart: Connector 1243">
                            <a:extLst>
                              <a:ext uri="{FF2B5EF4-FFF2-40B4-BE49-F238E27FC236}">
                                <a16:creationId xmlns:a16="http://schemas.microsoft.com/office/drawing/2014/main" id="{919CFB3F-23A0-4671-A7BA-86DFEE872B2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45" name="Flowchart: Connector 1244">
                            <a:extLst>
                              <a:ext uri="{FF2B5EF4-FFF2-40B4-BE49-F238E27FC236}">
                                <a16:creationId xmlns:a16="http://schemas.microsoft.com/office/drawing/2014/main" id="{082CE7AC-C28D-49BA-810D-023E291D604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46" name="Flowchart: Connector 1245">
                            <a:extLst>
                              <a:ext uri="{FF2B5EF4-FFF2-40B4-BE49-F238E27FC236}">
                                <a16:creationId xmlns:a16="http://schemas.microsoft.com/office/drawing/2014/main" id="{566C8E6B-7598-40CD-B8BA-86D9814CAB6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47" name="Flowchart: Connector 1246">
                            <a:extLst>
                              <a:ext uri="{FF2B5EF4-FFF2-40B4-BE49-F238E27FC236}">
                                <a16:creationId xmlns:a16="http://schemas.microsoft.com/office/drawing/2014/main" id="{BD32AE02-F44A-417E-B3F0-C4D768D2DA8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48" name="Flowchart: Connector 1247">
                            <a:extLst>
                              <a:ext uri="{FF2B5EF4-FFF2-40B4-BE49-F238E27FC236}">
                                <a16:creationId xmlns:a16="http://schemas.microsoft.com/office/drawing/2014/main" id="{5B17B608-804C-4E55-8240-B4D3A3AD45A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49" name="Flowchart: Connector 1248">
                            <a:extLst>
                              <a:ext uri="{FF2B5EF4-FFF2-40B4-BE49-F238E27FC236}">
                                <a16:creationId xmlns:a16="http://schemas.microsoft.com/office/drawing/2014/main" id="{CF6E7B72-FF8B-4903-BB7D-C00600148C5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50" name="Flowchart: Connector 1249">
                            <a:extLst>
                              <a:ext uri="{FF2B5EF4-FFF2-40B4-BE49-F238E27FC236}">
                                <a16:creationId xmlns:a16="http://schemas.microsoft.com/office/drawing/2014/main" id="{1DEA0AE9-FD58-4588-8467-7E3EFD695DE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51" name="Flowchart: Connector 1250">
                            <a:extLst>
                              <a:ext uri="{FF2B5EF4-FFF2-40B4-BE49-F238E27FC236}">
                                <a16:creationId xmlns:a16="http://schemas.microsoft.com/office/drawing/2014/main" id="{4573EB48-83BD-42A0-AD15-2C081E139FE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52" name="3D Model 1251" descr="Sphere">
                                <a:extLst>
                                  <a:ext uri="{FF2B5EF4-FFF2-40B4-BE49-F238E27FC236}">
                                    <a16:creationId xmlns:a16="http://schemas.microsoft.com/office/drawing/2014/main" id="{A615C065-DA74-47F9-8DC2-D0397C533D1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399926599"/>
                                  </p:ext>
                                </p:extLst>
                              </p:nvPr>
                            </p:nvGraphicFramePr>
                            <p:xfrm>
                              <a:off x="3717893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49" name="3D Model 1248" descr="Sphere">
                                <a:extLst>
                                  <a:ext uri="{FF2B5EF4-FFF2-40B4-BE49-F238E27FC236}">
                                    <a16:creationId xmlns:a16="http://schemas.microsoft.com/office/drawing/2014/main" id="{197D1DF2-ACD5-4650-B13F-20E00FAF0CE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084964" y="2404665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53" name="Flowchart: Connector 1252">
                            <a:extLst>
                              <a:ext uri="{FF2B5EF4-FFF2-40B4-BE49-F238E27FC236}">
                                <a16:creationId xmlns:a16="http://schemas.microsoft.com/office/drawing/2014/main" id="{3AFB3CFB-5AD1-4166-B8AC-1725D88443A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54" name="3D Model 1253" descr="Sphere">
                                <a:extLst>
                                  <a:ext uri="{FF2B5EF4-FFF2-40B4-BE49-F238E27FC236}">
                                    <a16:creationId xmlns:a16="http://schemas.microsoft.com/office/drawing/2014/main" id="{10D17325-740D-4269-8A5D-59AB7F936FB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047324399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55" name="Flowchart: Connector 1254">
                            <a:extLst>
                              <a:ext uri="{FF2B5EF4-FFF2-40B4-BE49-F238E27FC236}">
                                <a16:creationId xmlns:a16="http://schemas.microsoft.com/office/drawing/2014/main" id="{B0778E0B-7B56-43DE-92E9-B9F3CE181A2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56" name="3D Model 1255" descr="Sphere">
                                <a:extLst>
                                  <a:ext uri="{FF2B5EF4-FFF2-40B4-BE49-F238E27FC236}">
                                    <a16:creationId xmlns:a16="http://schemas.microsoft.com/office/drawing/2014/main" id="{0C3A8F13-2587-4847-A4DD-CDAC91D7A92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168796646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57" name="Flowchart: Connector 1256">
                            <a:extLst>
                              <a:ext uri="{FF2B5EF4-FFF2-40B4-BE49-F238E27FC236}">
                                <a16:creationId xmlns:a16="http://schemas.microsoft.com/office/drawing/2014/main" id="{6B9A54F3-1AD2-4C33-93EE-A258CB98B52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58" name="3D Model 1257" descr="Sphere">
                                <a:extLst>
                                  <a:ext uri="{FF2B5EF4-FFF2-40B4-BE49-F238E27FC236}">
                                    <a16:creationId xmlns:a16="http://schemas.microsoft.com/office/drawing/2014/main" id="{9C7EC5DB-AFB9-4914-8A38-47170CB8B4A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67791689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210" name="Group 1209">
                          <a:extLst>
                            <a:ext uri="{FF2B5EF4-FFF2-40B4-BE49-F238E27FC236}">
                              <a16:creationId xmlns:a16="http://schemas.microsoft.com/office/drawing/2014/main" id="{1AA9AC3D-AD0E-41BC-BF71-1574E2D39CC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936" y="1817250"/>
                          <a:ext cx="1064014" cy="643455"/>
                          <a:chOff x="3717893" y="1713221"/>
                          <a:chExt cx="1064014" cy="643455"/>
                        </a:xfrm>
                      </p:grpSpPr>
                      <p:sp>
                        <p:nvSpPr>
                          <p:cNvPr id="1227" name="Flowchart: Connector 1226">
                            <a:extLst>
                              <a:ext uri="{FF2B5EF4-FFF2-40B4-BE49-F238E27FC236}">
                                <a16:creationId xmlns:a16="http://schemas.microsoft.com/office/drawing/2014/main" id="{E2245153-7EF1-4368-935C-808A870D42F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28" name="Flowchart: Connector 1227">
                            <a:extLst>
                              <a:ext uri="{FF2B5EF4-FFF2-40B4-BE49-F238E27FC236}">
                                <a16:creationId xmlns:a16="http://schemas.microsoft.com/office/drawing/2014/main" id="{F7FEA0CB-DF64-4A96-8E7D-DA00A01B54C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29" name="Flowchart: Connector 1228">
                            <a:extLst>
                              <a:ext uri="{FF2B5EF4-FFF2-40B4-BE49-F238E27FC236}">
                                <a16:creationId xmlns:a16="http://schemas.microsoft.com/office/drawing/2014/main" id="{10424C02-085B-426C-AB24-3548AB5E5D0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30" name="Flowchart: Connector 1229">
                            <a:extLst>
                              <a:ext uri="{FF2B5EF4-FFF2-40B4-BE49-F238E27FC236}">
                                <a16:creationId xmlns:a16="http://schemas.microsoft.com/office/drawing/2014/main" id="{A49362B0-F885-41A7-9D31-9D01EB2ADE1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31" name="Flowchart: Connector 1230">
                            <a:extLst>
                              <a:ext uri="{FF2B5EF4-FFF2-40B4-BE49-F238E27FC236}">
                                <a16:creationId xmlns:a16="http://schemas.microsoft.com/office/drawing/2014/main" id="{B39FF41F-6D64-4213-B9BA-604CA758164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32" name="Flowchart: Connector 1231">
                            <a:extLst>
                              <a:ext uri="{FF2B5EF4-FFF2-40B4-BE49-F238E27FC236}">
                                <a16:creationId xmlns:a16="http://schemas.microsoft.com/office/drawing/2014/main" id="{AF5B0C11-AF63-4537-9007-F824F22E323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33" name="Flowchart: Connector 1232">
                            <a:extLst>
                              <a:ext uri="{FF2B5EF4-FFF2-40B4-BE49-F238E27FC236}">
                                <a16:creationId xmlns:a16="http://schemas.microsoft.com/office/drawing/2014/main" id="{FF5134AD-E9BF-4590-A80B-325C91E6015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34" name="Flowchart: Connector 1233">
                            <a:extLst>
                              <a:ext uri="{FF2B5EF4-FFF2-40B4-BE49-F238E27FC236}">
                                <a16:creationId xmlns:a16="http://schemas.microsoft.com/office/drawing/2014/main" id="{F89C9BCE-67F7-40F0-A967-AE646356365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35" name="Flowchart: Connector 1234">
                            <a:extLst>
                              <a:ext uri="{FF2B5EF4-FFF2-40B4-BE49-F238E27FC236}">
                                <a16:creationId xmlns:a16="http://schemas.microsoft.com/office/drawing/2014/main" id="{1F164B71-FE87-4B20-AB0F-B70E90863A6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36" name="3D Model 1235" descr="Sphere">
                                <a:extLst>
                                  <a:ext uri="{FF2B5EF4-FFF2-40B4-BE49-F238E27FC236}">
                                    <a16:creationId xmlns:a16="http://schemas.microsoft.com/office/drawing/2014/main" id="{DFD35877-8916-4B6F-A7BB-3B4A507AD69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862061319"/>
                                  </p:ext>
                                </p:extLst>
                              </p:nvPr>
                            </p:nvGraphicFramePr>
                            <p:xfrm>
                              <a:off x="3717893" y="171322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33" name="3D Model 1232" descr="Sphere">
                                <a:extLst>
                                  <a:ext uri="{FF2B5EF4-FFF2-40B4-BE49-F238E27FC236}">
                                    <a16:creationId xmlns:a16="http://schemas.microsoft.com/office/drawing/2014/main" id="{A8E59417-29E1-4DD1-AC6E-A49D1AB44B0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083283" y="2343795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37" name="Flowchart: Connector 1236">
                            <a:extLst>
                              <a:ext uri="{FF2B5EF4-FFF2-40B4-BE49-F238E27FC236}">
                                <a16:creationId xmlns:a16="http://schemas.microsoft.com/office/drawing/2014/main" id="{2806AF99-8E38-428C-926C-25C92C5C047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38" name="3D Model 1237" descr="Sphere">
                                <a:extLst>
                                  <a:ext uri="{FF2B5EF4-FFF2-40B4-BE49-F238E27FC236}">
                                    <a16:creationId xmlns:a16="http://schemas.microsoft.com/office/drawing/2014/main" id="{70D11218-1C6E-406E-97F7-43063B6A941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68652935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35" name="3D Model 1234" descr="Sphere">
                                <a:extLst>
                                  <a:ext uri="{FF2B5EF4-FFF2-40B4-BE49-F238E27FC236}">
                                    <a16:creationId xmlns:a16="http://schemas.microsoft.com/office/drawing/2014/main" id="{B02DFBF3-1E21-4D61-864E-0A94457DB315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124984" y="2359665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39" name="Flowchart: Connector 1238">
                            <a:extLst>
                              <a:ext uri="{FF2B5EF4-FFF2-40B4-BE49-F238E27FC236}">
                                <a16:creationId xmlns:a16="http://schemas.microsoft.com/office/drawing/2014/main" id="{85AEAC1D-5278-4117-9828-F9A752B3B79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40" name="3D Model 1239" descr="Sphere">
                                <a:extLst>
                                  <a:ext uri="{FF2B5EF4-FFF2-40B4-BE49-F238E27FC236}">
                                    <a16:creationId xmlns:a16="http://schemas.microsoft.com/office/drawing/2014/main" id="{5EC2DA58-D70B-41D0-87C6-4391E0D1505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034116300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41" name="Flowchart: Connector 1240">
                            <a:extLst>
                              <a:ext uri="{FF2B5EF4-FFF2-40B4-BE49-F238E27FC236}">
                                <a16:creationId xmlns:a16="http://schemas.microsoft.com/office/drawing/2014/main" id="{33ACDE36-9855-4D33-AF06-8E921767EA4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42" name="3D Model 1241" descr="Sphere">
                                <a:extLst>
                                  <a:ext uri="{FF2B5EF4-FFF2-40B4-BE49-F238E27FC236}">
                                    <a16:creationId xmlns:a16="http://schemas.microsoft.com/office/drawing/2014/main" id="{7F648C1C-259C-403F-B2EA-766FBBAF4BF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72330423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1211" name="Flowchart: Connector 1210">
                          <a:extLst>
                            <a:ext uri="{FF2B5EF4-FFF2-40B4-BE49-F238E27FC236}">
                              <a16:creationId xmlns:a16="http://schemas.microsoft.com/office/drawing/2014/main" id="{F50F7EC2-BDA3-4EE8-8A2B-CFD19C86B2F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12" name="Flowchart: Connector 1211">
                          <a:extLst>
                            <a:ext uri="{FF2B5EF4-FFF2-40B4-BE49-F238E27FC236}">
                              <a16:creationId xmlns:a16="http://schemas.microsoft.com/office/drawing/2014/main" id="{D29F43D2-F032-4B58-85F4-1FE247BB3FF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13" name="Flowchart: Connector 1212">
                          <a:extLst>
                            <a:ext uri="{FF2B5EF4-FFF2-40B4-BE49-F238E27FC236}">
                              <a16:creationId xmlns:a16="http://schemas.microsoft.com/office/drawing/2014/main" id="{33692615-2E43-4082-8A1B-009CCDBA079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26347" y="177334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14" name="Flowchart: Connector 1213">
                          <a:extLst>
                            <a:ext uri="{FF2B5EF4-FFF2-40B4-BE49-F238E27FC236}">
                              <a16:creationId xmlns:a16="http://schemas.microsoft.com/office/drawing/2014/main" id="{7E6A7653-EF31-49C3-9E95-F792DF40F67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15" name="Flowchart: Connector 1214">
                          <a:extLst>
                            <a:ext uri="{FF2B5EF4-FFF2-40B4-BE49-F238E27FC236}">
                              <a16:creationId xmlns:a16="http://schemas.microsoft.com/office/drawing/2014/main" id="{ADA068AD-3F9E-4A0A-B250-D4B179DA4C9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16" name="Flowchart: Connector 1215">
                          <a:extLst>
                            <a:ext uri="{FF2B5EF4-FFF2-40B4-BE49-F238E27FC236}">
                              <a16:creationId xmlns:a16="http://schemas.microsoft.com/office/drawing/2014/main" id="{EA718AE2-D5FD-43E7-A498-47DABF66D35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17" name="Flowchart: Connector 1216">
                          <a:extLst>
                            <a:ext uri="{FF2B5EF4-FFF2-40B4-BE49-F238E27FC236}">
                              <a16:creationId xmlns:a16="http://schemas.microsoft.com/office/drawing/2014/main" id="{99A30270-F5A6-4186-8B42-95115033444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18" name="Flowchart: Connector 1217">
                          <a:extLst>
                            <a:ext uri="{FF2B5EF4-FFF2-40B4-BE49-F238E27FC236}">
                              <a16:creationId xmlns:a16="http://schemas.microsoft.com/office/drawing/2014/main" id="{084380CD-E711-4E2B-A4DA-37A806F21D1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19" name="Flowchart: Connector 1218">
                          <a:extLst>
                            <a:ext uri="{FF2B5EF4-FFF2-40B4-BE49-F238E27FC236}">
                              <a16:creationId xmlns:a16="http://schemas.microsoft.com/office/drawing/2014/main" id="{E45D2BF7-F000-405F-8DA3-40651F59CB2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20" name="3D Model 1219" descr="Sphere">
                              <a:extLst>
                                <a:ext uri="{FF2B5EF4-FFF2-40B4-BE49-F238E27FC236}">
                                  <a16:creationId xmlns:a16="http://schemas.microsoft.com/office/drawing/2014/main" id="{2A9C9D14-851C-4604-8C8A-F77614C1589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116967964"/>
                                </p:ext>
                              </p:extLst>
                            </p:nvPr>
                          </p:nvGraphicFramePr>
                          <p:xfrm>
                            <a:off x="2122087" y="1503359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433448" ay="1433014" az="-1105299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7"/>
                                </am3d:raster>
                                <am3d:objViewport viewportSz="5757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217" name="3D Model 1216" descr="Sphere">
                              <a:extLst>
                                <a:ext uri="{FF2B5EF4-FFF2-40B4-BE49-F238E27FC236}">
                                  <a16:creationId xmlns:a16="http://schemas.microsoft.com/office/drawing/2014/main" id="{A6D9624E-C48A-4E30-BD09-824167EDBFDA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084525" y="2284675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21" name="Flowchart: Connector 1220">
                          <a:extLst>
                            <a:ext uri="{FF2B5EF4-FFF2-40B4-BE49-F238E27FC236}">
                              <a16:creationId xmlns:a16="http://schemas.microsoft.com/office/drawing/2014/main" id="{2C154576-5C00-4755-A98C-DA537B935D5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22" name="3D Model 1221" descr="Sphere">
                              <a:extLst>
                                <a:ext uri="{FF2B5EF4-FFF2-40B4-BE49-F238E27FC236}">
                                  <a16:creationId xmlns:a16="http://schemas.microsoft.com/office/drawing/2014/main" id="{F2ABEB6E-4226-4213-9EEF-14C5639FD7D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393087304"/>
                                </p:ext>
                              </p:extLst>
                            </p:nvPr>
                          </p:nvGraphicFramePr>
                          <p:xfrm>
                            <a:off x="2368043" y="1593681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5"/>
                                </am3d:raster>
                                <am3d:objViewport viewportSz="5886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219" name="3D Model 1218" descr="Sphere">
                              <a:extLst>
                                <a:ext uri="{FF2B5EF4-FFF2-40B4-BE49-F238E27FC236}">
                                  <a16:creationId xmlns:a16="http://schemas.microsoft.com/office/drawing/2014/main" id="{2DAF861D-7B81-46B2-A855-CCFD59252CFE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127249" y="2301687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23" name="Flowchart: Connector 1222">
                          <a:extLst>
                            <a:ext uri="{FF2B5EF4-FFF2-40B4-BE49-F238E27FC236}">
                              <a16:creationId xmlns:a16="http://schemas.microsoft.com/office/drawing/2014/main" id="{E268B6E3-7E67-44B3-B76D-D1D10957C76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24" name="3D Model 1223" descr="Sphere">
                              <a:extLst>
                                <a:ext uri="{FF2B5EF4-FFF2-40B4-BE49-F238E27FC236}">
                                  <a16:creationId xmlns:a16="http://schemas.microsoft.com/office/drawing/2014/main" id="{70347F39-583E-45A9-A9BB-FC072DDE609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034064352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3235" cy="6170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7"/>
                                </am3d:raster>
                                <am3d:objViewport viewportSz="6018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221" name="3D Model 1220" descr="Sphere">
                              <a:extLst>
                                <a:ext uri="{FF2B5EF4-FFF2-40B4-BE49-F238E27FC236}">
                                  <a16:creationId xmlns:a16="http://schemas.microsoft.com/office/drawing/2014/main" id="{58E82894-324A-4F57-BF30-11B8CD0D10C0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3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169136" y="2310703"/>
                              <a:ext cx="53235" cy="61702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25" name="Flowchart: Connector 1224">
                          <a:extLst>
                            <a:ext uri="{FF2B5EF4-FFF2-40B4-BE49-F238E27FC236}">
                              <a16:creationId xmlns:a16="http://schemas.microsoft.com/office/drawing/2014/main" id="{EEC50C1F-C419-4FA2-BC7E-0A5CAFDD192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26" name="3D Model 1225" descr="Sphere">
                              <a:extLst>
                                <a:ext uri="{FF2B5EF4-FFF2-40B4-BE49-F238E27FC236}">
                                  <a16:creationId xmlns:a16="http://schemas.microsoft.com/office/drawing/2014/main" id="{670C7068-65B0-4514-A26B-68387FBDA9E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074360170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1045" cy="5891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9"/>
                                </am3d:raster>
                                <am3d:objViewport viewportSz="5955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223" name="3D Model 1222" descr="Sphere">
                              <a:extLst>
                                <a:ext uri="{FF2B5EF4-FFF2-40B4-BE49-F238E27FC236}">
                                  <a16:creationId xmlns:a16="http://schemas.microsoft.com/office/drawing/2014/main" id="{F1E59886-226A-42D2-AAB9-75EE9C1A6512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215762" y="2327097"/>
                              <a:ext cx="51045" cy="589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1116" name="Group 1115">
                      <a:extLst>
                        <a:ext uri="{FF2B5EF4-FFF2-40B4-BE49-F238E27FC236}">
                          <a16:creationId xmlns:a16="http://schemas.microsoft.com/office/drawing/2014/main" id="{2FB94B66-3364-4CE0-9E44-D6FA738B9B60}"/>
                        </a:ext>
                      </a:extLst>
                    </p:cNvPr>
                    <p:cNvGrpSpPr/>
                    <p:nvPr/>
                  </p:nvGrpSpPr>
                  <p:grpSpPr>
                    <a:xfrm rot="18542409">
                      <a:off x="2257159" y="236280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186" name="Freeform: Shape 1185">
                        <a:extLst>
                          <a:ext uri="{FF2B5EF4-FFF2-40B4-BE49-F238E27FC236}">
                            <a16:creationId xmlns:a16="http://schemas.microsoft.com/office/drawing/2014/main" id="{11B8511A-C854-4A3F-AE5D-11BD83A04D9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87" name="Rectangle: Rounded Corners 1186">
                        <a:extLst>
                          <a:ext uri="{FF2B5EF4-FFF2-40B4-BE49-F238E27FC236}">
                            <a16:creationId xmlns:a16="http://schemas.microsoft.com/office/drawing/2014/main" id="{28FBE087-A54E-4832-BFD2-EC17B7DF07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17" name="Group 1116">
                      <a:extLst>
                        <a:ext uri="{FF2B5EF4-FFF2-40B4-BE49-F238E27FC236}">
                          <a16:creationId xmlns:a16="http://schemas.microsoft.com/office/drawing/2014/main" id="{40790333-4019-49D3-8E18-D8F03BA3E478}"/>
                        </a:ext>
                      </a:extLst>
                    </p:cNvPr>
                    <p:cNvGrpSpPr/>
                    <p:nvPr/>
                  </p:nvGrpSpPr>
                  <p:grpSpPr>
                    <a:xfrm rot="17122200">
                      <a:off x="1187274" y="235013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184" name="Freeform: Shape 1183">
                        <a:extLst>
                          <a:ext uri="{FF2B5EF4-FFF2-40B4-BE49-F238E27FC236}">
                            <a16:creationId xmlns:a16="http://schemas.microsoft.com/office/drawing/2014/main" id="{D0D16C1C-D6E9-4FCD-B893-9AC9CE1DA2B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85" name="Rectangle: Rounded Corners 1184">
                        <a:extLst>
                          <a:ext uri="{FF2B5EF4-FFF2-40B4-BE49-F238E27FC236}">
                            <a16:creationId xmlns:a16="http://schemas.microsoft.com/office/drawing/2014/main" id="{F10755BA-3E12-4542-B4C1-4A3DFAA813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18" name="Group 1117">
                      <a:extLst>
                        <a:ext uri="{FF2B5EF4-FFF2-40B4-BE49-F238E27FC236}">
                          <a16:creationId xmlns:a16="http://schemas.microsoft.com/office/drawing/2014/main" id="{7BE730AD-087C-4F8D-9909-F68C5ED807D4}"/>
                        </a:ext>
                      </a:extLst>
                    </p:cNvPr>
                    <p:cNvGrpSpPr/>
                    <p:nvPr/>
                  </p:nvGrpSpPr>
                  <p:grpSpPr>
                    <a:xfrm rot="658209">
                      <a:off x="2479276" y="3323586"/>
                      <a:ext cx="746642" cy="235253"/>
                      <a:chOff x="2620172" y="2546175"/>
                      <a:chExt cx="834986" cy="143092"/>
                    </a:xfrm>
                  </p:grpSpPr>
                  <p:sp>
                    <p:nvSpPr>
                      <p:cNvPr id="1182" name="Freeform: Shape 1181">
                        <a:extLst>
                          <a:ext uri="{FF2B5EF4-FFF2-40B4-BE49-F238E27FC236}">
                            <a16:creationId xmlns:a16="http://schemas.microsoft.com/office/drawing/2014/main" id="{B72544EC-9F4E-4AFC-942F-34FA02FCC72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83" name="Rectangle: Rounded Corners 1182">
                        <a:extLst>
                          <a:ext uri="{FF2B5EF4-FFF2-40B4-BE49-F238E27FC236}">
                            <a16:creationId xmlns:a16="http://schemas.microsoft.com/office/drawing/2014/main" id="{F4026095-9D75-4A03-A0F2-45BFC39640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19" name="Group 1118">
                      <a:extLst>
                        <a:ext uri="{FF2B5EF4-FFF2-40B4-BE49-F238E27FC236}">
                          <a16:creationId xmlns:a16="http://schemas.microsoft.com/office/drawing/2014/main" id="{FE75B9F9-0411-4B18-A6C2-D851676E5E33}"/>
                        </a:ext>
                      </a:extLst>
                    </p:cNvPr>
                    <p:cNvGrpSpPr/>
                    <p:nvPr/>
                  </p:nvGrpSpPr>
                  <p:grpSpPr>
                    <a:xfrm rot="18837888">
                      <a:off x="1789768" y="223810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180" name="Freeform: Shape 1179">
                        <a:extLst>
                          <a:ext uri="{FF2B5EF4-FFF2-40B4-BE49-F238E27FC236}">
                            <a16:creationId xmlns:a16="http://schemas.microsoft.com/office/drawing/2014/main" id="{4BCB0824-AEFB-42FF-B9D6-1CF515C2A384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81" name="Rectangle: Rounded Corners 1180">
                        <a:extLst>
                          <a:ext uri="{FF2B5EF4-FFF2-40B4-BE49-F238E27FC236}">
                            <a16:creationId xmlns:a16="http://schemas.microsoft.com/office/drawing/2014/main" id="{30CC9BCC-CBF4-4444-85E1-D98214B7E5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20" name="Group 1119">
                      <a:extLst>
                        <a:ext uri="{FF2B5EF4-FFF2-40B4-BE49-F238E27FC236}">
                          <a16:creationId xmlns:a16="http://schemas.microsoft.com/office/drawing/2014/main" id="{95FFA268-ED72-4CDC-9473-4974FDCB2124}"/>
                        </a:ext>
                      </a:extLst>
                    </p:cNvPr>
                    <p:cNvGrpSpPr/>
                    <p:nvPr/>
                  </p:nvGrpSpPr>
                  <p:grpSpPr>
                    <a:xfrm rot="16200000">
                      <a:off x="563034" y="2429570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178" name="Freeform: Shape 1177">
                        <a:extLst>
                          <a:ext uri="{FF2B5EF4-FFF2-40B4-BE49-F238E27FC236}">
                            <a16:creationId xmlns:a16="http://schemas.microsoft.com/office/drawing/2014/main" id="{0155B594-465C-4B82-888C-7E6115D5B0F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79" name="Rectangle: Rounded Corners 1178">
                        <a:extLst>
                          <a:ext uri="{FF2B5EF4-FFF2-40B4-BE49-F238E27FC236}">
                            <a16:creationId xmlns:a16="http://schemas.microsoft.com/office/drawing/2014/main" id="{C143F211-3B32-466A-B769-B8454D01D4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21" name="Group 1120">
                      <a:extLst>
                        <a:ext uri="{FF2B5EF4-FFF2-40B4-BE49-F238E27FC236}">
                          <a16:creationId xmlns:a16="http://schemas.microsoft.com/office/drawing/2014/main" id="{6E9995B5-D525-43D2-BF82-41F8CA9041CA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350328" y="442527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176" name="Freeform: Shape 1175">
                        <a:extLst>
                          <a:ext uri="{FF2B5EF4-FFF2-40B4-BE49-F238E27FC236}">
                            <a16:creationId xmlns:a16="http://schemas.microsoft.com/office/drawing/2014/main" id="{B6955BA1-9376-42CB-A3A9-AEC6AC44E83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77" name="Rectangle: Rounded Corners 1176">
                        <a:extLst>
                          <a:ext uri="{FF2B5EF4-FFF2-40B4-BE49-F238E27FC236}">
                            <a16:creationId xmlns:a16="http://schemas.microsoft.com/office/drawing/2014/main" id="{E20833FC-DCF3-429B-B70D-C7EC736F69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22" name="Group 1121">
                      <a:extLst>
                        <a:ext uri="{FF2B5EF4-FFF2-40B4-BE49-F238E27FC236}">
                          <a16:creationId xmlns:a16="http://schemas.microsoft.com/office/drawing/2014/main" id="{3BCA82C3-3987-47F3-9870-96941C960E8E}"/>
                        </a:ext>
                      </a:extLst>
                    </p:cNvPr>
                    <p:cNvGrpSpPr/>
                    <p:nvPr/>
                  </p:nvGrpSpPr>
                  <p:grpSpPr>
                    <a:xfrm rot="5880914">
                      <a:off x="789613" y="438062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174" name="Freeform: Shape 1173">
                        <a:extLst>
                          <a:ext uri="{FF2B5EF4-FFF2-40B4-BE49-F238E27FC236}">
                            <a16:creationId xmlns:a16="http://schemas.microsoft.com/office/drawing/2014/main" id="{DBE0CBDC-3BE5-4844-87DC-73FA71ED73D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75" name="Rectangle: Rounded Corners 1174">
                        <a:extLst>
                          <a:ext uri="{FF2B5EF4-FFF2-40B4-BE49-F238E27FC236}">
                            <a16:creationId xmlns:a16="http://schemas.microsoft.com/office/drawing/2014/main" id="{8D0559B8-0D27-406F-9570-E9549A5F73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23" name="Group 1122">
                      <a:extLst>
                        <a:ext uri="{FF2B5EF4-FFF2-40B4-BE49-F238E27FC236}">
                          <a16:creationId xmlns:a16="http://schemas.microsoft.com/office/drawing/2014/main" id="{6A9A6E5C-8D73-4B43-947A-01A155CDDA6D}"/>
                        </a:ext>
                      </a:extLst>
                    </p:cNvPr>
                    <p:cNvGrpSpPr/>
                    <p:nvPr/>
                  </p:nvGrpSpPr>
                  <p:grpSpPr>
                    <a:xfrm rot="13587211">
                      <a:off x="651990" y="2929858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172" name="Freeform: Shape 1171">
                        <a:extLst>
                          <a:ext uri="{FF2B5EF4-FFF2-40B4-BE49-F238E27FC236}">
                            <a16:creationId xmlns:a16="http://schemas.microsoft.com/office/drawing/2014/main" id="{F2BEE99E-D7B0-44D6-9CD3-BD352AA99EB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73" name="Rectangle: Rounded Corners 1172">
                        <a:extLst>
                          <a:ext uri="{FF2B5EF4-FFF2-40B4-BE49-F238E27FC236}">
                            <a16:creationId xmlns:a16="http://schemas.microsoft.com/office/drawing/2014/main" id="{B3605D17-6CF6-489E-8C95-736008CCAA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24" name="Group 1123">
                      <a:extLst>
                        <a:ext uri="{FF2B5EF4-FFF2-40B4-BE49-F238E27FC236}">
                          <a16:creationId xmlns:a16="http://schemas.microsoft.com/office/drawing/2014/main" id="{FED6CFB1-DCFC-4A6E-8A56-6E59FC3CEED7}"/>
                        </a:ext>
                      </a:extLst>
                    </p:cNvPr>
                    <p:cNvGrpSpPr/>
                    <p:nvPr/>
                  </p:nvGrpSpPr>
                  <p:grpSpPr>
                    <a:xfrm rot="11351284">
                      <a:off x="163719" y="3807693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170" name="Freeform: Shape 1169">
                        <a:extLst>
                          <a:ext uri="{FF2B5EF4-FFF2-40B4-BE49-F238E27FC236}">
                            <a16:creationId xmlns:a16="http://schemas.microsoft.com/office/drawing/2014/main" id="{FD7FAAE9-16DF-459D-A089-81794FD9E03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71" name="Rectangle: Rounded Corners 1170">
                        <a:extLst>
                          <a:ext uri="{FF2B5EF4-FFF2-40B4-BE49-F238E27FC236}">
                            <a16:creationId xmlns:a16="http://schemas.microsoft.com/office/drawing/2014/main" id="{F3BEF266-287A-48C4-A67F-657E3C7312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25" name="Group 1124">
                      <a:extLst>
                        <a:ext uri="{FF2B5EF4-FFF2-40B4-BE49-F238E27FC236}">
                          <a16:creationId xmlns:a16="http://schemas.microsoft.com/office/drawing/2014/main" id="{6690CAC7-26E5-46ED-8DC0-F079B7D2FF74}"/>
                        </a:ext>
                      </a:extLst>
                    </p:cNvPr>
                    <p:cNvGrpSpPr/>
                    <p:nvPr/>
                  </p:nvGrpSpPr>
                  <p:grpSpPr>
                    <a:xfrm rot="4193783">
                      <a:off x="2062756" y="4148262"/>
                      <a:ext cx="706454" cy="171076"/>
                      <a:chOff x="2620172" y="2546175"/>
                      <a:chExt cx="834986" cy="143092"/>
                    </a:xfrm>
                  </p:grpSpPr>
                  <p:sp>
                    <p:nvSpPr>
                      <p:cNvPr id="1168" name="Freeform: Shape 1167">
                        <a:extLst>
                          <a:ext uri="{FF2B5EF4-FFF2-40B4-BE49-F238E27FC236}">
                            <a16:creationId xmlns:a16="http://schemas.microsoft.com/office/drawing/2014/main" id="{F6C2BF25-4EAB-4AA6-9FB5-91DCC6C4B98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69" name="Rectangle: Rounded Corners 1168">
                        <a:extLst>
                          <a:ext uri="{FF2B5EF4-FFF2-40B4-BE49-F238E27FC236}">
                            <a16:creationId xmlns:a16="http://schemas.microsoft.com/office/drawing/2014/main" id="{8F0C6AC5-04F1-4D3F-8E91-89CA3BAAF2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26" name="Group 1125">
                      <a:extLst>
                        <a:ext uri="{FF2B5EF4-FFF2-40B4-BE49-F238E27FC236}">
                          <a16:creationId xmlns:a16="http://schemas.microsoft.com/office/drawing/2014/main" id="{9C27C426-D400-474A-8042-74A569985440}"/>
                        </a:ext>
                      </a:extLst>
                    </p:cNvPr>
                    <p:cNvGrpSpPr/>
                    <p:nvPr/>
                  </p:nvGrpSpPr>
                  <p:grpSpPr>
                    <a:xfrm rot="1837203">
                      <a:off x="2331692" y="387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166" name="Freeform: Shape 1165">
                        <a:extLst>
                          <a:ext uri="{FF2B5EF4-FFF2-40B4-BE49-F238E27FC236}">
                            <a16:creationId xmlns:a16="http://schemas.microsoft.com/office/drawing/2014/main" id="{DF5B101C-874B-4C78-84C8-A72E0378FFD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67" name="Rectangle: Rounded Corners 1166">
                        <a:extLst>
                          <a:ext uri="{FF2B5EF4-FFF2-40B4-BE49-F238E27FC236}">
                            <a16:creationId xmlns:a16="http://schemas.microsoft.com/office/drawing/2014/main" id="{09C201DC-8C5F-479C-B62B-A665FC2FEF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27" name="Group 1126">
                      <a:extLst>
                        <a:ext uri="{FF2B5EF4-FFF2-40B4-BE49-F238E27FC236}">
                          <a16:creationId xmlns:a16="http://schemas.microsoft.com/office/drawing/2014/main" id="{32991A67-8053-4695-999E-D61D2E4D40C7}"/>
                        </a:ext>
                      </a:extLst>
                    </p:cNvPr>
                    <p:cNvGrpSpPr/>
                    <p:nvPr/>
                  </p:nvGrpSpPr>
                  <p:grpSpPr>
                    <a:xfrm rot="932650">
                      <a:off x="2489621" y="310501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164" name="Freeform: Shape 1163">
                        <a:extLst>
                          <a:ext uri="{FF2B5EF4-FFF2-40B4-BE49-F238E27FC236}">
                            <a16:creationId xmlns:a16="http://schemas.microsoft.com/office/drawing/2014/main" id="{F0033DB1-4B64-4980-BC7A-71CFAFDD4EC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65" name="Rectangle: Rounded Corners 1164">
                        <a:extLst>
                          <a:ext uri="{FF2B5EF4-FFF2-40B4-BE49-F238E27FC236}">
                            <a16:creationId xmlns:a16="http://schemas.microsoft.com/office/drawing/2014/main" id="{F2930206-FEA1-435D-B7E1-98BD3997C1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28" name="Group 1127">
                      <a:extLst>
                        <a:ext uri="{FF2B5EF4-FFF2-40B4-BE49-F238E27FC236}">
                          <a16:creationId xmlns:a16="http://schemas.microsoft.com/office/drawing/2014/main" id="{849CE3C1-5551-4720-89E1-2E2BCCFF5562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686489" y="34904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162" name="Freeform: Shape 1161">
                        <a:extLst>
                          <a:ext uri="{FF2B5EF4-FFF2-40B4-BE49-F238E27FC236}">
                            <a16:creationId xmlns:a16="http://schemas.microsoft.com/office/drawing/2014/main" id="{D1BA82F2-EB81-4871-B10D-E4F6B8F216F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63" name="Rectangle: Rounded Corners 1162">
                        <a:extLst>
                          <a:ext uri="{FF2B5EF4-FFF2-40B4-BE49-F238E27FC236}">
                            <a16:creationId xmlns:a16="http://schemas.microsoft.com/office/drawing/2014/main" id="{68196C28-DC54-40BE-9EC4-4C5E441B5F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29" name="Group 1128">
                      <a:extLst>
                        <a:ext uri="{FF2B5EF4-FFF2-40B4-BE49-F238E27FC236}">
                          <a16:creationId xmlns:a16="http://schemas.microsoft.com/office/drawing/2014/main" id="{35C5CA26-AE31-4FB5-ADC0-DF6315C71961}"/>
                        </a:ext>
                      </a:extLst>
                    </p:cNvPr>
                    <p:cNvGrpSpPr/>
                    <p:nvPr/>
                  </p:nvGrpSpPr>
                  <p:grpSpPr>
                    <a:xfrm rot="16924252">
                      <a:off x="1635001" y="2371073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160" name="Freeform: Shape 1159">
                        <a:extLst>
                          <a:ext uri="{FF2B5EF4-FFF2-40B4-BE49-F238E27FC236}">
                            <a16:creationId xmlns:a16="http://schemas.microsoft.com/office/drawing/2014/main" id="{E4DE37C2-1FC7-48EA-9AE2-D177CCA1EB2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61" name="Rectangle: Rounded Corners 1160">
                        <a:extLst>
                          <a:ext uri="{FF2B5EF4-FFF2-40B4-BE49-F238E27FC236}">
                            <a16:creationId xmlns:a16="http://schemas.microsoft.com/office/drawing/2014/main" id="{72DB6C3D-D2AB-40BF-958E-ACDE35449D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30" name="Group 1129">
                      <a:extLst>
                        <a:ext uri="{FF2B5EF4-FFF2-40B4-BE49-F238E27FC236}">
                          <a16:creationId xmlns:a16="http://schemas.microsoft.com/office/drawing/2014/main" id="{E007BDC8-BBAB-4F8B-8A3D-788503AC2AF7}"/>
                        </a:ext>
                      </a:extLst>
                    </p:cNvPr>
                    <p:cNvGrpSpPr/>
                    <p:nvPr/>
                  </p:nvGrpSpPr>
                  <p:grpSpPr>
                    <a:xfrm rot="15677156">
                      <a:off x="985517" y="2521255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158" name="Freeform: Shape 1157">
                        <a:extLst>
                          <a:ext uri="{FF2B5EF4-FFF2-40B4-BE49-F238E27FC236}">
                            <a16:creationId xmlns:a16="http://schemas.microsoft.com/office/drawing/2014/main" id="{A5FD7041-9825-4F80-ADB7-9CA473EAAA3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59" name="Rectangle: Rounded Corners 1158">
                        <a:extLst>
                          <a:ext uri="{FF2B5EF4-FFF2-40B4-BE49-F238E27FC236}">
                            <a16:creationId xmlns:a16="http://schemas.microsoft.com/office/drawing/2014/main" id="{092AED4E-4FE8-449E-8818-553D4309B5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31" name="Group 1130">
                      <a:extLst>
                        <a:ext uri="{FF2B5EF4-FFF2-40B4-BE49-F238E27FC236}">
                          <a16:creationId xmlns:a16="http://schemas.microsoft.com/office/drawing/2014/main" id="{B19FFA95-8447-48DF-ABCD-FF9BFFA3744B}"/>
                        </a:ext>
                      </a:extLst>
                    </p:cNvPr>
                    <p:cNvGrpSpPr/>
                    <p:nvPr/>
                  </p:nvGrpSpPr>
                  <p:grpSpPr>
                    <a:xfrm rot="14354853" flipV="1">
                      <a:off x="976412" y="243847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156" name="Freeform: Shape 1155">
                        <a:extLst>
                          <a:ext uri="{FF2B5EF4-FFF2-40B4-BE49-F238E27FC236}">
                            <a16:creationId xmlns:a16="http://schemas.microsoft.com/office/drawing/2014/main" id="{486CCF5F-F6D5-4020-8AB8-D2640D524BB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57" name="Rectangle: Rounded Corners 1156">
                        <a:extLst>
                          <a:ext uri="{FF2B5EF4-FFF2-40B4-BE49-F238E27FC236}">
                            <a16:creationId xmlns:a16="http://schemas.microsoft.com/office/drawing/2014/main" id="{7B7660CE-7F71-4A5A-9DBE-401C48EA7A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32" name="Group 1131">
                      <a:extLst>
                        <a:ext uri="{FF2B5EF4-FFF2-40B4-BE49-F238E27FC236}">
                          <a16:creationId xmlns:a16="http://schemas.microsoft.com/office/drawing/2014/main" id="{E57DD95F-2051-4336-B9FC-260AFDEFA53D}"/>
                        </a:ext>
                      </a:extLst>
                    </p:cNvPr>
                    <p:cNvGrpSpPr/>
                    <p:nvPr/>
                  </p:nvGrpSpPr>
                  <p:grpSpPr>
                    <a:xfrm rot="9793356" flipV="1">
                      <a:off x="215985" y="323790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154" name="Freeform: Shape 1153">
                        <a:extLst>
                          <a:ext uri="{FF2B5EF4-FFF2-40B4-BE49-F238E27FC236}">
                            <a16:creationId xmlns:a16="http://schemas.microsoft.com/office/drawing/2014/main" id="{F4600C39-E3F0-4DD2-A26D-2D7046CBA2A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55" name="Rectangle: Rounded Corners 1154">
                        <a:extLst>
                          <a:ext uri="{FF2B5EF4-FFF2-40B4-BE49-F238E27FC236}">
                            <a16:creationId xmlns:a16="http://schemas.microsoft.com/office/drawing/2014/main" id="{2995D6C9-CBA6-4647-A98A-32454DC704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33" name="Group 1132">
                      <a:extLst>
                        <a:ext uri="{FF2B5EF4-FFF2-40B4-BE49-F238E27FC236}">
                          <a16:creationId xmlns:a16="http://schemas.microsoft.com/office/drawing/2014/main" id="{21CB5D61-91A6-4474-8469-0D39A0D8B5D0}"/>
                        </a:ext>
                      </a:extLst>
                    </p:cNvPr>
                    <p:cNvGrpSpPr/>
                    <p:nvPr/>
                  </p:nvGrpSpPr>
                  <p:grpSpPr>
                    <a:xfrm rot="6907686" flipV="1">
                      <a:off x="692019" y="393196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152" name="Freeform: Shape 1151">
                        <a:extLst>
                          <a:ext uri="{FF2B5EF4-FFF2-40B4-BE49-F238E27FC236}">
                            <a16:creationId xmlns:a16="http://schemas.microsoft.com/office/drawing/2014/main" id="{9D6AC19D-1A3A-4E6A-B217-1BEB4B1B3EC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53" name="Rectangle: Rounded Corners 1152">
                        <a:extLst>
                          <a:ext uri="{FF2B5EF4-FFF2-40B4-BE49-F238E27FC236}">
                            <a16:creationId xmlns:a16="http://schemas.microsoft.com/office/drawing/2014/main" id="{F1B9EA0F-FAA8-4032-8005-12EC522602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34" name="Group 1133">
                      <a:extLst>
                        <a:ext uri="{FF2B5EF4-FFF2-40B4-BE49-F238E27FC236}">
                          <a16:creationId xmlns:a16="http://schemas.microsoft.com/office/drawing/2014/main" id="{BFD5C1A4-A893-4A85-9458-628FED6B7422}"/>
                        </a:ext>
                      </a:extLst>
                    </p:cNvPr>
                    <p:cNvGrpSpPr/>
                    <p:nvPr/>
                  </p:nvGrpSpPr>
                  <p:grpSpPr>
                    <a:xfrm rot="1465711" flipV="1">
                      <a:off x="2002734" y="340448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150" name="Freeform: Shape 1149">
                        <a:extLst>
                          <a:ext uri="{FF2B5EF4-FFF2-40B4-BE49-F238E27FC236}">
                            <a16:creationId xmlns:a16="http://schemas.microsoft.com/office/drawing/2014/main" id="{BD79E723-FEB3-4B9F-9B09-189656057D6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51" name="Rectangle: Rounded Corners 1150">
                        <a:extLst>
                          <a:ext uri="{FF2B5EF4-FFF2-40B4-BE49-F238E27FC236}">
                            <a16:creationId xmlns:a16="http://schemas.microsoft.com/office/drawing/2014/main" id="{463713D4-09B9-4E45-A8A2-AEB17875FC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35" name="Group 1134">
                      <a:extLst>
                        <a:ext uri="{FF2B5EF4-FFF2-40B4-BE49-F238E27FC236}">
                          <a16:creationId xmlns:a16="http://schemas.microsoft.com/office/drawing/2014/main" id="{A8DD9217-523D-42E9-AAB5-02A8212EDBC1}"/>
                        </a:ext>
                      </a:extLst>
                    </p:cNvPr>
                    <p:cNvGrpSpPr/>
                    <p:nvPr/>
                  </p:nvGrpSpPr>
                  <p:grpSpPr>
                    <a:xfrm rot="19016516">
                      <a:off x="1733273" y="283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148" name="Freeform: Shape 1147">
                        <a:extLst>
                          <a:ext uri="{FF2B5EF4-FFF2-40B4-BE49-F238E27FC236}">
                            <a16:creationId xmlns:a16="http://schemas.microsoft.com/office/drawing/2014/main" id="{F1ED9BB5-0C4F-47E8-9E3B-854F9C703F5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49" name="Rectangle: Rounded Corners 1148">
                        <a:extLst>
                          <a:ext uri="{FF2B5EF4-FFF2-40B4-BE49-F238E27FC236}">
                            <a16:creationId xmlns:a16="http://schemas.microsoft.com/office/drawing/2014/main" id="{94875A7F-8CA7-4C2A-AD1B-EF6C7D9E3D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36" name="Group 1135">
                      <a:extLst>
                        <a:ext uri="{FF2B5EF4-FFF2-40B4-BE49-F238E27FC236}">
                          <a16:creationId xmlns:a16="http://schemas.microsoft.com/office/drawing/2014/main" id="{24D63D2B-EF2A-4D66-930E-A2C2A2852113}"/>
                        </a:ext>
                      </a:extLst>
                    </p:cNvPr>
                    <p:cNvGrpSpPr/>
                    <p:nvPr/>
                  </p:nvGrpSpPr>
                  <p:grpSpPr>
                    <a:xfrm rot="19245075">
                      <a:off x="1632068" y="282541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146" name="Freeform: Shape 1145">
                        <a:extLst>
                          <a:ext uri="{FF2B5EF4-FFF2-40B4-BE49-F238E27FC236}">
                            <a16:creationId xmlns:a16="http://schemas.microsoft.com/office/drawing/2014/main" id="{A3B27383-D51D-4E72-81B8-79320499024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47" name="Rectangle: Rounded Corners 1146">
                        <a:extLst>
                          <a:ext uri="{FF2B5EF4-FFF2-40B4-BE49-F238E27FC236}">
                            <a16:creationId xmlns:a16="http://schemas.microsoft.com/office/drawing/2014/main" id="{2B57FF1E-373D-4FD8-81F1-66420E42EA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37" name="Group 1136">
                      <a:extLst>
                        <a:ext uri="{FF2B5EF4-FFF2-40B4-BE49-F238E27FC236}">
                          <a16:creationId xmlns:a16="http://schemas.microsoft.com/office/drawing/2014/main" id="{ED2D942D-DA87-4054-A527-19E9FB1042F3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838889" y="36428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144" name="Freeform: Shape 1143">
                        <a:extLst>
                          <a:ext uri="{FF2B5EF4-FFF2-40B4-BE49-F238E27FC236}">
                            <a16:creationId xmlns:a16="http://schemas.microsoft.com/office/drawing/2014/main" id="{5911BCCC-467E-4C2C-82D6-68D5104E70F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45" name="Rectangle: Rounded Corners 1144">
                        <a:extLst>
                          <a:ext uri="{FF2B5EF4-FFF2-40B4-BE49-F238E27FC236}">
                            <a16:creationId xmlns:a16="http://schemas.microsoft.com/office/drawing/2014/main" id="{9E31810F-07A5-4567-96D7-D6CB226936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38" name="Group 1137">
                      <a:extLst>
                        <a:ext uri="{FF2B5EF4-FFF2-40B4-BE49-F238E27FC236}">
                          <a16:creationId xmlns:a16="http://schemas.microsoft.com/office/drawing/2014/main" id="{EF6C01BF-016D-4EED-AD5E-9D3A6BF3C855}"/>
                        </a:ext>
                      </a:extLst>
                    </p:cNvPr>
                    <p:cNvGrpSpPr/>
                    <p:nvPr/>
                  </p:nvGrpSpPr>
                  <p:grpSpPr>
                    <a:xfrm rot="15824399">
                      <a:off x="1224680" y="281893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142" name="Freeform: Shape 1141">
                        <a:extLst>
                          <a:ext uri="{FF2B5EF4-FFF2-40B4-BE49-F238E27FC236}">
                            <a16:creationId xmlns:a16="http://schemas.microsoft.com/office/drawing/2014/main" id="{CA46AC2B-4B99-4AE6-9009-C2650B9EB92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43" name="Rectangle: Rounded Corners 1142">
                        <a:extLst>
                          <a:ext uri="{FF2B5EF4-FFF2-40B4-BE49-F238E27FC236}">
                            <a16:creationId xmlns:a16="http://schemas.microsoft.com/office/drawing/2014/main" id="{FD79B31B-F586-424D-89DD-9551EAF81E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39" name="Group 1138">
                      <a:extLst>
                        <a:ext uri="{FF2B5EF4-FFF2-40B4-BE49-F238E27FC236}">
                          <a16:creationId xmlns:a16="http://schemas.microsoft.com/office/drawing/2014/main" id="{00EB4076-4DCC-45A8-9C7C-5A07E7B1E77C}"/>
                        </a:ext>
                      </a:extLst>
                    </p:cNvPr>
                    <p:cNvGrpSpPr/>
                    <p:nvPr/>
                  </p:nvGrpSpPr>
                  <p:grpSpPr>
                    <a:xfrm rot="16697394">
                      <a:off x="1080028" y="2168448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140" name="Freeform: Shape 1139">
                        <a:extLst>
                          <a:ext uri="{FF2B5EF4-FFF2-40B4-BE49-F238E27FC236}">
                            <a16:creationId xmlns:a16="http://schemas.microsoft.com/office/drawing/2014/main" id="{E406B86C-B739-406C-9A4B-76918256024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41" name="Rectangle: Rounded Corners 1140">
                        <a:extLst>
                          <a:ext uri="{FF2B5EF4-FFF2-40B4-BE49-F238E27FC236}">
                            <a16:creationId xmlns:a16="http://schemas.microsoft.com/office/drawing/2014/main" id="{957EFDFB-2CAD-41AC-BECE-190CE31A40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</p:grpSp>
              <p:sp>
                <p:nvSpPr>
                  <p:cNvPr id="1110" name="Freeform: Shape 1109">
                    <a:extLst>
                      <a:ext uri="{FF2B5EF4-FFF2-40B4-BE49-F238E27FC236}">
                        <a16:creationId xmlns:a16="http://schemas.microsoft.com/office/drawing/2014/main" id="{0C26D79D-3FA1-4FD2-819D-8A17A901635C}"/>
                      </a:ext>
                    </a:extLst>
                  </p:cNvPr>
                  <p:cNvSpPr/>
                  <p:nvPr/>
                </p:nvSpPr>
                <p:spPr>
                  <a:xfrm rot="6017948" flipV="1">
                    <a:off x="1305755" y="4290452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111" name="Freeform: Shape 1110">
                    <a:extLst>
                      <a:ext uri="{FF2B5EF4-FFF2-40B4-BE49-F238E27FC236}">
                        <a16:creationId xmlns:a16="http://schemas.microsoft.com/office/drawing/2014/main" id="{B89C1633-ED35-416C-80E4-7AC816925FE3}"/>
                      </a:ext>
                    </a:extLst>
                  </p:cNvPr>
                  <p:cNvSpPr/>
                  <p:nvPr/>
                </p:nvSpPr>
                <p:spPr>
                  <a:xfrm rot="21277659">
                    <a:off x="2517403" y="2906549"/>
                    <a:ext cx="690584" cy="235253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112" name="Freeform: Shape 1111">
                    <a:extLst>
                      <a:ext uri="{FF2B5EF4-FFF2-40B4-BE49-F238E27FC236}">
                        <a16:creationId xmlns:a16="http://schemas.microsoft.com/office/drawing/2014/main" id="{625B8094-6E64-43ED-AF6D-3222ABB944B8}"/>
                      </a:ext>
                    </a:extLst>
                  </p:cNvPr>
                  <p:cNvSpPr/>
                  <p:nvPr/>
                </p:nvSpPr>
                <p:spPr>
                  <a:xfrm rot="11528244" flipV="1">
                    <a:off x="344853" y="2978311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</p:grpSp>
            <p:grpSp>
              <p:nvGrpSpPr>
                <p:cNvPr id="11" name="Group 10">
                  <a:extLst>
                    <a:ext uri="{FF2B5EF4-FFF2-40B4-BE49-F238E27FC236}">
                      <a16:creationId xmlns:a16="http://schemas.microsoft.com/office/drawing/2014/main" id="{9978AD52-95D8-4084-926A-55A962E2DA8C}"/>
                    </a:ext>
                  </a:extLst>
                </p:cNvPr>
                <p:cNvGrpSpPr/>
                <p:nvPr/>
              </p:nvGrpSpPr>
              <p:grpSpPr>
                <a:xfrm>
                  <a:off x="4334528" y="2095665"/>
                  <a:ext cx="531923" cy="573923"/>
                  <a:chOff x="163719" y="1822501"/>
                  <a:chExt cx="3062199" cy="3047160"/>
                </a:xfrm>
              </p:grpSpPr>
              <p:grpSp>
                <p:nvGrpSpPr>
                  <p:cNvPr id="744" name="Group 743">
                    <a:extLst>
                      <a:ext uri="{FF2B5EF4-FFF2-40B4-BE49-F238E27FC236}">
                        <a16:creationId xmlns:a16="http://schemas.microsoft.com/office/drawing/2014/main" id="{C60B3C03-E9B2-4765-B03D-ADE07A4F166B}"/>
                      </a:ext>
                    </a:extLst>
                  </p:cNvPr>
                  <p:cNvGrpSpPr/>
                  <p:nvPr/>
                </p:nvGrpSpPr>
                <p:grpSpPr>
                  <a:xfrm>
                    <a:off x="163719" y="1822501"/>
                    <a:ext cx="3062199" cy="3047160"/>
                    <a:chOff x="163719" y="1822501"/>
                    <a:chExt cx="3062199" cy="3047160"/>
                  </a:xfrm>
                </p:grpSpPr>
                <p:grpSp>
                  <p:nvGrpSpPr>
                    <p:cNvPr id="748" name="Group 747">
                      <a:extLst>
                        <a:ext uri="{FF2B5EF4-FFF2-40B4-BE49-F238E27FC236}">
                          <a16:creationId xmlns:a16="http://schemas.microsoft.com/office/drawing/2014/main" id="{E5566821-94CC-4918-89EA-E6625A113D4D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683131" y="384412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107" name="Freeform: Shape 1106">
                        <a:extLst>
                          <a:ext uri="{FF2B5EF4-FFF2-40B4-BE49-F238E27FC236}">
                            <a16:creationId xmlns:a16="http://schemas.microsoft.com/office/drawing/2014/main" id="{44B0CBEF-1D7B-4171-A64E-DE9DF6C14EE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08" name="Rectangle: Rounded Corners 1107">
                        <a:extLst>
                          <a:ext uri="{FF2B5EF4-FFF2-40B4-BE49-F238E27FC236}">
                            <a16:creationId xmlns:a16="http://schemas.microsoft.com/office/drawing/2014/main" id="{A1AE4100-1402-4A6B-9C05-4F81E2C906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49" name="Group 748">
                      <a:extLst>
                        <a:ext uri="{FF2B5EF4-FFF2-40B4-BE49-F238E27FC236}">
                          <a16:creationId xmlns:a16="http://schemas.microsoft.com/office/drawing/2014/main" id="{574499FA-1741-4CE1-8A92-904986560AA0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123013" y="4110752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105" name="Freeform: Shape 1104">
                        <a:extLst>
                          <a:ext uri="{FF2B5EF4-FFF2-40B4-BE49-F238E27FC236}">
                            <a16:creationId xmlns:a16="http://schemas.microsoft.com/office/drawing/2014/main" id="{4D782F92-FB7E-48C9-8BE6-D9E98CFC722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06" name="Rectangle: Rounded Corners 1105">
                        <a:extLst>
                          <a:ext uri="{FF2B5EF4-FFF2-40B4-BE49-F238E27FC236}">
                            <a16:creationId xmlns:a16="http://schemas.microsoft.com/office/drawing/2014/main" id="{267904A8-65D1-4A87-8220-130C40B158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50" name="Group 749">
                      <a:extLst>
                        <a:ext uri="{FF2B5EF4-FFF2-40B4-BE49-F238E27FC236}">
                          <a16:creationId xmlns:a16="http://schemas.microsoft.com/office/drawing/2014/main" id="{79205018-5E12-4C25-9152-B0F75531F69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0260" y="2440902"/>
                      <a:ext cx="1730523" cy="1839492"/>
                      <a:chOff x="420511" y="1784768"/>
                      <a:chExt cx="1730523" cy="1839492"/>
                    </a:xfrm>
                  </p:grpSpPr>
                  <p:grpSp>
                    <p:nvGrpSpPr>
                      <p:cNvPr id="823" name="Group 822">
                        <a:extLst>
                          <a:ext uri="{FF2B5EF4-FFF2-40B4-BE49-F238E27FC236}">
                            <a16:creationId xmlns:a16="http://schemas.microsoft.com/office/drawing/2014/main" id="{EBFAEEA2-1020-48DC-BC21-0C0913203EC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69572" y="1784768"/>
                        <a:ext cx="1081462" cy="1476716"/>
                        <a:chOff x="2089993" y="1523034"/>
                        <a:chExt cx="1081462" cy="1476716"/>
                      </a:xfrm>
                    </p:grpSpPr>
                    <p:grpSp>
                      <p:nvGrpSpPr>
                        <p:cNvPr id="1044" name="Group 1043">
                          <a:extLst>
                            <a:ext uri="{FF2B5EF4-FFF2-40B4-BE49-F238E27FC236}">
                              <a16:creationId xmlns:a16="http://schemas.microsoft.com/office/drawing/2014/main" id="{91BD90DD-B10B-473B-92FD-BC1514E0C58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70705"/>
                          <a:ext cx="101484" cy="1016226"/>
                          <a:chOff x="1800622" y="2364951"/>
                          <a:chExt cx="101484" cy="1016226"/>
                        </a:xfrm>
                      </p:grpSpPr>
                      <p:sp>
                        <p:nvSpPr>
                          <p:cNvPr id="1101" name="Flowchart: Connector 1100">
                            <a:extLst>
                              <a:ext uri="{FF2B5EF4-FFF2-40B4-BE49-F238E27FC236}">
                                <a16:creationId xmlns:a16="http://schemas.microsoft.com/office/drawing/2014/main" id="{46B42605-37BD-4393-8835-C8C24370BF7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02" name="Flowchart: Connector 1101">
                            <a:extLst>
                              <a:ext uri="{FF2B5EF4-FFF2-40B4-BE49-F238E27FC236}">
                                <a16:creationId xmlns:a16="http://schemas.microsoft.com/office/drawing/2014/main" id="{AB073B71-91BF-47E7-9811-B16660896C2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03" name="Flowchart: Connector 1102">
                            <a:extLst>
                              <a:ext uri="{FF2B5EF4-FFF2-40B4-BE49-F238E27FC236}">
                                <a16:creationId xmlns:a16="http://schemas.microsoft.com/office/drawing/2014/main" id="{C2862D7B-B577-4835-850C-3C5E71C75ED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04" name="Flowchart: Connector 1103">
                            <a:extLst>
                              <a:ext uri="{FF2B5EF4-FFF2-40B4-BE49-F238E27FC236}">
                                <a16:creationId xmlns:a16="http://schemas.microsoft.com/office/drawing/2014/main" id="{2A5E2E3A-7573-48D8-A68D-CC88C3F6CCD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649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1045" name="Group 1044">
                          <a:extLst>
                            <a:ext uri="{FF2B5EF4-FFF2-40B4-BE49-F238E27FC236}">
                              <a16:creationId xmlns:a16="http://schemas.microsoft.com/office/drawing/2014/main" id="{898E3043-1AFD-4060-8143-BFFD7E2B9F7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23034"/>
                          <a:ext cx="1057223" cy="1476716"/>
                          <a:chOff x="2114232" y="1523034"/>
                          <a:chExt cx="1057223" cy="1476716"/>
                        </a:xfrm>
                      </p:grpSpPr>
                      <p:grpSp>
                        <p:nvGrpSpPr>
                          <p:cNvPr id="1046" name="Group 1045">
                            <a:extLst>
                              <a:ext uri="{FF2B5EF4-FFF2-40B4-BE49-F238E27FC236}">
                                <a16:creationId xmlns:a16="http://schemas.microsoft.com/office/drawing/2014/main" id="{0D6168F2-86B1-49DA-97AE-C7DB47BBD33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47544" cy="539639"/>
                            <a:chOff x="3717189" y="1719497"/>
                            <a:chExt cx="1047544" cy="539639"/>
                          </a:xfrm>
                        </p:grpSpPr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94" name="3D Model 1093" descr="Sphere">
                                  <a:extLst>
                                    <a:ext uri="{FF2B5EF4-FFF2-40B4-BE49-F238E27FC236}">
                                      <a16:creationId xmlns:a16="http://schemas.microsoft.com/office/drawing/2014/main" id="{82709EDA-F03C-44B8-AA2F-38B172556D0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7581067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95" name="Flowchart: Connector 1094">
                              <a:extLst>
                                <a:ext uri="{FF2B5EF4-FFF2-40B4-BE49-F238E27FC236}">
                                  <a16:creationId xmlns:a16="http://schemas.microsoft.com/office/drawing/2014/main" id="{37480FAE-3EA6-4098-8742-76390519C08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96" name="3D Model 1095" descr="Sphere">
                                  <a:extLst>
                                    <a:ext uri="{FF2B5EF4-FFF2-40B4-BE49-F238E27FC236}">
                                      <a16:creationId xmlns:a16="http://schemas.microsoft.com/office/drawing/2014/main" id="{D3670D59-9BDE-42D5-9F65-09A02752F6D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733579983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97" name="Flowchart: Connector 1096">
                              <a:extLst>
                                <a:ext uri="{FF2B5EF4-FFF2-40B4-BE49-F238E27FC236}">
                                  <a16:creationId xmlns:a16="http://schemas.microsoft.com/office/drawing/2014/main" id="{0DF42C4B-108D-4C56-90FA-F8D31461852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98" name="3D Model 1097" descr="Sphere">
                                  <a:extLst>
                                    <a:ext uri="{FF2B5EF4-FFF2-40B4-BE49-F238E27FC236}">
                                      <a16:creationId xmlns:a16="http://schemas.microsoft.com/office/drawing/2014/main" id="{81680E20-77CF-4310-A298-32677E790C3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4668272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99" name="Flowchart: Connector 1098">
                              <a:extLst>
                                <a:ext uri="{FF2B5EF4-FFF2-40B4-BE49-F238E27FC236}">
                                  <a16:creationId xmlns:a16="http://schemas.microsoft.com/office/drawing/2014/main" id="{B48025F3-2BEF-4F7D-9E60-604E63E152F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00" name="3D Model 1099" descr="Sphere">
                                  <a:extLst>
                                    <a:ext uri="{FF2B5EF4-FFF2-40B4-BE49-F238E27FC236}">
                                      <a16:creationId xmlns:a16="http://schemas.microsoft.com/office/drawing/2014/main" id="{BA9DE1BB-FE07-48A8-8C2E-02B7090133E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767694207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047" name="Group 1046">
                            <a:extLst>
                              <a:ext uri="{FF2B5EF4-FFF2-40B4-BE49-F238E27FC236}">
                                <a16:creationId xmlns:a16="http://schemas.microsoft.com/office/drawing/2014/main" id="{8939F553-1DCA-4C6E-B9DF-5FDE684BC7C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1079" name="Flowchart: Connector 1078">
                              <a:extLst>
                                <a:ext uri="{FF2B5EF4-FFF2-40B4-BE49-F238E27FC236}">
                                  <a16:creationId xmlns:a16="http://schemas.microsoft.com/office/drawing/2014/main" id="{5433F186-E701-49FA-9F4F-D45A00A946E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80" name="Flowchart: Connector 1079">
                              <a:extLst>
                                <a:ext uri="{FF2B5EF4-FFF2-40B4-BE49-F238E27FC236}">
                                  <a16:creationId xmlns:a16="http://schemas.microsoft.com/office/drawing/2014/main" id="{A83B932A-9A0E-40AE-AC44-605A4646153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81" name="Flowchart: Connector 1080">
                              <a:extLst>
                                <a:ext uri="{FF2B5EF4-FFF2-40B4-BE49-F238E27FC236}">
                                  <a16:creationId xmlns:a16="http://schemas.microsoft.com/office/drawing/2014/main" id="{145E5454-45C7-49E4-BBB1-0053FA995C1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82" name="Flowchart: Connector 1081">
                              <a:extLst>
                                <a:ext uri="{FF2B5EF4-FFF2-40B4-BE49-F238E27FC236}">
                                  <a16:creationId xmlns:a16="http://schemas.microsoft.com/office/drawing/2014/main" id="{E1288342-8C57-457B-858F-4BC3AB4374A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83" name="Flowchart: Connector 1082">
                              <a:extLst>
                                <a:ext uri="{FF2B5EF4-FFF2-40B4-BE49-F238E27FC236}">
                                  <a16:creationId xmlns:a16="http://schemas.microsoft.com/office/drawing/2014/main" id="{1B2BF2B9-2D89-4D7C-B3CF-AA0F573DFF2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84" name="Flowchart: Connector 1083">
                              <a:extLst>
                                <a:ext uri="{FF2B5EF4-FFF2-40B4-BE49-F238E27FC236}">
                                  <a16:creationId xmlns:a16="http://schemas.microsoft.com/office/drawing/2014/main" id="{4AAC6D2A-DDE5-4C45-B466-8E0408A424E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85" name="Flowchart: Connector 1084">
                              <a:extLst>
                                <a:ext uri="{FF2B5EF4-FFF2-40B4-BE49-F238E27FC236}">
                                  <a16:creationId xmlns:a16="http://schemas.microsoft.com/office/drawing/2014/main" id="{6091D6F2-7F5B-41A7-88C0-828BD5E4546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86" name="Flowchart: Connector 1085">
                              <a:extLst>
                                <a:ext uri="{FF2B5EF4-FFF2-40B4-BE49-F238E27FC236}">
                                  <a16:creationId xmlns:a16="http://schemas.microsoft.com/office/drawing/2014/main" id="{5B70203D-911A-4454-832A-920AD2AB91A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87" name="3D Model 1086" descr="Sphere">
                                  <a:extLst>
                                    <a:ext uri="{FF2B5EF4-FFF2-40B4-BE49-F238E27FC236}">
                                      <a16:creationId xmlns:a16="http://schemas.microsoft.com/office/drawing/2014/main" id="{62E8CACD-CCEB-40EF-820E-F0A0C001871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786271103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88" name="Flowchart: Connector 1087">
                              <a:extLst>
                                <a:ext uri="{FF2B5EF4-FFF2-40B4-BE49-F238E27FC236}">
                                  <a16:creationId xmlns:a16="http://schemas.microsoft.com/office/drawing/2014/main" id="{15A76F7A-89B3-49FA-8819-E999D277770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89" name="3D Model 1088" descr="Sphere">
                                  <a:extLst>
                                    <a:ext uri="{FF2B5EF4-FFF2-40B4-BE49-F238E27FC236}">
                                      <a16:creationId xmlns:a16="http://schemas.microsoft.com/office/drawing/2014/main" id="{4B9060E8-A5C4-4533-9684-AB7CA534191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24178614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90" name="Flowchart: Connector 1089">
                              <a:extLst>
                                <a:ext uri="{FF2B5EF4-FFF2-40B4-BE49-F238E27FC236}">
                                  <a16:creationId xmlns:a16="http://schemas.microsoft.com/office/drawing/2014/main" id="{6301221F-8290-4BE8-A60A-0CC3D7030BA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91" name="3D Model 1090" descr="Sphere">
                                  <a:extLst>
                                    <a:ext uri="{FF2B5EF4-FFF2-40B4-BE49-F238E27FC236}">
                                      <a16:creationId xmlns:a16="http://schemas.microsoft.com/office/drawing/2014/main" id="{7EBE02CD-0769-4EFD-A5F4-4F3F46A24BB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586335266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92" name="Flowchart: Connector 1091">
                              <a:extLst>
                                <a:ext uri="{FF2B5EF4-FFF2-40B4-BE49-F238E27FC236}">
                                  <a16:creationId xmlns:a16="http://schemas.microsoft.com/office/drawing/2014/main" id="{738DEE64-7523-4FA5-9460-9CAE60D5825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93" name="3D Model 1092" descr="Sphere">
                                  <a:extLst>
                                    <a:ext uri="{FF2B5EF4-FFF2-40B4-BE49-F238E27FC236}">
                                      <a16:creationId xmlns:a16="http://schemas.microsoft.com/office/drawing/2014/main" id="{C4CD0976-C1D9-4CF4-8A63-4DA757A61E0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71855016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048" name="Group 1047">
                            <a:extLst>
                              <a:ext uri="{FF2B5EF4-FFF2-40B4-BE49-F238E27FC236}">
                                <a16:creationId xmlns:a16="http://schemas.microsoft.com/office/drawing/2014/main" id="{9EFFE611-7992-4755-B8E0-676399B75FC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1064" name="Flowchart: Connector 1063">
                              <a:extLst>
                                <a:ext uri="{FF2B5EF4-FFF2-40B4-BE49-F238E27FC236}">
                                  <a16:creationId xmlns:a16="http://schemas.microsoft.com/office/drawing/2014/main" id="{862A2714-C151-492D-A5C6-890CA2FEFC4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65" name="Flowchart: Connector 1064">
                              <a:extLst>
                                <a:ext uri="{FF2B5EF4-FFF2-40B4-BE49-F238E27FC236}">
                                  <a16:creationId xmlns:a16="http://schemas.microsoft.com/office/drawing/2014/main" id="{77302752-2C90-42D2-9D66-B50C113F9A2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66" name="Flowchart: Connector 1065">
                              <a:extLst>
                                <a:ext uri="{FF2B5EF4-FFF2-40B4-BE49-F238E27FC236}">
                                  <a16:creationId xmlns:a16="http://schemas.microsoft.com/office/drawing/2014/main" id="{61220550-04F0-4F4D-A149-0B6AA8DDC8C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67" name="Flowchart: Connector 1066">
                              <a:extLst>
                                <a:ext uri="{FF2B5EF4-FFF2-40B4-BE49-F238E27FC236}">
                                  <a16:creationId xmlns:a16="http://schemas.microsoft.com/office/drawing/2014/main" id="{602D35EF-E01F-4F81-8F8E-D8935391864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68" name="Flowchart: Connector 1067">
                              <a:extLst>
                                <a:ext uri="{FF2B5EF4-FFF2-40B4-BE49-F238E27FC236}">
                                  <a16:creationId xmlns:a16="http://schemas.microsoft.com/office/drawing/2014/main" id="{0E981BF8-0792-4460-98E0-33336925159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69" name="Flowchart: Connector 1068">
                              <a:extLst>
                                <a:ext uri="{FF2B5EF4-FFF2-40B4-BE49-F238E27FC236}">
                                  <a16:creationId xmlns:a16="http://schemas.microsoft.com/office/drawing/2014/main" id="{C1FD157D-D4CC-47B9-B98A-C0FC5C97A72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70" name="Flowchart: Connector 1069">
                              <a:extLst>
                                <a:ext uri="{FF2B5EF4-FFF2-40B4-BE49-F238E27FC236}">
                                  <a16:creationId xmlns:a16="http://schemas.microsoft.com/office/drawing/2014/main" id="{5CF5DB89-D5B4-4089-96F6-0D57A213229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71" name="Flowchart: Connector 1070">
                              <a:extLst>
                                <a:ext uri="{FF2B5EF4-FFF2-40B4-BE49-F238E27FC236}">
                                  <a16:creationId xmlns:a16="http://schemas.microsoft.com/office/drawing/2014/main" id="{868CB029-19E1-4BE9-88EC-5A4E02FF105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72" name="3D Model 1071" descr="Sphere">
                                  <a:extLst>
                                    <a:ext uri="{FF2B5EF4-FFF2-40B4-BE49-F238E27FC236}">
                                      <a16:creationId xmlns:a16="http://schemas.microsoft.com/office/drawing/2014/main" id="{9F409C23-D732-4975-9C1A-887DE1E0DE6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615094671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73" name="Flowchart: Connector 1072">
                              <a:extLst>
                                <a:ext uri="{FF2B5EF4-FFF2-40B4-BE49-F238E27FC236}">
                                  <a16:creationId xmlns:a16="http://schemas.microsoft.com/office/drawing/2014/main" id="{1AD1AAC0-992F-4003-A927-BF05234F92C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74" name="3D Model 1073" descr="Sphere">
                                  <a:extLst>
                                    <a:ext uri="{FF2B5EF4-FFF2-40B4-BE49-F238E27FC236}">
                                      <a16:creationId xmlns:a16="http://schemas.microsoft.com/office/drawing/2014/main" id="{59ADD08D-94AD-49EB-9284-7C3E441A47D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608039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75" name="Flowchart: Connector 1074">
                              <a:extLst>
                                <a:ext uri="{FF2B5EF4-FFF2-40B4-BE49-F238E27FC236}">
                                  <a16:creationId xmlns:a16="http://schemas.microsoft.com/office/drawing/2014/main" id="{4576C349-41C9-44BF-9DFE-01E78B03734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76" name="3D Model 1075" descr="Sphere">
                                  <a:extLst>
                                    <a:ext uri="{FF2B5EF4-FFF2-40B4-BE49-F238E27FC236}">
                                      <a16:creationId xmlns:a16="http://schemas.microsoft.com/office/drawing/2014/main" id="{467452C2-0D4B-4D93-A461-9319ABB48FF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23204648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77" name="Flowchart: Connector 1076">
                              <a:extLst>
                                <a:ext uri="{FF2B5EF4-FFF2-40B4-BE49-F238E27FC236}">
                                  <a16:creationId xmlns:a16="http://schemas.microsoft.com/office/drawing/2014/main" id="{CCE84F36-DDB7-440A-86B7-644FCF0BD13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78" name="3D Model 1077" descr="Sphere">
                                  <a:extLst>
                                    <a:ext uri="{FF2B5EF4-FFF2-40B4-BE49-F238E27FC236}">
                                      <a16:creationId xmlns:a16="http://schemas.microsoft.com/office/drawing/2014/main" id="{A3F31A6D-08FD-4097-9E86-AEAEDEDEADA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64459501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1049" name="Flowchart: Connector 1048">
                            <a:extLst>
                              <a:ext uri="{FF2B5EF4-FFF2-40B4-BE49-F238E27FC236}">
                                <a16:creationId xmlns:a16="http://schemas.microsoft.com/office/drawing/2014/main" id="{6BD7D3B5-FB49-4F58-B64D-7E2DB262779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50" name="Flowchart: Connector 1049">
                            <a:extLst>
                              <a:ext uri="{FF2B5EF4-FFF2-40B4-BE49-F238E27FC236}">
                                <a16:creationId xmlns:a16="http://schemas.microsoft.com/office/drawing/2014/main" id="{BA10B461-02E3-413E-A573-6ED8DC1FC8B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51" name="Flowchart: Connector 1050">
                            <a:extLst>
                              <a:ext uri="{FF2B5EF4-FFF2-40B4-BE49-F238E27FC236}">
                                <a16:creationId xmlns:a16="http://schemas.microsoft.com/office/drawing/2014/main" id="{1E19795C-D29C-47CC-850F-D0B3708B97E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52" name="Flowchart: Connector 1051">
                            <a:extLst>
                              <a:ext uri="{FF2B5EF4-FFF2-40B4-BE49-F238E27FC236}">
                                <a16:creationId xmlns:a16="http://schemas.microsoft.com/office/drawing/2014/main" id="{E68C17D1-CD0B-444A-92B6-2FF40BF79DF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53" name="Flowchart: Connector 1052">
                            <a:extLst>
                              <a:ext uri="{FF2B5EF4-FFF2-40B4-BE49-F238E27FC236}">
                                <a16:creationId xmlns:a16="http://schemas.microsoft.com/office/drawing/2014/main" id="{3E0AA7D4-B417-4B20-AE5C-69A917E81EA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54" name="Flowchart: Connector 1053">
                            <a:extLst>
                              <a:ext uri="{FF2B5EF4-FFF2-40B4-BE49-F238E27FC236}">
                                <a16:creationId xmlns:a16="http://schemas.microsoft.com/office/drawing/2014/main" id="{7A8A0C01-B4B7-4FA4-BC47-6B5A9911E20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55" name="Flowchart: Connector 1054">
                            <a:extLst>
                              <a:ext uri="{FF2B5EF4-FFF2-40B4-BE49-F238E27FC236}">
                                <a16:creationId xmlns:a16="http://schemas.microsoft.com/office/drawing/2014/main" id="{EFB2462A-1AD9-40FF-91C3-4470949BF4D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56" name="Flowchart: Connector 1055">
                            <a:extLst>
                              <a:ext uri="{FF2B5EF4-FFF2-40B4-BE49-F238E27FC236}">
                                <a16:creationId xmlns:a16="http://schemas.microsoft.com/office/drawing/2014/main" id="{26A926AA-221D-4781-A9CF-0EE229E553A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57" name="3D Model 1056" descr="Sphere">
                                <a:extLst>
                                  <a:ext uri="{FF2B5EF4-FFF2-40B4-BE49-F238E27FC236}">
                                    <a16:creationId xmlns:a16="http://schemas.microsoft.com/office/drawing/2014/main" id="{AE5778A8-E125-453F-A6B0-9F2A129D851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514194200"/>
                                  </p:ext>
                                </p:extLst>
                              </p:nvPr>
                            </p:nvGraphicFramePr>
                            <p:xfrm>
                              <a:off x="2134543" y="1523034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85" name="3D Model 1784" descr="Sphere">
                                <a:extLst>
                                  <a:ext uri="{FF2B5EF4-FFF2-40B4-BE49-F238E27FC236}">
                                    <a16:creationId xmlns:a16="http://schemas.microsoft.com/office/drawing/2014/main" id="{6D8D156A-9212-40F8-AB71-FD05DB2D441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576006" y="2212139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58" name="Flowchart: Connector 1057">
                            <a:extLst>
                              <a:ext uri="{FF2B5EF4-FFF2-40B4-BE49-F238E27FC236}">
                                <a16:creationId xmlns:a16="http://schemas.microsoft.com/office/drawing/2014/main" id="{1F0BFB51-1858-432E-98B0-04EC42D28C1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59" name="3D Model 1058" descr="Sphere">
                                <a:extLst>
                                  <a:ext uri="{FF2B5EF4-FFF2-40B4-BE49-F238E27FC236}">
                                    <a16:creationId xmlns:a16="http://schemas.microsoft.com/office/drawing/2014/main" id="{D84A3877-312A-4379-A913-EEFD5E27E4E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596789976"/>
                                  </p:ext>
                                </p:extLst>
                              </p:nvPr>
                            </p:nvGraphicFramePr>
                            <p:xfrm>
                              <a:off x="2371307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87" name="3D Model 1786" descr="Sphere">
                                <a:extLst>
                                  <a:ext uri="{FF2B5EF4-FFF2-40B4-BE49-F238E27FC236}">
                                    <a16:creationId xmlns:a16="http://schemas.microsoft.com/office/drawing/2014/main" id="{5B9C11A0-A5EB-48E5-9C99-D6CC523E7C05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617134" y="222282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60" name="Flowchart: Connector 1059">
                            <a:extLst>
                              <a:ext uri="{FF2B5EF4-FFF2-40B4-BE49-F238E27FC236}">
                                <a16:creationId xmlns:a16="http://schemas.microsoft.com/office/drawing/2014/main" id="{5616FF12-5C69-4AB0-B74E-231785E1BB9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4559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61" name="3D Model 1060" descr="Sphere">
                                <a:extLst>
                                  <a:ext uri="{FF2B5EF4-FFF2-40B4-BE49-F238E27FC236}">
                                    <a16:creationId xmlns:a16="http://schemas.microsoft.com/office/drawing/2014/main" id="{11BE99CF-5009-4E54-9273-3DC4CF6A910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393833091"/>
                                  </p:ext>
                                </p:extLst>
                              </p:nvPr>
                            </p:nvGraphicFramePr>
                            <p:xfrm>
                              <a:off x="2609177" y="164155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89" name="3D Model 1788" descr="Sphere">
                                <a:extLst>
                                  <a:ext uri="{FF2B5EF4-FFF2-40B4-BE49-F238E27FC236}">
                                    <a16:creationId xmlns:a16="http://schemas.microsoft.com/office/drawing/2014/main" id="{1680DC85-ABFE-4B62-A3FF-460277F0C2B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658453" y="2234461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62" name="Flowchart: Connector 1061">
                            <a:extLst>
                              <a:ext uri="{FF2B5EF4-FFF2-40B4-BE49-F238E27FC236}">
                                <a16:creationId xmlns:a16="http://schemas.microsoft.com/office/drawing/2014/main" id="{F40D7AC4-06A0-42CB-8863-777C431E28F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63" name="3D Model 1062" descr="Sphere">
                                <a:extLst>
                                  <a:ext uri="{FF2B5EF4-FFF2-40B4-BE49-F238E27FC236}">
                                    <a16:creationId xmlns:a16="http://schemas.microsoft.com/office/drawing/2014/main" id="{3B9FC585-EF4B-4FDF-ACCA-3888F5F25EB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515245447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6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6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91" name="3D Model 1790" descr="Sphere">
                                <a:extLst>
                                  <a:ext uri="{FF2B5EF4-FFF2-40B4-BE49-F238E27FC236}">
                                    <a16:creationId xmlns:a16="http://schemas.microsoft.com/office/drawing/2014/main" id="{B554EB58-415D-4816-A746-1959796105FD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705079" y="2250855"/>
                                <a:ext cx="51046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824" name="Group 823">
                        <a:extLst>
                          <a:ext uri="{FF2B5EF4-FFF2-40B4-BE49-F238E27FC236}">
                            <a16:creationId xmlns:a16="http://schemas.microsoft.com/office/drawing/2014/main" id="{2FB8D252-5EF7-47D5-8722-E7418F9D368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3325" y="2268938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1041" name="Flowchart: Connector 1040">
                          <a:extLst>
                            <a:ext uri="{FF2B5EF4-FFF2-40B4-BE49-F238E27FC236}">
                              <a16:creationId xmlns:a16="http://schemas.microsoft.com/office/drawing/2014/main" id="{88AEE95F-6857-4D96-89E8-A518902173C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42" name="Flowchart: Connector 1041">
                          <a:extLst>
                            <a:ext uri="{FF2B5EF4-FFF2-40B4-BE49-F238E27FC236}">
                              <a16:creationId xmlns:a16="http://schemas.microsoft.com/office/drawing/2014/main" id="{46889BBB-617B-43C8-A8BB-0F1C6F80889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43" name="Flowchart: Connector 1042">
                          <a:extLst>
                            <a:ext uri="{FF2B5EF4-FFF2-40B4-BE49-F238E27FC236}">
                              <a16:creationId xmlns:a16="http://schemas.microsoft.com/office/drawing/2014/main" id="{20EA3FD5-C50D-4FE2-8DB0-F2A6DFA9257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825" name="Flowchart: Connector 824">
                        <a:extLst>
                          <a:ext uri="{FF2B5EF4-FFF2-40B4-BE49-F238E27FC236}">
                            <a16:creationId xmlns:a16="http://schemas.microsoft.com/office/drawing/2014/main" id="{C4C4451A-28C3-4079-BC28-6F028B24F65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37026" y="201261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26" name="Flowchart: Connector 825">
                        <a:extLst>
                          <a:ext uri="{FF2B5EF4-FFF2-40B4-BE49-F238E27FC236}">
                            <a16:creationId xmlns:a16="http://schemas.microsoft.com/office/drawing/2014/main" id="{B15A8FB4-6656-4745-AE47-2130B13D7CB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588002" y="208727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827" name="Group 826">
                        <a:extLst>
                          <a:ext uri="{FF2B5EF4-FFF2-40B4-BE49-F238E27FC236}">
                            <a16:creationId xmlns:a16="http://schemas.microsoft.com/office/drawing/2014/main" id="{8FFCCABB-890D-4815-889F-287DE020BE1C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228750">
                        <a:off x="1171220" y="1918660"/>
                        <a:ext cx="698062" cy="387533"/>
                        <a:chOff x="854933" y="2290871"/>
                        <a:chExt cx="698062" cy="387533"/>
                      </a:xfrm>
                    </p:grpSpPr>
                    <p:sp>
                      <p:nvSpPr>
                        <p:cNvPr id="1038" name="Flowchart: Connector 1037">
                          <a:extLst>
                            <a:ext uri="{FF2B5EF4-FFF2-40B4-BE49-F238E27FC236}">
                              <a16:creationId xmlns:a16="http://schemas.microsoft.com/office/drawing/2014/main" id="{D279E628-A41B-47B1-8782-E2449F32BDB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3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39" name="Flowchart: Connector 1038">
                          <a:extLst>
                            <a:ext uri="{FF2B5EF4-FFF2-40B4-BE49-F238E27FC236}">
                              <a16:creationId xmlns:a16="http://schemas.microsoft.com/office/drawing/2014/main" id="{8A9AD7D0-A77D-4667-91E1-BF7EA3C5CA1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5206" y="2377897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40" name="Flowchart: Connector 1039">
                          <a:extLst>
                            <a:ext uri="{FF2B5EF4-FFF2-40B4-BE49-F238E27FC236}">
                              <a16:creationId xmlns:a16="http://schemas.microsoft.com/office/drawing/2014/main" id="{AD050051-9EDC-41F1-8709-F8D508A9E26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41136" y="2462404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828" name="Group 827">
                        <a:extLst>
                          <a:ext uri="{FF2B5EF4-FFF2-40B4-BE49-F238E27FC236}">
                            <a16:creationId xmlns:a16="http://schemas.microsoft.com/office/drawing/2014/main" id="{EB998D3B-FB35-4724-8EA0-11B8C87C34A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49741" y="1890320"/>
                        <a:ext cx="1098636" cy="1497980"/>
                        <a:chOff x="2089993" y="1501770"/>
                        <a:chExt cx="1098636" cy="1497980"/>
                      </a:xfrm>
                    </p:grpSpPr>
                    <p:grpSp>
                      <p:nvGrpSpPr>
                        <p:cNvPr id="973" name="Group 972">
                          <a:extLst>
                            <a:ext uri="{FF2B5EF4-FFF2-40B4-BE49-F238E27FC236}">
                              <a16:creationId xmlns:a16="http://schemas.microsoft.com/office/drawing/2014/main" id="{D4C4BCEC-4B77-42B8-96B1-57B6999E1B2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34990"/>
                          <a:ext cx="101484" cy="1051941"/>
                          <a:chOff x="1800622" y="2329236"/>
                          <a:chExt cx="101484" cy="1051941"/>
                        </a:xfrm>
                      </p:grpSpPr>
                      <p:sp>
                        <p:nvSpPr>
                          <p:cNvPr id="1034" name="Flowchart: Connector 1033">
                            <a:extLst>
                              <a:ext uri="{FF2B5EF4-FFF2-40B4-BE49-F238E27FC236}">
                                <a16:creationId xmlns:a16="http://schemas.microsoft.com/office/drawing/2014/main" id="{C5186F43-29E7-47D4-9299-C35BE3DCF04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35" name="Flowchart: Connector 1034">
                            <a:extLst>
                              <a:ext uri="{FF2B5EF4-FFF2-40B4-BE49-F238E27FC236}">
                                <a16:creationId xmlns:a16="http://schemas.microsoft.com/office/drawing/2014/main" id="{3920DCD8-0973-494D-BFFC-BCD0089FC75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36" name="Flowchart: Connector 1035">
                            <a:extLst>
                              <a:ext uri="{FF2B5EF4-FFF2-40B4-BE49-F238E27FC236}">
                                <a16:creationId xmlns:a16="http://schemas.microsoft.com/office/drawing/2014/main" id="{38722BB1-BAEC-4B2D-9B83-F22FECE136B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37" name="Flowchart: Connector 1036">
                            <a:extLst>
                              <a:ext uri="{FF2B5EF4-FFF2-40B4-BE49-F238E27FC236}">
                                <a16:creationId xmlns:a16="http://schemas.microsoft.com/office/drawing/2014/main" id="{029293A4-DB14-4619-A4FE-21438642522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2923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974" name="Group 973">
                          <a:extLst>
                            <a:ext uri="{FF2B5EF4-FFF2-40B4-BE49-F238E27FC236}">
                              <a16:creationId xmlns:a16="http://schemas.microsoft.com/office/drawing/2014/main" id="{3EA5D318-E44F-408C-B3D6-4C3DE9BF7C4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01770"/>
                          <a:ext cx="1074397" cy="1497980"/>
                          <a:chOff x="2114232" y="1501770"/>
                          <a:chExt cx="1074397" cy="1497980"/>
                        </a:xfrm>
                      </p:grpSpPr>
                      <p:grpSp>
                        <p:nvGrpSpPr>
                          <p:cNvPr id="975" name="Group 974">
                            <a:extLst>
                              <a:ext uri="{FF2B5EF4-FFF2-40B4-BE49-F238E27FC236}">
                                <a16:creationId xmlns:a16="http://schemas.microsoft.com/office/drawing/2014/main" id="{FDA17270-131B-457B-9936-E80EC2F6D77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1026" name="Flowchart: Connector 1025">
                              <a:extLst>
                                <a:ext uri="{FF2B5EF4-FFF2-40B4-BE49-F238E27FC236}">
                                  <a16:creationId xmlns:a16="http://schemas.microsoft.com/office/drawing/2014/main" id="{787BBBE3-AB78-478A-8C85-2A36B343365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27" name="3D Model 1026" descr="Sphere">
                                  <a:extLst>
                                    <a:ext uri="{FF2B5EF4-FFF2-40B4-BE49-F238E27FC236}">
                                      <a16:creationId xmlns:a16="http://schemas.microsoft.com/office/drawing/2014/main" id="{70897611-3355-4A46-B087-4F3FF6EF718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631350160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28" name="Flowchart: Connector 1027">
                              <a:extLst>
                                <a:ext uri="{FF2B5EF4-FFF2-40B4-BE49-F238E27FC236}">
                                  <a16:creationId xmlns:a16="http://schemas.microsoft.com/office/drawing/2014/main" id="{09973F52-2C75-43A7-A8F2-3EFAA05D48A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29" name="3D Model 1028" descr="Sphere">
                                  <a:extLst>
                                    <a:ext uri="{FF2B5EF4-FFF2-40B4-BE49-F238E27FC236}">
                                      <a16:creationId xmlns:a16="http://schemas.microsoft.com/office/drawing/2014/main" id="{A163F7E1-5A9E-4ADE-B981-BA0A8DA19DC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51349906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30" name="Flowchart: Connector 1029">
                              <a:extLst>
                                <a:ext uri="{FF2B5EF4-FFF2-40B4-BE49-F238E27FC236}">
                                  <a16:creationId xmlns:a16="http://schemas.microsoft.com/office/drawing/2014/main" id="{78A47873-A18A-4AC1-A9E2-935A548F757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31" name="3D Model 1030" descr="Sphere">
                                  <a:extLst>
                                    <a:ext uri="{FF2B5EF4-FFF2-40B4-BE49-F238E27FC236}">
                                      <a16:creationId xmlns:a16="http://schemas.microsoft.com/office/drawing/2014/main" id="{3E838F45-702D-4A7A-8669-03494BC1610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802819512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32" name="Flowchart: Connector 1031">
                              <a:extLst>
                                <a:ext uri="{FF2B5EF4-FFF2-40B4-BE49-F238E27FC236}">
                                  <a16:creationId xmlns:a16="http://schemas.microsoft.com/office/drawing/2014/main" id="{5747E06C-C0A9-40C5-A6E6-D729EA6FBB2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33" name="3D Model 1032" descr="Sphere">
                                  <a:extLst>
                                    <a:ext uri="{FF2B5EF4-FFF2-40B4-BE49-F238E27FC236}">
                                      <a16:creationId xmlns:a16="http://schemas.microsoft.com/office/drawing/2014/main" id="{AF315EA6-D90F-4467-910E-13701CFB415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8389968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976" name="Group 975">
                            <a:extLst>
                              <a:ext uri="{FF2B5EF4-FFF2-40B4-BE49-F238E27FC236}">
                                <a16:creationId xmlns:a16="http://schemas.microsoft.com/office/drawing/2014/main" id="{7D2F7231-4090-4C76-9F05-164C97C0561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010" name="Flowchart: Connector 1009">
                              <a:extLst>
                                <a:ext uri="{FF2B5EF4-FFF2-40B4-BE49-F238E27FC236}">
                                  <a16:creationId xmlns:a16="http://schemas.microsoft.com/office/drawing/2014/main" id="{BD7846B9-80E3-4692-B9EA-F2B49A11D2B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11" name="Flowchart: Connector 1010">
                              <a:extLst>
                                <a:ext uri="{FF2B5EF4-FFF2-40B4-BE49-F238E27FC236}">
                                  <a16:creationId xmlns:a16="http://schemas.microsoft.com/office/drawing/2014/main" id="{8DA04D2A-33DA-4D19-9EE3-46F44339AA0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12" name="Flowchart: Connector 1011">
                              <a:extLst>
                                <a:ext uri="{FF2B5EF4-FFF2-40B4-BE49-F238E27FC236}">
                                  <a16:creationId xmlns:a16="http://schemas.microsoft.com/office/drawing/2014/main" id="{FFE766B2-1D45-414F-A90E-D64ECAFB504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13" name="Flowchart: Connector 1012">
                              <a:extLst>
                                <a:ext uri="{FF2B5EF4-FFF2-40B4-BE49-F238E27FC236}">
                                  <a16:creationId xmlns:a16="http://schemas.microsoft.com/office/drawing/2014/main" id="{A974E4AB-6040-455E-949F-70B976701BC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14" name="Flowchart: Connector 1013">
                              <a:extLst>
                                <a:ext uri="{FF2B5EF4-FFF2-40B4-BE49-F238E27FC236}">
                                  <a16:creationId xmlns:a16="http://schemas.microsoft.com/office/drawing/2014/main" id="{C90BB700-BAFD-4B29-B53A-8E5B2B22A1F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15" name="Flowchart: Connector 1014">
                              <a:extLst>
                                <a:ext uri="{FF2B5EF4-FFF2-40B4-BE49-F238E27FC236}">
                                  <a16:creationId xmlns:a16="http://schemas.microsoft.com/office/drawing/2014/main" id="{303AAE33-E610-469D-88EA-0D4F2DF7DF6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16" name="Flowchart: Connector 1015">
                              <a:extLst>
                                <a:ext uri="{FF2B5EF4-FFF2-40B4-BE49-F238E27FC236}">
                                  <a16:creationId xmlns:a16="http://schemas.microsoft.com/office/drawing/2014/main" id="{AF727E7F-F24C-489C-AE83-5B43E29749B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17" name="Flowchart: Connector 1016">
                              <a:extLst>
                                <a:ext uri="{FF2B5EF4-FFF2-40B4-BE49-F238E27FC236}">
                                  <a16:creationId xmlns:a16="http://schemas.microsoft.com/office/drawing/2014/main" id="{7D75BEA6-7BC9-446D-92AD-62C323681C5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18" name="Flowchart: Connector 1017">
                              <a:extLst>
                                <a:ext uri="{FF2B5EF4-FFF2-40B4-BE49-F238E27FC236}">
                                  <a16:creationId xmlns:a16="http://schemas.microsoft.com/office/drawing/2014/main" id="{33B2CC5C-9DBA-432A-8C33-5FD1B844D5F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19" name="3D Model 1018" descr="Sphere">
                                  <a:extLst>
                                    <a:ext uri="{FF2B5EF4-FFF2-40B4-BE49-F238E27FC236}">
                                      <a16:creationId xmlns:a16="http://schemas.microsoft.com/office/drawing/2014/main" id="{C4FD8B4E-7BF3-4835-A651-9DD17BEEA97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714870882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20" name="Flowchart: Connector 1019">
                              <a:extLst>
                                <a:ext uri="{FF2B5EF4-FFF2-40B4-BE49-F238E27FC236}">
                                  <a16:creationId xmlns:a16="http://schemas.microsoft.com/office/drawing/2014/main" id="{7F223571-FA3F-415D-AAEB-114F0AF93FA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21" name="3D Model 1020" descr="Sphere">
                                  <a:extLst>
                                    <a:ext uri="{FF2B5EF4-FFF2-40B4-BE49-F238E27FC236}">
                                      <a16:creationId xmlns:a16="http://schemas.microsoft.com/office/drawing/2014/main" id="{4B730840-5DEF-4134-9F0A-F9BA7CDBA09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67724682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22" name="Flowchart: Connector 1021">
                              <a:extLst>
                                <a:ext uri="{FF2B5EF4-FFF2-40B4-BE49-F238E27FC236}">
                                  <a16:creationId xmlns:a16="http://schemas.microsoft.com/office/drawing/2014/main" id="{4686B3ED-0CCC-4843-A9B7-2B94D09F367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23" name="3D Model 1022" descr="Sphere">
                                  <a:extLst>
                                    <a:ext uri="{FF2B5EF4-FFF2-40B4-BE49-F238E27FC236}">
                                      <a16:creationId xmlns:a16="http://schemas.microsoft.com/office/drawing/2014/main" id="{9A7DB0CD-10E6-43A1-A83F-89E25DD52D4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704185503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24" name="Flowchart: Connector 1023">
                              <a:extLst>
                                <a:ext uri="{FF2B5EF4-FFF2-40B4-BE49-F238E27FC236}">
                                  <a16:creationId xmlns:a16="http://schemas.microsoft.com/office/drawing/2014/main" id="{DA01B5C1-6F29-422D-8293-F5347E6089D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25" name="3D Model 1024" descr="Sphere">
                                  <a:extLst>
                                    <a:ext uri="{FF2B5EF4-FFF2-40B4-BE49-F238E27FC236}">
                                      <a16:creationId xmlns:a16="http://schemas.microsoft.com/office/drawing/2014/main" id="{9DA01E90-3BF0-4F44-9898-09069B105B1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796945813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977" name="Group 976">
                            <a:extLst>
                              <a:ext uri="{FF2B5EF4-FFF2-40B4-BE49-F238E27FC236}">
                                <a16:creationId xmlns:a16="http://schemas.microsoft.com/office/drawing/2014/main" id="{BF05BC18-C8B2-415F-B424-3BD03B4D9EA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994" name="Flowchart: Connector 993">
                              <a:extLst>
                                <a:ext uri="{FF2B5EF4-FFF2-40B4-BE49-F238E27FC236}">
                                  <a16:creationId xmlns:a16="http://schemas.microsoft.com/office/drawing/2014/main" id="{94C64B29-6C6C-4CA6-A4E1-14D57437CF2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95" name="Flowchart: Connector 994">
                              <a:extLst>
                                <a:ext uri="{FF2B5EF4-FFF2-40B4-BE49-F238E27FC236}">
                                  <a16:creationId xmlns:a16="http://schemas.microsoft.com/office/drawing/2014/main" id="{FF217DB9-ADCC-4DD7-8473-E2B8AF160D4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96" name="Flowchart: Connector 995">
                              <a:extLst>
                                <a:ext uri="{FF2B5EF4-FFF2-40B4-BE49-F238E27FC236}">
                                  <a16:creationId xmlns:a16="http://schemas.microsoft.com/office/drawing/2014/main" id="{3823EC0F-05FB-4975-8C03-89B0CC84466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97" name="Flowchart: Connector 996">
                              <a:extLst>
                                <a:ext uri="{FF2B5EF4-FFF2-40B4-BE49-F238E27FC236}">
                                  <a16:creationId xmlns:a16="http://schemas.microsoft.com/office/drawing/2014/main" id="{60CBB506-CCA7-41A5-8165-38E07B0CDB15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98" name="Flowchart: Connector 997">
                              <a:extLst>
                                <a:ext uri="{FF2B5EF4-FFF2-40B4-BE49-F238E27FC236}">
                                  <a16:creationId xmlns:a16="http://schemas.microsoft.com/office/drawing/2014/main" id="{3F49EE95-59B6-42D2-AB9F-B4A488CB6BC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99" name="Flowchart: Connector 998">
                              <a:extLst>
                                <a:ext uri="{FF2B5EF4-FFF2-40B4-BE49-F238E27FC236}">
                                  <a16:creationId xmlns:a16="http://schemas.microsoft.com/office/drawing/2014/main" id="{CB33C97D-4B01-4BC1-9926-8E2468E9470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00" name="Flowchart: Connector 999">
                              <a:extLst>
                                <a:ext uri="{FF2B5EF4-FFF2-40B4-BE49-F238E27FC236}">
                                  <a16:creationId xmlns:a16="http://schemas.microsoft.com/office/drawing/2014/main" id="{1A4DD27D-740D-40FA-8F3C-D9C52EA6190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01" name="Flowchart: Connector 1000">
                              <a:extLst>
                                <a:ext uri="{FF2B5EF4-FFF2-40B4-BE49-F238E27FC236}">
                                  <a16:creationId xmlns:a16="http://schemas.microsoft.com/office/drawing/2014/main" id="{EB551B80-BA60-4EF8-961F-E2B4A1E95AB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02" name="Flowchart: Connector 1001">
                              <a:extLst>
                                <a:ext uri="{FF2B5EF4-FFF2-40B4-BE49-F238E27FC236}">
                                  <a16:creationId xmlns:a16="http://schemas.microsoft.com/office/drawing/2014/main" id="{E63B67CE-5090-42D5-B336-998184F8883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03" name="3D Model 1002" descr="Sphere">
                                  <a:extLst>
                                    <a:ext uri="{FF2B5EF4-FFF2-40B4-BE49-F238E27FC236}">
                                      <a16:creationId xmlns:a16="http://schemas.microsoft.com/office/drawing/2014/main" id="{7A103EA1-4F24-4618-8D2D-5CBF21C7D37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50266109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04" name="Flowchart: Connector 1003">
                              <a:extLst>
                                <a:ext uri="{FF2B5EF4-FFF2-40B4-BE49-F238E27FC236}">
                                  <a16:creationId xmlns:a16="http://schemas.microsoft.com/office/drawing/2014/main" id="{6B5523D6-BA74-4EC4-B41E-7412F6C02E0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05" name="3D Model 1004" descr="Sphere">
                                  <a:extLst>
                                    <a:ext uri="{FF2B5EF4-FFF2-40B4-BE49-F238E27FC236}">
                                      <a16:creationId xmlns:a16="http://schemas.microsoft.com/office/drawing/2014/main" id="{6074A2B4-CEAF-4C7F-BF74-73FBA315C28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750345424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06" name="Flowchart: Connector 1005">
                              <a:extLst>
                                <a:ext uri="{FF2B5EF4-FFF2-40B4-BE49-F238E27FC236}">
                                  <a16:creationId xmlns:a16="http://schemas.microsoft.com/office/drawing/2014/main" id="{1311EE04-BBC2-4918-9363-EC0AA214D29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07" name="3D Model 1006" descr="Sphere">
                                  <a:extLst>
                                    <a:ext uri="{FF2B5EF4-FFF2-40B4-BE49-F238E27FC236}">
                                      <a16:creationId xmlns:a16="http://schemas.microsoft.com/office/drawing/2014/main" id="{81741F17-F21A-4833-916F-8E08C4B34C1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83143028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08" name="Flowchart: Connector 1007">
                              <a:extLst>
                                <a:ext uri="{FF2B5EF4-FFF2-40B4-BE49-F238E27FC236}">
                                  <a16:creationId xmlns:a16="http://schemas.microsoft.com/office/drawing/2014/main" id="{E6BCEA2F-D290-43EA-B771-454CF794666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09" name="3D Model 1008" descr="Sphere">
                                  <a:extLst>
                                    <a:ext uri="{FF2B5EF4-FFF2-40B4-BE49-F238E27FC236}">
                                      <a16:creationId xmlns:a16="http://schemas.microsoft.com/office/drawing/2014/main" id="{C0EF0010-206F-4B3F-8DAA-2C21E022B7D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131010307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978" name="Flowchart: Connector 977">
                            <a:extLst>
                              <a:ext uri="{FF2B5EF4-FFF2-40B4-BE49-F238E27FC236}">
                                <a16:creationId xmlns:a16="http://schemas.microsoft.com/office/drawing/2014/main" id="{7774ECBA-89DB-4ED7-83C0-3F07268DE59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79" name="Flowchart: Connector 978">
                            <a:extLst>
                              <a:ext uri="{FF2B5EF4-FFF2-40B4-BE49-F238E27FC236}">
                                <a16:creationId xmlns:a16="http://schemas.microsoft.com/office/drawing/2014/main" id="{6FDC7F02-0981-42A1-AFAB-1CF2748F18C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80" name="Flowchart: Connector 979">
                            <a:extLst>
                              <a:ext uri="{FF2B5EF4-FFF2-40B4-BE49-F238E27FC236}">
                                <a16:creationId xmlns:a16="http://schemas.microsoft.com/office/drawing/2014/main" id="{ADDB11E2-1B5F-4774-9798-AFF8D1877A8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81" name="Flowchart: Connector 980">
                            <a:extLst>
                              <a:ext uri="{FF2B5EF4-FFF2-40B4-BE49-F238E27FC236}">
                                <a16:creationId xmlns:a16="http://schemas.microsoft.com/office/drawing/2014/main" id="{C9EFDBA2-9815-49C1-9421-47E1161024D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82" name="Flowchart: Connector 981">
                            <a:extLst>
                              <a:ext uri="{FF2B5EF4-FFF2-40B4-BE49-F238E27FC236}">
                                <a16:creationId xmlns:a16="http://schemas.microsoft.com/office/drawing/2014/main" id="{8C0620A1-B268-493C-AB58-56A2C5E4CC8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83" name="Flowchart: Connector 982">
                            <a:extLst>
                              <a:ext uri="{FF2B5EF4-FFF2-40B4-BE49-F238E27FC236}">
                                <a16:creationId xmlns:a16="http://schemas.microsoft.com/office/drawing/2014/main" id="{82075616-D8E6-491C-84C6-94E619362CE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84" name="Flowchart: Connector 983">
                            <a:extLst>
                              <a:ext uri="{FF2B5EF4-FFF2-40B4-BE49-F238E27FC236}">
                                <a16:creationId xmlns:a16="http://schemas.microsoft.com/office/drawing/2014/main" id="{2B733B4C-28FD-4756-BC6B-47CE88E762A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85" name="Flowchart: Connector 984">
                            <a:extLst>
                              <a:ext uri="{FF2B5EF4-FFF2-40B4-BE49-F238E27FC236}">
                                <a16:creationId xmlns:a16="http://schemas.microsoft.com/office/drawing/2014/main" id="{014CF193-5B47-4CBD-8830-23528E87817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86" name="Flowchart: Connector 985">
                            <a:extLst>
                              <a:ext uri="{FF2B5EF4-FFF2-40B4-BE49-F238E27FC236}">
                                <a16:creationId xmlns:a16="http://schemas.microsoft.com/office/drawing/2014/main" id="{B1B7AFE8-8B5F-4A23-BB0D-70C2F55C782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87" name="3D Model 986" descr="Sphere">
                                <a:extLst>
                                  <a:ext uri="{FF2B5EF4-FFF2-40B4-BE49-F238E27FC236}">
                                    <a16:creationId xmlns:a16="http://schemas.microsoft.com/office/drawing/2014/main" id="{42518B60-49D4-4E22-ABD8-B949DBDEA22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706802442"/>
                                  </p:ext>
                                </p:extLst>
                              </p:nvPr>
                            </p:nvGraphicFramePr>
                            <p:xfrm>
                              <a:off x="2123911" y="1501770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15" name="3D Model 1714" descr="Sphere">
                                <a:extLst>
                                  <a:ext uri="{FF2B5EF4-FFF2-40B4-BE49-F238E27FC236}">
                                    <a16:creationId xmlns:a16="http://schemas.microsoft.com/office/drawing/2014/main" id="{56C87A35-5B49-4097-84FB-F186523AEA9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535973" y="2232019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88" name="Flowchart: Connector 987">
                            <a:extLst>
                              <a:ext uri="{FF2B5EF4-FFF2-40B4-BE49-F238E27FC236}">
                                <a16:creationId xmlns:a16="http://schemas.microsoft.com/office/drawing/2014/main" id="{7F044F61-F501-4515-9E83-4A15C99D81A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89" name="3D Model 988" descr="Sphere">
                                <a:extLst>
                                  <a:ext uri="{FF2B5EF4-FFF2-40B4-BE49-F238E27FC236}">
                                    <a16:creationId xmlns:a16="http://schemas.microsoft.com/office/drawing/2014/main" id="{F6003E39-AF4A-47DD-94C9-E59CBAC03BF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978832387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17" name="3D Model 1716" descr="Sphere">
                                <a:extLst>
                                  <a:ext uri="{FF2B5EF4-FFF2-40B4-BE49-F238E27FC236}">
                                    <a16:creationId xmlns:a16="http://schemas.microsoft.com/office/drawing/2014/main" id="{228A2B2A-4558-4B76-8BB0-230EBFC70EC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577797" y="2246707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90" name="Flowchart: Connector 989">
                            <a:extLst>
                              <a:ext uri="{FF2B5EF4-FFF2-40B4-BE49-F238E27FC236}">
                                <a16:creationId xmlns:a16="http://schemas.microsoft.com/office/drawing/2014/main" id="{CFFE2F9F-1A3E-4AD2-BFC1-7E6A3E52C11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93292" y="171776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91" name="3D Model 990" descr="Sphere">
                                <a:extLst>
                                  <a:ext uri="{FF2B5EF4-FFF2-40B4-BE49-F238E27FC236}">
                                    <a16:creationId xmlns:a16="http://schemas.microsoft.com/office/drawing/2014/main" id="{5C760EDE-3AA4-4E83-913E-510D7403A9F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99560847"/>
                                  </p:ext>
                                </p:extLst>
                              </p:nvPr>
                            </p:nvGraphicFramePr>
                            <p:xfrm>
                              <a:off x="2622429" y="163823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19" name="3D Model 1718" descr="Sphere">
                                <a:extLst>
                                  <a:ext uri="{FF2B5EF4-FFF2-40B4-BE49-F238E27FC236}">
                                    <a16:creationId xmlns:a16="http://schemas.microsoft.com/office/drawing/2014/main" id="{B745126E-C299-43E0-9008-F78BF3B1276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622569" y="225772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92" name="Flowchart: Connector 991">
                            <a:extLst>
                              <a:ext uri="{FF2B5EF4-FFF2-40B4-BE49-F238E27FC236}">
                                <a16:creationId xmlns:a16="http://schemas.microsoft.com/office/drawing/2014/main" id="{5C246D10-0C54-4CCE-A393-5557858A8BC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93" name="3D Model 992" descr="Sphere">
                                <a:extLst>
                                  <a:ext uri="{FF2B5EF4-FFF2-40B4-BE49-F238E27FC236}">
                                    <a16:creationId xmlns:a16="http://schemas.microsoft.com/office/drawing/2014/main" id="{86640FD4-C409-476C-B65D-90F4A474D62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899906624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21" name="3D Model 1720" descr="Sphere">
                                <a:extLst>
                                  <a:ext uri="{FF2B5EF4-FFF2-40B4-BE49-F238E27FC236}">
                                    <a16:creationId xmlns:a16="http://schemas.microsoft.com/office/drawing/2014/main" id="{0BA40E55-E9F1-4BE6-A7AF-07F141FBEEDA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666893" y="2274740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829" name="Group 828">
                        <a:extLst>
                          <a:ext uri="{FF2B5EF4-FFF2-40B4-BE49-F238E27FC236}">
                            <a16:creationId xmlns:a16="http://schemas.microsoft.com/office/drawing/2014/main" id="{EDB5F19D-25F1-44C6-82C8-51D1505ECB4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547436" y="2361226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970" name="Flowchart: Connector 969">
                          <a:extLst>
                            <a:ext uri="{FF2B5EF4-FFF2-40B4-BE49-F238E27FC236}">
                              <a16:creationId xmlns:a16="http://schemas.microsoft.com/office/drawing/2014/main" id="{153E6D9B-B27E-4167-ACC1-F59539D71A1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71" name="Flowchart: Connector 970">
                          <a:extLst>
                            <a:ext uri="{FF2B5EF4-FFF2-40B4-BE49-F238E27FC236}">
                              <a16:creationId xmlns:a16="http://schemas.microsoft.com/office/drawing/2014/main" id="{85E17422-23CC-45C7-8354-6A292515BA8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72" name="Flowchart: Connector 971">
                          <a:extLst>
                            <a:ext uri="{FF2B5EF4-FFF2-40B4-BE49-F238E27FC236}">
                              <a16:creationId xmlns:a16="http://schemas.microsoft.com/office/drawing/2014/main" id="{A85053F2-CD5B-43AA-9A82-2C0B2B2F99C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830" name="Flowchart: Connector 829">
                        <a:extLst>
                          <a:ext uri="{FF2B5EF4-FFF2-40B4-BE49-F238E27FC236}">
                            <a16:creationId xmlns:a16="http://schemas.microsoft.com/office/drawing/2014/main" id="{8FCFC85F-BCBB-42A2-9C95-C16CD030235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19794" y="212254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31" name="Flowchart: Connector 830">
                        <a:extLst>
                          <a:ext uri="{FF2B5EF4-FFF2-40B4-BE49-F238E27FC236}">
                            <a16:creationId xmlns:a16="http://schemas.microsoft.com/office/drawing/2014/main" id="{CAB99B9D-9F7D-407C-855D-EFFA72CE749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74020" y="218539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832" name="Group 831">
                        <a:extLst>
                          <a:ext uri="{FF2B5EF4-FFF2-40B4-BE49-F238E27FC236}">
                            <a16:creationId xmlns:a16="http://schemas.microsoft.com/office/drawing/2014/main" id="{D5768E24-8596-4CC8-AC04-2B85EBC2CD71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18957">
                        <a:off x="941432" y="2025443"/>
                        <a:ext cx="710250" cy="369080"/>
                        <a:chOff x="854932" y="2290871"/>
                        <a:chExt cx="710250" cy="369080"/>
                      </a:xfrm>
                    </p:grpSpPr>
                    <p:sp>
                      <p:nvSpPr>
                        <p:cNvPr id="967" name="Flowchart: Connector 966">
                          <a:extLst>
                            <a:ext uri="{FF2B5EF4-FFF2-40B4-BE49-F238E27FC236}">
                              <a16:creationId xmlns:a16="http://schemas.microsoft.com/office/drawing/2014/main" id="{2336E0B7-CCE6-4696-9804-5EE608972A5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2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68" name="Flowchart: Connector 967">
                          <a:extLst>
                            <a:ext uri="{FF2B5EF4-FFF2-40B4-BE49-F238E27FC236}">
                              <a16:creationId xmlns:a16="http://schemas.microsoft.com/office/drawing/2014/main" id="{9FF50994-D05D-4E8D-83D9-A65522002E5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1897" y="2377722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69" name="Flowchart: Connector 968">
                          <a:extLst>
                            <a:ext uri="{FF2B5EF4-FFF2-40B4-BE49-F238E27FC236}">
                              <a16:creationId xmlns:a16="http://schemas.microsoft.com/office/drawing/2014/main" id="{4BAC2536-3447-48AE-9936-72B1AA67CBA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53323" y="244395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833" name="Group 832">
                        <a:extLst>
                          <a:ext uri="{FF2B5EF4-FFF2-40B4-BE49-F238E27FC236}">
                            <a16:creationId xmlns:a16="http://schemas.microsoft.com/office/drawing/2014/main" id="{A6E63932-BDD3-4ED4-A3A6-CE1612BBA6F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21287" y="1995259"/>
                        <a:ext cx="1102917" cy="1484052"/>
                        <a:chOff x="2085712" y="1515698"/>
                        <a:chExt cx="1102917" cy="1484052"/>
                      </a:xfrm>
                    </p:grpSpPr>
                    <p:grpSp>
                      <p:nvGrpSpPr>
                        <p:cNvPr id="902" name="Group 901">
                          <a:extLst>
                            <a:ext uri="{FF2B5EF4-FFF2-40B4-BE49-F238E27FC236}">
                              <a16:creationId xmlns:a16="http://schemas.microsoft.com/office/drawing/2014/main" id="{AD570C40-C63B-4F26-A0E0-2109DC4E66A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5712" y="1648950"/>
                          <a:ext cx="105765" cy="1037981"/>
                          <a:chOff x="1796341" y="2343196"/>
                          <a:chExt cx="105765" cy="1037981"/>
                        </a:xfrm>
                      </p:grpSpPr>
                      <p:sp>
                        <p:nvSpPr>
                          <p:cNvPr id="963" name="Flowchart: Connector 962">
                            <a:extLst>
                              <a:ext uri="{FF2B5EF4-FFF2-40B4-BE49-F238E27FC236}">
                                <a16:creationId xmlns:a16="http://schemas.microsoft.com/office/drawing/2014/main" id="{45B4F3FE-32C8-4DD1-892A-9DFF7AAE927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64" name="Flowchart: Connector 963">
                            <a:extLst>
                              <a:ext uri="{FF2B5EF4-FFF2-40B4-BE49-F238E27FC236}">
                                <a16:creationId xmlns:a16="http://schemas.microsoft.com/office/drawing/2014/main" id="{844C3A1C-963D-4A14-BC4E-E06AA01FD00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65" name="Flowchart: Connector 964">
                            <a:extLst>
                              <a:ext uri="{FF2B5EF4-FFF2-40B4-BE49-F238E27FC236}">
                                <a16:creationId xmlns:a16="http://schemas.microsoft.com/office/drawing/2014/main" id="{6D38ACBD-C8E5-47A7-BBED-BB56CF88CD1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66" name="Flowchart: Connector 965">
                            <a:extLst>
                              <a:ext uri="{FF2B5EF4-FFF2-40B4-BE49-F238E27FC236}">
                                <a16:creationId xmlns:a16="http://schemas.microsoft.com/office/drawing/2014/main" id="{20E1662E-2B5E-4A23-BF44-8C2179AA887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796341" y="2343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903" name="Group 902">
                          <a:extLst>
                            <a:ext uri="{FF2B5EF4-FFF2-40B4-BE49-F238E27FC236}">
                              <a16:creationId xmlns:a16="http://schemas.microsoft.com/office/drawing/2014/main" id="{0A767686-3A6D-4F79-B862-A062286E15D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15698"/>
                          <a:ext cx="1074397" cy="1484052"/>
                          <a:chOff x="2114232" y="1515698"/>
                          <a:chExt cx="1074397" cy="1484052"/>
                        </a:xfrm>
                      </p:grpSpPr>
                      <p:grpSp>
                        <p:nvGrpSpPr>
                          <p:cNvPr id="904" name="Group 903">
                            <a:extLst>
                              <a:ext uri="{FF2B5EF4-FFF2-40B4-BE49-F238E27FC236}">
                                <a16:creationId xmlns:a16="http://schemas.microsoft.com/office/drawing/2014/main" id="{9B61ED50-2EA6-48CE-A25F-5B32CEEC4BF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955" name="Flowchart: Connector 954">
                              <a:extLst>
                                <a:ext uri="{FF2B5EF4-FFF2-40B4-BE49-F238E27FC236}">
                                  <a16:creationId xmlns:a16="http://schemas.microsoft.com/office/drawing/2014/main" id="{C46AD354-25D1-420C-9616-A2FF8BD53EA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56" name="3D Model 955" descr="Sphere">
                                  <a:extLst>
                                    <a:ext uri="{FF2B5EF4-FFF2-40B4-BE49-F238E27FC236}">
                                      <a16:creationId xmlns:a16="http://schemas.microsoft.com/office/drawing/2014/main" id="{861299FE-557C-4D0D-BFD0-D98ACF62531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888786043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57" name="Flowchart: Connector 956">
                              <a:extLst>
                                <a:ext uri="{FF2B5EF4-FFF2-40B4-BE49-F238E27FC236}">
                                  <a16:creationId xmlns:a16="http://schemas.microsoft.com/office/drawing/2014/main" id="{81F120B9-CD8E-4672-BD65-B8674B202F7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58" name="3D Model 957" descr="Sphere">
                                  <a:extLst>
                                    <a:ext uri="{FF2B5EF4-FFF2-40B4-BE49-F238E27FC236}">
                                      <a16:creationId xmlns:a16="http://schemas.microsoft.com/office/drawing/2014/main" id="{206CFE98-77CC-4642-AA5E-DE0F950549E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526224950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59" name="Flowchart: Connector 958">
                              <a:extLst>
                                <a:ext uri="{FF2B5EF4-FFF2-40B4-BE49-F238E27FC236}">
                                  <a16:creationId xmlns:a16="http://schemas.microsoft.com/office/drawing/2014/main" id="{728FB8EF-260C-45CD-ACDC-536B24B32E3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60" name="3D Model 959" descr="Sphere">
                                  <a:extLst>
                                    <a:ext uri="{FF2B5EF4-FFF2-40B4-BE49-F238E27FC236}">
                                      <a16:creationId xmlns:a16="http://schemas.microsoft.com/office/drawing/2014/main" id="{05CCC5B3-E857-40BE-8DD4-F08997BEF14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980444694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61" name="Flowchart: Connector 960">
                              <a:extLst>
                                <a:ext uri="{FF2B5EF4-FFF2-40B4-BE49-F238E27FC236}">
                                  <a16:creationId xmlns:a16="http://schemas.microsoft.com/office/drawing/2014/main" id="{E88B8BB2-6960-46CB-ADB0-92F127134C0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62" name="3D Model 961" descr="Sphere">
                                  <a:extLst>
                                    <a:ext uri="{FF2B5EF4-FFF2-40B4-BE49-F238E27FC236}">
                                      <a16:creationId xmlns:a16="http://schemas.microsoft.com/office/drawing/2014/main" id="{C3C84734-6429-446B-9A72-15749FA8511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928233041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905" name="Group 904">
                            <a:extLst>
                              <a:ext uri="{FF2B5EF4-FFF2-40B4-BE49-F238E27FC236}">
                                <a16:creationId xmlns:a16="http://schemas.microsoft.com/office/drawing/2014/main" id="{2FB2F218-22D1-4517-AD46-AE721D3E268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939" name="Flowchart: Connector 938">
                              <a:extLst>
                                <a:ext uri="{FF2B5EF4-FFF2-40B4-BE49-F238E27FC236}">
                                  <a16:creationId xmlns:a16="http://schemas.microsoft.com/office/drawing/2014/main" id="{DC0D6C30-17E4-49D2-BBB0-703880FB4D0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40" name="Flowchart: Connector 939">
                              <a:extLst>
                                <a:ext uri="{FF2B5EF4-FFF2-40B4-BE49-F238E27FC236}">
                                  <a16:creationId xmlns:a16="http://schemas.microsoft.com/office/drawing/2014/main" id="{8E4540ED-77A6-4736-8E74-C4CB903B3D3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41" name="Flowchart: Connector 940">
                              <a:extLst>
                                <a:ext uri="{FF2B5EF4-FFF2-40B4-BE49-F238E27FC236}">
                                  <a16:creationId xmlns:a16="http://schemas.microsoft.com/office/drawing/2014/main" id="{9DDD233B-1CBC-42B5-9348-D603DE095AE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42" name="Flowchart: Connector 941">
                              <a:extLst>
                                <a:ext uri="{FF2B5EF4-FFF2-40B4-BE49-F238E27FC236}">
                                  <a16:creationId xmlns:a16="http://schemas.microsoft.com/office/drawing/2014/main" id="{26E97CF2-B0F4-4CE0-81A8-8D1ABF88344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43" name="Flowchart: Connector 942">
                              <a:extLst>
                                <a:ext uri="{FF2B5EF4-FFF2-40B4-BE49-F238E27FC236}">
                                  <a16:creationId xmlns:a16="http://schemas.microsoft.com/office/drawing/2014/main" id="{E0E03ECA-1081-4578-A090-7D436BBC999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44" name="Flowchart: Connector 943">
                              <a:extLst>
                                <a:ext uri="{FF2B5EF4-FFF2-40B4-BE49-F238E27FC236}">
                                  <a16:creationId xmlns:a16="http://schemas.microsoft.com/office/drawing/2014/main" id="{8DF86F06-31F7-433E-931C-03988C4E157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45" name="Flowchart: Connector 944">
                              <a:extLst>
                                <a:ext uri="{FF2B5EF4-FFF2-40B4-BE49-F238E27FC236}">
                                  <a16:creationId xmlns:a16="http://schemas.microsoft.com/office/drawing/2014/main" id="{E7353043-E54A-42E3-AB40-9A16A1CBDE3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46" name="Flowchart: Connector 945">
                              <a:extLst>
                                <a:ext uri="{FF2B5EF4-FFF2-40B4-BE49-F238E27FC236}">
                                  <a16:creationId xmlns:a16="http://schemas.microsoft.com/office/drawing/2014/main" id="{727EDF60-2A55-4370-AE9D-D59A3FAB996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47" name="Flowchart: Connector 946">
                              <a:extLst>
                                <a:ext uri="{FF2B5EF4-FFF2-40B4-BE49-F238E27FC236}">
                                  <a16:creationId xmlns:a16="http://schemas.microsoft.com/office/drawing/2014/main" id="{E0112B5F-7757-45C4-BE8A-CB75EDE2936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48" name="3D Model 947" descr="Sphere">
                                  <a:extLst>
                                    <a:ext uri="{FF2B5EF4-FFF2-40B4-BE49-F238E27FC236}">
                                      <a16:creationId xmlns:a16="http://schemas.microsoft.com/office/drawing/2014/main" id="{6BD19EC0-DB65-423B-8AB5-FCFEADD8AB3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31712306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49" name="Flowchart: Connector 948">
                              <a:extLst>
                                <a:ext uri="{FF2B5EF4-FFF2-40B4-BE49-F238E27FC236}">
                                  <a16:creationId xmlns:a16="http://schemas.microsoft.com/office/drawing/2014/main" id="{44CA68F2-68E0-41FD-BF3A-436C2DA2011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50" name="3D Model 949" descr="Sphere">
                                  <a:extLst>
                                    <a:ext uri="{FF2B5EF4-FFF2-40B4-BE49-F238E27FC236}">
                                      <a16:creationId xmlns:a16="http://schemas.microsoft.com/office/drawing/2014/main" id="{AF67CCE6-39E0-4BF7-B0E9-5C8C6675671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817298966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51" name="Flowchart: Connector 950">
                              <a:extLst>
                                <a:ext uri="{FF2B5EF4-FFF2-40B4-BE49-F238E27FC236}">
                                  <a16:creationId xmlns:a16="http://schemas.microsoft.com/office/drawing/2014/main" id="{648E67FC-3C23-42C7-98C6-0EBD154C7EB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52" name="3D Model 951" descr="Sphere">
                                  <a:extLst>
                                    <a:ext uri="{FF2B5EF4-FFF2-40B4-BE49-F238E27FC236}">
                                      <a16:creationId xmlns:a16="http://schemas.microsoft.com/office/drawing/2014/main" id="{47F4DEB9-3B84-415A-9DD9-AF9BBA74A99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77815705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53" name="Flowchart: Connector 952">
                              <a:extLst>
                                <a:ext uri="{FF2B5EF4-FFF2-40B4-BE49-F238E27FC236}">
                                  <a16:creationId xmlns:a16="http://schemas.microsoft.com/office/drawing/2014/main" id="{E368AD78-60CB-4DAF-8C75-DBB04576DF2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54" name="3D Model 953" descr="Sphere">
                                  <a:extLst>
                                    <a:ext uri="{FF2B5EF4-FFF2-40B4-BE49-F238E27FC236}">
                                      <a16:creationId xmlns:a16="http://schemas.microsoft.com/office/drawing/2014/main" id="{B5F40499-03E2-445B-B594-0CD9984A7A5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84102893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906" name="Group 905">
                            <a:extLst>
                              <a:ext uri="{FF2B5EF4-FFF2-40B4-BE49-F238E27FC236}">
                                <a16:creationId xmlns:a16="http://schemas.microsoft.com/office/drawing/2014/main" id="{424166CB-E89A-4EFB-B8DA-E55092C4BB5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923" name="Flowchart: Connector 922">
                              <a:extLst>
                                <a:ext uri="{FF2B5EF4-FFF2-40B4-BE49-F238E27FC236}">
                                  <a16:creationId xmlns:a16="http://schemas.microsoft.com/office/drawing/2014/main" id="{D045ADD8-378E-4715-AE88-8CE909F4B71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24" name="Flowchart: Connector 923">
                              <a:extLst>
                                <a:ext uri="{FF2B5EF4-FFF2-40B4-BE49-F238E27FC236}">
                                  <a16:creationId xmlns:a16="http://schemas.microsoft.com/office/drawing/2014/main" id="{76819981-7BA9-46E6-B335-76A1D8B862E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25" name="Flowchart: Connector 924">
                              <a:extLst>
                                <a:ext uri="{FF2B5EF4-FFF2-40B4-BE49-F238E27FC236}">
                                  <a16:creationId xmlns:a16="http://schemas.microsoft.com/office/drawing/2014/main" id="{DCD82B9C-8251-487A-A069-647E2021258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26" name="Flowchart: Connector 925">
                              <a:extLst>
                                <a:ext uri="{FF2B5EF4-FFF2-40B4-BE49-F238E27FC236}">
                                  <a16:creationId xmlns:a16="http://schemas.microsoft.com/office/drawing/2014/main" id="{C131FEDA-5C6C-446A-A4EA-7ECA739828A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27" name="Flowchart: Connector 926">
                              <a:extLst>
                                <a:ext uri="{FF2B5EF4-FFF2-40B4-BE49-F238E27FC236}">
                                  <a16:creationId xmlns:a16="http://schemas.microsoft.com/office/drawing/2014/main" id="{856017DE-FE25-4D04-BC9F-CCE9074C842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28" name="Flowchart: Connector 927">
                              <a:extLst>
                                <a:ext uri="{FF2B5EF4-FFF2-40B4-BE49-F238E27FC236}">
                                  <a16:creationId xmlns:a16="http://schemas.microsoft.com/office/drawing/2014/main" id="{F93F736D-E93B-40E1-92D5-8315289C776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29" name="Flowchart: Connector 928">
                              <a:extLst>
                                <a:ext uri="{FF2B5EF4-FFF2-40B4-BE49-F238E27FC236}">
                                  <a16:creationId xmlns:a16="http://schemas.microsoft.com/office/drawing/2014/main" id="{0BBE679B-B818-4FE8-A1B5-33AB912EE33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30" name="Flowchart: Connector 929">
                              <a:extLst>
                                <a:ext uri="{FF2B5EF4-FFF2-40B4-BE49-F238E27FC236}">
                                  <a16:creationId xmlns:a16="http://schemas.microsoft.com/office/drawing/2014/main" id="{046A59B8-8081-4CCD-A9C1-A2D9F4BBE1B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31" name="Flowchart: Connector 930">
                              <a:extLst>
                                <a:ext uri="{FF2B5EF4-FFF2-40B4-BE49-F238E27FC236}">
                                  <a16:creationId xmlns:a16="http://schemas.microsoft.com/office/drawing/2014/main" id="{7CECD666-1054-4AF8-A799-5EA648EDB62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32" name="3D Model 931" descr="Sphere">
                                  <a:extLst>
                                    <a:ext uri="{FF2B5EF4-FFF2-40B4-BE49-F238E27FC236}">
                                      <a16:creationId xmlns:a16="http://schemas.microsoft.com/office/drawing/2014/main" id="{60A635CB-D2FE-4EF6-BBC7-96BE37D13A4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968783114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33" name="Flowchart: Connector 932">
                              <a:extLst>
                                <a:ext uri="{FF2B5EF4-FFF2-40B4-BE49-F238E27FC236}">
                                  <a16:creationId xmlns:a16="http://schemas.microsoft.com/office/drawing/2014/main" id="{4105BC3F-068E-4D89-803C-0BA20873054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34" name="3D Model 933" descr="Sphere">
                                  <a:extLst>
                                    <a:ext uri="{FF2B5EF4-FFF2-40B4-BE49-F238E27FC236}">
                                      <a16:creationId xmlns:a16="http://schemas.microsoft.com/office/drawing/2014/main" id="{D33ECF98-5BD7-4083-8212-AEBC01A9EE5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935999767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35" name="Flowchart: Connector 934">
                              <a:extLst>
                                <a:ext uri="{FF2B5EF4-FFF2-40B4-BE49-F238E27FC236}">
                                  <a16:creationId xmlns:a16="http://schemas.microsoft.com/office/drawing/2014/main" id="{1EC0CA17-0E56-4510-AB20-638C8919F74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36" name="3D Model 935" descr="Sphere">
                                  <a:extLst>
                                    <a:ext uri="{FF2B5EF4-FFF2-40B4-BE49-F238E27FC236}">
                                      <a16:creationId xmlns:a16="http://schemas.microsoft.com/office/drawing/2014/main" id="{0F690498-AEA4-4201-B0D6-52FD700332D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7592285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37" name="Flowchart: Connector 936">
                              <a:extLst>
                                <a:ext uri="{FF2B5EF4-FFF2-40B4-BE49-F238E27FC236}">
                                  <a16:creationId xmlns:a16="http://schemas.microsoft.com/office/drawing/2014/main" id="{35DFF5EC-9699-4D63-B202-E2442E74A4A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38" name="3D Model 937" descr="Sphere">
                                  <a:extLst>
                                    <a:ext uri="{FF2B5EF4-FFF2-40B4-BE49-F238E27FC236}">
                                      <a16:creationId xmlns:a16="http://schemas.microsoft.com/office/drawing/2014/main" id="{350CEDBD-D0C5-4224-8C13-CEE1C6BA064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816028049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907" name="Flowchart: Connector 906">
                            <a:extLst>
                              <a:ext uri="{FF2B5EF4-FFF2-40B4-BE49-F238E27FC236}">
                                <a16:creationId xmlns:a16="http://schemas.microsoft.com/office/drawing/2014/main" id="{C55C5A94-C204-4FA7-B8FB-002EC7B0F07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08" name="Flowchart: Connector 907">
                            <a:extLst>
                              <a:ext uri="{FF2B5EF4-FFF2-40B4-BE49-F238E27FC236}">
                                <a16:creationId xmlns:a16="http://schemas.microsoft.com/office/drawing/2014/main" id="{3DF7C359-52FD-4A39-B87E-5F877CDC732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09" name="Flowchart: Connector 908">
                            <a:extLst>
                              <a:ext uri="{FF2B5EF4-FFF2-40B4-BE49-F238E27FC236}">
                                <a16:creationId xmlns:a16="http://schemas.microsoft.com/office/drawing/2014/main" id="{A5FDD105-B2F7-4FBC-B72E-0C1AD586FB3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10" name="Flowchart: Connector 909">
                            <a:extLst>
                              <a:ext uri="{FF2B5EF4-FFF2-40B4-BE49-F238E27FC236}">
                                <a16:creationId xmlns:a16="http://schemas.microsoft.com/office/drawing/2014/main" id="{AEB10A5F-87BE-4F25-BF04-B3E194B4430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11" name="Flowchart: Connector 910">
                            <a:extLst>
                              <a:ext uri="{FF2B5EF4-FFF2-40B4-BE49-F238E27FC236}">
                                <a16:creationId xmlns:a16="http://schemas.microsoft.com/office/drawing/2014/main" id="{9A79F745-EE25-4FDE-8575-91167A951F6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12" name="Flowchart: Connector 911">
                            <a:extLst>
                              <a:ext uri="{FF2B5EF4-FFF2-40B4-BE49-F238E27FC236}">
                                <a16:creationId xmlns:a16="http://schemas.microsoft.com/office/drawing/2014/main" id="{0382E2B2-DCE1-404D-B188-6F86C0852E6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13" name="Flowchart: Connector 912">
                            <a:extLst>
                              <a:ext uri="{FF2B5EF4-FFF2-40B4-BE49-F238E27FC236}">
                                <a16:creationId xmlns:a16="http://schemas.microsoft.com/office/drawing/2014/main" id="{D147BF3A-A1AE-4059-8703-5D917B08661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14" name="Flowchart: Connector 913">
                            <a:extLst>
                              <a:ext uri="{FF2B5EF4-FFF2-40B4-BE49-F238E27FC236}">
                                <a16:creationId xmlns:a16="http://schemas.microsoft.com/office/drawing/2014/main" id="{DE54D6D7-E395-4F9F-93AB-B138C5D011C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15" name="Flowchart: Connector 914">
                            <a:extLst>
                              <a:ext uri="{FF2B5EF4-FFF2-40B4-BE49-F238E27FC236}">
                                <a16:creationId xmlns:a16="http://schemas.microsoft.com/office/drawing/2014/main" id="{C86DD657-C7FC-4713-B1ED-F9C7C8E4210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16" name="3D Model 915" descr="Sphere">
                                <a:extLst>
                                  <a:ext uri="{FF2B5EF4-FFF2-40B4-BE49-F238E27FC236}">
                                    <a16:creationId xmlns:a16="http://schemas.microsoft.com/office/drawing/2014/main" id="{61E06C63-2F9A-42A6-9C68-ADA8D89C687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772654697"/>
                                  </p:ext>
                                </p:extLst>
                              </p:nvPr>
                            </p:nvGraphicFramePr>
                            <p:xfrm>
                              <a:off x="2127272" y="1515698"/>
                              <a:ext cx="299738" cy="29973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7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4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644" name="3D Model 1643" descr="Sphere">
                                <a:extLst>
                                  <a:ext uri="{FF2B5EF4-FFF2-40B4-BE49-F238E27FC236}">
                                    <a16:creationId xmlns:a16="http://schemas.microsoft.com/office/drawing/2014/main" id="{7E4F6838-405E-44C9-B6CF-1CF02C4F237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497617" y="2251784"/>
                                <a:ext cx="52067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17" name="Flowchart: Connector 916">
                            <a:extLst>
                              <a:ext uri="{FF2B5EF4-FFF2-40B4-BE49-F238E27FC236}">
                                <a16:creationId xmlns:a16="http://schemas.microsoft.com/office/drawing/2014/main" id="{AA931166-EF10-4106-8313-080B1C38B02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18" name="3D Model 917" descr="Sphere">
                                <a:extLst>
                                  <a:ext uri="{FF2B5EF4-FFF2-40B4-BE49-F238E27FC236}">
                                    <a16:creationId xmlns:a16="http://schemas.microsoft.com/office/drawing/2014/main" id="{E3D9C825-EC19-48E7-9570-10B96C8A452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523763712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646" name="3D Model 1645" descr="Sphere">
                                <a:extLst>
                                  <a:ext uri="{FF2B5EF4-FFF2-40B4-BE49-F238E27FC236}">
                                    <a16:creationId xmlns:a16="http://schemas.microsoft.com/office/drawing/2014/main" id="{774F02B2-09D7-423F-B2E9-3AAC72078A4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538857" y="2263848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19" name="Flowchart: Connector 918">
                            <a:extLst>
                              <a:ext uri="{FF2B5EF4-FFF2-40B4-BE49-F238E27FC236}">
                                <a16:creationId xmlns:a16="http://schemas.microsoft.com/office/drawing/2014/main" id="{BAF176C4-641B-47F8-BC30-3DF3BBE06F3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6940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20" name="3D Model 919" descr="Sphere">
                                <a:extLst>
                                  <a:ext uri="{FF2B5EF4-FFF2-40B4-BE49-F238E27FC236}">
                                    <a16:creationId xmlns:a16="http://schemas.microsoft.com/office/drawing/2014/main" id="{A8BFF3EF-2BCF-4580-A2B4-651E6167B02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113045053"/>
                                  </p:ext>
                                </p:extLst>
                              </p:nvPr>
                            </p:nvGraphicFramePr>
                            <p:xfrm>
                              <a:off x="2609177" y="164853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648" name="3D Model 1647" descr="Sphere">
                                <a:extLst>
                                  <a:ext uri="{FF2B5EF4-FFF2-40B4-BE49-F238E27FC236}">
                                    <a16:creationId xmlns:a16="http://schemas.microsoft.com/office/drawing/2014/main" id="{C094AC19-6F03-4640-AB43-88A4981A063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581327" y="227680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21" name="Flowchart: Connector 920">
                            <a:extLst>
                              <a:ext uri="{FF2B5EF4-FFF2-40B4-BE49-F238E27FC236}">
                                <a16:creationId xmlns:a16="http://schemas.microsoft.com/office/drawing/2014/main" id="{92086BCF-925A-4BE0-A571-D586D15D48A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22" name="3D Model 921" descr="Sphere">
                                <a:extLst>
                                  <a:ext uri="{FF2B5EF4-FFF2-40B4-BE49-F238E27FC236}">
                                    <a16:creationId xmlns:a16="http://schemas.microsoft.com/office/drawing/2014/main" id="{A19B7C04-7792-426B-8657-7C8A11EBEF8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683098049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650" name="3D Model 1649" descr="Sphere">
                                <a:extLst>
                                  <a:ext uri="{FF2B5EF4-FFF2-40B4-BE49-F238E27FC236}">
                                    <a16:creationId xmlns:a16="http://schemas.microsoft.com/office/drawing/2014/main" id="{F8F2993A-B007-4F17-9117-08B2E75F88E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627953" y="2291882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sp>
                    <p:nvSpPr>
                      <p:cNvPr id="834" name="Flowchart: Connector 833">
                        <a:extLst>
                          <a:ext uri="{FF2B5EF4-FFF2-40B4-BE49-F238E27FC236}">
                            <a16:creationId xmlns:a16="http://schemas.microsoft.com/office/drawing/2014/main" id="{52FEA9A8-63A7-4054-8538-A4BE463FD6E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06374" y="21384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35" name="Flowchart: Connector 834">
                        <a:extLst>
                          <a:ext uri="{FF2B5EF4-FFF2-40B4-BE49-F238E27FC236}">
                            <a16:creationId xmlns:a16="http://schemas.microsoft.com/office/drawing/2014/main" id="{28343F9B-1324-4AAF-B923-D0CCCF05970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886236" y="22322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36" name="Flowchart: Connector 835">
                        <a:extLst>
                          <a:ext uri="{FF2B5EF4-FFF2-40B4-BE49-F238E27FC236}">
                            <a16:creationId xmlns:a16="http://schemas.microsoft.com/office/drawing/2014/main" id="{CA8BBAEF-BF8D-4326-A3F6-3B9C6466EA8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952806" y="22254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37" name="Flowchart: Connector 836">
                        <a:extLst>
                          <a:ext uri="{FF2B5EF4-FFF2-40B4-BE49-F238E27FC236}">
                            <a16:creationId xmlns:a16="http://schemas.microsoft.com/office/drawing/2014/main" id="{F5B0D20F-4AC0-449B-BBD6-FE8AF00516E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0272" y="25040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38" name="Flowchart: Connector 837">
                        <a:extLst>
                          <a:ext uri="{FF2B5EF4-FFF2-40B4-BE49-F238E27FC236}">
                            <a16:creationId xmlns:a16="http://schemas.microsoft.com/office/drawing/2014/main" id="{7B99E960-AB42-4403-A4ED-CEFDA0BA946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20633" y="28301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39" name="Flowchart: Connector 838">
                        <a:extLst>
                          <a:ext uri="{FF2B5EF4-FFF2-40B4-BE49-F238E27FC236}">
                            <a16:creationId xmlns:a16="http://schemas.microsoft.com/office/drawing/2014/main" id="{84FBBAA7-E99D-4D9B-B2ED-D2D93D42678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29128" y="231321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40" name="Flowchart: Connector 839">
                        <a:extLst>
                          <a:ext uri="{FF2B5EF4-FFF2-40B4-BE49-F238E27FC236}">
                            <a16:creationId xmlns:a16="http://schemas.microsoft.com/office/drawing/2014/main" id="{349A4B23-4B4A-490C-B838-03E3A0D2034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211385" y="230237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41" name="Flowchart: Connector 840">
                        <a:extLst>
                          <a:ext uri="{FF2B5EF4-FFF2-40B4-BE49-F238E27FC236}">
                            <a16:creationId xmlns:a16="http://schemas.microsoft.com/office/drawing/2014/main" id="{A266ABBF-9820-401D-B73D-C8854F760E1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1097" y="31484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grpSp>
                    <p:nvGrpSpPr>
                      <p:cNvPr id="842" name="Group 841">
                        <a:extLst>
                          <a:ext uri="{FF2B5EF4-FFF2-40B4-BE49-F238E27FC236}">
                            <a16:creationId xmlns:a16="http://schemas.microsoft.com/office/drawing/2014/main" id="{484C1E14-8772-45B7-AC21-675DAFF45AC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20511" y="2127869"/>
                        <a:ext cx="1073693" cy="1496391"/>
                        <a:chOff x="2114936" y="1503359"/>
                        <a:chExt cx="1073693" cy="1496391"/>
                      </a:xfrm>
                    </p:grpSpPr>
                    <p:grpSp>
                      <p:nvGrpSpPr>
                        <p:cNvPr id="843" name="Group 842">
                          <a:extLst>
                            <a:ext uri="{FF2B5EF4-FFF2-40B4-BE49-F238E27FC236}">
                              <a16:creationId xmlns:a16="http://schemas.microsoft.com/office/drawing/2014/main" id="{021BB336-2AD5-4D35-AC73-EBAB7F9C116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7974" y="2474038"/>
                          <a:ext cx="1060655" cy="525712"/>
                          <a:chOff x="3721252" y="1733424"/>
                          <a:chExt cx="1060655" cy="525712"/>
                        </a:xfrm>
                      </p:grpSpPr>
                      <p:sp>
                        <p:nvSpPr>
                          <p:cNvPr id="894" name="Flowchart: Connector 893">
                            <a:extLst>
                              <a:ext uri="{FF2B5EF4-FFF2-40B4-BE49-F238E27FC236}">
                                <a16:creationId xmlns:a16="http://schemas.microsoft.com/office/drawing/2014/main" id="{2705D540-81A0-482D-BFE3-7CADBEFF26B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95" name="3D Model 894" descr="Sphere">
                                <a:extLst>
                                  <a:ext uri="{FF2B5EF4-FFF2-40B4-BE49-F238E27FC236}">
                                    <a16:creationId xmlns:a16="http://schemas.microsoft.com/office/drawing/2014/main" id="{EB4CCE90-5F9F-4529-9D58-F84EE1BD03A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092689395"/>
                                  </p:ext>
                                </p:extLst>
                              </p:nvPr>
                            </p:nvGraphicFramePr>
                            <p:xfrm>
                              <a:off x="3721252" y="1733424"/>
                              <a:ext cx="299739" cy="299738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6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623" name="3D Model 1622" descr="Sphere">
                                <a:extLst>
                                  <a:ext uri="{FF2B5EF4-FFF2-40B4-BE49-F238E27FC236}">
                                    <a16:creationId xmlns:a16="http://schemas.microsoft.com/office/drawing/2014/main" id="{60D60A07-EFFE-4CB2-81F4-253A8685786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457787" y="2459586"/>
                                <a:ext cx="52066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96" name="Flowchart: Connector 895">
                            <a:extLst>
                              <a:ext uri="{FF2B5EF4-FFF2-40B4-BE49-F238E27FC236}">
                                <a16:creationId xmlns:a16="http://schemas.microsoft.com/office/drawing/2014/main" id="{F0338516-2B0F-44C2-A5E9-41FC377DD08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97" name="3D Model 896" descr="Sphere">
                                <a:extLst>
                                  <a:ext uri="{FF2B5EF4-FFF2-40B4-BE49-F238E27FC236}">
                                    <a16:creationId xmlns:a16="http://schemas.microsoft.com/office/drawing/2014/main" id="{8BA1451C-0F84-457B-A60B-7139C2FABD4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758301402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98" name="Flowchart: Connector 897">
                            <a:extLst>
                              <a:ext uri="{FF2B5EF4-FFF2-40B4-BE49-F238E27FC236}">
                                <a16:creationId xmlns:a16="http://schemas.microsoft.com/office/drawing/2014/main" id="{F3DFCB8E-BF3C-49E0-B44F-8F679C52D89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99" name="3D Model 898" descr="Sphere">
                                <a:extLst>
                                  <a:ext uri="{FF2B5EF4-FFF2-40B4-BE49-F238E27FC236}">
                                    <a16:creationId xmlns:a16="http://schemas.microsoft.com/office/drawing/2014/main" id="{45D406D7-0394-4336-A000-EC63C3D0101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011238946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00" name="Flowchart: Connector 899">
                            <a:extLst>
                              <a:ext uri="{FF2B5EF4-FFF2-40B4-BE49-F238E27FC236}">
                                <a16:creationId xmlns:a16="http://schemas.microsoft.com/office/drawing/2014/main" id="{82F7C2EE-2245-47A7-A99B-0D4F8ED30FA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01" name="3D Model 900" descr="Sphere">
                                <a:extLst>
                                  <a:ext uri="{FF2B5EF4-FFF2-40B4-BE49-F238E27FC236}">
                                    <a16:creationId xmlns:a16="http://schemas.microsoft.com/office/drawing/2014/main" id="{B7C82A2B-7AE2-472A-99E2-94B938D060D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639752029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8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844" name="Group 843">
                          <a:extLst>
                            <a:ext uri="{FF2B5EF4-FFF2-40B4-BE49-F238E27FC236}">
                              <a16:creationId xmlns:a16="http://schemas.microsoft.com/office/drawing/2014/main" id="{3567C4F4-A32D-4E35-BA06-DEAA37579A0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4615" y="2140429"/>
                          <a:ext cx="1064014" cy="637179"/>
                          <a:chOff x="3717893" y="1719497"/>
                          <a:chExt cx="1064014" cy="637179"/>
                        </a:xfrm>
                      </p:grpSpPr>
                      <p:sp>
                        <p:nvSpPr>
                          <p:cNvPr id="878" name="Flowchart: Connector 877">
                            <a:extLst>
                              <a:ext uri="{FF2B5EF4-FFF2-40B4-BE49-F238E27FC236}">
                                <a16:creationId xmlns:a16="http://schemas.microsoft.com/office/drawing/2014/main" id="{24A8E908-5CD1-4562-8BCA-AE994505949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79" name="Flowchart: Connector 878">
                            <a:extLst>
                              <a:ext uri="{FF2B5EF4-FFF2-40B4-BE49-F238E27FC236}">
                                <a16:creationId xmlns:a16="http://schemas.microsoft.com/office/drawing/2014/main" id="{3E9C3125-0893-44BA-8505-F33EC57B808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80" name="Flowchart: Connector 879">
                            <a:extLst>
                              <a:ext uri="{FF2B5EF4-FFF2-40B4-BE49-F238E27FC236}">
                                <a16:creationId xmlns:a16="http://schemas.microsoft.com/office/drawing/2014/main" id="{EF56DEBA-809B-4834-A559-61338970C41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81" name="Flowchart: Connector 880">
                            <a:extLst>
                              <a:ext uri="{FF2B5EF4-FFF2-40B4-BE49-F238E27FC236}">
                                <a16:creationId xmlns:a16="http://schemas.microsoft.com/office/drawing/2014/main" id="{5C3EA484-5829-4C52-A48D-335639C90EA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82" name="Flowchart: Connector 881">
                            <a:extLst>
                              <a:ext uri="{FF2B5EF4-FFF2-40B4-BE49-F238E27FC236}">
                                <a16:creationId xmlns:a16="http://schemas.microsoft.com/office/drawing/2014/main" id="{87548463-C444-41FC-A1FD-D7878BB0BDF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83" name="Flowchart: Connector 882">
                            <a:extLst>
                              <a:ext uri="{FF2B5EF4-FFF2-40B4-BE49-F238E27FC236}">
                                <a16:creationId xmlns:a16="http://schemas.microsoft.com/office/drawing/2014/main" id="{0F1C3545-2593-4486-97DD-8A343F3D814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84" name="Flowchart: Connector 883">
                            <a:extLst>
                              <a:ext uri="{FF2B5EF4-FFF2-40B4-BE49-F238E27FC236}">
                                <a16:creationId xmlns:a16="http://schemas.microsoft.com/office/drawing/2014/main" id="{245A794F-1228-4282-95B8-8CE71141460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85" name="Flowchart: Connector 884">
                            <a:extLst>
                              <a:ext uri="{FF2B5EF4-FFF2-40B4-BE49-F238E27FC236}">
                                <a16:creationId xmlns:a16="http://schemas.microsoft.com/office/drawing/2014/main" id="{93D95121-8B10-44EE-9042-63BFD480BBD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86" name="Flowchart: Connector 885">
                            <a:extLst>
                              <a:ext uri="{FF2B5EF4-FFF2-40B4-BE49-F238E27FC236}">
                                <a16:creationId xmlns:a16="http://schemas.microsoft.com/office/drawing/2014/main" id="{4EF7896B-6F70-4D56-9A13-89E345825B1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87" name="3D Model 886" descr="Sphere">
                                <a:extLst>
                                  <a:ext uri="{FF2B5EF4-FFF2-40B4-BE49-F238E27FC236}">
                                    <a16:creationId xmlns:a16="http://schemas.microsoft.com/office/drawing/2014/main" id="{327F6CC4-7F7E-41B7-90F9-AEE585635FC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71399174"/>
                                  </p:ext>
                                </p:extLst>
                              </p:nvPr>
                            </p:nvGraphicFramePr>
                            <p:xfrm>
                              <a:off x="3717893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615" name="3D Model 1614" descr="Sphere">
                                <a:extLst>
                                  <a:ext uri="{FF2B5EF4-FFF2-40B4-BE49-F238E27FC236}">
                                    <a16:creationId xmlns:a16="http://schemas.microsoft.com/office/drawing/2014/main" id="{A25BF9BF-9D18-439B-8289-387D4D30D31A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457203" y="2396751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88" name="Flowchart: Connector 887">
                            <a:extLst>
                              <a:ext uri="{FF2B5EF4-FFF2-40B4-BE49-F238E27FC236}">
                                <a16:creationId xmlns:a16="http://schemas.microsoft.com/office/drawing/2014/main" id="{446CDB83-1722-416C-B265-E9F6B66E2BD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89" name="3D Model 888" descr="Sphere">
                                <a:extLst>
                                  <a:ext uri="{FF2B5EF4-FFF2-40B4-BE49-F238E27FC236}">
                                    <a16:creationId xmlns:a16="http://schemas.microsoft.com/office/drawing/2014/main" id="{702E5DE8-C184-4B88-9C57-4ECB75218B3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165631798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90" name="Flowchart: Connector 889">
                            <a:extLst>
                              <a:ext uri="{FF2B5EF4-FFF2-40B4-BE49-F238E27FC236}">
                                <a16:creationId xmlns:a16="http://schemas.microsoft.com/office/drawing/2014/main" id="{D3CBEFED-A65B-45AA-A833-DAAADF8C73C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91" name="3D Model 890" descr="Sphere">
                                <a:extLst>
                                  <a:ext uri="{FF2B5EF4-FFF2-40B4-BE49-F238E27FC236}">
                                    <a16:creationId xmlns:a16="http://schemas.microsoft.com/office/drawing/2014/main" id="{1489D9AD-B690-416E-8D3F-9C023A1ACC5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49331244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92" name="Flowchart: Connector 891">
                            <a:extLst>
                              <a:ext uri="{FF2B5EF4-FFF2-40B4-BE49-F238E27FC236}">
                                <a16:creationId xmlns:a16="http://schemas.microsoft.com/office/drawing/2014/main" id="{D678586D-7436-4553-9967-935367DD490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93" name="3D Model 892" descr="Sphere">
                                <a:extLst>
                                  <a:ext uri="{FF2B5EF4-FFF2-40B4-BE49-F238E27FC236}">
                                    <a16:creationId xmlns:a16="http://schemas.microsoft.com/office/drawing/2014/main" id="{079A4288-2C01-41DC-B3D7-440A946B5C3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201986125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845" name="Group 844">
                          <a:extLst>
                            <a:ext uri="{FF2B5EF4-FFF2-40B4-BE49-F238E27FC236}">
                              <a16:creationId xmlns:a16="http://schemas.microsoft.com/office/drawing/2014/main" id="{5F275D60-F9A7-40DD-BB92-A3C0719F5B3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936" y="1817250"/>
                          <a:ext cx="1064014" cy="643455"/>
                          <a:chOff x="3717893" y="1713221"/>
                          <a:chExt cx="1064014" cy="643455"/>
                        </a:xfrm>
                      </p:grpSpPr>
                      <p:sp>
                        <p:nvSpPr>
                          <p:cNvPr id="862" name="Flowchart: Connector 861">
                            <a:extLst>
                              <a:ext uri="{FF2B5EF4-FFF2-40B4-BE49-F238E27FC236}">
                                <a16:creationId xmlns:a16="http://schemas.microsoft.com/office/drawing/2014/main" id="{17F1AD2E-CCBE-42D8-8F1E-F4E84AE77CD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63" name="Flowchart: Connector 862">
                            <a:extLst>
                              <a:ext uri="{FF2B5EF4-FFF2-40B4-BE49-F238E27FC236}">
                                <a16:creationId xmlns:a16="http://schemas.microsoft.com/office/drawing/2014/main" id="{8AD205EE-DBA8-420D-9D18-9256384FF37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64" name="Flowchart: Connector 863">
                            <a:extLst>
                              <a:ext uri="{FF2B5EF4-FFF2-40B4-BE49-F238E27FC236}">
                                <a16:creationId xmlns:a16="http://schemas.microsoft.com/office/drawing/2014/main" id="{8B6AC3F5-20A3-4A8A-9347-C964A559C7A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65" name="Flowchart: Connector 864">
                            <a:extLst>
                              <a:ext uri="{FF2B5EF4-FFF2-40B4-BE49-F238E27FC236}">
                                <a16:creationId xmlns:a16="http://schemas.microsoft.com/office/drawing/2014/main" id="{59C6D125-1ADB-4F2E-BCF6-DB3BB8C235A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66" name="Flowchart: Connector 865">
                            <a:extLst>
                              <a:ext uri="{FF2B5EF4-FFF2-40B4-BE49-F238E27FC236}">
                                <a16:creationId xmlns:a16="http://schemas.microsoft.com/office/drawing/2014/main" id="{2B6C6DD9-2B90-43F7-8346-C5007467ED3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67" name="Flowchart: Connector 866">
                            <a:extLst>
                              <a:ext uri="{FF2B5EF4-FFF2-40B4-BE49-F238E27FC236}">
                                <a16:creationId xmlns:a16="http://schemas.microsoft.com/office/drawing/2014/main" id="{DD62B14B-7930-4DDE-B9E7-20A6D1CDE05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68" name="Flowchart: Connector 867">
                            <a:extLst>
                              <a:ext uri="{FF2B5EF4-FFF2-40B4-BE49-F238E27FC236}">
                                <a16:creationId xmlns:a16="http://schemas.microsoft.com/office/drawing/2014/main" id="{086FA131-B2BC-4128-B9A2-537B4E00361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69" name="Flowchart: Connector 868">
                            <a:extLst>
                              <a:ext uri="{FF2B5EF4-FFF2-40B4-BE49-F238E27FC236}">
                                <a16:creationId xmlns:a16="http://schemas.microsoft.com/office/drawing/2014/main" id="{77F482C1-E743-4A35-9E73-4549B2AC8A9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70" name="Flowchart: Connector 869">
                            <a:extLst>
                              <a:ext uri="{FF2B5EF4-FFF2-40B4-BE49-F238E27FC236}">
                                <a16:creationId xmlns:a16="http://schemas.microsoft.com/office/drawing/2014/main" id="{55100358-26AF-43E8-B6C4-2E71B404EE2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71" name="3D Model 870" descr="Sphere">
                                <a:extLst>
                                  <a:ext uri="{FF2B5EF4-FFF2-40B4-BE49-F238E27FC236}">
                                    <a16:creationId xmlns:a16="http://schemas.microsoft.com/office/drawing/2014/main" id="{E12ADE50-09A4-401A-9094-837BB96E79C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13574790"/>
                                  </p:ext>
                                </p:extLst>
                              </p:nvPr>
                            </p:nvGraphicFramePr>
                            <p:xfrm>
                              <a:off x="3717893" y="171322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599" name="3D Model 1598" descr="Sphere">
                                <a:extLst>
                                  <a:ext uri="{FF2B5EF4-FFF2-40B4-BE49-F238E27FC236}">
                                    <a16:creationId xmlns:a16="http://schemas.microsoft.com/office/drawing/2014/main" id="{65F4613F-BA2E-4D19-92B6-DD90C6B413C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455522" y="2335881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72" name="Flowchart: Connector 871">
                            <a:extLst>
                              <a:ext uri="{FF2B5EF4-FFF2-40B4-BE49-F238E27FC236}">
                                <a16:creationId xmlns:a16="http://schemas.microsoft.com/office/drawing/2014/main" id="{071D8BE3-1246-4D64-9C87-03B0052A126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73" name="3D Model 872" descr="Sphere">
                                <a:extLst>
                                  <a:ext uri="{FF2B5EF4-FFF2-40B4-BE49-F238E27FC236}">
                                    <a16:creationId xmlns:a16="http://schemas.microsoft.com/office/drawing/2014/main" id="{8D4C6960-50D3-4CC7-A28D-B20DBB78218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676377942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601" name="3D Model 1600" descr="Sphere">
                                <a:extLst>
                                  <a:ext uri="{FF2B5EF4-FFF2-40B4-BE49-F238E27FC236}">
                                    <a16:creationId xmlns:a16="http://schemas.microsoft.com/office/drawing/2014/main" id="{D6E5EE4C-3068-4057-8CA8-50136651EC6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497223" y="2351751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74" name="Flowchart: Connector 873">
                            <a:extLst>
                              <a:ext uri="{FF2B5EF4-FFF2-40B4-BE49-F238E27FC236}">
                                <a16:creationId xmlns:a16="http://schemas.microsoft.com/office/drawing/2014/main" id="{8703D0DE-D1BF-4BD8-A0C3-DBB6E43B7A9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75" name="3D Model 874" descr="Sphere">
                                <a:extLst>
                                  <a:ext uri="{FF2B5EF4-FFF2-40B4-BE49-F238E27FC236}">
                                    <a16:creationId xmlns:a16="http://schemas.microsoft.com/office/drawing/2014/main" id="{CF1EC67A-966A-464C-8C5F-5F56005F14E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35560764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76" name="Flowchart: Connector 875">
                            <a:extLst>
                              <a:ext uri="{FF2B5EF4-FFF2-40B4-BE49-F238E27FC236}">
                                <a16:creationId xmlns:a16="http://schemas.microsoft.com/office/drawing/2014/main" id="{7C93AF6C-7F62-4C3C-B1E5-EB9168A6D3B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77" name="3D Model 876" descr="Sphere">
                                <a:extLst>
                                  <a:ext uri="{FF2B5EF4-FFF2-40B4-BE49-F238E27FC236}">
                                    <a16:creationId xmlns:a16="http://schemas.microsoft.com/office/drawing/2014/main" id="{ABC253F6-7B70-4434-81AA-AD0D9DC5791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72768551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846" name="Flowchart: Connector 845">
                          <a:extLst>
                            <a:ext uri="{FF2B5EF4-FFF2-40B4-BE49-F238E27FC236}">
                              <a16:creationId xmlns:a16="http://schemas.microsoft.com/office/drawing/2014/main" id="{CF1CA920-DC74-4476-BA78-8727016F05D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47" name="Flowchart: Connector 846">
                          <a:extLst>
                            <a:ext uri="{FF2B5EF4-FFF2-40B4-BE49-F238E27FC236}">
                              <a16:creationId xmlns:a16="http://schemas.microsoft.com/office/drawing/2014/main" id="{ED53823E-F8FC-4C23-AFD0-5955ADCF657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48" name="Flowchart: Connector 847">
                          <a:extLst>
                            <a:ext uri="{FF2B5EF4-FFF2-40B4-BE49-F238E27FC236}">
                              <a16:creationId xmlns:a16="http://schemas.microsoft.com/office/drawing/2014/main" id="{8EED8190-8743-4893-908E-7336096FF98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26347" y="177334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49" name="Flowchart: Connector 848">
                          <a:extLst>
                            <a:ext uri="{FF2B5EF4-FFF2-40B4-BE49-F238E27FC236}">
                              <a16:creationId xmlns:a16="http://schemas.microsoft.com/office/drawing/2014/main" id="{7B3CEA3B-49E0-4BC4-9527-CA60E1EAC0C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50" name="Flowchart: Connector 849">
                          <a:extLst>
                            <a:ext uri="{FF2B5EF4-FFF2-40B4-BE49-F238E27FC236}">
                              <a16:creationId xmlns:a16="http://schemas.microsoft.com/office/drawing/2014/main" id="{5F67AD4A-EAFA-4DB2-8B00-6AD634FB753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51" name="Flowchart: Connector 850">
                          <a:extLst>
                            <a:ext uri="{FF2B5EF4-FFF2-40B4-BE49-F238E27FC236}">
                              <a16:creationId xmlns:a16="http://schemas.microsoft.com/office/drawing/2014/main" id="{85C906D4-7C07-49FF-959A-D46DC99400F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52" name="Flowchart: Connector 851">
                          <a:extLst>
                            <a:ext uri="{FF2B5EF4-FFF2-40B4-BE49-F238E27FC236}">
                              <a16:creationId xmlns:a16="http://schemas.microsoft.com/office/drawing/2014/main" id="{DAF6AB4B-5A54-4CED-A7B7-A948F4EDD9B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53" name="Flowchart: Connector 852">
                          <a:extLst>
                            <a:ext uri="{FF2B5EF4-FFF2-40B4-BE49-F238E27FC236}">
                              <a16:creationId xmlns:a16="http://schemas.microsoft.com/office/drawing/2014/main" id="{882269BD-0727-4F7A-834D-D8DD414DAF6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54" name="Flowchart: Connector 853">
                          <a:extLst>
                            <a:ext uri="{FF2B5EF4-FFF2-40B4-BE49-F238E27FC236}">
                              <a16:creationId xmlns:a16="http://schemas.microsoft.com/office/drawing/2014/main" id="{C798526C-605A-4228-8BF1-FC1A3FE4C7E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55" name="3D Model 854" descr="Sphere">
                              <a:extLst>
                                <a:ext uri="{FF2B5EF4-FFF2-40B4-BE49-F238E27FC236}">
                                  <a16:creationId xmlns:a16="http://schemas.microsoft.com/office/drawing/2014/main" id="{F973B68D-469A-4166-B118-443EB680831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35446510"/>
                                </p:ext>
                              </p:extLst>
                            </p:nvPr>
                          </p:nvGraphicFramePr>
                          <p:xfrm>
                            <a:off x="2122087" y="1503359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433448" ay="1433014" az="-1105299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7"/>
                                </am3d:raster>
                                <am3d:objViewport viewportSz="5757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583" name="3D Model 1582" descr="Sphere">
                              <a:extLst>
                                <a:ext uri="{FF2B5EF4-FFF2-40B4-BE49-F238E27FC236}">
                                  <a16:creationId xmlns:a16="http://schemas.microsoft.com/office/drawing/2014/main" id="{FAEF2B25-A843-4C17-96E6-2326F5086280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456764" y="2276761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56" name="Flowchart: Connector 855">
                          <a:extLst>
                            <a:ext uri="{FF2B5EF4-FFF2-40B4-BE49-F238E27FC236}">
                              <a16:creationId xmlns:a16="http://schemas.microsoft.com/office/drawing/2014/main" id="{8F875691-C0DE-4DEC-89D0-C44B7B76745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57" name="3D Model 856" descr="Sphere">
                              <a:extLst>
                                <a:ext uri="{FF2B5EF4-FFF2-40B4-BE49-F238E27FC236}">
                                  <a16:creationId xmlns:a16="http://schemas.microsoft.com/office/drawing/2014/main" id="{94B3F5AA-B229-40BE-A5EC-FA2198794FD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61278927"/>
                                </p:ext>
                              </p:extLst>
                            </p:nvPr>
                          </p:nvGraphicFramePr>
                          <p:xfrm>
                            <a:off x="2368043" y="1593681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5"/>
                                </am3d:raster>
                                <am3d:objViewport viewportSz="5886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585" name="3D Model 1584" descr="Sphere">
                              <a:extLst>
                                <a:ext uri="{FF2B5EF4-FFF2-40B4-BE49-F238E27FC236}">
                                  <a16:creationId xmlns:a16="http://schemas.microsoft.com/office/drawing/2014/main" id="{1A48DAB0-96E9-49A7-8F43-87B8AB828CE3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499488" y="2293773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58" name="Flowchart: Connector 857">
                          <a:extLst>
                            <a:ext uri="{FF2B5EF4-FFF2-40B4-BE49-F238E27FC236}">
                              <a16:creationId xmlns:a16="http://schemas.microsoft.com/office/drawing/2014/main" id="{970E3BAF-0F62-4A52-934F-30DF6C86216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59" name="3D Model 858" descr="Sphere">
                              <a:extLst>
                                <a:ext uri="{FF2B5EF4-FFF2-40B4-BE49-F238E27FC236}">
                                  <a16:creationId xmlns:a16="http://schemas.microsoft.com/office/drawing/2014/main" id="{B1F42D45-A815-4FAE-B432-6C7EE0E4E13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92796789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3235" cy="6170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7"/>
                                </am3d:raster>
                                <am3d:objViewport viewportSz="6018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587" name="3D Model 1586" descr="Sphere">
                              <a:extLst>
                                <a:ext uri="{FF2B5EF4-FFF2-40B4-BE49-F238E27FC236}">
                                  <a16:creationId xmlns:a16="http://schemas.microsoft.com/office/drawing/2014/main" id="{4A9E232F-1EA8-4405-8501-404ABAFC62E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3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541375" y="2302789"/>
                              <a:ext cx="53235" cy="61702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60" name="Flowchart: Connector 859">
                          <a:extLst>
                            <a:ext uri="{FF2B5EF4-FFF2-40B4-BE49-F238E27FC236}">
                              <a16:creationId xmlns:a16="http://schemas.microsoft.com/office/drawing/2014/main" id="{E4BE064A-69E3-43CB-B1E6-58371A7EFFE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61" name="3D Model 860" descr="Sphere">
                              <a:extLst>
                                <a:ext uri="{FF2B5EF4-FFF2-40B4-BE49-F238E27FC236}">
                                  <a16:creationId xmlns:a16="http://schemas.microsoft.com/office/drawing/2014/main" id="{BB20B34F-B82F-41F0-B962-A2031C06BCF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58257460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1045" cy="5891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9"/>
                                </am3d:raster>
                                <am3d:objViewport viewportSz="5955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589" name="3D Model 1588" descr="Sphere">
                              <a:extLst>
                                <a:ext uri="{FF2B5EF4-FFF2-40B4-BE49-F238E27FC236}">
                                  <a16:creationId xmlns:a16="http://schemas.microsoft.com/office/drawing/2014/main" id="{4614BFF0-34DE-485F-8555-3EBF46C0817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588001" y="2319183"/>
                              <a:ext cx="51045" cy="589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751" name="Group 750">
                      <a:extLst>
                        <a:ext uri="{FF2B5EF4-FFF2-40B4-BE49-F238E27FC236}">
                          <a16:creationId xmlns:a16="http://schemas.microsoft.com/office/drawing/2014/main" id="{FB5E8DDE-2B5B-408C-90C7-8DBF2CBE1033}"/>
                        </a:ext>
                      </a:extLst>
                    </p:cNvPr>
                    <p:cNvGrpSpPr/>
                    <p:nvPr/>
                  </p:nvGrpSpPr>
                  <p:grpSpPr>
                    <a:xfrm rot="18542409">
                      <a:off x="2257159" y="236280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821" name="Freeform: Shape 820">
                        <a:extLst>
                          <a:ext uri="{FF2B5EF4-FFF2-40B4-BE49-F238E27FC236}">
                            <a16:creationId xmlns:a16="http://schemas.microsoft.com/office/drawing/2014/main" id="{4812C9C7-6FC4-436B-8E07-9F7333272CE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22" name="Rectangle: Rounded Corners 821">
                        <a:extLst>
                          <a:ext uri="{FF2B5EF4-FFF2-40B4-BE49-F238E27FC236}">
                            <a16:creationId xmlns:a16="http://schemas.microsoft.com/office/drawing/2014/main" id="{ADEC279A-20A0-4095-9F65-2F6611E910A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52" name="Group 751">
                      <a:extLst>
                        <a:ext uri="{FF2B5EF4-FFF2-40B4-BE49-F238E27FC236}">
                          <a16:creationId xmlns:a16="http://schemas.microsoft.com/office/drawing/2014/main" id="{A2C9AD8F-B6C0-4BF6-AD56-89BF1511184C}"/>
                        </a:ext>
                      </a:extLst>
                    </p:cNvPr>
                    <p:cNvGrpSpPr/>
                    <p:nvPr/>
                  </p:nvGrpSpPr>
                  <p:grpSpPr>
                    <a:xfrm rot="17122200">
                      <a:off x="1187274" y="235013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819" name="Freeform: Shape 818">
                        <a:extLst>
                          <a:ext uri="{FF2B5EF4-FFF2-40B4-BE49-F238E27FC236}">
                            <a16:creationId xmlns:a16="http://schemas.microsoft.com/office/drawing/2014/main" id="{20C21FDA-0169-4622-918B-8A856950E08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20" name="Rectangle: Rounded Corners 819">
                        <a:extLst>
                          <a:ext uri="{FF2B5EF4-FFF2-40B4-BE49-F238E27FC236}">
                            <a16:creationId xmlns:a16="http://schemas.microsoft.com/office/drawing/2014/main" id="{ACF905C8-28AB-44E8-BB6E-B898A16BA58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53" name="Group 752">
                      <a:extLst>
                        <a:ext uri="{FF2B5EF4-FFF2-40B4-BE49-F238E27FC236}">
                          <a16:creationId xmlns:a16="http://schemas.microsoft.com/office/drawing/2014/main" id="{0C701DE3-E2CD-4B58-8799-A347794F9A9A}"/>
                        </a:ext>
                      </a:extLst>
                    </p:cNvPr>
                    <p:cNvGrpSpPr/>
                    <p:nvPr/>
                  </p:nvGrpSpPr>
                  <p:grpSpPr>
                    <a:xfrm rot="658209">
                      <a:off x="2479276" y="3323586"/>
                      <a:ext cx="746642" cy="235253"/>
                      <a:chOff x="2620172" y="2546175"/>
                      <a:chExt cx="834986" cy="143092"/>
                    </a:xfrm>
                  </p:grpSpPr>
                  <p:sp>
                    <p:nvSpPr>
                      <p:cNvPr id="817" name="Freeform: Shape 816">
                        <a:extLst>
                          <a:ext uri="{FF2B5EF4-FFF2-40B4-BE49-F238E27FC236}">
                            <a16:creationId xmlns:a16="http://schemas.microsoft.com/office/drawing/2014/main" id="{0E19B552-1870-4F59-84F2-DAFFE8D300E4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18" name="Rectangle: Rounded Corners 817">
                        <a:extLst>
                          <a:ext uri="{FF2B5EF4-FFF2-40B4-BE49-F238E27FC236}">
                            <a16:creationId xmlns:a16="http://schemas.microsoft.com/office/drawing/2014/main" id="{A15F153F-2474-49E5-B4ED-2F6B949A63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54" name="Group 753">
                      <a:extLst>
                        <a:ext uri="{FF2B5EF4-FFF2-40B4-BE49-F238E27FC236}">
                          <a16:creationId xmlns:a16="http://schemas.microsoft.com/office/drawing/2014/main" id="{188DA218-B63B-4859-A8F5-86C280AC971D}"/>
                        </a:ext>
                      </a:extLst>
                    </p:cNvPr>
                    <p:cNvGrpSpPr/>
                    <p:nvPr/>
                  </p:nvGrpSpPr>
                  <p:grpSpPr>
                    <a:xfrm rot="18837888">
                      <a:off x="1789768" y="223810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815" name="Freeform: Shape 814">
                        <a:extLst>
                          <a:ext uri="{FF2B5EF4-FFF2-40B4-BE49-F238E27FC236}">
                            <a16:creationId xmlns:a16="http://schemas.microsoft.com/office/drawing/2014/main" id="{7EE9F8DF-8F4B-41B5-9DFF-E0016F53805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16" name="Rectangle: Rounded Corners 815">
                        <a:extLst>
                          <a:ext uri="{FF2B5EF4-FFF2-40B4-BE49-F238E27FC236}">
                            <a16:creationId xmlns:a16="http://schemas.microsoft.com/office/drawing/2014/main" id="{44FD8946-BE17-44D5-8BE0-84B86ABBFA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55" name="Group 754">
                      <a:extLst>
                        <a:ext uri="{FF2B5EF4-FFF2-40B4-BE49-F238E27FC236}">
                          <a16:creationId xmlns:a16="http://schemas.microsoft.com/office/drawing/2014/main" id="{2509CD00-1F26-41B6-A091-64A0890FF1D5}"/>
                        </a:ext>
                      </a:extLst>
                    </p:cNvPr>
                    <p:cNvGrpSpPr/>
                    <p:nvPr/>
                  </p:nvGrpSpPr>
                  <p:grpSpPr>
                    <a:xfrm rot="16200000">
                      <a:off x="563034" y="2429570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813" name="Freeform: Shape 812">
                        <a:extLst>
                          <a:ext uri="{FF2B5EF4-FFF2-40B4-BE49-F238E27FC236}">
                            <a16:creationId xmlns:a16="http://schemas.microsoft.com/office/drawing/2014/main" id="{B9F9A537-C126-4A2A-B97D-303ECD3E321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14" name="Rectangle: Rounded Corners 813">
                        <a:extLst>
                          <a:ext uri="{FF2B5EF4-FFF2-40B4-BE49-F238E27FC236}">
                            <a16:creationId xmlns:a16="http://schemas.microsoft.com/office/drawing/2014/main" id="{237177E5-5BCA-4C18-BD55-181BB7EAAB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56" name="Group 755">
                      <a:extLst>
                        <a:ext uri="{FF2B5EF4-FFF2-40B4-BE49-F238E27FC236}">
                          <a16:creationId xmlns:a16="http://schemas.microsoft.com/office/drawing/2014/main" id="{56C1605D-44EA-4A74-8833-B07514710765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350328" y="442527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811" name="Freeform: Shape 810">
                        <a:extLst>
                          <a:ext uri="{FF2B5EF4-FFF2-40B4-BE49-F238E27FC236}">
                            <a16:creationId xmlns:a16="http://schemas.microsoft.com/office/drawing/2014/main" id="{559C7742-48F4-4328-8DDD-7964EB28233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12" name="Rectangle: Rounded Corners 811">
                        <a:extLst>
                          <a:ext uri="{FF2B5EF4-FFF2-40B4-BE49-F238E27FC236}">
                            <a16:creationId xmlns:a16="http://schemas.microsoft.com/office/drawing/2014/main" id="{8591F969-D458-4A06-84CE-E536B66BA6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57" name="Group 756">
                      <a:extLst>
                        <a:ext uri="{FF2B5EF4-FFF2-40B4-BE49-F238E27FC236}">
                          <a16:creationId xmlns:a16="http://schemas.microsoft.com/office/drawing/2014/main" id="{AD439E7B-76B1-46D5-A74A-DCF070F6074C}"/>
                        </a:ext>
                      </a:extLst>
                    </p:cNvPr>
                    <p:cNvGrpSpPr/>
                    <p:nvPr/>
                  </p:nvGrpSpPr>
                  <p:grpSpPr>
                    <a:xfrm rot="5880914">
                      <a:off x="789613" y="438062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809" name="Freeform: Shape 808">
                        <a:extLst>
                          <a:ext uri="{FF2B5EF4-FFF2-40B4-BE49-F238E27FC236}">
                            <a16:creationId xmlns:a16="http://schemas.microsoft.com/office/drawing/2014/main" id="{47F7ED66-176F-4BE5-A04B-4B3405816A6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10" name="Rectangle: Rounded Corners 809">
                        <a:extLst>
                          <a:ext uri="{FF2B5EF4-FFF2-40B4-BE49-F238E27FC236}">
                            <a16:creationId xmlns:a16="http://schemas.microsoft.com/office/drawing/2014/main" id="{ADBA47CD-4FA3-43CA-868E-CAD764D006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58" name="Group 757">
                      <a:extLst>
                        <a:ext uri="{FF2B5EF4-FFF2-40B4-BE49-F238E27FC236}">
                          <a16:creationId xmlns:a16="http://schemas.microsoft.com/office/drawing/2014/main" id="{0048A43C-1EF3-4344-B3D9-25F5A4C046C8}"/>
                        </a:ext>
                      </a:extLst>
                    </p:cNvPr>
                    <p:cNvGrpSpPr/>
                    <p:nvPr/>
                  </p:nvGrpSpPr>
                  <p:grpSpPr>
                    <a:xfrm rot="13587211">
                      <a:off x="651990" y="2929858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807" name="Freeform: Shape 806">
                        <a:extLst>
                          <a:ext uri="{FF2B5EF4-FFF2-40B4-BE49-F238E27FC236}">
                            <a16:creationId xmlns:a16="http://schemas.microsoft.com/office/drawing/2014/main" id="{DDCFE67E-3F77-4AFB-BC85-B7DA62BD362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08" name="Rectangle: Rounded Corners 807">
                        <a:extLst>
                          <a:ext uri="{FF2B5EF4-FFF2-40B4-BE49-F238E27FC236}">
                            <a16:creationId xmlns:a16="http://schemas.microsoft.com/office/drawing/2014/main" id="{DE0EFD28-9400-4F8F-A3D3-3C4E361037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59" name="Group 758">
                      <a:extLst>
                        <a:ext uri="{FF2B5EF4-FFF2-40B4-BE49-F238E27FC236}">
                          <a16:creationId xmlns:a16="http://schemas.microsoft.com/office/drawing/2014/main" id="{EB374ABE-2D99-4F73-87CC-14976E0C36A9}"/>
                        </a:ext>
                      </a:extLst>
                    </p:cNvPr>
                    <p:cNvGrpSpPr/>
                    <p:nvPr/>
                  </p:nvGrpSpPr>
                  <p:grpSpPr>
                    <a:xfrm rot="11351284">
                      <a:off x="163719" y="3807693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805" name="Freeform: Shape 804">
                        <a:extLst>
                          <a:ext uri="{FF2B5EF4-FFF2-40B4-BE49-F238E27FC236}">
                            <a16:creationId xmlns:a16="http://schemas.microsoft.com/office/drawing/2014/main" id="{7B65ECB7-5713-4333-A010-5D6C5F64F224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06" name="Rectangle: Rounded Corners 805">
                        <a:extLst>
                          <a:ext uri="{FF2B5EF4-FFF2-40B4-BE49-F238E27FC236}">
                            <a16:creationId xmlns:a16="http://schemas.microsoft.com/office/drawing/2014/main" id="{CB8CF4C5-C34F-4EB2-A5AD-DCBB6B9EA8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60" name="Group 759">
                      <a:extLst>
                        <a:ext uri="{FF2B5EF4-FFF2-40B4-BE49-F238E27FC236}">
                          <a16:creationId xmlns:a16="http://schemas.microsoft.com/office/drawing/2014/main" id="{0788E041-B42D-43E4-8D26-52CB5571C231}"/>
                        </a:ext>
                      </a:extLst>
                    </p:cNvPr>
                    <p:cNvGrpSpPr/>
                    <p:nvPr/>
                  </p:nvGrpSpPr>
                  <p:grpSpPr>
                    <a:xfrm rot="4193783">
                      <a:off x="2062756" y="4148262"/>
                      <a:ext cx="706454" cy="171076"/>
                      <a:chOff x="2620172" y="2546175"/>
                      <a:chExt cx="834986" cy="143092"/>
                    </a:xfrm>
                  </p:grpSpPr>
                  <p:sp>
                    <p:nvSpPr>
                      <p:cNvPr id="803" name="Freeform: Shape 802">
                        <a:extLst>
                          <a:ext uri="{FF2B5EF4-FFF2-40B4-BE49-F238E27FC236}">
                            <a16:creationId xmlns:a16="http://schemas.microsoft.com/office/drawing/2014/main" id="{C9DC63DE-FC12-4EFC-AD0E-8BB4780C797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04" name="Rectangle: Rounded Corners 803">
                        <a:extLst>
                          <a:ext uri="{FF2B5EF4-FFF2-40B4-BE49-F238E27FC236}">
                            <a16:creationId xmlns:a16="http://schemas.microsoft.com/office/drawing/2014/main" id="{38709AB2-0FF5-4722-A20B-57C69B740F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61" name="Group 760">
                      <a:extLst>
                        <a:ext uri="{FF2B5EF4-FFF2-40B4-BE49-F238E27FC236}">
                          <a16:creationId xmlns:a16="http://schemas.microsoft.com/office/drawing/2014/main" id="{ABD8CB65-7D11-4142-BB17-A706C5D2DB6E}"/>
                        </a:ext>
                      </a:extLst>
                    </p:cNvPr>
                    <p:cNvGrpSpPr/>
                    <p:nvPr/>
                  </p:nvGrpSpPr>
                  <p:grpSpPr>
                    <a:xfrm rot="1837203">
                      <a:off x="2331692" y="387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801" name="Freeform: Shape 800">
                        <a:extLst>
                          <a:ext uri="{FF2B5EF4-FFF2-40B4-BE49-F238E27FC236}">
                            <a16:creationId xmlns:a16="http://schemas.microsoft.com/office/drawing/2014/main" id="{187F5792-F111-431F-A038-9ABB18BA9BB4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02" name="Rectangle: Rounded Corners 801">
                        <a:extLst>
                          <a:ext uri="{FF2B5EF4-FFF2-40B4-BE49-F238E27FC236}">
                            <a16:creationId xmlns:a16="http://schemas.microsoft.com/office/drawing/2014/main" id="{F8ABDFB7-6120-4948-90CA-1BDB55F809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62" name="Group 761">
                      <a:extLst>
                        <a:ext uri="{FF2B5EF4-FFF2-40B4-BE49-F238E27FC236}">
                          <a16:creationId xmlns:a16="http://schemas.microsoft.com/office/drawing/2014/main" id="{CC3FCE73-281E-4AD1-8FEC-B8B2858DA7BE}"/>
                        </a:ext>
                      </a:extLst>
                    </p:cNvPr>
                    <p:cNvGrpSpPr/>
                    <p:nvPr/>
                  </p:nvGrpSpPr>
                  <p:grpSpPr>
                    <a:xfrm rot="932650">
                      <a:off x="2489621" y="310501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799" name="Freeform: Shape 798">
                        <a:extLst>
                          <a:ext uri="{FF2B5EF4-FFF2-40B4-BE49-F238E27FC236}">
                            <a16:creationId xmlns:a16="http://schemas.microsoft.com/office/drawing/2014/main" id="{BB1914CD-E180-4DC4-B327-E9DC547F087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00" name="Rectangle: Rounded Corners 799">
                        <a:extLst>
                          <a:ext uri="{FF2B5EF4-FFF2-40B4-BE49-F238E27FC236}">
                            <a16:creationId xmlns:a16="http://schemas.microsoft.com/office/drawing/2014/main" id="{0D6B5366-AB5D-4B66-9C67-23B56E3D127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63" name="Group 762">
                      <a:extLst>
                        <a:ext uri="{FF2B5EF4-FFF2-40B4-BE49-F238E27FC236}">
                          <a16:creationId xmlns:a16="http://schemas.microsoft.com/office/drawing/2014/main" id="{654AD116-66DE-48B2-9992-C669648B55C8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686489" y="34904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797" name="Freeform: Shape 796">
                        <a:extLst>
                          <a:ext uri="{FF2B5EF4-FFF2-40B4-BE49-F238E27FC236}">
                            <a16:creationId xmlns:a16="http://schemas.microsoft.com/office/drawing/2014/main" id="{5A6BFBCC-8A38-40A5-B86C-33400707CE5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98" name="Rectangle: Rounded Corners 797">
                        <a:extLst>
                          <a:ext uri="{FF2B5EF4-FFF2-40B4-BE49-F238E27FC236}">
                            <a16:creationId xmlns:a16="http://schemas.microsoft.com/office/drawing/2014/main" id="{0704CC99-EFB3-4935-B1A5-44BF84D673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64" name="Group 763">
                      <a:extLst>
                        <a:ext uri="{FF2B5EF4-FFF2-40B4-BE49-F238E27FC236}">
                          <a16:creationId xmlns:a16="http://schemas.microsoft.com/office/drawing/2014/main" id="{70547162-DC5F-479E-A786-A468FD45B4C6}"/>
                        </a:ext>
                      </a:extLst>
                    </p:cNvPr>
                    <p:cNvGrpSpPr/>
                    <p:nvPr/>
                  </p:nvGrpSpPr>
                  <p:grpSpPr>
                    <a:xfrm rot="16924252">
                      <a:off x="1635001" y="2371073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795" name="Freeform: Shape 794">
                        <a:extLst>
                          <a:ext uri="{FF2B5EF4-FFF2-40B4-BE49-F238E27FC236}">
                            <a16:creationId xmlns:a16="http://schemas.microsoft.com/office/drawing/2014/main" id="{12D80EBA-9055-418A-887E-ADBC71D4A74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96" name="Rectangle: Rounded Corners 795">
                        <a:extLst>
                          <a:ext uri="{FF2B5EF4-FFF2-40B4-BE49-F238E27FC236}">
                            <a16:creationId xmlns:a16="http://schemas.microsoft.com/office/drawing/2014/main" id="{8517F8D6-8CE0-41AC-85D5-A2C9D21B35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65" name="Group 764">
                      <a:extLst>
                        <a:ext uri="{FF2B5EF4-FFF2-40B4-BE49-F238E27FC236}">
                          <a16:creationId xmlns:a16="http://schemas.microsoft.com/office/drawing/2014/main" id="{52C11323-D4ED-4AB9-BDD9-A270C904DD22}"/>
                        </a:ext>
                      </a:extLst>
                    </p:cNvPr>
                    <p:cNvGrpSpPr/>
                    <p:nvPr/>
                  </p:nvGrpSpPr>
                  <p:grpSpPr>
                    <a:xfrm rot="15677156">
                      <a:off x="985517" y="2521255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793" name="Freeform: Shape 792">
                        <a:extLst>
                          <a:ext uri="{FF2B5EF4-FFF2-40B4-BE49-F238E27FC236}">
                            <a16:creationId xmlns:a16="http://schemas.microsoft.com/office/drawing/2014/main" id="{E317659C-7BA3-4123-B821-7C6B5A11D4E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94" name="Rectangle: Rounded Corners 793">
                        <a:extLst>
                          <a:ext uri="{FF2B5EF4-FFF2-40B4-BE49-F238E27FC236}">
                            <a16:creationId xmlns:a16="http://schemas.microsoft.com/office/drawing/2014/main" id="{CC7878F2-6A0B-43C3-AA3A-C15C392455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66" name="Group 765">
                      <a:extLst>
                        <a:ext uri="{FF2B5EF4-FFF2-40B4-BE49-F238E27FC236}">
                          <a16:creationId xmlns:a16="http://schemas.microsoft.com/office/drawing/2014/main" id="{F6D4DA6C-01AA-4C31-8FA0-2D1F4DA6CDB4}"/>
                        </a:ext>
                      </a:extLst>
                    </p:cNvPr>
                    <p:cNvGrpSpPr/>
                    <p:nvPr/>
                  </p:nvGrpSpPr>
                  <p:grpSpPr>
                    <a:xfrm rot="14354853" flipV="1">
                      <a:off x="976412" y="243847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791" name="Freeform: Shape 790">
                        <a:extLst>
                          <a:ext uri="{FF2B5EF4-FFF2-40B4-BE49-F238E27FC236}">
                            <a16:creationId xmlns:a16="http://schemas.microsoft.com/office/drawing/2014/main" id="{DF45EE0B-ABA1-44D6-AEB8-D77423273A2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92" name="Rectangle: Rounded Corners 791">
                        <a:extLst>
                          <a:ext uri="{FF2B5EF4-FFF2-40B4-BE49-F238E27FC236}">
                            <a16:creationId xmlns:a16="http://schemas.microsoft.com/office/drawing/2014/main" id="{EE40DDED-5DFD-41D5-9FA2-651FC1C923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67" name="Group 766">
                      <a:extLst>
                        <a:ext uri="{FF2B5EF4-FFF2-40B4-BE49-F238E27FC236}">
                          <a16:creationId xmlns:a16="http://schemas.microsoft.com/office/drawing/2014/main" id="{8379C3DE-C168-4376-A6E6-B6854CB827DB}"/>
                        </a:ext>
                      </a:extLst>
                    </p:cNvPr>
                    <p:cNvGrpSpPr/>
                    <p:nvPr/>
                  </p:nvGrpSpPr>
                  <p:grpSpPr>
                    <a:xfrm rot="9793356" flipV="1">
                      <a:off x="215985" y="323790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789" name="Freeform: Shape 788">
                        <a:extLst>
                          <a:ext uri="{FF2B5EF4-FFF2-40B4-BE49-F238E27FC236}">
                            <a16:creationId xmlns:a16="http://schemas.microsoft.com/office/drawing/2014/main" id="{FBE0F7F3-9EF4-45F9-A3C8-D38278C6D0B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90" name="Rectangle: Rounded Corners 789">
                        <a:extLst>
                          <a:ext uri="{FF2B5EF4-FFF2-40B4-BE49-F238E27FC236}">
                            <a16:creationId xmlns:a16="http://schemas.microsoft.com/office/drawing/2014/main" id="{47FEA4CF-3AFB-4610-B10F-E12922392C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68" name="Group 767">
                      <a:extLst>
                        <a:ext uri="{FF2B5EF4-FFF2-40B4-BE49-F238E27FC236}">
                          <a16:creationId xmlns:a16="http://schemas.microsoft.com/office/drawing/2014/main" id="{7B001D27-4D35-43B5-B5D7-2ECCC5E79BF3}"/>
                        </a:ext>
                      </a:extLst>
                    </p:cNvPr>
                    <p:cNvGrpSpPr/>
                    <p:nvPr/>
                  </p:nvGrpSpPr>
                  <p:grpSpPr>
                    <a:xfrm rot="6907686" flipV="1">
                      <a:off x="692019" y="393196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787" name="Freeform: Shape 786">
                        <a:extLst>
                          <a:ext uri="{FF2B5EF4-FFF2-40B4-BE49-F238E27FC236}">
                            <a16:creationId xmlns:a16="http://schemas.microsoft.com/office/drawing/2014/main" id="{273E837F-229F-44D9-9AA4-680B624F5C2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88" name="Rectangle: Rounded Corners 787">
                        <a:extLst>
                          <a:ext uri="{FF2B5EF4-FFF2-40B4-BE49-F238E27FC236}">
                            <a16:creationId xmlns:a16="http://schemas.microsoft.com/office/drawing/2014/main" id="{D372209B-F69F-4FC2-99D6-6740E9C293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69" name="Group 768">
                      <a:extLst>
                        <a:ext uri="{FF2B5EF4-FFF2-40B4-BE49-F238E27FC236}">
                          <a16:creationId xmlns:a16="http://schemas.microsoft.com/office/drawing/2014/main" id="{9156CDFB-46FF-4DF1-8515-B203B18968BA}"/>
                        </a:ext>
                      </a:extLst>
                    </p:cNvPr>
                    <p:cNvGrpSpPr/>
                    <p:nvPr/>
                  </p:nvGrpSpPr>
                  <p:grpSpPr>
                    <a:xfrm rot="1465711" flipV="1">
                      <a:off x="2002734" y="340448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785" name="Freeform: Shape 784">
                        <a:extLst>
                          <a:ext uri="{FF2B5EF4-FFF2-40B4-BE49-F238E27FC236}">
                            <a16:creationId xmlns:a16="http://schemas.microsoft.com/office/drawing/2014/main" id="{077D0910-769D-4359-8E1C-730CC5DDA21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86" name="Rectangle: Rounded Corners 785">
                        <a:extLst>
                          <a:ext uri="{FF2B5EF4-FFF2-40B4-BE49-F238E27FC236}">
                            <a16:creationId xmlns:a16="http://schemas.microsoft.com/office/drawing/2014/main" id="{CBB295BB-FBC9-4A8D-8CBA-8CCE787E487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70" name="Group 769">
                      <a:extLst>
                        <a:ext uri="{FF2B5EF4-FFF2-40B4-BE49-F238E27FC236}">
                          <a16:creationId xmlns:a16="http://schemas.microsoft.com/office/drawing/2014/main" id="{674C6233-4063-4829-907E-A4061BF782DF}"/>
                        </a:ext>
                      </a:extLst>
                    </p:cNvPr>
                    <p:cNvGrpSpPr/>
                    <p:nvPr/>
                  </p:nvGrpSpPr>
                  <p:grpSpPr>
                    <a:xfrm rot="19016516">
                      <a:off x="1733273" y="283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783" name="Freeform: Shape 782">
                        <a:extLst>
                          <a:ext uri="{FF2B5EF4-FFF2-40B4-BE49-F238E27FC236}">
                            <a16:creationId xmlns:a16="http://schemas.microsoft.com/office/drawing/2014/main" id="{105BAA66-7E8D-40E4-8EA9-4094582A8B4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84" name="Rectangle: Rounded Corners 783">
                        <a:extLst>
                          <a:ext uri="{FF2B5EF4-FFF2-40B4-BE49-F238E27FC236}">
                            <a16:creationId xmlns:a16="http://schemas.microsoft.com/office/drawing/2014/main" id="{814308FD-F757-4780-90CE-31AB41D5E2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71" name="Group 770">
                      <a:extLst>
                        <a:ext uri="{FF2B5EF4-FFF2-40B4-BE49-F238E27FC236}">
                          <a16:creationId xmlns:a16="http://schemas.microsoft.com/office/drawing/2014/main" id="{4381C0B1-0534-4D8F-94F3-831AA3B12703}"/>
                        </a:ext>
                      </a:extLst>
                    </p:cNvPr>
                    <p:cNvGrpSpPr/>
                    <p:nvPr/>
                  </p:nvGrpSpPr>
                  <p:grpSpPr>
                    <a:xfrm rot="19245075">
                      <a:off x="1632068" y="282541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781" name="Freeform: Shape 780">
                        <a:extLst>
                          <a:ext uri="{FF2B5EF4-FFF2-40B4-BE49-F238E27FC236}">
                            <a16:creationId xmlns:a16="http://schemas.microsoft.com/office/drawing/2014/main" id="{79F216B8-17AD-4DD8-AB33-6686CAC8DCE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82" name="Rectangle: Rounded Corners 781">
                        <a:extLst>
                          <a:ext uri="{FF2B5EF4-FFF2-40B4-BE49-F238E27FC236}">
                            <a16:creationId xmlns:a16="http://schemas.microsoft.com/office/drawing/2014/main" id="{7214C86F-F3E8-47D5-8060-859CAEF840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72" name="Group 771">
                      <a:extLst>
                        <a:ext uri="{FF2B5EF4-FFF2-40B4-BE49-F238E27FC236}">
                          <a16:creationId xmlns:a16="http://schemas.microsoft.com/office/drawing/2014/main" id="{574EB65C-3180-4A92-8709-76757981B440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838889" y="36428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779" name="Freeform: Shape 778">
                        <a:extLst>
                          <a:ext uri="{FF2B5EF4-FFF2-40B4-BE49-F238E27FC236}">
                            <a16:creationId xmlns:a16="http://schemas.microsoft.com/office/drawing/2014/main" id="{54BC2E82-FD7D-4FFC-87C7-11F9DEA52F0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80" name="Rectangle: Rounded Corners 779">
                        <a:extLst>
                          <a:ext uri="{FF2B5EF4-FFF2-40B4-BE49-F238E27FC236}">
                            <a16:creationId xmlns:a16="http://schemas.microsoft.com/office/drawing/2014/main" id="{F49D87C9-8C5A-4A06-925C-D5AE23A7AC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73" name="Group 772">
                      <a:extLst>
                        <a:ext uri="{FF2B5EF4-FFF2-40B4-BE49-F238E27FC236}">
                          <a16:creationId xmlns:a16="http://schemas.microsoft.com/office/drawing/2014/main" id="{37AAA9F9-6DFB-4467-81A1-32B8DE131BFC}"/>
                        </a:ext>
                      </a:extLst>
                    </p:cNvPr>
                    <p:cNvGrpSpPr/>
                    <p:nvPr/>
                  </p:nvGrpSpPr>
                  <p:grpSpPr>
                    <a:xfrm rot="15824399">
                      <a:off x="1224680" y="281893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777" name="Freeform: Shape 776">
                        <a:extLst>
                          <a:ext uri="{FF2B5EF4-FFF2-40B4-BE49-F238E27FC236}">
                            <a16:creationId xmlns:a16="http://schemas.microsoft.com/office/drawing/2014/main" id="{6539F183-6B34-400D-9481-0CE48E2A888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78" name="Rectangle: Rounded Corners 777">
                        <a:extLst>
                          <a:ext uri="{FF2B5EF4-FFF2-40B4-BE49-F238E27FC236}">
                            <a16:creationId xmlns:a16="http://schemas.microsoft.com/office/drawing/2014/main" id="{CD3CF364-844C-4B6E-83F5-440D8E5FCB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74" name="Group 773">
                      <a:extLst>
                        <a:ext uri="{FF2B5EF4-FFF2-40B4-BE49-F238E27FC236}">
                          <a16:creationId xmlns:a16="http://schemas.microsoft.com/office/drawing/2014/main" id="{918BE7B6-1EE5-40ED-A4AC-14856AAA81D2}"/>
                        </a:ext>
                      </a:extLst>
                    </p:cNvPr>
                    <p:cNvGrpSpPr/>
                    <p:nvPr/>
                  </p:nvGrpSpPr>
                  <p:grpSpPr>
                    <a:xfrm rot="16697394">
                      <a:off x="1080028" y="2168448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775" name="Freeform: Shape 774">
                        <a:extLst>
                          <a:ext uri="{FF2B5EF4-FFF2-40B4-BE49-F238E27FC236}">
                            <a16:creationId xmlns:a16="http://schemas.microsoft.com/office/drawing/2014/main" id="{EE069624-4639-472F-9FE5-FD343F7EA29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76" name="Rectangle: Rounded Corners 775">
                        <a:extLst>
                          <a:ext uri="{FF2B5EF4-FFF2-40B4-BE49-F238E27FC236}">
                            <a16:creationId xmlns:a16="http://schemas.microsoft.com/office/drawing/2014/main" id="{6EEC6036-2F5B-4DEC-84ED-234BB841C5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</p:grpSp>
              <p:sp>
                <p:nvSpPr>
                  <p:cNvPr id="745" name="Freeform: Shape 744">
                    <a:extLst>
                      <a:ext uri="{FF2B5EF4-FFF2-40B4-BE49-F238E27FC236}">
                        <a16:creationId xmlns:a16="http://schemas.microsoft.com/office/drawing/2014/main" id="{001A79B2-8697-4529-8154-5D48AB623515}"/>
                      </a:ext>
                    </a:extLst>
                  </p:cNvPr>
                  <p:cNvSpPr/>
                  <p:nvPr/>
                </p:nvSpPr>
                <p:spPr>
                  <a:xfrm rot="6017948" flipV="1">
                    <a:off x="1305755" y="4290452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746" name="Freeform: Shape 745">
                    <a:extLst>
                      <a:ext uri="{FF2B5EF4-FFF2-40B4-BE49-F238E27FC236}">
                        <a16:creationId xmlns:a16="http://schemas.microsoft.com/office/drawing/2014/main" id="{5620BDCC-DC99-4FBB-A80C-4CA7AA82E108}"/>
                      </a:ext>
                    </a:extLst>
                  </p:cNvPr>
                  <p:cNvSpPr/>
                  <p:nvPr/>
                </p:nvSpPr>
                <p:spPr>
                  <a:xfrm rot="21277659">
                    <a:off x="2517403" y="2906549"/>
                    <a:ext cx="690584" cy="235253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747" name="Freeform: Shape 746">
                    <a:extLst>
                      <a:ext uri="{FF2B5EF4-FFF2-40B4-BE49-F238E27FC236}">
                        <a16:creationId xmlns:a16="http://schemas.microsoft.com/office/drawing/2014/main" id="{16F15D02-BD63-4BC0-B794-E79060339066}"/>
                      </a:ext>
                    </a:extLst>
                  </p:cNvPr>
                  <p:cNvSpPr/>
                  <p:nvPr/>
                </p:nvSpPr>
                <p:spPr>
                  <a:xfrm rot="11528244" flipV="1">
                    <a:off x="344853" y="2978311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</p:grpSp>
            <p:grpSp>
              <p:nvGrpSpPr>
                <p:cNvPr id="12" name="Group 11">
                  <a:extLst>
                    <a:ext uri="{FF2B5EF4-FFF2-40B4-BE49-F238E27FC236}">
                      <a16:creationId xmlns:a16="http://schemas.microsoft.com/office/drawing/2014/main" id="{6D07AA14-E7F8-48B4-8D4F-1E059A44C9E0}"/>
                    </a:ext>
                  </a:extLst>
                </p:cNvPr>
                <p:cNvGrpSpPr/>
                <p:nvPr/>
              </p:nvGrpSpPr>
              <p:grpSpPr>
                <a:xfrm>
                  <a:off x="4765972" y="2095226"/>
                  <a:ext cx="531923" cy="573923"/>
                  <a:chOff x="163719" y="1822501"/>
                  <a:chExt cx="3062199" cy="3047160"/>
                </a:xfrm>
              </p:grpSpPr>
              <p:grpSp>
                <p:nvGrpSpPr>
                  <p:cNvPr id="379" name="Group 378">
                    <a:extLst>
                      <a:ext uri="{FF2B5EF4-FFF2-40B4-BE49-F238E27FC236}">
                        <a16:creationId xmlns:a16="http://schemas.microsoft.com/office/drawing/2014/main" id="{B21AE28B-7525-444A-8E02-5A783C20B9E5}"/>
                      </a:ext>
                    </a:extLst>
                  </p:cNvPr>
                  <p:cNvGrpSpPr/>
                  <p:nvPr/>
                </p:nvGrpSpPr>
                <p:grpSpPr>
                  <a:xfrm>
                    <a:off x="163719" y="1822501"/>
                    <a:ext cx="3062199" cy="3047160"/>
                    <a:chOff x="163719" y="1822501"/>
                    <a:chExt cx="3062199" cy="3047160"/>
                  </a:xfrm>
                </p:grpSpPr>
                <p:grpSp>
                  <p:nvGrpSpPr>
                    <p:cNvPr id="383" name="Group 382">
                      <a:extLst>
                        <a:ext uri="{FF2B5EF4-FFF2-40B4-BE49-F238E27FC236}">
                          <a16:creationId xmlns:a16="http://schemas.microsoft.com/office/drawing/2014/main" id="{070519ED-8F54-407E-A8A2-E80A94B12A72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683131" y="384412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742" name="Freeform: Shape 741">
                        <a:extLst>
                          <a:ext uri="{FF2B5EF4-FFF2-40B4-BE49-F238E27FC236}">
                            <a16:creationId xmlns:a16="http://schemas.microsoft.com/office/drawing/2014/main" id="{507E6D37-ED83-4465-BAA2-BE22D4F031B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43" name="Rectangle: Rounded Corners 742">
                        <a:extLst>
                          <a:ext uri="{FF2B5EF4-FFF2-40B4-BE49-F238E27FC236}">
                            <a16:creationId xmlns:a16="http://schemas.microsoft.com/office/drawing/2014/main" id="{1DAFA93B-F076-4C34-8162-0B81C27804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84" name="Group 383">
                      <a:extLst>
                        <a:ext uri="{FF2B5EF4-FFF2-40B4-BE49-F238E27FC236}">
                          <a16:creationId xmlns:a16="http://schemas.microsoft.com/office/drawing/2014/main" id="{E04A83BA-C834-45C1-BD9E-16285115B252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123013" y="4110752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740" name="Freeform: Shape 739">
                        <a:extLst>
                          <a:ext uri="{FF2B5EF4-FFF2-40B4-BE49-F238E27FC236}">
                            <a16:creationId xmlns:a16="http://schemas.microsoft.com/office/drawing/2014/main" id="{A7EA8016-0DE5-4CF1-BA72-F8872594CCC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41" name="Rectangle: Rounded Corners 740">
                        <a:extLst>
                          <a:ext uri="{FF2B5EF4-FFF2-40B4-BE49-F238E27FC236}">
                            <a16:creationId xmlns:a16="http://schemas.microsoft.com/office/drawing/2014/main" id="{824C9741-C484-40C4-8261-35C253E0EF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85" name="Group 384">
                      <a:extLst>
                        <a:ext uri="{FF2B5EF4-FFF2-40B4-BE49-F238E27FC236}">
                          <a16:creationId xmlns:a16="http://schemas.microsoft.com/office/drawing/2014/main" id="{04D3E572-A410-41A3-9F71-CD6E93127EF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0260" y="2440902"/>
                      <a:ext cx="1730523" cy="1839492"/>
                      <a:chOff x="420511" y="1784768"/>
                      <a:chExt cx="1730523" cy="1839492"/>
                    </a:xfrm>
                  </p:grpSpPr>
                  <p:grpSp>
                    <p:nvGrpSpPr>
                      <p:cNvPr id="458" name="Group 457">
                        <a:extLst>
                          <a:ext uri="{FF2B5EF4-FFF2-40B4-BE49-F238E27FC236}">
                            <a16:creationId xmlns:a16="http://schemas.microsoft.com/office/drawing/2014/main" id="{E1A35650-199E-4F37-9131-407CEF14057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69572" y="1784768"/>
                        <a:ext cx="1081462" cy="1476716"/>
                        <a:chOff x="2089993" y="1523034"/>
                        <a:chExt cx="1081462" cy="1476716"/>
                      </a:xfrm>
                    </p:grpSpPr>
                    <p:grpSp>
                      <p:nvGrpSpPr>
                        <p:cNvPr id="679" name="Group 678">
                          <a:extLst>
                            <a:ext uri="{FF2B5EF4-FFF2-40B4-BE49-F238E27FC236}">
                              <a16:creationId xmlns:a16="http://schemas.microsoft.com/office/drawing/2014/main" id="{98EF57E1-E04B-4A5F-90E0-1E106BA4E19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70705"/>
                          <a:ext cx="101484" cy="1016226"/>
                          <a:chOff x="1800622" y="2364951"/>
                          <a:chExt cx="101484" cy="1016226"/>
                        </a:xfrm>
                      </p:grpSpPr>
                      <p:sp>
                        <p:nvSpPr>
                          <p:cNvPr id="736" name="Flowchart: Connector 735">
                            <a:extLst>
                              <a:ext uri="{FF2B5EF4-FFF2-40B4-BE49-F238E27FC236}">
                                <a16:creationId xmlns:a16="http://schemas.microsoft.com/office/drawing/2014/main" id="{FEC7A0AD-C6FF-43FA-B1BB-A9BB892585E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37" name="Flowchart: Connector 736">
                            <a:extLst>
                              <a:ext uri="{FF2B5EF4-FFF2-40B4-BE49-F238E27FC236}">
                                <a16:creationId xmlns:a16="http://schemas.microsoft.com/office/drawing/2014/main" id="{2C618072-957A-41A1-87EC-39D851B6D4F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38" name="Flowchart: Connector 737">
                            <a:extLst>
                              <a:ext uri="{FF2B5EF4-FFF2-40B4-BE49-F238E27FC236}">
                                <a16:creationId xmlns:a16="http://schemas.microsoft.com/office/drawing/2014/main" id="{75E8931E-534F-4676-A60E-F3A8A7060E8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39" name="Flowchart: Connector 738">
                            <a:extLst>
                              <a:ext uri="{FF2B5EF4-FFF2-40B4-BE49-F238E27FC236}">
                                <a16:creationId xmlns:a16="http://schemas.microsoft.com/office/drawing/2014/main" id="{1FFC5836-4981-4F3F-AEB7-818909DCEC5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649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680" name="Group 679">
                          <a:extLst>
                            <a:ext uri="{FF2B5EF4-FFF2-40B4-BE49-F238E27FC236}">
                              <a16:creationId xmlns:a16="http://schemas.microsoft.com/office/drawing/2014/main" id="{54F89C05-4DE6-4C1C-AD33-F002C0EB5B1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23034"/>
                          <a:ext cx="1057223" cy="1476716"/>
                          <a:chOff x="2114232" y="1523034"/>
                          <a:chExt cx="1057223" cy="1476716"/>
                        </a:xfrm>
                      </p:grpSpPr>
                      <p:grpSp>
                        <p:nvGrpSpPr>
                          <p:cNvPr id="681" name="Group 680">
                            <a:extLst>
                              <a:ext uri="{FF2B5EF4-FFF2-40B4-BE49-F238E27FC236}">
                                <a16:creationId xmlns:a16="http://schemas.microsoft.com/office/drawing/2014/main" id="{B73437A9-F735-4EB2-92D3-8C654D94865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47544" cy="539639"/>
                            <a:chOff x="3717189" y="1719497"/>
                            <a:chExt cx="1047544" cy="539639"/>
                          </a:xfrm>
                        </p:grpSpPr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29" name="3D Model 728" descr="Sphere">
                                  <a:extLst>
                                    <a:ext uri="{FF2B5EF4-FFF2-40B4-BE49-F238E27FC236}">
                                      <a16:creationId xmlns:a16="http://schemas.microsoft.com/office/drawing/2014/main" id="{95C087F1-5E09-4C80-8581-8531B75768F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99214267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30" name="Flowchart: Connector 729">
                              <a:extLst>
                                <a:ext uri="{FF2B5EF4-FFF2-40B4-BE49-F238E27FC236}">
                                  <a16:creationId xmlns:a16="http://schemas.microsoft.com/office/drawing/2014/main" id="{86FE5E7B-6F18-4890-8507-E52D58A8D3F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31" name="3D Model 730" descr="Sphere">
                                  <a:extLst>
                                    <a:ext uri="{FF2B5EF4-FFF2-40B4-BE49-F238E27FC236}">
                                      <a16:creationId xmlns:a16="http://schemas.microsoft.com/office/drawing/2014/main" id="{01351335-4D90-49C9-8A45-A1E1F65AF7E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181859358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32" name="Flowchart: Connector 731">
                              <a:extLst>
                                <a:ext uri="{FF2B5EF4-FFF2-40B4-BE49-F238E27FC236}">
                                  <a16:creationId xmlns:a16="http://schemas.microsoft.com/office/drawing/2014/main" id="{A43DF71F-98CD-4BE6-A20B-D022E99D249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33" name="3D Model 732" descr="Sphere">
                                  <a:extLst>
                                    <a:ext uri="{FF2B5EF4-FFF2-40B4-BE49-F238E27FC236}">
                                      <a16:creationId xmlns:a16="http://schemas.microsoft.com/office/drawing/2014/main" id="{741EACEE-3774-4471-8ED2-CD7231491D4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714886365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34" name="Flowchart: Connector 733">
                              <a:extLst>
                                <a:ext uri="{FF2B5EF4-FFF2-40B4-BE49-F238E27FC236}">
                                  <a16:creationId xmlns:a16="http://schemas.microsoft.com/office/drawing/2014/main" id="{CE6729A1-A365-445F-8823-66313815A22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35" name="3D Model 734" descr="Sphere">
                                  <a:extLst>
                                    <a:ext uri="{FF2B5EF4-FFF2-40B4-BE49-F238E27FC236}">
                                      <a16:creationId xmlns:a16="http://schemas.microsoft.com/office/drawing/2014/main" id="{4C9CF903-5431-456D-B35F-81A1125057A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46349257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682" name="Group 681">
                            <a:extLst>
                              <a:ext uri="{FF2B5EF4-FFF2-40B4-BE49-F238E27FC236}">
                                <a16:creationId xmlns:a16="http://schemas.microsoft.com/office/drawing/2014/main" id="{36280256-46CE-468C-B4AC-6E82B9CB854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714" name="Flowchart: Connector 713">
                              <a:extLst>
                                <a:ext uri="{FF2B5EF4-FFF2-40B4-BE49-F238E27FC236}">
                                  <a16:creationId xmlns:a16="http://schemas.microsoft.com/office/drawing/2014/main" id="{035ACC06-B4C0-466B-A217-867021EF389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15" name="Flowchart: Connector 714">
                              <a:extLst>
                                <a:ext uri="{FF2B5EF4-FFF2-40B4-BE49-F238E27FC236}">
                                  <a16:creationId xmlns:a16="http://schemas.microsoft.com/office/drawing/2014/main" id="{B98986F6-231B-425E-9CC1-0C99D7A9AB9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16" name="Flowchart: Connector 715">
                              <a:extLst>
                                <a:ext uri="{FF2B5EF4-FFF2-40B4-BE49-F238E27FC236}">
                                  <a16:creationId xmlns:a16="http://schemas.microsoft.com/office/drawing/2014/main" id="{1A60B1AA-AFCD-4EEA-8E1A-E7262E96AE7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17" name="Flowchart: Connector 716">
                              <a:extLst>
                                <a:ext uri="{FF2B5EF4-FFF2-40B4-BE49-F238E27FC236}">
                                  <a16:creationId xmlns:a16="http://schemas.microsoft.com/office/drawing/2014/main" id="{194C3DFA-9862-4EF9-8D7B-3DE460F98D7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18" name="Flowchart: Connector 717">
                              <a:extLst>
                                <a:ext uri="{FF2B5EF4-FFF2-40B4-BE49-F238E27FC236}">
                                  <a16:creationId xmlns:a16="http://schemas.microsoft.com/office/drawing/2014/main" id="{9B9CDD3C-206A-469E-B8F8-9BE08D24C8A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19" name="Flowchart: Connector 718">
                              <a:extLst>
                                <a:ext uri="{FF2B5EF4-FFF2-40B4-BE49-F238E27FC236}">
                                  <a16:creationId xmlns:a16="http://schemas.microsoft.com/office/drawing/2014/main" id="{3F4693EB-5870-469F-9293-7DA42CBA9B9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20" name="Flowchart: Connector 719">
                              <a:extLst>
                                <a:ext uri="{FF2B5EF4-FFF2-40B4-BE49-F238E27FC236}">
                                  <a16:creationId xmlns:a16="http://schemas.microsoft.com/office/drawing/2014/main" id="{CF23BD77-54CC-4597-B5A1-E8BB14D9785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21" name="Flowchart: Connector 720">
                              <a:extLst>
                                <a:ext uri="{FF2B5EF4-FFF2-40B4-BE49-F238E27FC236}">
                                  <a16:creationId xmlns:a16="http://schemas.microsoft.com/office/drawing/2014/main" id="{E929B582-F68E-4A20-9EB8-699EEA08B81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22" name="3D Model 721" descr="Sphere">
                                  <a:extLst>
                                    <a:ext uri="{FF2B5EF4-FFF2-40B4-BE49-F238E27FC236}">
                                      <a16:creationId xmlns:a16="http://schemas.microsoft.com/office/drawing/2014/main" id="{23EBF8D2-E863-4C1F-B606-B1FFF3099CC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11868284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23" name="Flowchart: Connector 722">
                              <a:extLst>
                                <a:ext uri="{FF2B5EF4-FFF2-40B4-BE49-F238E27FC236}">
                                  <a16:creationId xmlns:a16="http://schemas.microsoft.com/office/drawing/2014/main" id="{FEF728CB-B3B0-4922-B299-E747443D161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24" name="3D Model 723" descr="Sphere">
                                  <a:extLst>
                                    <a:ext uri="{FF2B5EF4-FFF2-40B4-BE49-F238E27FC236}">
                                      <a16:creationId xmlns:a16="http://schemas.microsoft.com/office/drawing/2014/main" id="{9B359120-9884-42E3-AD9E-DE7596A312D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730583928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25" name="Flowchart: Connector 724">
                              <a:extLst>
                                <a:ext uri="{FF2B5EF4-FFF2-40B4-BE49-F238E27FC236}">
                                  <a16:creationId xmlns:a16="http://schemas.microsoft.com/office/drawing/2014/main" id="{0C641127-A293-4188-A714-1A5E5F2BC86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26" name="3D Model 725" descr="Sphere">
                                  <a:extLst>
                                    <a:ext uri="{FF2B5EF4-FFF2-40B4-BE49-F238E27FC236}">
                                      <a16:creationId xmlns:a16="http://schemas.microsoft.com/office/drawing/2014/main" id="{A8D6DFE7-747F-4946-822D-69D875D1C5A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378100212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27" name="Flowchart: Connector 726">
                              <a:extLst>
                                <a:ext uri="{FF2B5EF4-FFF2-40B4-BE49-F238E27FC236}">
                                  <a16:creationId xmlns:a16="http://schemas.microsoft.com/office/drawing/2014/main" id="{B46F8960-26A5-4ED2-8100-DBCE909A1FD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28" name="3D Model 727" descr="Sphere">
                                  <a:extLst>
                                    <a:ext uri="{FF2B5EF4-FFF2-40B4-BE49-F238E27FC236}">
                                      <a16:creationId xmlns:a16="http://schemas.microsoft.com/office/drawing/2014/main" id="{CB60928B-39DC-4377-B8DA-95F78ACBF6B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95958607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683" name="Group 682">
                            <a:extLst>
                              <a:ext uri="{FF2B5EF4-FFF2-40B4-BE49-F238E27FC236}">
                                <a16:creationId xmlns:a16="http://schemas.microsoft.com/office/drawing/2014/main" id="{31F4D944-164D-4BF9-8BCE-0DA57AAD128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699" name="Flowchart: Connector 698">
                              <a:extLst>
                                <a:ext uri="{FF2B5EF4-FFF2-40B4-BE49-F238E27FC236}">
                                  <a16:creationId xmlns:a16="http://schemas.microsoft.com/office/drawing/2014/main" id="{24613050-4E39-4C99-A95E-6D5321349975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00" name="Flowchart: Connector 699">
                              <a:extLst>
                                <a:ext uri="{FF2B5EF4-FFF2-40B4-BE49-F238E27FC236}">
                                  <a16:creationId xmlns:a16="http://schemas.microsoft.com/office/drawing/2014/main" id="{AD75AF72-247D-4504-95EB-8B483554E36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01" name="Flowchart: Connector 700">
                              <a:extLst>
                                <a:ext uri="{FF2B5EF4-FFF2-40B4-BE49-F238E27FC236}">
                                  <a16:creationId xmlns:a16="http://schemas.microsoft.com/office/drawing/2014/main" id="{3D368EF7-CEB6-432C-9E01-6E135EAC55D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02" name="Flowchart: Connector 701">
                              <a:extLst>
                                <a:ext uri="{FF2B5EF4-FFF2-40B4-BE49-F238E27FC236}">
                                  <a16:creationId xmlns:a16="http://schemas.microsoft.com/office/drawing/2014/main" id="{597A67D6-9F8E-4105-BCA1-D7E040D64E3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03" name="Flowchart: Connector 702">
                              <a:extLst>
                                <a:ext uri="{FF2B5EF4-FFF2-40B4-BE49-F238E27FC236}">
                                  <a16:creationId xmlns:a16="http://schemas.microsoft.com/office/drawing/2014/main" id="{BBD5F06D-49CB-4B30-925A-30365751A2B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04" name="Flowchart: Connector 703">
                              <a:extLst>
                                <a:ext uri="{FF2B5EF4-FFF2-40B4-BE49-F238E27FC236}">
                                  <a16:creationId xmlns:a16="http://schemas.microsoft.com/office/drawing/2014/main" id="{2642424F-6223-4A27-A928-623EE0997F4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05" name="Flowchart: Connector 704">
                              <a:extLst>
                                <a:ext uri="{FF2B5EF4-FFF2-40B4-BE49-F238E27FC236}">
                                  <a16:creationId xmlns:a16="http://schemas.microsoft.com/office/drawing/2014/main" id="{FBEA97F3-A4BF-475F-B4DD-528035A4FF4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06" name="Flowchart: Connector 705">
                              <a:extLst>
                                <a:ext uri="{FF2B5EF4-FFF2-40B4-BE49-F238E27FC236}">
                                  <a16:creationId xmlns:a16="http://schemas.microsoft.com/office/drawing/2014/main" id="{134724FB-3B46-4BAA-92F2-464358D5AA7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07" name="3D Model 706" descr="Sphere">
                                  <a:extLst>
                                    <a:ext uri="{FF2B5EF4-FFF2-40B4-BE49-F238E27FC236}">
                                      <a16:creationId xmlns:a16="http://schemas.microsoft.com/office/drawing/2014/main" id="{BE555B4E-AA51-43A2-B997-474894D7809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78140118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08" name="Flowchart: Connector 707">
                              <a:extLst>
                                <a:ext uri="{FF2B5EF4-FFF2-40B4-BE49-F238E27FC236}">
                                  <a16:creationId xmlns:a16="http://schemas.microsoft.com/office/drawing/2014/main" id="{97390CDE-0103-40A1-8A93-2E8B856BB90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09" name="3D Model 708" descr="Sphere">
                                  <a:extLst>
                                    <a:ext uri="{FF2B5EF4-FFF2-40B4-BE49-F238E27FC236}">
                                      <a16:creationId xmlns:a16="http://schemas.microsoft.com/office/drawing/2014/main" id="{D560CB6B-1355-4A06-A655-C4E769E42A3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268545644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10" name="Flowchart: Connector 709">
                              <a:extLst>
                                <a:ext uri="{FF2B5EF4-FFF2-40B4-BE49-F238E27FC236}">
                                  <a16:creationId xmlns:a16="http://schemas.microsoft.com/office/drawing/2014/main" id="{679AC936-B9FD-4239-AC75-BA06688F219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11" name="3D Model 710" descr="Sphere">
                                  <a:extLst>
                                    <a:ext uri="{FF2B5EF4-FFF2-40B4-BE49-F238E27FC236}">
                                      <a16:creationId xmlns:a16="http://schemas.microsoft.com/office/drawing/2014/main" id="{8BBC2891-563E-4554-A07C-E4271BC4A37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208430646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12" name="Flowchart: Connector 711">
                              <a:extLst>
                                <a:ext uri="{FF2B5EF4-FFF2-40B4-BE49-F238E27FC236}">
                                  <a16:creationId xmlns:a16="http://schemas.microsoft.com/office/drawing/2014/main" id="{F5E330A0-9192-4C34-8160-7E43EB12F84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13" name="3D Model 712" descr="Sphere">
                                  <a:extLst>
                                    <a:ext uri="{FF2B5EF4-FFF2-40B4-BE49-F238E27FC236}">
                                      <a16:creationId xmlns:a16="http://schemas.microsoft.com/office/drawing/2014/main" id="{7DCDAAA8-F5D8-408A-B6B2-9BCBF13974D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226309857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684" name="Flowchart: Connector 683">
                            <a:extLst>
                              <a:ext uri="{FF2B5EF4-FFF2-40B4-BE49-F238E27FC236}">
                                <a16:creationId xmlns:a16="http://schemas.microsoft.com/office/drawing/2014/main" id="{66742E4B-7D33-4B21-9C64-3B8B3253EF4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85" name="Flowchart: Connector 684">
                            <a:extLst>
                              <a:ext uri="{FF2B5EF4-FFF2-40B4-BE49-F238E27FC236}">
                                <a16:creationId xmlns:a16="http://schemas.microsoft.com/office/drawing/2014/main" id="{B16F1462-7913-4C95-966C-E119CF050C5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86" name="Flowchart: Connector 685">
                            <a:extLst>
                              <a:ext uri="{FF2B5EF4-FFF2-40B4-BE49-F238E27FC236}">
                                <a16:creationId xmlns:a16="http://schemas.microsoft.com/office/drawing/2014/main" id="{F8690E84-AA18-4BA8-A224-8F12902ECEB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87" name="Flowchart: Connector 686">
                            <a:extLst>
                              <a:ext uri="{FF2B5EF4-FFF2-40B4-BE49-F238E27FC236}">
                                <a16:creationId xmlns:a16="http://schemas.microsoft.com/office/drawing/2014/main" id="{F0448285-CD99-4AD8-A5E5-BE00AE783EE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88" name="Flowchart: Connector 687">
                            <a:extLst>
                              <a:ext uri="{FF2B5EF4-FFF2-40B4-BE49-F238E27FC236}">
                                <a16:creationId xmlns:a16="http://schemas.microsoft.com/office/drawing/2014/main" id="{21173D8D-280D-4458-8CEF-35472E02204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89" name="Flowchart: Connector 688">
                            <a:extLst>
                              <a:ext uri="{FF2B5EF4-FFF2-40B4-BE49-F238E27FC236}">
                                <a16:creationId xmlns:a16="http://schemas.microsoft.com/office/drawing/2014/main" id="{A190C279-8FB2-4495-AEC7-8B618CE9466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90" name="Flowchart: Connector 689">
                            <a:extLst>
                              <a:ext uri="{FF2B5EF4-FFF2-40B4-BE49-F238E27FC236}">
                                <a16:creationId xmlns:a16="http://schemas.microsoft.com/office/drawing/2014/main" id="{2057074F-5A15-4FBA-88B2-1D56B0B4C84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91" name="Flowchart: Connector 690">
                            <a:extLst>
                              <a:ext uri="{FF2B5EF4-FFF2-40B4-BE49-F238E27FC236}">
                                <a16:creationId xmlns:a16="http://schemas.microsoft.com/office/drawing/2014/main" id="{125A7942-B0C6-4FC6-B3D0-8FF573D8FCD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92" name="3D Model 691" descr="Sphere">
                                <a:extLst>
                                  <a:ext uri="{FF2B5EF4-FFF2-40B4-BE49-F238E27FC236}">
                                    <a16:creationId xmlns:a16="http://schemas.microsoft.com/office/drawing/2014/main" id="{E96E4DBC-9F96-467D-B942-6FEC00E3983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159556827"/>
                                  </p:ext>
                                </p:extLst>
                              </p:nvPr>
                            </p:nvGraphicFramePr>
                            <p:xfrm>
                              <a:off x="2134543" y="1523034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151" name="3D Model 2150" descr="Sphere">
                                <a:extLst>
                                  <a:ext uri="{FF2B5EF4-FFF2-40B4-BE49-F238E27FC236}">
                                    <a16:creationId xmlns:a16="http://schemas.microsoft.com/office/drawing/2014/main" id="{CD7E91E2-01A9-4E2C-AF8C-F2CB07347B3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07450" y="2211700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93" name="Flowchart: Connector 692">
                            <a:extLst>
                              <a:ext uri="{FF2B5EF4-FFF2-40B4-BE49-F238E27FC236}">
                                <a16:creationId xmlns:a16="http://schemas.microsoft.com/office/drawing/2014/main" id="{25042620-C7F7-4AF0-8330-D901E78377F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94" name="3D Model 693" descr="Sphere">
                                <a:extLst>
                                  <a:ext uri="{FF2B5EF4-FFF2-40B4-BE49-F238E27FC236}">
                                    <a16:creationId xmlns:a16="http://schemas.microsoft.com/office/drawing/2014/main" id="{859A31C3-45A5-4A77-BB83-A3042A9801F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944605794"/>
                                  </p:ext>
                                </p:extLst>
                              </p:nvPr>
                            </p:nvGraphicFramePr>
                            <p:xfrm>
                              <a:off x="2371307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153" name="3D Model 2152" descr="Sphere">
                                <a:extLst>
                                  <a:ext uri="{FF2B5EF4-FFF2-40B4-BE49-F238E27FC236}">
                                    <a16:creationId xmlns:a16="http://schemas.microsoft.com/office/drawing/2014/main" id="{9D317D21-F788-4C2D-899D-DAFF242CDD1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48578" y="222238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95" name="Flowchart: Connector 694">
                            <a:extLst>
                              <a:ext uri="{FF2B5EF4-FFF2-40B4-BE49-F238E27FC236}">
                                <a16:creationId xmlns:a16="http://schemas.microsoft.com/office/drawing/2014/main" id="{DD59C260-D23C-4026-BC65-A66191279F9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4559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96" name="3D Model 695" descr="Sphere">
                                <a:extLst>
                                  <a:ext uri="{FF2B5EF4-FFF2-40B4-BE49-F238E27FC236}">
                                    <a16:creationId xmlns:a16="http://schemas.microsoft.com/office/drawing/2014/main" id="{90C2AFE0-C010-4172-8B02-EEA30E14044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310108012"/>
                                  </p:ext>
                                </p:extLst>
                              </p:nvPr>
                            </p:nvGraphicFramePr>
                            <p:xfrm>
                              <a:off x="2609177" y="164155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155" name="3D Model 2154" descr="Sphere">
                                <a:extLst>
                                  <a:ext uri="{FF2B5EF4-FFF2-40B4-BE49-F238E27FC236}">
                                    <a16:creationId xmlns:a16="http://schemas.microsoft.com/office/drawing/2014/main" id="{5529AA52-A46B-47B4-AAC2-246AF1B78AC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89897" y="223402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97" name="Flowchart: Connector 696">
                            <a:extLst>
                              <a:ext uri="{FF2B5EF4-FFF2-40B4-BE49-F238E27FC236}">
                                <a16:creationId xmlns:a16="http://schemas.microsoft.com/office/drawing/2014/main" id="{28E4EB5F-BF6E-48D5-9973-07836E81FA0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98" name="3D Model 697" descr="Sphere">
                                <a:extLst>
                                  <a:ext uri="{FF2B5EF4-FFF2-40B4-BE49-F238E27FC236}">
                                    <a16:creationId xmlns:a16="http://schemas.microsoft.com/office/drawing/2014/main" id="{87C37F80-F840-45F4-BF23-13A040CC8A1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650638728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6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6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157" name="3D Model 2156" descr="Sphere">
                                <a:extLst>
                                  <a:ext uri="{FF2B5EF4-FFF2-40B4-BE49-F238E27FC236}">
                                    <a16:creationId xmlns:a16="http://schemas.microsoft.com/office/drawing/2014/main" id="{11EA1A91-8B75-48A3-B089-8191363D0BF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136523" y="2250416"/>
                                <a:ext cx="51046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459" name="Group 458">
                        <a:extLst>
                          <a:ext uri="{FF2B5EF4-FFF2-40B4-BE49-F238E27FC236}">
                            <a16:creationId xmlns:a16="http://schemas.microsoft.com/office/drawing/2014/main" id="{A7770926-3BE7-4C18-AAFB-8DE8B44B180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3325" y="2268938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676" name="Flowchart: Connector 675">
                          <a:extLst>
                            <a:ext uri="{FF2B5EF4-FFF2-40B4-BE49-F238E27FC236}">
                              <a16:creationId xmlns:a16="http://schemas.microsoft.com/office/drawing/2014/main" id="{DCA843C9-A44C-43E7-989D-784AD1567E5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77" name="Flowchart: Connector 676">
                          <a:extLst>
                            <a:ext uri="{FF2B5EF4-FFF2-40B4-BE49-F238E27FC236}">
                              <a16:creationId xmlns:a16="http://schemas.microsoft.com/office/drawing/2014/main" id="{C9B356DD-8C1A-43DA-A1D6-713CAF94995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78" name="Flowchart: Connector 677">
                          <a:extLst>
                            <a:ext uri="{FF2B5EF4-FFF2-40B4-BE49-F238E27FC236}">
                              <a16:creationId xmlns:a16="http://schemas.microsoft.com/office/drawing/2014/main" id="{993A2D1F-455F-4AEE-9195-0E077E45F4F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460" name="Flowchart: Connector 459">
                        <a:extLst>
                          <a:ext uri="{FF2B5EF4-FFF2-40B4-BE49-F238E27FC236}">
                            <a16:creationId xmlns:a16="http://schemas.microsoft.com/office/drawing/2014/main" id="{A9DBB56B-ACDA-4FEE-9F5A-6DABB679981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37026" y="201261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61" name="Flowchart: Connector 460">
                        <a:extLst>
                          <a:ext uri="{FF2B5EF4-FFF2-40B4-BE49-F238E27FC236}">
                            <a16:creationId xmlns:a16="http://schemas.microsoft.com/office/drawing/2014/main" id="{029D0B1E-979C-4A24-BF6B-CA3AE8ADA6D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588002" y="208727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462" name="Group 461">
                        <a:extLst>
                          <a:ext uri="{FF2B5EF4-FFF2-40B4-BE49-F238E27FC236}">
                            <a16:creationId xmlns:a16="http://schemas.microsoft.com/office/drawing/2014/main" id="{8408B5CD-BD3A-4B50-974A-45B52A17F2F4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228750">
                        <a:off x="1171220" y="1918660"/>
                        <a:ext cx="698062" cy="387533"/>
                        <a:chOff x="854933" y="2290871"/>
                        <a:chExt cx="698062" cy="387533"/>
                      </a:xfrm>
                    </p:grpSpPr>
                    <p:sp>
                      <p:nvSpPr>
                        <p:cNvPr id="673" name="Flowchart: Connector 672">
                          <a:extLst>
                            <a:ext uri="{FF2B5EF4-FFF2-40B4-BE49-F238E27FC236}">
                              <a16:creationId xmlns:a16="http://schemas.microsoft.com/office/drawing/2014/main" id="{889BD797-D559-475C-8CC3-19BC21CEF97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3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74" name="Flowchart: Connector 673">
                          <a:extLst>
                            <a:ext uri="{FF2B5EF4-FFF2-40B4-BE49-F238E27FC236}">
                              <a16:creationId xmlns:a16="http://schemas.microsoft.com/office/drawing/2014/main" id="{2E2B86D0-E2C4-49C0-A45F-C27649229AA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5206" y="2377897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75" name="Flowchart: Connector 674">
                          <a:extLst>
                            <a:ext uri="{FF2B5EF4-FFF2-40B4-BE49-F238E27FC236}">
                              <a16:creationId xmlns:a16="http://schemas.microsoft.com/office/drawing/2014/main" id="{098FF57C-06F8-4953-96BE-1C136025EDA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41136" y="2462404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463" name="Group 462">
                        <a:extLst>
                          <a:ext uri="{FF2B5EF4-FFF2-40B4-BE49-F238E27FC236}">
                            <a16:creationId xmlns:a16="http://schemas.microsoft.com/office/drawing/2014/main" id="{96AFAEAA-1ACF-4557-AA61-E239065D1BE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49741" y="1890320"/>
                        <a:ext cx="1098636" cy="1497980"/>
                        <a:chOff x="2089993" y="1501770"/>
                        <a:chExt cx="1098636" cy="1497980"/>
                      </a:xfrm>
                    </p:grpSpPr>
                    <p:grpSp>
                      <p:nvGrpSpPr>
                        <p:cNvPr id="608" name="Group 607">
                          <a:extLst>
                            <a:ext uri="{FF2B5EF4-FFF2-40B4-BE49-F238E27FC236}">
                              <a16:creationId xmlns:a16="http://schemas.microsoft.com/office/drawing/2014/main" id="{6111DD83-F33B-49FC-A223-696A4846BFE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34990"/>
                          <a:ext cx="101484" cy="1051941"/>
                          <a:chOff x="1800622" y="2329236"/>
                          <a:chExt cx="101484" cy="1051941"/>
                        </a:xfrm>
                      </p:grpSpPr>
                      <p:sp>
                        <p:nvSpPr>
                          <p:cNvPr id="669" name="Flowchart: Connector 668">
                            <a:extLst>
                              <a:ext uri="{FF2B5EF4-FFF2-40B4-BE49-F238E27FC236}">
                                <a16:creationId xmlns:a16="http://schemas.microsoft.com/office/drawing/2014/main" id="{BA9AC668-C388-4992-851A-C20609133E1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70" name="Flowchart: Connector 669">
                            <a:extLst>
                              <a:ext uri="{FF2B5EF4-FFF2-40B4-BE49-F238E27FC236}">
                                <a16:creationId xmlns:a16="http://schemas.microsoft.com/office/drawing/2014/main" id="{3922F8B0-E7C6-4FF4-9DB0-6DF7E224BF9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71" name="Flowchart: Connector 670">
                            <a:extLst>
                              <a:ext uri="{FF2B5EF4-FFF2-40B4-BE49-F238E27FC236}">
                                <a16:creationId xmlns:a16="http://schemas.microsoft.com/office/drawing/2014/main" id="{E3F52C15-8A92-4EC9-958E-76CF179C0A2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72" name="Flowchart: Connector 671">
                            <a:extLst>
                              <a:ext uri="{FF2B5EF4-FFF2-40B4-BE49-F238E27FC236}">
                                <a16:creationId xmlns:a16="http://schemas.microsoft.com/office/drawing/2014/main" id="{331A4CA5-E857-4637-9429-FC103B5C69F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2923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609" name="Group 608">
                          <a:extLst>
                            <a:ext uri="{FF2B5EF4-FFF2-40B4-BE49-F238E27FC236}">
                              <a16:creationId xmlns:a16="http://schemas.microsoft.com/office/drawing/2014/main" id="{317D3956-FDD8-401F-A937-CD74AA826F3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01770"/>
                          <a:ext cx="1074397" cy="1497980"/>
                          <a:chOff x="2114232" y="1501770"/>
                          <a:chExt cx="1074397" cy="1497980"/>
                        </a:xfrm>
                      </p:grpSpPr>
                      <p:grpSp>
                        <p:nvGrpSpPr>
                          <p:cNvPr id="610" name="Group 609">
                            <a:extLst>
                              <a:ext uri="{FF2B5EF4-FFF2-40B4-BE49-F238E27FC236}">
                                <a16:creationId xmlns:a16="http://schemas.microsoft.com/office/drawing/2014/main" id="{D1181E6E-826F-4D65-8901-85E29CAE640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661" name="Flowchart: Connector 660">
                              <a:extLst>
                                <a:ext uri="{FF2B5EF4-FFF2-40B4-BE49-F238E27FC236}">
                                  <a16:creationId xmlns:a16="http://schemas.microsoft.com/office/drawing/2014/main" id="{A7FE43D2-89A2-4C54-86A7-136768778A3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62" name="3D Model 661" descr="Sphere">
                                  <a:extLst>
                                    <a:ext uri="{FF2B5EF4-FFF2-40B4-BE49-F238E27FC236}">
                                      <a16:creationId xmlns:a16="http://schemas.microsoft.com/office/drawing/2014/main" id="{3DC37C40-0F59-4C03-852C-6FBA9CEF2FB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44995855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63" name="Flowchart: Connector 662">
                              <a:extLst>
                                <a:ext uri="{FF2B5EF4-FFF2-40B4-BE49-F238E27FC236}">
                                  <a16:creationId xmlns:a16="http://schemas.microsoft.com/office/drawing/2014/main" id="{49C2849A-5F5A-44FA-88B9-2657A7C67A5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64" name="3D Model 663" descr="Sphere">
                                  <a:extLst>
                                    <a:ext uri="{FF2B5EF4-FFF2-40B4-BE49-F238E27FC236}">
                                      <a16:creationId xmlns:a16="http://schemas.microsoft.com/office/drawing/2014/main" id="{EC974AFA-DFA6-4280-92D1-8383CA423CB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077557676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65" name="Flowchart: Connector 664">
                              <a:extLst>
                                <a:ext uri="{FF2B5EF4-FFF2-40B4-BE49-F238E27FC236}">
                                  <a16:creationId xmlns:a16="http://schemas.microsoft.com/office/drawing/2014/main" id="{F9CAA0AF-40CC-4545-8F5F-854E21C210F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66" name="3D Model 665" descr="Sphere">
                                  <a:extLst>
                                    <a:ext uri="{FF2B5EF4-FFF2-40B4-BE49-F238E27FC236}">
                                      <a16:creationId xmlns:a16="http://schemas.microsoft.com/office/drawing/2014/main" id="{20B2B6FC-127D-430A-912E-54A3ED8A4E8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706811933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67" name="Flowchart: Connector 666">
                              <a:extLst>
                                <a:ext uri="{FF2B5EF4-FFF2-40B4-BE49-F238E27FC236}">
                                  <a16:creationId xmlns:a16="http://schemas.microsoft.com/office/drawing/2014/main" id="{EACFC733-185B-481E-823A-E8AEFCBF9F5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68" name="3D Model 667" descr="Sphere">
                                  <a:extLst>
                                    <a:ext uri="{FF2B5EF4-FFF2-40B4-BE49-F238E27FC236}">
                                      <a16:creationId xmlns:a16="http://schemas.microsoft.com/office/drawing/2014/main" id="{F75F98E2-463C-4C3B-94E7-354DBBC537D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157120977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611" name="Group 610">
                            <a:extLst>
                              <a:ext uri="{FF2B5EF4-FFF2-40B4-BE49-F238E27FC236}">
                                <a16:creationId xmlns:a16="http://schemas.microsoft.com/office/drawing/2014/main" id="{A4D0B18F-602D-4F7B-81B6-44409E7A278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645" name="Flowchart: Connector 644">
                              <a:extLst>
                                <a:ext uri="{FF2B5EF4-FFF2-40B4-BE49-F238E27FC236}">
                                  <a16:creationId xmlns:a16="http://schemas.microsoft.com/office/drawing/2014/main" id="{BFE2C0BF-13E9-4205-B398-1A719680FC2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46" name="Flowchart: Connector 645">
                              <a:extLst>
                                <a:ext uri="{FF2B5EF4-FFF2-40B4-BE49-F238E27FC236}">
                                  <a16:creationId xmlns:a16="http://schemas.microsoft.com/office/drawing/2014/main" id="{CDE8EA8E-3971-49FD-8942-EF938709E20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47" name="Flowchart: Connector 646">
                              <a:extLst>
                                <a:ext uri="{FF2B5EF4-FFF2-40B4-BE49-F238E27FC236}">
                                  <a16:creationId xmlns:a16="http://schemas.microsoft.com/office/drawing/2014/main" id="{C5216ACA-2755-43AC-B56E-FB2C2DEF0FB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48" name="Flowchart: Connector 647">
                              <a:extLst>
                                <a:ext uri="{FF2B5EF4-FFF2-40B4-BE49-F238E27FC236}">
                                  <a16:creationId xmlns:a16="http://schemas.microsoft.com/office/drawing/2014/main" id="{0FE7726E-1789-4812-A10F-5D7197BC0FB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49" name="Flowchart: Connector 648">
                              <a:extLst>
                                <a:ext uri="{FF2B5EF4-FFF2-40B4-BE49-F238E27FC236}">
                                  <a16:creationId xmlns:a16="http://schemas.microsoft.com/office/drawing/2014/main" id="{7A01BA0B-9D3C-44AA-9C1D-59AF0700BF2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50" name="Flowchart: Connector 649">
                              <a:extLst>
                                <a:ext uri="{FF2B5EF4-FFF2-40B4-BE49-F238E27FC236}">
                                  <a16:creationId xmlns:a16="http://schemas.microsoft.com/office/drawing/2014/main" id="{F45E9D50-B26B-46EA-A13A-CD7A68D3E02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51" name="Flowchart: Connector 650">
                              <a:extLst>
                                <a:ext uri="{FF2B5EF4-FFF2-40B4-BE49-F238E27FC236}">
                                  <a16:creationId xmlns:a16="http://schemas.microsoft.com/office/drawing/2014/main" id="{4AC729D5-31ED-4B3E-BE1E-551A645468A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52" name="Flowchart: Connector 651">
                              <a:extLst>
                                <a:ext uri="{FF2B5EF4-FFF2-40B4-BE49-F238E27FC236}">
                                  <a16:creationId xmlns:a16="http://schemas.microsoft.com/office/drawing/2014/main" id="{B15D8CE5-4AEA-4D54-A71E-B023780A62F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53" name="Flowchart: Connector 652">
                              <a:extLst>
                                <a:ext uri="{FF2B5EF4-FFF2-40B4-BE49-F238E27FC236}">
                                  <a16:creationId xmlns:a16="http://schemas.microsoft.com/office/drawing/2014/main" id="{1338CD2C-E17E-4970-963E-0A69183408E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54" name="3D Model 653" descr="Sphere">
                                  <a:extLst>
                                    <a:ext uri="{FF2B5EF4-FFF2-40B4-BE49-F238E27FC236}">
                                      <a16:creationId xmlns:a16="http://schemas.microsoft.com/office/drawing/2014/main" id="{A46C0AEB-09AD-4D9E-B378-801BFD48927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94759239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55" name="Flowchart: Connector 654">
                              <a:extLst>
                                <a:ext uri="{FF2B5EF4-FFF2-40B4-BE49-F238E27FC236}">
                                  <a16:creationId xmlns:a16="http://schemas.microsoft.com/office/drawing/2014/main" id="{29435D22-445F-4F12-A15D-3AECCE6E78A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56" name="3D Model 655" descr="Sphere">
                                  <a:extLst>
                                    <a:ext uri="{FF2B5EF4-FFF2-40B4-BE49-F238E27FC236}">
                                      <a16:creationId xmlns:a16="http://schemas.microsoft.com/office/drawing/2014/main" id="{14098031-EAE4-44F9-8A5F-241495368DC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115635357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57" name="Flowchart: Connector 656">
                              <a:extLst>
                                <a:ext uri="{FF2B5EF4-FFF2-40B4-BE49-F238E27FC236}">
                                  <a16:creationId xmlns:a16="http://schemas.microsoft.com/office/drawing/2014/main" id="{91D81DDA-7B29-48BA-BAB2-0C48AF97648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58" name="3D Model 657" descr="Sphere">
                                  <a:extLst>
                                    <a:ext uri="{FF2B5EF4-FFF2-40B4-BE49-F238E27FC236}">
                                      <a16:creationId xmlns:a16="http://schemas.microsoft.com/office/drawing/2014/main" id="{AE7D8C25-3A8E-4989-A6AA-CF93F11A051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69803397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59" name="Flowchart: Connector 658">
                              <a:extLst>
                                <a:ext uri="{FF2B5EF4-FFF2-40B4-BE49-F238E27FC236}">
                                  <a16:creationId xmlns:a16="http://schemas.microsoft.com/office/drawing/2014/main" id="{F949D392-E61C-4981-ADD5-63B9DBF15D0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60" name="3D Model 659" descr="Sphere">
                                  <a:extLst>
                                    <a:ext uri="{FF2B5EF4-FFF2-40B4-BE49-F238E27FC236}">
                                      <a16:creationId xmlns:a16="http://schemas.microsoft.com/office/drawing/2014/main" id="{6DD966F5-409A-4900-A66C-31A966147B5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62557968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612" name="Group 611">
                            <a:extLst>
                              <a:ext uri="{FF2B5EF4-FFF2-40B4-BE49-F238E27FC236}">
                                <a16:creationId xmlns:a16="http://schemas.microsoft.com/office/drawing/2014/main" id="{9F7CDA37-B945-41BD-8183-922F1163EA4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629" name="Flowchart: Connector 628">
                              <a:extLst>
                                <a:ext uri="{FF2B5EF4-FFF2-40B4-BE49-F238E27FC236}">
                                  <a16:creationId xmlns:a16="http://schemas.microsoft.com/office/drawing/2014/main" id="{B62B8B4E-7829-43C6-B3ED-0F90946C086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30" name="Flowchart: Connector 629">
                              <a:extLst>
                                <a:ext uri="{FF2B5EF4-FFF2-40B4-BE49-F238E27FC236}">
                                  <a16:creationId xmlns:a16="http://schemas.microsoft.com/office/drawing/2014/main" id="{7D3618C0-EFAD-40A0-A3D5-40CB208BEE2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31" name="Flowchart: Connector 630">
                              <a:extLst>
                                <a:ext uri="{FF2B5EF4-FFF2-40B4-BE49-F238E27FC236}">
                                  <a16:creationId xmlns:a16="http://schemas.microsoft.com/office/drawing/2014/main" id="{BAA6E000-0184-4CE3-971D-0891D2003C2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32" name="Flowchart: Connector 631">
                              <a:extLst>
                                <a:ext uri="{FF2B5EF4-FFF2-40B4-BE49-F238E27FC236}">
                                  <a16:creationId xmlns:a16="http://schemas.microsoft.com/office/drawing/2014/main" id="{4E6F5CE4-5417-44FA-AB26-161D7D3384B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33" name="Flowchart: Connector 632">
                              <a:extLst>
                                <a:ext uri="{FF2B5EF4-FFF2-40B4-BE49-F238E27FC236}">
                                  <a16:creationId xmlns:a16="http://schemas.microsoft.com/office/drawing/2014/main" id="{193ACA57-EF61-4178-8941-644F737C4CA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34" name="Flowchart: Connector 633">
                              <a:extLst>
                                <a:ext uri="{FF2B5EF4-FFF2-40B4-BE49-F238E27FC236}">
                                  <a16:creationId xmlns:a16="http://schemas.microsoft.com/office/drawing/2014/main" id="{3F542F93-C4B4-4A0C-B61A-643EFBC8EB4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35" name="Flowchart: Connector 634">
                              <a:extLst>
                                <a:ext uri="{FF2B5EF4-FFF2-40B4-BE49-F238E27FC236}">
                                  <a16:creationId xmlns:a16="http://schemas.microsoft.com/office/drawing/2014/main" id="{3B8D382D-5525-4487-A8E0-77E73726A19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36" name="Flowchart: Connector 635">
                              <a:extLst>
                                <a:ext uri="{FF2B5EF4-FFF2-40B4-BE49-F238E27FC236}">
                                  <a16:creationId xmlns:a16="http://schemas.microsoft.com/office/drawing/2014/main" id="{7262C422-001A-4C4A-9E22-5E0E915D6AF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37" name="Flowchart: Connector 636">
                              <a:extLst>
                                <a:ext uri="{FF2B5EF4-FFF2-40B4-BE49-F238E27FC236}">
                                  <a16:creationId xmlns:a16="http://schemas.microsoft.com/office/drawing/2014/main" id="{4F090043-0ECA-481E-8252-5D520E67AAF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38" name="3D Model 637" descr="Sphere">
                                  <a:extLst>
                                    <a:ext uri="{FF2B5EF4-FFF2-40B4-BE49-F238E27FC236}">
                                      <a16:creationId xmlns:a16="http://schemas.microsoft.com/office/drawing/2014/main" id="{0936D285-C302-47E0-B57B-149D11438D7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44002552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39" name="Flowchart: Connector 638">
                              <a:extLst>
                                <a:ext uri="{FF2B5EF4-FFF2-40B4-BE49-F238E27FC236}">
                                  <a16:creationId xmlns:a16="http://schemas.microsoft.com/office/drawing/2014/main" id="{50901A91-39AA-4B40-A3AD-54ED60D47DE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40" name="3D Model 639" descr="Sphere">
                                  <a:extLst>
                                    <a:ext uri="{FF2B5EF4-FFF2-40B4-BE49-F238E27FC236}">
                                      <a16:creationId xmlns:a16="http://schemas.microsoft.com/office/drawing/2014/main" id="{42DD7A3A-7551-4810-9531-0391E1A4FD3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14178841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41" name="Flowchart: Connector 640">
                              <a:extLst>
                                <a:ext uri="{FF2B5EF4-FFF2-40B4-BE49-F238E27FC236}">
                                  <a16:creationId xmlns:a16="http://schemas.microsoft.com/office/drawing/2014/main" id="{3C35E76B-DCF2-4294-984A-7E4514D8BBB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42" name="3D Model 641" descr="Sphere">
                                  <a:extLst>
                                    <a:ext uri="{FF2B5EF4-FFF2-40B4-BE49-F238E27FC236}">
                                      <a16:creationId xmlns:a16="http://schemas.microsoft.com/office/drawing/2014/main" id="{997C297B-A633-467A-9CC9-5186914A124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16944874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43" name="Flowchart: Connector 642">
                              <a:extLst>
                                <a:ext uri="{FF2B5EF4-FFF2-40B4-BE49-F238E27FC236}">
                                  <a16:creationId xmlns:a16="http://schemas.microsoft.com/office/drawing/2014/main" id="{66D032AA-972C-4A00-990D-CAFD09164B5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44" name="3D Model 643" descr="Sphere">
                                  <a:extLst>
                                    <a:ext uri="{FF2B5EF4-FFF2-40B4-BE49-F238E27FC236}">
                                      <a16:creationId xmlns:a16="http://schemas.microsoft.com/office/drawing/2014/main" id="{A85DA510-1DD5-49D3-81F2-0CA158E5017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723279593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613" name="Flowchart: Connector 612">
                            <a:extLst>
                              <a:ext uri="{FF2B5EF4-FFF2-40B4-BE49-F238E27FC236}">
                                <a16:creationId xmlns:a16="http://schemas.microsoft.com/office/drawing/2014/main" id="{F4B4EC9B-C663-4A8D-B9A6-F301D05D116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14" name="Flowchart: Connector 613">
                            <a:extLst>
                              <a:ext uri="{FF2B5EF4-FFF2-40B4-BE49-F238E27FC236}">
                                <a16:creationId xmlns:a16="http://schemas.microsoft.com/office/drawing/2014/main" id="{5402EDF5-7434-408D-A347-54602526D31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15" name="Flowchart: Connector 614">
                            <a:extLst>
                              <a:ext uri="{FF2B5EF4-FFF2-40B4-BE49-F238E27FC236}">
                                <a16:creationId xmlns:a16="http://schemas.microsoft.com/office/drawing/2014/main" id="{5F11535D-882B-4A19-ADEF-2520A1FCF9C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16" name="Flowchart: Connector 615">
                            <a:extLst>
                              <a:ext uri="{FF2B5EF4-FFF2-40B4-BE49-F238E27FC236}">
                                <a16:creationId xmlns:a16="http://schemas.microsoft.com/office/drawing/2014/main" id="{F4FB4D79-611C-4BBB-B801-A529063602D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17" name="Flowchart: Connector 616">
                            <a:extLst>
                              <a:ext uri="{FF2B5EF4-FFF2-40B4-BE49-F238E27FC236}">
                                <a16:creationId xmlns:a16="http://schemas.microsoft.com/office/drawing/2014/main" id="{4FB7548E-A015-4021-B295-C1B9A02A81A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18" name="Flowchart: Connector 617">
                            <a:extLst>
                              <a:ext uri="{FF2B5EF4-FFF2-40B4-BE49-F238E27FC236}">
                                <a16:creationId xmlns:a16="http://schemas.microsoft.com/office/drawing/2014/main" id="{351E1B0E-7B8E-4E9F-808B-30FE90F1FBC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19" name="Flowchart: Connector 618">
                            <a:extLst>
                              <a:ext uri="{FF2B5EF4-FFF2-40B4-BE49-F238E27FC236}">
                                <a16:creationId xmlns:a16="http://schemas.microsoft.com/office/drawing/2014/main" id="{C40B7478-18DE-4EEF-9469-100FBFF6C89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20" name="Flowchart: Connector 619">
                            <a:extLst>
                              <a:ext uri="{FF2B5EF4-FFF2-40B4-BE49-F238E27FC236}">
                                <a16:creationId xmlns:a16="http://schemas.microsoft.com/office/drawing/2014/main" id="{909AB9BC-84FC-49F3-8CD9-5A0A314B0DC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21" name="Flowchart: Connector 620">
                            <a:extLst>
                              <a:ext uri="{FF2B5EF4-FFF2-40B4-BE49-F238E27FC236}">
                                <a16:creationId xmlns:a16="http://schemas.microsoft.com/office/drawing/2014/main" id="{246C48F7-09DB-43E1-BE67-EF385108952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22" name="3D Model 621" descr="Sphere">
                                <a:extLst>
                                  <a:ext uri="{FF2B5EF4-FFF2-40B4-BE49-F238E27FC236}">
                                    <a16:creationId xmlns:a16="http://schemas.microsoft.com/office/drawing/2014/main" id="{DF67DFF9-2CFD-49FF-8138-3D0095EA2B8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268922106"/>
                                  </p:ext>
                                </p:extLst>
                              </p:nvPr>
                            </p:nvGraphicFramePr>
                            <p:xfrm>
                              <a:off x="2123911" y="1501770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81" name="3D Model 2080" descr="Sphere">
                                <a:extLst>
                                  <a:ext uri="{FF2B5EF4-FFF2-40B4-BE49-F238E27FC236}">
                                    <a16:creationId xmlns:a16="http://schemas.microsoft.com/office/drawing/2014/main" id="{BBAAC3A5-BED9-484D-8304-B5CF970DFBB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967417" y="2231580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23" name="Flowchart: Connector 622">
                            <a:extLst>
                              <a:ext uri="{FF2B5EF4-FFF2-40B4-BE49-F238E27FC236}">
                                <a16:creationId xmlns:a16="http://schemas.microsoft.com/office/drawing/2014/main" id="{FD03BA5B-C190-4DCC-A173-0F62007DE4A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24" name="3D Model 623" descr="Sphere">
                                <a:extLst>
                                  <a:ext uri="{FF2B5EF4-FFF2-40B4-BE49-F238E27FC236}">
                                    <a16:creationId xmlns:a16="http://schemas.microsoft.com/office/drawing/2014/main" id="{DC8590F6-EC0C-4E6C-A076-919FA9D3C16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925497456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83" name="3D Model 2082" descr="Sphere">
                                <a:extLst>
                                  <a:ext uri="{FF2B5EF4-FFF2-40B4-BE49-F238E27FC236}">
                                    <a16:creationId xmlns:a16="http://schemas.microsoft.com/office/drawing/2014/main" id="{7F26FC5C-FF6C-4333-97E0-272A413FF94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09241" y="2246268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25" name="Flowchart: Connector 624">
                            <a:extLst>
                              <a:ext uri="{FF2B5EF4-FFF2-40B4-BE49-F238E27FC236}">
                                <a16:creationId xmlns:a16="http://schemas.microsoft.com/office/drawing/2014/main" id="{C17CF8CB-390A-4F57-910F-C12FA7D4656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93292" y="171776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26" name="3D Model 625" descr="Sphere">
                                <a:extLst>
                                  <a:ext uri="{FF2B5EF4-FFF2-40B4-BE49-F238E27FC236}">
                                    <a16:creationId xmlns:a16="http://schemas.microsoft.com/office/drawing/2014/main" id="{D3A0403B-09A8-4471-B202-99A9CDB13F8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051991342"/>
                                  </p:ext>
                                </p:extLst>
                              </p:nvPr>
                            </p:nvGraphicFramePr>
                            <p:xfrm>
                              <a:off x="2622429" y="163823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85" name="3D Model 2084" descr="Sphere">
                                <a:extLst>
                                  <a:ext uri="{FF2B5EF4-FFF2-40B4-BE49-F238E27FC236}">
                                    <a16:creationId xmlns:a16="http://schemas.microsoft.com/office/drawing/2014/main" id="{9E0852C6-70C9-4F0E-8452-5D6F744047C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54013" y="225728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27" name="Flowchart: Connector 626">
                            <a:extLst>
                              <a:ext uri="{FF2B5EF4-FFF2-40B4-BE49-F238E27FC236}">
                                <a16:creationId xmlns:a16="http://schemas.microsoft.com/office/drawing/2014/main" id="{76DCA8E0-F064-43D5-8696-6A433338007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28" name="3D Model 627" descr="Sphere">
                                <a:extLst>
                                  <a:ext uri="{FF2B5EF4-FFF2-40B4-BE49-F238E27FC236}">
                                    <a16:creationId xmlns:a16="http://schemas.microsoft.com/office/drawing/2014/main" id="{11E605D0-E0A1-44EE-AD10-4E61DA83CA2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76603706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87" name="3D Model 2086" descr="Sphere">
                                <a:extLst>
                                  <a:ext uri="{FF2B5EF4-FFF2-40B4-BE49-F238E27FC236}">
                                    <a16:creationId xmlns:a16="http://schemas.microsoft.com/office/drawing/2014/main" id="{2AC3B5A0-E1C4-4789-8D7D-123C72E426F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98337" y="2274301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464" name="Group 463">
                        <a:extLst>
                          <a:ext uri="{FF2B5EF4-FFF2-40B4-BE49-F238E27FC236}">
                            <a16:creationId xmlns:a16="http://schemas.microsoft.com/office/drawing/2014/main" id="{8B2E53AB-27AB-4D22-A83A-C9702E4BE47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547436" y="2361226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605" name="Flowchart: Connector 604">
                          <a:extLst>
                            <a:ext uri="{FF2B5EF4-FFF2-40B4-BE49-F238E27FC236}">
                              <a16:creationId xmlns:a16="http://schemas.microsoft.com/office/drawing/2014/main" id="{84E684E9-D4D1-44AF-ACC4-34C21E12504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06" name="Flowchart: Connector 605">
                          <a:extLst>
                            <a:ext uri="{FF2B5EF4-FFF2-40B4-BE49-F238E27FC236}">
                              <a16:creationId xmlns:a16="http://schemas.microsoft.com/office/drawing/2014/main" id="{34B91BE6-4354-40F4-88D5-F0699A60096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07" name="Flowchart: Connector 606">
                          <a:extLst>
                            <a:ext uri="{FF2B5EF4-FFF2-40B4-BE49-F238E27FC236}">
                              <a16:creationId xmlns:a16="http://schemas.microsoft.com/office/drawing/2014/main" id="{D2186915-4093-43FC-BD83-0B6DB478C86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465" name="Flowchart: Connector 464">
                        <a:extLst>
                          <a:ext uri="{FF2B5EF4-FFF2-40B4-BE49-F238E27FC236}">
                            <a16:creationId xmlns:a16="http://schemas.microsoft.com/office/drawing/2014/main" id="{95AE0BF5-98B6-42E0-AE36-3F1A411EFAE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19794" y="212254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66" name="Flowchart: Connector 465">
                        <a:extLst>
                          <a:ext uri="{FF2B5EF4-FFF2-40B4-BE49-F238E27FC236}">
                            <a16:creationId xmlns:a16="http://schemas.microsoft.com/office/drawing/2014/main" id="{8968FC09-9409-42E8-9BDA-9A88AD74C9C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74020" y="218539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467" name="Group 466">
                        <a:extLst>
                          <a:ext uri="{FF2B5EF4-FFF2-40B4-BE49-F238E27FC236}">
                            <a16:creationId xmlns:a16="http://schemas.microsoft.com/office/drawing/2014/main" id="{114D4DE5-B212-411E-8213-5BD90C75C24A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18957">
                        <a:off x="941432" y="2025443"/>
                        <a:ext cx="710250" cy="369080"/>
                        <a:chOff x="854932" y="2290871"/>
                        <a:chExt cx="710250" cy="369080"/>
                      </a:xfrm>
                    </p:grpSpPr>
                    <p:sp>
                      <p:nvSpPr>
                        <p:cNvPr id="602" name="Flowchart: Connector 601">
                          <a:extLst>
                            <a:ext uri="{FF2B5EF4-FFF2-40B4-BE49-F238E27FC236}">
                              <a16:creationId xmlns:a16="http://schemas.microsoft.com/office/drawing/2014/main" id="{851C4822-1C8F-4337-8019-D0F5D37F3B9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2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03" name="Flowchart: Connector 602">
                          <a:extLst>
                            <a:ext uri="{FF2B5EF4-FFF2-40B4-BE49-F238E27FC236}">
                              <a16:creationId xmlns:a16="http://schemas.microsoft.com/office/drawing/2014/main" id="{D5D68EA3-67AB-401E-BAB0-A4496AB74C7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1897" y="2377722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04" name="Flowchart: Connector 603">
                          <a:extLst>
                            <a:ext uri="{FF2B5EF4-FFF2-40B4-BE49-F238E27FC236}">
                              <a16:creationId xmlns:a16="http://schemas.microsoft.com/office/drawing/2014/main" id="{7F02E0E9-DD93-4A38-B947-AFA70E29B3A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53323" y="244395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468" name="Group 467">
                        <a:extLst>
                          <a:ext uri="{FF2B5EF4-FFF2-40B4-BE49-F238E27FC236}">
                            <a16:creationId xmlns:a16="http://schemas.microsoft.com/office/drawing/2014/main" id="{23EEF2DD-B75E-4BD5-A652-7D79936DC2A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21287" y="1995259"/>
                        <a:ext cx="1102917" cy="1484052"/>
                        <a:chOff x="2085712" y="1515698"/>
                        <a:chExt cx="1102917" cy="1484052"/>
                      </a:xfrm>
                    </p:grpSpPr>
                    <p:grpSp>
                      <p:nvGrpSpPr>
                        <p:cNvPr id="537" name="Group 536">
                          <a:extLst>
                            <a:ext uri="{FF2B5EF4-FFF2-40B4-BE49-F238E27FC236}">
                              <a16:creationId xmlns:a16="http://schemas.microsoft.com/office/drawing/2014/main" id="{D0E08566-B21E-48CF-A9FF-B7B09E8EA97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5712" y="1648950"/>
                          <a:ext cx="105765" cy="1037981"/>
                          <a:chOff x="1796341" y="2343196"/>
                          <a:chExt cx="105765" cy="1037981"/>
                        </a:xfrm>
                      </p:grpSpPr>
                      <p:sp>
                        <p:nvSpPr>
                          <p:cNvPr id="598" name="Flowchart: Connector 597">
                            <a:extLst>
                              <a:ext uri="{FF2B5EF4-FFF2-40B4-BE49-F238E27FC236}">
                                <a16:creationId xmlns:a16="http://schemas.microsoft.com/office/drawing/2014/main" id="{B594853F-22A3-4D62-91DA-19E95FD7EFD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99" name="Flowchart: Connector 598">
                            <a:extLst>
                              <a:ext uri="{FF2B5EF4-FFF2-40B4-BE49-F238E27FC236}">
                                <a16:creationId xmlns:a16="http://schemas.microsoft.com/office/drawing/2014/main" id="{7C293A82-D2C0-4534-A25B-8FD562C40D7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00" name="Flowchart: Connector 599">
                            <a:extLst>
                              <a:ext uri="{FF2B5EF4-FFF2-40B4-BE49-F238E27FC236}">
                                <a16:creationId xmlns:a16="http://schemas.microsoft.com/office/drawing/2014/main" id="{97BABACF-844B-4547-AD35-90646053D37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01" name="Flowchart: Connector 600">
                            <a:extLst>
                              <a:ext uri="{FF2B5EF4-FFF2-40B4-BE49-F238E27FC236}">
                                <a16:creationId xmlns:a16="http://schemas.microsoft.com/office/drawing/2014/main" id="{68239CEC-AA28-44A1-AE66-266D1D631A2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796341" y="2343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538" name="Group 537">
                          <a:extLst>
                            <a:ext uri="{FF2B5EF4-FFF2-40B4-BE49-F238E27FC236}">
                              <a16:creationId xmlns:a16="http://schemas.microsoft.com/office/drawing/2014/main" id="{8319F94D-4FFF-4D28-BED5-21F567EB8E9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15698"/>
                          <a:ext cx="1074397" cy="1484052"/>
                          <a:chOff x="2114232" y="1515698"/>
                          <a:chExt cx="1074397" cy="1484052"/>
                        </a:xfrm>
                      </p:grpSpPr>
                      <p:grpSp>
                        <p:nvGrpSpPr>
                          <p:cNvPr id="539" name="Group 538">
                            <a:extLst>
                              <a:ext uri="{FF2B5EF4-FFF2-40B4-BE49-F238E27FC236}">
                                <a16:creationId xmlns:a16="http://schemas.microsoft.com/office/drawing/2014/main" id="{F6B58410-6F3D-41EA-9E0B-18885366318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590" name="Flowchart: Connector 589">
                              <a:extLst>
                                <a:ext uri="{FF2B5EF4-FFF2-40B4-BE49-F238E27FC236}">
                                  <a16:creationId xmlns:a16="http://schemas.microsoft.com/office/drawing/2014/main" id="{941D3830-4275-4393-B6E0-BD467D7DD68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91" name="3D Model 590" descr="Sphere">
                                  <a:extLst>
                                    <a:ext uri="{FF2B5EF4-FFF2-40B4-BE49-F238E27FC236}">
                                      <a16:creationId xmlns:a16="http://schemas.microsoft.com/office/drawing/2014/main" id="{3452AB6A-5607-4B94-8C31-54B0E5640B9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416660805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92" name="Flowchart: Connector 591">
                              <a:extLst>
                                <a:ext uri="{FF2B5EF4-FFF2-40B4-BE49-F238E27FC236}">
                                  <a16:creationId xmlns:a16="http://schemas.microsoft.com/office/drawing/2014/main" id="{5BBB4599-BA35-4F9E-AAA9-BC32A41AE91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93" name="3D Model 592" descr="Sphere">
                                  <a:extLst>
                                    <a:ext uri="{FF2B5EF4-FFF2-40B4-BE49-F238E27FC236}">
                                      <a16:creationId xmlns:a16="http://schemas.microsoft.com/office/drawing/2014/main" id="{85F1634C-75BC-4902-BC1B-0C789911B9F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7199854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94" name="Flowchart: Connector 593">
                              <a:extLst>
                                <a:ext uri="{FF2B5EF4-FFF2-40B4-BE49-F238E27FC236}">
                                  <a16:creationId xmlns:a16="http://schemas.microsoft.com/office/drawing/2014/main" id="{85431C77-8F0F-4E42-97CA-E69E71C2B15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95" name="3D Model 594" descr="Sphere">
                                  <a:extLst>
                                    <a:ext uri="{FF2B5EF4-FFF2-40B4-BE49-F238E27FC236}">
                                      <a16:creationId xmlns:a16="http://schemas.microsoft.com/office/drawing/2014/main" id="{CE581F88-0312-4D53-A84A-FB0D7191437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70034737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96" name="Flowchart: Connector 595">
                              <a:extLst>
                                <a:ext uri="{FF2B5EF4-FFF2-40B4-BE49-F238E27FC236}">
                                  <a16:creationId xmlns:a16="http://schemas.microsoft.com/office/drawing/2014/main" id="{6E417D77-FDC8-414F-85F4-FE17910FF86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97" name="3D Model 596" descr="Sphere">
                                  <a:extLst>
                                    <a:ext uri="{FF2B5EF4-FFF2-40B4-BE49-F238E27FC236}">
                                      <a16:creationId xmlns:a16="http://schemas.microsoft.com/office/drawing/2014/main" id="{D7BA99A9-6D1A-491D-9A0B-ED0EF4C57D3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20887018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540" name="Group 539">
                            <a:extLst>
                              <a:ext uri="{FF2B5EF4-FFF2-40B4-BE49-F238E27FC236}">
                                <a16:creationId xmlns:a16="http://schemas.microsoft.com/office/drawing/2014/main" id="{93C594E0-CC37-468D-BBB8-6B03DE127E7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574" name="Flowchart: Connector 573">
                              <a:extLst>
                                <a:ext uri="{FF2B5EF4-FFF2-40B4-BE49-F238E27FC236}">
                                  <a16:creationId xmlns:a16="http://schemas.microsoft.com/office/drawing/2014/main" id="{9447917B-3C4A-4FF6-B685-FA86E9403C6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75" name="Flowchart: Connector 574">
                              <a:extLst>
                                <a:ext uri="{FF2B5EF4-FFF2-40B4-BE49-F238E27FC236}">
                                  <a16:creationId xmlns:a16="http://schemas.microsoft.com/office/drawing/2014/main" id="{7A8E4DE8-CD6D-458F-8532-1E08FBF1037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76" name="Flowchart: Connector 575">
                              <a:extLst>
                                <a:ext uri="{FF2B5EF4-FFF2-40B4-BE49-F238E27FC236}">
                                  <a16:creationId xmlns:a16="http://schemas.microsoft.com/office/drawing/2014/main" id="{232AE62B-7280-4158-8E8A-F7103011E1A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77" name="Flowchart: Connector 576">
                              <a:extLst>
                                <a:ext uri="{FF2B5EF4-FFF2-40B4-BE49-F238E27FC236}">
                                  <a16:creationId xmlns:a16="http://schemas.microsoft.com/office/drawing/2014/main" id="{4B8BF6D5-38FE-43A3-BEE9-2E0695CA27D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78" name="Flowchart: Connector 577">
                              <a:extLst>
                                <a:ext uri="{FF2B5EF4-FFF2-40B4-BE49-F238E27FC236}">
                                  <a16:creationId xmlns:a16="http://schemas.microsoft.com/office/drawing/2014/main" id="{FE516728-2E2B-4BDB-9ED0-484CF95C39E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79" name="Flowchart: Connector 578">
                              <a:extLst>
                                <a:ext uri="{FF2B5EF4-FFF2-40B4-BE49-F238E27FC236}">
                                  <a16:creationId xmlns:a16="http://schemas.microsoft.com/office/drawing/2014/main" id="{CC722826-6C71-4C1A-A7F0-55576C9139F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80" name="Flowchart: Connector 579">
                              <a:extLst>
                                <a:ext uri="{FF2B5EF4-FFF2-40B4-BE49-F238E27FC236}">
                                  <a16:creationId xmlns:a16="http://schemas.microsoft.com/office/drawing/2014/main" id="{C6B05CDB-9BED-4BDE-934A-BDE91739A58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81" name="Flowchart: Connector 580">
                              <a:extLst>
                                <a:ext uri="{FF2B5EF4-FFF2-40B4-BE49-F238E27FC236}">
                                  <a16:creationId xmlns:a16="http://schemas.microsoft.com/office/drawing/2014/main" id="{916FE23B-164F-4C73-9539-2C6792D824A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82" name="Flowchart: Connector 581">
                              <a:extLst>
                                <a:ext uri="{FF2B5EF4-FFF2-40B4-BE49-F238E27FC236}">
                                  <a16:creationId xmlns:a16="http://schemas.microsoft.com/office/drawing/2014/main" id="{E7456BC8-EF7B-4F3E-B5D1-D596F3DCE04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83" name="3D Model 582" descr="Sphere">
                                  <a:extLst>
                                    <a:ext uri="{FF2B5EF4-FFF2-40B4-BE49-F238E27FC236}">
                                      <a16:creationId xmlns:a16="http://schemas.microsoft.com/office/drawing/2014/main" id="{4D783D4D-66BA-45A3-873F-DC1D60E21BF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122827889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84" name="Flowchart: Connector 583">
                              <a:extLst>
                                <a:ext uri="{FF2B5EF4-FFF2-40B4-BE49-F238E27FC236}">
                                  <a16:creationId xmlns:a16="http://schemas.microsoft.com/office/drawing/2014/main" id="{79217EA2-3086-4190-B92C-E5285D9AECB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85" name="3D Model 584" descr="Sphere">
                                  <a:extLst>
                                    <a:ext uri="{FF2B5EF4-FFF2-40B4-BE49-F238E27FC236}">
                                      <a16:creationId xmlns:a16="http://schemas.microsoft.com/office/drawing/2014/main" id="{E308C9DD-FBCD-4B2E-BE8F-DB019EB0057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359374708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86" name="Flowchart: Connector 585">
                              <a:extLst>
                                <a:ext uri="{FF2B5EF4-FFF2-40B4-BE49-F238E27FC236}">
                                  <a16:creationId xmlns:a16="http://schemas.microsoft.com/office/drawing/2014/main" id="{A959F23F-A04F-466B-8CB6-75AC2AE7339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87" name="3D Model 586" descr="Sphere">
                                  <a:extLst>
                                    <a:ext uri="{FF2B5EF4-FFF2-40B4-BE49-F238E27FC236}">
                                      <a16:creationId xmlns:a16="http://schemas.microsoft.com/office/drawing/2014/main" id="{E5194865-18B7-4D1F-822F-568500F80C3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171007651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88" name="Flowchart: Connector 587">
                              <a:extLst>
                                <a:ext uri="{FF2B5EF4-FFF2-40B4-BE49-F238E27FC236}">
                                  <a16:creationId xmlns:a16="http://schemas.microsoft.com/office/drawing/2014/main" id="{2AC221AE-AC6A-4BBA-8D90-C437C107BDA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89" name="3D Model 588" descr="Sphere">
                                  <a:extLst>
                                    <a:ext uri="{FF2B5EF4-FFF2-40B4-BE49-F238E27FC236}">
                                      <a16:creationId xmlns:a16="http://schemas.microsoft.com/office/drawing/2014/main" id="{94B3E414-D764-41AB-B7EF-23F5576EA98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560817857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541" name="Group 540">
                            <a:extLst>
                              <a:ext uri="{FF2B5EF4-FFF2-40B4-BE49-F238E27FC236}">
                                <a16:creationId xmlns:a16="http://schemas.microsoft.com/office/drawing/2014/main" id="{C3A0673F-4017-438A-9841-1563F6BFB73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558" name="Flowchart: Connector 557">
                              <a:extLst>
                                <a:ext uri="{FF2B5EF4-FFF2-40B4-BE49-F238E27FC236}">
                                  <a16:creationId xmlns:a16="http://schemas.microsoft.com/office/drawing/2014/main" id="{ABB6E96A-FF0E-4EE4-95F1-D1503D8BA95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59" name="Flowchart: Connector 558">
                              <a:extLst>
                                <a:ext uri="{FF2B5EF4-FFF2-40B4-BE49-F238E27FC236}">
                                  <a16:creationId xmlns:a16="http://schemas.microsoft.com/office/drawing/2014/main" id="{3F20822C-FF69-4A52-9ED6-8553D4295BD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60" name="Flowchart: Connector 559">
                              <a:extLst>
                                <a:ext uri="{FF2B5EF4-FFF2-40B4-BE49-F238E27FC236}">
                                  <a16:creationId xmlns:a16="http://schemas.microsoft.com/office/drawing/2014/main" id="{87F363C6-0849-462D-BC85-3AC7E219006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61" name="Flowchart: Connector 560">
                              <a:extLst>
                                <a:ext uri="{FF2B5EF4-FFF2-40B4-BE49-F238E27FC236}">
                                  <a16:creationId xmlns:a16="http://schemas.microsoft.com/office/drawing/2014/main" id="{916D1701-AA4A-4C78-BA13-E4DA8004067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62" name="Flowchart: Connector 561">
                              <a:extLst>
                                <a:ext uri="{FF2B5EF4-FFF2-40B4-BE49-F238E27FC236}">
                                  <a16:creationId xmlns:a16="http://schemas.microsoft.com/office/drawing/2014/main" id="{53DEFE85-62CD-4C7A-907B-E8A01B3C14C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63" name="Flowchart: Connector 562">
                              <a:extLst>
                                <a:ext uri="{FF2B5EF4-FFF2-40B4-BE49-F238E27FC236}">
                                  <a16:creationId xmlns:a16="http://schemas.microsoft.com/office/drawing/2014/main" id="{111A7359-0491-4C6E-A3EB-40209839BEE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64" name="Flowchart: Connector 563">
                              <a:extLst>
                                <a:ext uri="{FF2B5EF4-FFF2-40B4-BE49-F238E27FC236}">
                                  <a16:creationId xmlns:a16="http://schemas.microsoft.com/office/drawing/2014/main" id="{E36F1447-8151-4CD0-8E81-496212067D0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65" name="Flowchart: Connector 564">
                              <a:extLst>
                                <a:ext uri="{FF2B5EF4-FFF2-40B4-BE49-F238E27FC236}">
                                  <a16:creationId xmlns:a16="http://schemas.microsoft.com/office/drawing/2014/main" id="{D5B92CD7-4405-427E-9E6E-51716E49BEE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66" name="Flowchart: Connector 565">
                              <a:extLst>
                                <a:ext uri="{FF2B5EF4-FFF2-40B4-BE49-F238E27FC236}">
                                  <a16:creationId xmlns:a16="http://schemas.microsoft.com/office/drawing/2014/main" id="{F03CA63B-FAF5-457C-9FBC-ED115F6DE33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67" name="3D Model 566" descr="Sphere">
                                  <a:extLst>
                                    <a:ext uri="{FF2B5EF4-FFF2-40B4-BE49-F238E27FC236}">
                                      <a16:creationId xmlns:a16="http://schemas.microsoft.com/office/drawing/2014/main" id="{7AEC55B7-B9E9-4A54-BE89-FDB78CE53F7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51603761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68" name="Flowchart: Connector 567">
                              <a:extLst>
                                <a:ext uri="{FF2B5EF4-FFF2-40B4-BE49-F238E27FC236}">
                                  <a16:creationId xmlns:a16="http://schemas.microsoft.com/office/drawing/2014/main" id="{E27FF146-3869-4C8C-93DB-F80BF7CCE57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69" name="3D Model 568" descr="Sphere">
                                  <a:extLst>
                                    <a:ext uri="{FF2B5EF4-FFF2-40B4-BE49-F238E27FC236}">
                                      <a16:creationId xmlns:a16="http://schemas.microsoft.com/office/drawing/2014/main" id="{5357520E-8A74-418C-9EEF-1DB58F5B5B2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254586798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70" name="Flowchart: Connector 569">
                              <a:extLst>
                                <a:ext uri="{FF2B5EF4-FFF2-40B4-BE49-F238E27FC236}">
                                  <a16:creationId xmlns:a16="http://schemas.microsoft.com/office/drawing/2014/main" id="{68ECB0B2-13F9-406F-BC0A-C450FFF028A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A19E88C4-F565-4F55-8692-25986B712F1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22104128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72" name="Flowchart: Connector 571">
                              <a:extLst>
                                <a:ext uri="{FF2B5EF4-FFF2-40B4-BE49-F238E27FC236}">
                                  <a16:creationId xmlns:a16="http://schemas.microsoft.com/office/drawing/2014/main" id="{3FDF4DB7-F85B-4642-A44D-BE0391A2002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48DF7D87-A342-4278-A5FD-6446844F6AF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271176941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542" name="Flowchart: Connector 541">
                            <a:extLst>
                              <a:ext uri="{FF2B5EF4-FFF2-40B4-BE49-F238E27FC236}">
                                <a16:creationId xmlns:a16="http://schemas.microsoft.com/office/drawing/2014/main" id="{DA1BF8C8-29D5-4A10-ADA9-59A8F25DC82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43" name="Flowchart: Connector 542">
                            <a:extLst>
                              <a:ext uri="{FF2B5EF4-FFF2-40B4-BE49-F238E27FC236}">
                                <a16:creationId xmlns:a16="http://schemas.microsoft.com/office/drawing/2014/main" id="{01887E55-50D3-4B07-B8A4-02AD5CBB3FA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44" name="Flowchart: Connector 543">
                            <a:extLst>
                              <a:ext uri="{FF2B5EF4-FFF2-40B4-BE49-F238E27FC236}">
                                <a16:creationId xmlns:a16="http://schemas.microsoft.com/office/drawing/2014/main" id="{943787A0-052E-4586-A3E5-524CB476F7D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45" name="Flowchart: Connector 544">
                            <a:extLst>
                              <a:ext uri="{FF2B5EF4-FFF2-40B4-BE49-F238E27FC236}">
                                <a16:creationId xmlns:a16="http://schemas.microsoft.com/office/drawing/2014/main" id="{6DECD844-07B1-4148-AAB9-3D03D3FCE77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46" name="Flowchart: Connector 545">
                            <a:extLst>
                              <a:ext uri="{FF2B5EF4-FFF2-40B4-BE49-F238E27FC236}">
                                <a16:creationId xmlns:a16="http://schemas.microsoft.com/office/drawing/2014/main" id="{EC7E0955-3204-4F4D-9ED2-B44D7FB5A41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47" name="Flowchart: Connector 546">
                            <a:extLst>
                              <a:ext uri="{FF2B5EF4-FFF2-40B4-BE49-F238E27FC236}">
                                <a16:creationId xmlns:a16="http://schemas.microsoft.com/office/drawing/2014/main" id="{BC39E173-BDBB-4D56-8184-9D7A148C8F1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48" name="Flowchart: Connector 547">
                            <a:extLst>
                              <a:ext uri="{FF2B5EF4-FFF2-40B4-BE49-F238E27FC236}">
                                <a16:creationId xmlns:a16="http://schemas.microsoft.com/office/drawing/2014/main" id="{9F0A8935-14F8-44C9-AC55-E25623AFDD1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49" name="Flowchart: Connector 548">
                            <a:extLst>
                              <a:ext uri="{FF2B5EF4-FFF2-40B4-BE49-F238E27FC236}">
                                <a16:creationId xmlns:a16="http://schemas.microsoft.com/office/drawing/2014/main" id="{512581FC-DAEB-4B74-ADD4-2BF7DFBDE17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50" name="Flowchart: Connector 549">
                            <a:extLst>
                              <a:ext uri="{FF2B5EF4-FFF2-40B4-BE49-F238E27FC236}">
                                <a16:creationId xmlns:a16="http://schemas.microsoft.com/office/drawing/2014/main" id="{ADAB27AB-4A17-46C4-8123-9978440690B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51" name="3D Model 550" descr="Sphere">
                                <a:extLst>
                                  <a:ext uri="{FF2B5EF4-FFF2-40B4-BE49-F238E27FC236}">
                                    <a16:creationId xmlns:a16="http://schemas.microsoft.com/office/drawing/2014/main" id="{C6DA0B7C-3BDD-4276-948E-827AC1C442B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365501577"/>
                                  </p:ext>
                                </p:extLst>
                              </p:nvPr>
                            </p:nvGraphicFramePr>
                            <p:xfrm>
                              <a:off x="2127272" y="1515698"/>
                              <a:ext cx="299738" cy="29973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7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4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10" name="3D Model 2009" descr="Sphere">
                                <a:extLst>
                                  <a:ext uri="{FF2B5EF4-FFF2-40B4-BE49-F238E27FC236}">
                                    <a16:creationId xmlns:a16="http://schemas.microsoft.com/office/drawing/2014/main" id="{71FCEC8E-86F4-4519-A136-94668103656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929061" y="2251345"/>
                                <a:ext cx="52067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52" name="Flowchart: Connector 551">
                            <a:extLst>
                              <a:ext uri="{FF2B5EF4-FFF2-40B4-BE49-F238E27FC236}">
                                <a16:creationId xmlns:a16="http://schemas.microsoft.com/office/drawing/2014/main" id="{D0F4C336-9671-4473-8BEA-FD36C9F195C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53" name="3D Model 552" descr="Sphere">
                                <a:extLst>
                                  <a:ext uri="{FF2B5EF4-FFF2-40B4-BE49-F238E27FC236}">
                                    <a16:creationId xmlns:a16="http://schemas.microsoft.com/office/drawing/2014/main" id="{27861C02-7E69-4403-ABE5-B119C678120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41873606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12" name="3D Model 2011" descr="Sphere">
                                <a:extLst>
                                  <a:ext uri="{FF2B5EF4-FFF2-40B4-BE49-F238E27FC236}">
                                    <a16:creationId xmlns:a16="http://schemas.microsoft.com/office/drawing/2014/main" id="{788F27E3-2BFB-47D9-938E-4075BE76CAAA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970301" y="2263409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54" name="Flowchart: Connector 553">
                            <a:extLst>
                              <a:ext uri="{FF2B5EF4-FFF2-40B4-BE49-F238E27FC236}">
                                <a16:creationId xmlns:a16="http://schemas.microsoft.com/office/drawing/2014/main" id="{FBFE41D7-6E33-469E-A68C-F73C4A71C3B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6940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80325732-88CD-41CA-8357-D3F11CFD054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553904026"/>
                                  </p:ext>
                                </p:extLst>
                              </p:nvPr>
                            </p:nvGraphicFramePr>
                            <p:xfrm>
                              <a:off x="2609177" y="164853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14" name="3D Model 2013" descr="Sphere">
                                <a:extLst>
                                  <a:ext uri="{FF2B5EF4-FFF2-40B4-BE49-F238E27FC236}">
                                    <a16:creationId xmlns:a16="http://schemas.microsoft.com/office/drawing/2014/main" id="{DC34F8CE-4DD0-42E3-B1B7-88AE23A51C5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12771" y="227636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56" name="Flowchart: Connector 555">
                            <a:extLst>
                              <a:ext uri="{FF2B5EF4-FFF2-40B4-BE49-F238E27FC236}">
                                <a16:creationId xmlns:a16="http://schemas.microsoft.com/office/drawing/2014/main" id="{F03A1C3B-D8C9-4B73-98C0-206306D7D6F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3DFE2CD6-6B48-49C3-8602-F9A501BAFC6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995667149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16" name="3D Model 2015" descr="Sphere">
                                <a:extLst>
                                  <a:ext uri="{FF2B5EF4-FFF2-40B4-BE49-F238E27FC236}">
                                    <a16:creationId xmlns:a16="http://schemas.microsoft.com/office/drawing/2014/main" id="{10744BAC-FCCF-4132-AEE4-D2CDDC78840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59397" y="2291443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sp>
                    <p:nvSpPr>
                      <p:cNvPr id="469" name="Flowchart: Connector 468">
                        <a:extLst>
                          <a:ext uri="{FF2B5EF4-FFF2-40B4-BE49-F238E27FC236}">
                            <a16:creationId xmlns:a16="http://schemas.microsoft.com/office/drawing/2014/main" id="{67CA7062-72E1-4D35-9AFA-C13952CC7CB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06374" y="21384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70" name="Flowchart: Connector 469">
                        <a:extLst>
                          <a:ext uri="{FF2B5EF4-FFF2-40B4-BE49-F238E27FC236}">
                            <a16:creationId xmlns:a16="http://schemas.microsoft.com/office/drawing/2014/main" id="{71895B91-5791-47BF-B4FC-CA693718B7D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886236" y="22322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71" name="Flowchart: Connector 470">
                        <a:extLst>
                          <a:ext uri="{FF2B5EF4-FFF2-40B4-BE49-F238E27FC236}">
                            <a16:creationId xmlns:a16="http://schemas.microsoft.com/office/drawing/2014/main" id="{F456A6A2-7EA1-4BB5-A13E-1AA3DC4FCB5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952806" y="22254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72" name="Flowchart: Connector 471">
                        <a:extLst>
                          <a:ext uri="{FF2B5EF4-FFF2-40B4-BE49-F238E27FC236}">
                            <a16:creationId xmlns:a16="http://schemas.microsoft.com/office/drawing/2014/main" id="{FD180F9E-DBEB-463A-A3D5-B7E1F931CDB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0272" y="25040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73" name="Flowchart: Connector 472">
                        <a:extLst>
                          <a:ext uri="{FF2B5EF4-FFF2-40B4-BE49-F238E27FC236}">
                            <a16:creationId xmlns:a16="http://schemas.microsoft.com/office/drawing/2014/main" id="{36B0E886-CA94-46F4-A21E-63B67B18673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20633" y="28301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74" name="Flowchart: Connector 473">
                        <a:extLst>
                          <a:ext uri="{FF2B5EF4-FFF2-40B4-BE49-F238E27FC236}">
                            <a16:creationId xmlns:a16="http://schemas.microsoft.com/office/drawing/2014/main" id="{97DE147E-DD4C-4CD9-BE79-8751692F5BB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29128" y="231321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75" name="Flowchart: Connector 474">
                        <a:extLst>
                          <a:ext uri="{FF2B5EF4-FFF2-40B4-BE49-F238E27FC236}">
                            <a16:creationId xmlns:a16="http://schemas.microsoft.com/office/drawing/2014/main" id="{38E40C4B-390B-4588-98DB-91C6E771995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211385" y="230237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76" name="Flowchart: Connector 475">
                        <a:extLst>
                          <a:ext uri="{FF2B5EF4-FFF2-40B4-BE49-F238E27FC236}">
                            <a16:creationId xmlns:a16="http://schemas.microsoft.com/office/drawing/2014/main" id="{49B86D25-23FA-4B90-AA5D-E3AFF2D8B20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1097" y="31484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grpSp>
                    <p:nvGrpSpPr>
                      <p:cNvPr id="477" name="Group 476">
                        <a:extLst>
                          <a:ext uri="{FF2B5EF4-FFF2-40B4-BE49-F238E27FC236}">
                            <a16:creationId xmlns:a16="http://schemas.microsoft.com/office/drawing/2014/main" id="{8C029AC5-7500-4CDA-8D82-978CC00919A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20511" y="2127869"/>
                        <a:ext cx="1073693" cy="1496391"/>
                        <a:chOff x="2114936" y="1503359"/>
                        <a:chExt cx="1073693" cy="1496391"/>
                      </a:xfrm>
                    </p:grpSpPr>
                    <p:grpSp>
                      <p:nvGrpSpPr>
                        <p:cNvPr id="478" name="Group 477">
                          <a:extLst>
                            <a:ext uri="{FF2B5EF4-FFF2-40B4-BE49-F238E27FC236}">
                              <a16:creationId xmlns:a16="http://schemas.microsoft.com/office/drawing/2014/main" id="{9296BE8D-AE85-40E6-AB29-6B5CA965A69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7974" y="2474038"/>
                          <a:ext cx="1060655" cy="525712"/>
                          <a:chOff x="3721252" y="1733424"/>
                          <a:chExt cx="1060655" cy="525712"/>
                        </a:xfrm>
                      </p:grpSpPr>
                      <p:sp>
                        <p:nvSpPr>
                          <p:cNvPr id="529" name="Flowchart: Connector 528">
                            <a:extLst>
                              <a:ext uri="{FF2B5EF4-FFF2-40B4-BE49-F238E27FC236}">
                                <a16:creationId xmlns:a16="http://schemas.microsoft.com/office/drawing/2014/main" id="{A041F0B5-39EC-4B6D-9C46-215802A611A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30" name="3D Model 529" descr="Sphere">
                                <a:extLst>
                                  <a:ext uri="{FF2B5EF4-FFF2-40B4-BE49-F238E27FC236}">
                                    <a16:creationId xmlns:a16="http://schemas.microsoft.com/office/drawing/2014/main" id="{E8B55894-483E-4DAF-8CD9-B8CCA3ABABB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772533413"/>
                                  </p:ext>
                                </p:extLst>
                              </p:nvPr>
                            </p:nvGraphicFramePr>
                            <p:xfrm>
                              <a:off x="3721252" y="1733424"/>
                              <a:ext cx="299739" cy="299738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6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989" name="3D Model 1988" descr="Sphere">
                                <a:extLst>
                                  <a:ext uri="{FF2B5EF4-FFF2-40B4-BE49-F238E27FC236}">
                                    <a16:creationId xmlns:a16="http://schemas.microsoft.com/office/drawing/2014/main" id="{3882A904-D027-4C5F-A2FC-FDF2A97747E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889231" y="2459147"/>
                                <a:ext cx="52066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31" name="Flowchart: Connector 530">
                            <a:extLst>
                              <a:ext uri="{FF2B5EF4-FFF2-40B4-BE49-F238E27FC236}">
                                <a16:creationId xmlns:a16="http://schemas.microsoft.com/office/drawing/2014/main" id="{6A619916-47B1-4E44-A571-ECFDD031A17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32" name="3D Model 531" descr="Sphere">
                                <a:extLst>
                                  <a:ext uri="{FF2B5EF4-FFF2-40B4-BE49-F238E27FC236}">
                                    <a16:creationId xmlns:a16="http://schemas.microsoft.com/office/drawing/2014/main" id="{3303AECC-FB9D-4246-80B0-C3CDBDD63F8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179345547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33" name="Flowchart: Connector 532">
                            <a:extLst>
                              <a:ext uri="{FF2B5EF4-FFF2-40B4-BE49-F238E27FC236}">
                                <a16:creationId xmlns:a16="http://schemas.microsoft.com/office/drawing/2014/main" id="{DA14B632-82DD-495E-AFAF-29D08142953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34" name="3D Model 533" descr="Sphere">
                                <a:extLst>
                                  <a:ext uri="{FF2B5EF4-FFF2-40B4-BE49-F238E27FC236}">
                                    <a16:creationId xmlns:a16="http://schemas.microsoft.com/office/drawing/2014/main" id="{E254F63D-9877-4AE1-8998-E022873EE7A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101764837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35" name="Flowchart: Connector 534">
                            <a:extLst>
                              <a:ext uri="{FF2B5EF4-FFF2-40B4-BE49-F238E27FC236}">
                                <a16:creationId xmlns:a16="http://schemas.microsoft.com/office/drawing/2014/main" id="{84BEDA16-2566-4F76-AAF3-AC142F547D8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36" name="3D Model 535" descr="Sphere">
                                <a:extLst>
                                  <a:ext uri="{FF2B5EF4-FFF2-40B4-BE49-F238E27FC236}">
                                    <a16:creationId xmlns:a16="http://schemas.microsoft.com/office/drawing/2014/main" id="{962B7452-D5D1-4FF1-BBFC-A41DBB7F37E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87060347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8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479" name="Group 478">
                          <a:extLst>
                            <a:ext uri="{FF2B5EF4-FFF2-40B4-BE49-F238E27FC236}">
                              <a16:creationId xmlns:a16="http://schemas.microsoft.com/office/drawing/2014/main" id="{6D52241D-C666-4744-BCBD-36DEBC9C0DB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4615" y="2140429"/>
                          <a:ext cx="1064014" cy="637179"/>
                          <a:chOff x="3717893" y="1719497"/>
                          <a:chExt cx="1064014" cy="637179"/>
                        </a:xfrm>
                      </p:grpSpPr>
                      <p:sp>
                        <p:nvSpPr>
                          <p:cNvPr id="513" name="Flowchart: Connector 512">
                            <a:extLst>
                              <a:ext uri="{FF2B5EF4-FFF2-40B4-BE49-F238E27FC236}">
                                <a16:creationId xmlns:a16="http://schemas.microsoft.com/office/drawing/2014/main" id="{46EC53A1-ABD3-4152-8FF6-9A6331C9BFC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14" name="Flowchart: Connector 513">
                            <a:extLst>
                              <a:ext uri="{FF2B5EF4-FFF2-40B4-BE49-F238E27FC236}">
                                <a16:creationId xmlns:a16="http://schemas.microsoft.com/office/drawing/2014/main" id="{FABAE197-C99B-4213-BEA8-F3BE98DAF07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15" name="Flowchart: Connector 514">
                            <a:extLst>
                              <a:ext uri="{FF2B5EF4-FFF2-40B4-BE49-F238E27FC236}">
                                <a16:creationId xmlns:a16="http://schemas.microsoft.com/office/drawing/2014/main" id="{8497F8EB-E5F2-446F-A7C8-DF47540C1A5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16" name="Flowchart: Connector 515">
                            <a:extLst>
                              <a:ext uri="{FF2B5EF4-FFF2-40B4-BE49-F238E27FC236}">
                                <a16:creationId xmlns:a16="http://schemas.microsoft.com/office/drawing/2014/main" id="{2678A3D3-F4EF-4306-9E2A-440AAA6DE0D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17" name="Flowchart: Connector 516">
                            <a:extLst>
                              <a:ext uri="{FF2B5EF4-FFF2-40B4-BE49-F238E27FC236}">
                                <a16:creationId xmlns:a16="http://schemas.microsoft.com/office/drawing/2014/main" id="{8C020CAB-C3E2-4B71-AEDD-27AAC56B416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18" name="Flowchart: Connector 517">
                            <a:extLst>
                              <a:ext uri="{FF2B5EF4-FFF2-40B4-BE49-F238E27FC236}">
                                <a16:creationId xmlns:a16="http://schemas.microsoft.com/office/drawing/2014/main" id="{79EAB9B0-6D31-4631-AB49-BD2E430EF43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19" name="Flowchart: Connector 518">
                            <a:extLst>
                              <a:ext uri="{FF2B5EF4-FFF2-40B4-BE49-F238E27FC236}">
                                <a16:creationId xmlns:a16="http://schemas.microsoft.com/office/drawing/2014/main" id="{500F3EB3-972A-40DB-9C24-CF04E28DA32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20" name="Flowchart: Connector 519">
                            <a:extLst>
                              <a:ext uri="{FF2B5EF4-FFF2-40B4-BE49-F238E27FC236}">
                                <a16:creationId xmlns:a16="http://schemas.microsoft.com/office/drawing/2014/main" id="{49AE67F9-1AB7-446B-8C67-AD49E2627A4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21" name="Flowchart: Connector 520">
                            <a:extLst>
                              <a:ext uri="{FF2B5EF4-FFF2-40B4-BE49-F238E27FC236}">
                                <a16:creationId xmlns:a16="http://schemas.microsoft.com/office/drawing/2014/main" id="{6730607E-35CC-4624-A7BA-622C3245A1C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22" name="3D Model 521" descr="Sphere">
                                <a:extLst>
                                  <a:ext uri="{FF2B5EF4-FFF2-40B4-BE49-F238E27FC236}">
                                    <a16:creationId xmlns:a16="http://schemas.microsoft.com/office/drawing/2014/main" id="{082897A1-F6C7-4D79-8401-57FD9CAD52B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485279136"/>
                                  </p:ext>
                                </p:extLst>
                              </p:nvPr>
                            </p:nvGraphicFramePr>
                            <p:xfrm>
                              <a:off x="3717893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981" name="3D Model 1980" descr="Sphere">
                                <a:extLst>
                                  <a:ext uri="{FF2B5EF4-FFF2-40B4-BE49-F238E27FC236}">
                                    <a16:creationId xmlns:a16="http://schemas.microsoft.com/office/drawing/2014/main" id="{A03C3A75-C275-4B6C-A458-29EA069001C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888647" y="239631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23" name="Flowchart: Connector 522">
                            <a:extLst>
                              <a:ext uri="{FF2B5EF4-FFF2-40B4-BE49-F238E27FC236}">
                                <a16:creationId xmlns:a16="http://schemas.microsoft.com/office/drawing/2014/main" id="{5AA605C5-4980-452E-B814-27C161FD13A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24" name="3D Model 523" descr="Sphere">
                                <a:extLst>
                                  <a:ext uri="{FF2B5EF4-FFF2-40B4-BE49-F238E27FC236}">
                                    <a16:creationId xmlns:a16="http://schemas.microsoft.com/office/drawing/2014/main" id="{DC2B14F4-3C37-4ECE-9225-FFB3B8E5DDF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281390984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25" name="Flowchart: Connector 524">
                            <a:extLst>
                              <a:ext uri="{FF2B5EF4-FFF2-40B4-BE49-F238E27FC236}">
                                <a16:creationId xmlns:a16="http://schemas.microsoft.com/office/drawing/2014/main" id="{BFCCEF31-CD45-44F9-8368-79F7A4BC369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26" name="3D Model 525" descr="Sphere">
                                <a:extLst>
                                  <a:ext uri="{FF2B5EF4-FFF2-40B4-BE49-F238E27FC236}">
                                    <a16:creationId xmlns:a16="http://schemas.microsoft.com/office/drawing/2014/main" id="{0A6D5656-24D6-464E-85AB-B81B55CC749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27609581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27" name="Flowchart: Connector 526">
                            <a:extLst>
                              <a:ext uri="{FF2B5EF4-FFF2-40B4-BE49-F238E27FC236}">
                                <a16:creationId xmlns:a16="http://schemas.microsoft.com/office/drawing/2014/main" id="{C89EFEF0-666D-4AD3-BF6B-EE1F1A638FF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28" name="3D Model 527" descr="Sphere">
                                <a:extLst>
                                  <a:ext uri="{FF2B5EF4-FFF2-40B4-BE49-F238E27FC236}">
                                    <a16:creationId xmlns:a16="http://schemas.microsoft.com/office/drawing/2014/main" id="{82FCA9E3-FB9D-4DFD-841C-CE06A26044D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507542842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480" name="Group 479">
                          <a:extLst>
                            <a:ext uri="{FF2B5EF4-FFF2-40B4-BE49-F238E27FC236}">
                              <a16:creationId xmlns:a16="http://schemas.microsoft.com/office/drawing/2014/main" id="{107AD6A5-0445-48C5-BD0A-82CD52C301A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936" y="1817250"/>
                          <a:ext cx="1064014" cy="643455"/>
                          <a:chOff x="3717893" y="1713221"/>
                          <a:chExt cx="1064014" cy="643455"/>
                        </a:xfrm>
                      </p:grpSpPr>
                      <p:sp>
                        <p:nvSpPr>
                          <p:cNvPr id="497" name="Flowchart: Connector 496">
                            <a:extLst>
                              <a:ext uri="{FF2B5EF4-FFF2-40B4-BE49-F238E27FC236}">
                                <a16:creationId xmlns:a16="http://schemas.microsoft.com/office/drawing/2014/main" id="{95975DF7-32E7-4EC2-BDEF-BA0AC261550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98" name="Flowchart: Connector 497">
                            <a:extLst>
                              <a:ext uri="{FF2B5EF4-FFF2-40B4-BE49-F238E27FC236}">
                                <a16:creationId xmlns:a16="http://schemas.microsoft.com/office/drawing/2014/main" id="{35801C3C-F643-4243-AE4B-463984FDE8E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99" name="Flowchart: Connector 498">
                            <a:extLst>
                              <a:ext uri="{FF2B5EF4-FFF2-40B4-BE49-F238E27FC236}">
                                <a16:creationId xmlns:a16="http://schemas.microsoft.com/office/drawing/2014/main" id="{EDEBDD93-63D6-4385-8083-0FB9383CB26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00" name="Flowchart: Connector 499">
                            <a:extLst>
                              <a:ext uri="{FF2B5EF4-FFF2-40B4-BE49-F238E27FC236}">
                                <a16:creationId xmlns:a16="http://schemas.microsoft.com/office/drawing/2014/main" id="{40C3AA61-9EE8-48D7-8F34-BB7F1027F26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01" name="Flowchart: Connector 500">
                            <a:extLst>
                              <a:ext uri="{FF2B5EF4-FFF2-40B4-BE49-F238E27FC236}">
                                <a16:creationId xmlns:a16="http://schemas.microsoft.com/office/drawing/2014/main" id="{3A8519EA-D399-46D1-A7E0-2948A3AC776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02" name="Flowchart: Connector 501">
                            <a:extLst>
                              <a:ext uri="{FF2B5EF4-FFF2-40B4-BE49-F238E27FC236}">
                                <a16:creationId xmlns:a16="http://schemas.microsoft.com/office/drawing/2014/main" id="{7790D64F-D0E7-4A01-80E5-D5436F2F172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03" name="Flowchart: Connector 502">
                            <a:extLst>
                              <a:ext uri="{FF2B5EF4-FFF2-40B4-BE49-F238E27FC236}">
                                <a16:creationId xmlns:a16="http://schemas.microsoft.com/office/drawing/2014/main" id="{E7E85D93-AA9C-4414-BE75-0665F914A22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04" name="Flowchart: Connector 503">
                            <a:extLst>
                              <a:ext uri="{FF2B5EF4-FFF2-40B4-BE49-F238E27FC236}">
                                <a16:creationId xmlns:a16="http://schemas.microsoft.com/office/drawing/2014/main" id="{FDEFFD7B-871B-45A7-BA8F-FCA3E779B40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05" name="Flowchart: Connector 504">
                            <a:extLst>
                              <a:ext uri="{FF2B5EF4-FFF2-40B4-BE49-F238E27FC236}">
                                <a16:creationId xmlns:a16="http://schemas.microsoft.com/office/drawing/2014/main" id="{E443A42E-6D14-4ED3-AF02-56C2D7766FC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06" name="3D Model 505" descr="Sphere">
                                <a:extLst>
                                  <a:ext uri="{FF2B5EF4-FFF2-40B4-BE49-F238E27FC236}">
                                    <a16:creationId xmlns:a16="http://schemas.microsoft.com/office/drawing/2014/main" id="{6BD14DD9-30BE-461B-8DC1-6ACC5C4F7B7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214033661"/>
                                  </p:ext>
                                </p:extLst>
                              </p:nvPr>
                            </p:nvGraphicFramePr>
                            <p:xfrm>
                              <a:off x="3717893" y="171322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965" name="3D Model 1964" descr="Sphere">
                                <a:extLst>
                                  <a:ext uri="{FF2B5EF4-FFF2-40B4-BE49-F238E27FC236}">
                                    <a16:creationId xmlns:a16="http://schemas.microsoft.com/office/drawing/2014/main" id="{7712D0F4-51F9-435D-8714-F237BFAD331D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886966" y="233544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07" name="Flowchart: Connector 506">
                            <a:extLst>
                              <a:ext uri="{FF2B5EF4-FFF2-40B4-BE49-F238E27FC236}">
                                <a16:creationId xmlns:a16="http://schemas.microsoft.com/office/drawing/2014/main" id="{A42F8BDF-428C-4C51-B059-FE643F1A6A2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08" name="3D Model 507" descr="Sphere">
                                <a:extLst>
                                  <a:ext uri="{FF2B5EF4-FFF2-40B4-BE49-F238E27FC236}">
                                    <a16:creationId xmlns:a16="http://schemas.microsoft.com/office/drawing/2014/main" id="{53B68C6F-ACE3-4CFE-98D3-E1467E0F375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3143439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967" name="3D Model 1966" descr="Sphere">
                                <a:extLst>
                                  <a:ext uri="{FF2B5EF4-FFF2-40B4-BE49-F238E27FC236}">
                                    <a16:creationId xmlns:a16="http://schemas.microsoft.com/office/drawing/2014/main" id="{A4CEC350-ED3F-4BB3-9EDE-DDE31672F0F5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928667" y="235131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09" name="Flowchart: Connector 508">
                            <a:extLst>
                              <a:ext uri="{FF2B5EF4-FFF2-40B4-BE49-F238E27FC236}">
                                <a16:creationId xmlns:a16="http://schemas.microsoft.com/office/drawing/2014/main" id="{4BA634B0-20DE-405D-B669-628603604F2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10" name="3D Model 509" descr="Sphere">
                                <a:extLst>
                                  <a:ext uri="{FF2B5EF4-FFF2-40B4-BE49-F238E27FC236}">
                                    <a16:creationId xmlns:a16="http://schemas.microsoft.com/office/drawing/2014/main" id="{8FF446BD-5CBD-424B-B74D-50C4DC105C3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808373243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11" name="Flowchart: Connector 510">
                            <a:extLst>
                              <a:ext uri="{FF2B5EF4-FFF2-40B4-BE49-F238E27FC236}">
                                <a16:creationId xmlns:a16="http://schemas.microsoft.com/office/drawing/2014/main" id="{5B57F46A-4C87-4654-ABD6-838E10DF57B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12" name="3D Model 511" descr="Sphere">
                                <a:extLst>
                                  <a:ext uri="{FF2B5EF4-FFF2-40B4-BE49-F238E27FC236}">
                                    <a16:creationId xmlns:a16="http://schemas.microsoft.com/office/drawing/2014/main" id="{48A6FA38-38CC-4411-AC4B-D8D21FFEBA0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135744296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481" name="Flowchart: Connector 480">
                          <a:extLst>
                            <a:ext uri="{FF2B5EF4-FFF2-40B4-BE49-F238E27FC236}">
                              <a16:creationId xmlns:a16="http://schemas.microsoft.com/office/drawing/2014/main" id="{03BA1439-CB05-4D27-9D3A-FA6EA6A148A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82" name="Flowchart: Connector 481">
                          <a:extLst>
                            <a:ext uri="{FF2B5EF4-FFF2-40B4-BE49-F238E27FC236}">
                              <a16:creationId xmlns:a16="http://schemas.microsoft.com/office/drawing/2014/main" id="{C6D15C67-80E1-401A-840A-72619203B51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83" name="Flowchart: Connector 482">
                          <a:extLst>
                            <a:ext uri="{FF2B5EF4-FFF2-40B4-BE49-F238E27FC236}">
                              <a16:creationId xmlns:a16="http://schemas.microsoft.com/office/drawing/2014/main" id="{96E99B89-BC51-4077-9E8D-7085935FE8E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26347" y="177334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84" name="Flowchart: Connector 483">
                          <a:extLst>
                            <a:ext uri="{FF2B5EF4-FFF2-40B4-BE49-F238E27FC236}">
                              <a16:creationId xmlns:a16="http://schemas.microsoft.com/office/drawing/2014/main" id="{C78F29D3-6D5E-42C8-BBFB-1C9BF8AA7D9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85" name="Flowchart: Connector 484">
                          <a:extLst>
                            <a:ext uri="{FF2B5EF4-FFF2-40B4-BE49-F238E27FC236}">
                              <a16:creationId xmlns:a16="http://schemas.microsoft.com/office/drawing/2014/main" id="{C97C9CA5-91AA-4321-A91E-A7A1AB6ADC3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86" name="Flowchart: Connector 485">
                          <a:extLst>
                            <a:ext uri="{FF2B5EF4-FFF2-40B4-BE49-F238E27FC236}">
                              <a16:creationId xmlns:a16="http://schemas.microsoft.com/office/drawing/2014/main" id="{E508B148-7169-4674-B0EC-9326411AC33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87" name="Flowchart: Connector 486">
                          <a:extLst>
                            <a:ext uri="{FF2B5EF4-FFF2-40B4-BE49-F238E27FC236}">
                              <a16:creationId xmlns:a16="http://schemas.microsoft.com/office/drawing/2014/main" id="{538C8BDB-4660-4A20-9B21-6E45287481C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88" name="Flowchart: Connector 487">
                          <a:extLst>
                            <a:ext uri="{FF2B5EF4-FFF2-40B4-BE49-F238E27FC236}">
                              <a16:creationId xmlns:a16="http://schemas.microsoft.com/office/drawing/2014/main" id="{31884239-6E91-4729-AB1A-ECE891CF7C1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89" name="Flowchart: Connector 488">
                          <a:extLst>
                            <a:ext uri="{FF2B5EF4-FFF2-40B4-BE49-F238E27FC236}">
                              <a16:creationId xmlns:a16="http://schemas.microsoft.com/office/drawing/2014/main" id="{687BA25C-9762-466E-845E-10F37D7BF4E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90" name="3D Model 489" descr="Sphere">
                              <a:extLst>
                                <a:ext uri="{FF2B5EF4-FFF2-40B4-BE49-F238E27FC236}">
                                  <a16:creationId xmlns:a16="http://schemas.microsoft.com/office/drawing/2014/main" id="{7EF98EEB-328B-458E-BCE7-6009FF6A3D2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296126860"/>
                                </p:ext>
                              </p:extLst>
                            </p:nvPr>
                          </p:nvGraphicFramePr>
                          <p:xfrm>
                            <a:off x="2122087" y="1503359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433448" ay="1433014" az="-1105299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7"/>
                                </am3d:raster>
                                <am3d:objViewport viewportSz="5757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949" name="3D Model 1948" descr="Sphere">
                              <a:extLst>
                                <a:ext uri="{FF2B5EF4-FFF2-40B4-BE49-F238E27FC236}">
                                  <a16:creationId xmlns:a16="http://schemas.microsoft.com/office/drawing/2014/main" id="{A8FFAB26-939D-46FC-86A1-EA4C4631BA7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888208" y="2276322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91" name="Flowchart: Connector 490">
                          <a:extLst>
                            <a:ext uri="{FF2B5EF4-FFF2-40B4-BE49-F238E27FC236}">
                              <a16:creationId xmlns:a16="http://schemas.microsoft.com/office/drawing/2014/main" id="{4D0C30A1-7926-4B74-AEAD-44CEFA3625E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92" name="3D Model 491" descr="Sphere">
                              <a:extLst>
                                <a:ext uri="{FF2B5EF4-FFF2-40B4-BE49-F238E27FC236}">
                                  <a16:creationId xmlns:a16="http://schemas.microsoft.com/office/drawing/2014/main" id="{FA27EE88-D7FC-4C3A-A5CC-1D46E44F6DC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7050446"/>
                                </p:ext>
                              </p:extLst>
                            </p:nvPr>
                          </p:nvGraphicFramePr>
                          <p:xfrm>
                            <a:off x="2368043" y="1593681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5"/>
                                </am3d:raster>
                                <am3d:objViewport viewportSz="5886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951" name="3D Model 1950" descr="Sphere">
                              <a:extLst>
                                <a:ext uri="{FF2B5EF4-FFF2-40B4-BE49-F238E27FC236}">
                                  <a16:creationId xmlns:a16="http://schemas.microsoft.com/office/drawing/2014/main" id="{D47F8E2F-EB5F-407D-91A5-BEA56486F520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930932" y="2293334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93" name="Flowchart: Connector 492">
                          <a:extLst>
                            <a:ext uri="{FF2B5EF4-FFF2-40B4-BE49-F238E27FC236}">
                              <a16:creationId xmlns:a16="http://schemas.microsoft.com/office/drawing/2014/main" id="{CC3F2427-462B-497B-AEF3-08EC9B55596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94" name="3D Model 493" descr="Sphere">
                              <a:extLst>
                                <a:ext uri="{FF2B5EF4-FFF2-40B4-BE49-F238E27FC236}">
                                  <a16:creationId xmlns:a16="http://schemas.microsoft.com/office/drawing/2014/main" id="{421B3434-7FDF-4169-83B4-9F2A220EC2C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05899191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3235" cy="6170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7"/>
                                </am3d:raster>
                                <am3d:objViewport viewportSz="6018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953" name="3D Model 1952" descr="Sphere">
                              <a:extLst>
                                <a:ext uri="{FF2B5EF4-FFF2-40B4-BE49-F238E27FC236}">
                                  <a16:creationId xmlns:a16="http://schemas.microsoft.com/office/drawing/2014/main" id="{32BB398F-D69C-4A13-ADE8-EDEB0C5C4A83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3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972819" y="2302350"/>
                              <a:ext cx="53235" cy="61702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95" name="Flowchart: Connector 494">
                          <a:extLst>
                            <a:ext uri="{FF2B5EF4-FFF2-40B4-BE49-F238E27FC236}">
                              <a16:creationId xmlns:a16="http://schemas.microsoft.com/office/drawing/2014/main" id="{7276C5D4-C34E-492F-82AF-AF5B2690F13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96" name="3D Model 495" descr="Sphere">
                              <a:extLst>
                                <a:ext uri="{FF2B5EF4-FFF2-40B4-BE49-F238E27FC236}">
                                  <a16:creationId xmlns:a16="http://schemas.microsoft.com/office/drawing/2014/main" id="{A63AEFF6-B787-44C9-8F48-AFD7E04D160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547115366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1045" cy="5891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9"/>
                                </am3d:raster>
                                <am3d:objViewport viewportSz="5955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955" name="3D Model 1954" descr="Sphere">
                              <a:extLst>
                                <a:ext uri="{FF2B5EF4-FFF2-40B4-BE49-F238E27FC236}">
                                  <a16:creationId xmlns:a16="http://schemas.microsoft.com/office/drawing/2014/main" id="{B747FCA4-549D-426C-8001-D17363962F6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5019445" y="2318744"/>
                              <a:ext cx="51045" cy="589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386" name="Group 385">
                      <a:extLst>
                        <a:ext uri="{FF2B5EF4-FFF2-40B4-BE49-F238E27FC236}">
                          <a16:creationId xmlns:a16="http://schemas.microsoft.com/office/drawing/2014/main" id="{F1D28BD7-427F-464D-B379-B1C585D0B444}"/>
                        </a:ext>
                      </a:extLst>
                    </p:cNvPr>
                    <p:cNvGrpSpPr/>
                    <p:nvPr/>
                  </p:nvGrpSpPr>
                  <p:grpSpPr>
                    <a:xfrm rot="18542409">
                      <a:off x="2257159" y="236280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456" name="Freeform: Shape 455">
                        <a:extLst>
                          <a:ext uri="{FF2B5EF4-FFF2-40B4-BE49-F238E27FC236}">
                            <a16:creationId xmlns:a16="http://schemas.microsoft.com/office/drawing/2014/main" id="{3EA81C3D-4BCD-4DD7-9E01-E2FF7D26A90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57" name="Rectangle: Rounded Corners 456">
                        <a:extLst>
                          <a:ext uri="{FF2B5EF4-FFF2-40B4-BE49-F238E27FC236}">
                            <a16:creationId xmlns:a16="http://schemas.microsoft.com/office/drawing/2014/main" id="{89B92D7E-694E-4782-BDF3-25C45E48C3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87" name="Group 386">
                      <a:extLst>
                        <a:ext uri="{FF2B5EF4-FFF2-40B4-BE49-F238E27FC236}">
                          <a16:creationId xmlns:a16="http://schemas.microsoft.com/office/drawing/2014/main" id="{AB4BCA81-7981-426E-A435-D7FCFDA8987D}"/>
                        </a:ext>
                      </a:extLst>
                    </p:cNvPr>
                    <p:cNvGrpSpPr/>
                    <p:nvPr/>
                  </p:nvGrpSpPr>
                  <p:grpSpPr>
                    <a:xfrm rot="17122200">
                      <a:off x="1187274" y="235013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454" name="Freeform: Shape 453">
                        <a:extLst>
                          <a:ext uri="{FF2B5EF4-FFF2-40B4-BE49-F238E27FC236}">
                            <a16:creationId xmlns:a16="http://schemas.microsoft.com/office/drawing/2014/main" id="{B3BE6D5A-DBCB-4CF7-844C-68ED6060C4E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55" name="Rectangle: Rounded Corners 454">
                        <a:extLst>
                          <a:ext uri="{FF2B5EF4-FFF2-40B4-BE49-F238E27FC236}">
                            <a16:creationId xmlns:a16="http://schemas.microsoft.com/office/drawing/2014/main" id="{0C9B7B22-2A9C-4E5A-9194-7F68F9676F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88" name="Group 387">
                      <a:extLst>
                        <a:ext uri="{FF2B5EF4-FFF2-40B4-BE49-F238E27FC236}">
                          <a16:creationId xmlns:a16="http://schemas.microsoft.com/office/drawing/2014/main" id="{3761EDD9-841D-4F2E-A78C-BDA1DA84B627}"/>
                        </a:ext>
                      </a:extLst>
                    </p:cNvPr>
                    <p:cNvGrpSpPr/>
                    <p:nvPr/>
                  </p:nvGrpSpPr>
                  <p:grpSpPr>
                    <a:xfrm rot="658209">
                      <a:off x="2479276" y="3323586"/>
                      <a:ext cx="746642" cy="235253"/>
                      <a:chOff x="2620172" y="2546175"/>
                      <a:chExt cx="834986" cy="143092"/>
                    </a:xfrm>
                  </p:grpSpPr>
                  <p:sp>
                    <p:nvSpPr>
                      <p:cNvPr id="452" name="Freeform: Shape 451">
                        <a:extLst>
                          <a:ext uri="{FF2B5EF4-FFF2-40B4-BE49-F238E27FC236}">
                            <a16:creationId xmlns:a16="http://schemas.microsoft.com/office/drawing/2014/main" id="{3C6E72AB-2C0F-4C96-B1F3-B678EE27311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53" name="Rectangle: Rounded Corners 452">
                        <a:extLst>
                          <a:ext uri="{FF2B5EF4-FFF2-40B4-BE49-F238E27FC236}">
                            <a16:creationId xmlns:a16="http://schemas.microsoft.com/office/drawing/2014/main" id="{96816740-406B-45C3-B697-DA586C92326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89" name="Group 388">
                      <a:extLst>
                        <a:ext uri="{FF2B5EF4-FFF2-40B4-BE49-F238E27FC236}">
                          <a16:creationId xmlns:a16="http://schemas.microsoft.com/office/drawing/2014/main" id="{4CA987C2-1A45-4DBE-B6DB-19D41E496A7F}"/>
                        </a:ext>
                      </a:extLst>
                    </p:cNvPr>
                    <p:cNvGrpSpPr/>
                    <p:nvPr/>
                  </p:nvGrpSpPr>
                  <p:grpSpPr>
                    <a:xfrm rot="18837888">
                      <a:off x="1789768" y="223810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450" name="Freeform: Shape 449">
                        <a:extLst>
                          <a:ext uri="{FF2B5EF4-FFF2-40B4-BE49-F238E27FC236}">
                            <a16:creationId xmlns:a16="http://schemas.microsoft.com/office/drawing/2014/main" id="{80B51248-E000-4D8B-B34D-AF51AD63173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51" name="Rectangle: Rounded Corners 450">
                        <a:extLst>
                          <a:ext uri="{FF2B5EF4-FFF2-40B4-BE49-F238E27FC236}">
                            <a16:creationId xmlns:a16="http://schemas.microsoft.com/office/drawing/2014/main" id="{F48D7624-4B78-46AB-90F1-A837D40836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90" name="Group 389">
                      <a:extLst>
                        <a:ext uri="{FF2B5EF4-FFF2-40B4-BE49-F238E27FC236}">
                          <a16:creationId xmlns:a16="http://schemas.microsoft.com/office/drawing/2014/main" id="{F0DAE17D-113A-423C-8A83-F199A0252464}"/>
                        </a:ext>
                      </a:extLst>
                    </p:cNvPr>
                    <p:cNvGrpSpPr/>
                    <p:nvPr/>
                  </p:nvGrpSpPr>
                  <p:grpSpPr>
                    <a:xfrm rot="16200000">
                      <a:off x="563034" y="2429570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448" name="Freeform: Shape 447">
                        <a:extLst>
                          <a:ext uri="{FF2B5EF4-FFF2-40B4-BE49-F238E27FC236}">
                            <a16:creationId xmlns:a16="http://schemas.microsoft.com/office/drawing/2014/main" id="{325F095A-7EFB-4B93-8D9A-5A43E597A6D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49" name="Rectangle: Rounded Corners 448">
                        <a:extLst>
                          <a:ext uri="{FF2B5EF4-FFF2-40B4-BE49-F238E27FC236}">
                            <a16:creationId xmlns:a16="http://schemas.microsoft.com/office/drawing/2014/main" id="{20995153-A71C-4D35-A326-C00D857879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91" name="Group 390">
                      <a:extLst>
                        <a:ext uri="{FF2B5EF4-FFF2-40B4-BE49-F238E27FC236}">
                          <a16:creationId xmlns:a16="http://schemas.microsoft.com/office/drawing/2014/main" id="{CF81917D-5F4D-4D11-9C89-EC7BA958A66F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350328" y="442527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446" name="Freeform: Shape 445">
                        <a:extLst>
                          <a:ext uri="{FF2B5EF4-FFF2-40B4-BE49-F238E27FC236}">
                            <a16:creationId xmlns:a16="http://schemas.microsoft.com/office/drawing/2014/main" id="{29C4084A-A12A-47D6-92D2-6C2102CCE36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47" name="Rectangle: Rounded Corners 446">
                        <a:extLst>
                          <a:ext uri="{FF2B5EF4-FFF2-40B4-BE49-F238E27FC236}">
                            <a16:creationId xmlns:a16="http://schemas.microsoft.com/office/drawing/2014/main" id="{A7D7ED0F-8767-4DFF-A947-D1E89146C9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92" name="Group 391">
                      <a:extLst>
                        <a:ext uri="{FF2B5EF4-FFF2-40B4-BE49-F238E27FC236}">
                          <a16:creationId xmlns:a16="http://schemas.microsoft.com/office/drawing/2014/main" id="{FC5F0895-F720-4D8D-A750-566D5DA66DF0}"/>
                        </a:ext>
                      </a:extLst>
                    </p:cNvPr>
                    <p:cNvGrpSpPr/>
                    <p:nvPr/>
                  </p:nvGrpSpPr>
                  <p:grpSpPr>
                    <a:xfrm rot="5880914">
                      <a:off x="789613" y="438062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444" name="Freeform: Shape 443">
                        <a:extLst>
                          <a:ext uri="{FF2B5EF4-FFF2-40B4-BE49-F238E27FC236}">
                            <a16:creationId xmlns:a16="http://schemas.microsoft.com/office/drawing/2014/main" id="{178D8A3B-4D7B-49DA-9EE1-7C166AA1848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45" name="Rectangle: Rounded Corners 444">
                        <a:extLst>
                          <a:ext uri="{FF2B5EF4-FFF2-40B4-BE49-F238E27FC236}">
                            <a16:creationId xmlns:a16="http://schemas.microsoft.com/office/drawing/2014/main" id="{BDAE997B-5897-4BAF-B7D0-0D7D7D5011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93" name="Group 392">
                      <a:extLst>
                        <a:ext uri="{FF2B5EF4-FFF2-40B4-BE49-F238E27FC236}">
                          <a16:creationId xmlns:a16="http://schemas.microsoft.com/office/drawing/2014/main" id="{A58FD210-73D9-49AA-A613-5597AE155FA2}"/>
                        </a:ext>
                      </a:extLst>
                    </p:cNvPr>
                    <p:cNvGrpSpPr/>
                    <p:nvPr/>
                  </p:nvGrpSpPr>
                  <p:grpSpPr>
                    <a:xfrm rot="13587211">
                      <a:off x="651990" y="2929858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442" name="Freeform: Shape 441">
                        <a:extLst>
                          <a:ext uri="{FF2B5EF4-FFF2-40B4-BE49-F238E27FC236}">
                            <a16:creationId xmlns:a16="http://schemas.microsoft.com/office/drawing/2014/main" id="{ABE460D8-A8CD-4A05-A8E6-2DC07AF676A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43" name="Rectangle: Rounded Corners 442">
                        <a:extLst>
                          <a:ext uri="{FF2B5EF4-FFF2-40B4-BE49-F238E27FC236}">
                            <a16:creationId xmlns:a16="http://schemas.microsoft.com/office/drawing/2014/main" id="{A914A08D-243B-44EC-B94B-79F7EF640B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94" name="Group 393">
                      <a:extLst>
                        <a:ext uri="{FF2B5EF4-FFF2-40B4-BE49-F238E27FC236}">
                          <a16:creationId xmlns:a16="http://schemas.microsoft.com/office/drawing/2014/main" id="{861B61F2-4BE9-464B-8F44-98BB13B206AA}"/>
                        </a:ext>
                      </a:extLst>
                    </p:cNvPr>
                    <p:cNvGrpSpPr/>
                    <p:nvPr/>
                  </p:nvGrpSpPr>
                  <p:grpSpPr>
                    <a:xfrm rot="11351284">
                      <a:off x="163719" y="3807693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440" name="Freeform: Shape 439">
                        <a:extLst>
                          <a:ext uri="{FF2B5EF4-FFF2-40B4-BE49-F238E27FC236}">
                            <a16:creationId xmlns:a16="http://schemas.microsoft.com/office/drawing/2014/main" id="{5BF20DAB-C61B-4EC5-9376-7DF644A0692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41" name="Rectangle: Rounded Corners 440">
                        <a:extLst>
                          <a:ext uri="{FF2B5EF4-FFF2-40B4-BE49-F238E27FC236}">
                            <a16:creationId xmlns:a16="http://schemas.microsoft.com/office/drawing/2014/main" id="{B0DCD81E-39D5-4494-87B6-8580032A23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95" name="Group 394">
                      <a:extLst>
                        <a:ext uri="{FF2B5EF4-FFF2-40B4-BE49-F238E27FC236}">
                          <a16:creationId xmlns:a16="http://schemas.microsoft.com/office/drawing/2014/main" id="{8F3134A0-63EC-4D81-AA70-B696C9A0789B}"/>
                        </a:ext>
                      </a:extLst>
                    </p:cNvPr>
                    <p:cNvGrpSpPr/>
                    <p:nvPr/>
                  </p:nvGrpSpPr>
                  <p:grpSpPr>
                    <a:xfrm rot="4193783">
                      <a:off x="2062756" y="4148262"/>
                      <a:ext cx="706454" cy="171076"/>
                      <a:chOff x="2620172" y="2546175"/>
                      <a:chExt cx="834986" cy="143092"/>
                    </a:xfrm>
                  </p:grpSpPr>
                  <p:sp>
                    <p:nvSpPr>
                      <p:cNvPr id="438" name="Freeform: Shape 437">
                        <a:extLst>
                          <a:ext uri="{FF2B5EF4-FFF2-40B4-BE49-F238E27FC236}">
                            <a16:creationId xmlns:a16="http://schemas.microsoft.com/office/drawing/2014/main" id="{B99F8C5B-36B6-49FD-A9E9-70969ABA1D9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39" name="Rectangle: Rounded Corners 438">
                        <a:extLst>
                          <a:ext uri="{FF2B5EF4-FFF2-40B4-BE49-F238E27FC236}">
                            <a16:creationId xmlns:a16="http://schemas.microsoft.com/office/drawing/2014/main" id="{B7D8903D-388C-4B82-9E1A-A7ED01253E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96" name="Group 395">
                      <a:extLst>
                        <a:ext uri="{FF2B5EF4-FFF2-40B4-BE49-F238E27FC236}">
                          <a16:creationId xmlns:a16="http://schemas.microsoft.com/office/drawing/2014/main" id="{AF8C2DAC-F8DC-4983-B2F8-23F18BEB0877}"/>
                        </a:ext>
                      </a:extLst>
                    </p:cNvPr>
                    <p:cNvGrpSpPr/>
                    <p:nvPr/>
                  </p:nvGrpSpPr>
                  <p:grpSpPr>
                    <a:xfrm rot="1837203">
                      <a:off x="2331692" y="387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436" name="Freeform: Shape 435">
                        <a:extLst>
                          <a:ext uri="{FF2B5EF4-FFF2-40B4-BE49-F238E27FC236}">
                            <a16:creationId xmlns:a16="http://schemas.microsoft.com/office/drawing/2014/main" id="{D692A20B-2025-470C-8A5B-2C9FE7BD937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37" name="Rectangle: Rounded Corners 436">
                        <a:extLst>
                          <a:ext uri="{FF2B5EF4-FFF2-40B4-BE49-F238E27FC236}">
                            <a16:creationId xmlns:a16="http://schemas.microsoft.com/office/drawing/2014/main" id="{284F02C0-5FAE-4AEB-883F-4AC9349DE5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97" name="Group 396">
                      <a:extLst>
                        <a:ext uri="{FF2B5EF4-FFF2-40B4-BE49-F238E27FC236}">
                          <a16:creationId xmlns:a16="http://schemas.microsoft.com/office/drawing/2014/main" id="{2B3E0B94-F4FD-49E8-BDA6-AD546282C220}"/>
                        </a:ext>
                      </a:extLst>
                    </p:cNvPr>
                    <p:cNvGrpSpPr/>
                    <p:nvPr/>
                  </p:nvGrpSpPr>
                  <p:grpSpPr>
                    <a:xfrm rot="932650">
                      <a:off x="2489621" y="310501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434" name="Freeform: Shape 433">
                        <a:extLst>
                          <a:ext uri="{FF2B5EF4-FFF2-40B4-BE49-F238E27FC236}">
                            <a16:creationId xmlns:a16="http://schemas.microsoft.com/office/drawing/2014/main" id="{DB8AB711-961B-4DF1-BC0B-53B5B94058D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35" name="Rectangle: Rounded Corners 434">
                        <a:extLst>
                          <a:ext uri="{FF2B5EF4-FFF2-40B4-BE49-F238E27FC236}">
                            <a16:creationId xmlns:a16="http://schemas.microsoft.com/office/drawing/2014/main" id="{6938598B-74F3-4913-9A26-36D34A1886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98" name="Group 397">
                      <a:extLst>
                        <a:ext uri="{FF2B5EF4-FFF2-40B4-BE49-F238E27FC236}">
                          <a16:creationId xmlns:a16="http://schemas.microsoft.com/office/drawing/2014/main" id="{EF7CF3BE-4C4D-42C0-AD27-93ED14349C46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686489" y="34904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432" name="Freeform: Shape 431">
                        <a:extLst>
                          <a:ext uri="{FF2B5EF4-FFF2-40B4-BE49-F238E27FC236}">
                            <a16:creationId xmlns:a16="http://schemas.microsoft.com/office/drawing/2014/main" id="{0ABB82EA-CE7D-4D58-AE12-D1B09F10CD2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33" name="Rectangle: Rounded Corners 432">
                        <a:extLst>
                          <a:ext uri="{FF2B5EF4-FFF2-40B4-BE49-F238E27FC236}">
                            <a16:creationId xmlns:a16="http://schemas.microsoft.com/office/drawing/2014/main" id="{62AF2246-1382-4A52-B3B5-F7F30C00CC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99" name="Group 398">
                      <a:extLst>
                        <a:ext uri="{FF2B5EF4-FFF2-40B4-BE49-F238E27FC236}">
                          <a16:creationId xmlns:a16="http://schemas.microsoft.com/office/drawing/2014/main" id="{E4AEF90F-18F0-4B36-9C0B-E4A7754FECA2}"/>
                        </a:ext>
                      </a:extLst>
                    </p:cNvPr>
                    <p:cNvGrpSpPr/>
                    <p:nvPr/>
                  </p:nvGrpSpPr>
                  <p:grpSpPr>
                    <a:xfrm rot="16924252">
                      <a:off x="1635001" y="2371073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430" name="Freeform: Shape 429">
                        <a:extLst>
                          <a:ext uri="{FF2B5EF4-FFF2-40B4-BE49-F238E27FC236}">
                            <a16:creationId xmlns:a16="http://schemas.microsoft.com/office/drawing/2014/main" id="{20306505-FB78-49C4-9D9D-514E09C7ED9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31" name="Rectangle: Rounded Corners 430">
                        <a:extLst>
                          <a:ext uri="{FF2B5EF4-FFF2-40B4-BE49-F238E27FC236}">
                            <a16:creationId xmlns:a16="http://schemas.microsoft.com/office/drawing/2014/main" id="{AE969110-36AD-4009-B2D9-15EA32563E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00" name="Group 399">
                      <a:extLst>
                        <a:ext uri="{FF2B5EF4-FFF2-40B4-BE49-F238E27FC236}">
                          <a16:creationId xmlns:a16="http://schemas.microsoft.com/office/drawing/2014/main" id="{A7FF04EC-CEE5-4F63-B644-4367528566D3}"/>
                        </a:ext>
                      </a:extLst>
                    </p:cNvPr>
                    <p:cNvGrpSpPr/>
                    <p:nvPr/>
                  </p:nvGrpSpPr>
                  <p:grpSpPr>
                    <a:xfrm rot="15677156">
                      <a:off x="985517" y="2521255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428" name="Freeform: Shape 427">
                        <a:extLst>
                          <a:ext uri="{FF2B5EF4-FFF2-40B4-BE49-F238E27FC236}">
                            <a16:creationId xmlns:a16="http://schemas.microsoft.com/office/drawing/2014/main" id="{6724F68F-13A8-4329-A002-CA094507E34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29" name="Rectangle: Rounded Corners 428">
                        <a:extLst>
                          <a:ext uri="{FF2B5EF4-FFF2-40B4-BE49-F238E27FC236}">
                            <a16:creationId xmlns:a16="http://schemas.microsoft.com/office/drawing/2014/main" id="{957CD6F3-B8E6-4B23-A875-D796DFA5C2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01" name="Group 400">
                      <a:extLst>
                        <a:ext uri="{FF2B5EF4-FFF2-40B4-BE49-F238E27FC236}">
                          <a16:creationId xmlns:a16="http://schemas.microsoft.com/office/drawing/2014/main" id="{0219A945-FF65-455C-9FB3-559B422D1D19}"/>
                        </a:ext>
                      </a:extLst>
                    </p:cNvPr>
                    <p:cNvGrpSpPr/>
                    <p:nvPr/>
                  </p:nvGrpSpPr>
                  <p:grpSpPr>
                    <a:xfrm rot="14354853" flipV="1">
                      <a:off x="976412" y="243847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426" name="Freeform: Shape 425">
                        <a:extLst>
                          <a:ext uri="{FF2B5EF4-FFF2-40B4-BE49-F238E27FC236}">
                            <a16:creationId xmlns:a16="http://schemas.microsoft.com/office/drawing/2014/main" id="{1994831C-7006-404B-983D-3566B12E07C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27" name="Rectangle: Rounded Corners 426">
                        <a:extLst>
                          <a:ext uri="{FF2B5EF4-FFF2-40B4-BE49-F238E27FC236}">
                            <a16:creationId xmlns:a16="http://schemas.microsoft.com/office/drawing/2014/main" id="{0C2938C6-7973-451A-A301-EB73E11059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02" name="Group 401">
                      <a:extLst>
                        <a:ext uri="{FF2B5EF4-FFF2-40B4-BE49-F238E27FC236}">
                          <a16:creationId xmlns:a16="http://schemas.microsoft.com/office/drawing/2014/main" id="{3C6B6CE6-E50B-4DC9-B21F-00302D7F4F08}"/>
                        </a:ext>
                      </a:extLst>
                    </p:cNvPr>
                    <p:cNvGrpSpPr/>
                    <p:nvPr/>
                  </p:nvGrpSpPr>
                  <p:grpSpPr>
                    <a:xfrm rot="9793356" flipV="1">
                      <a:off x="215985" y="323790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424" name="Freeform: Shape 423">
                        <a:extLst>
                          <a:ext uri="{FF2B5EF4-FFF2-40B4-BE49-F238E27FC236}">
                            <a16:creationId xmlns:a16="http://schemas.microsoft.com/office/drawing/2014/main" id="{4B6C6A7B-9E5F-4525-B16D-4FF43F334DA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25" name="Rectangle: Rounded Corners 424">
                        <a:extLst>
                          <a:ext uri="{FF2B5EF4-FFF2-40B4-BE49-F238E27FC236}">
                            <a16:creationId xmlns:a16="http://schemas.microsoft.com/office/drawing/2014/main" id="{E95D2B5C-85BA-42DF-8FE5-3AF4812F98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03" name="Group 402">
                      <a:extLst>
                        <a:ext uri="{FF2B5EF4-FFF2-40B4-BE49-F238E27FC236}">
                          <a16:creationId xmlns:a16="http://schemas.microsoft.com/office/drawing/2014/main" id="{BBB4AEE2-220D-4A21-9142-0D1EF786713B}"/>
                        </a:ext>
                      </a:extLst>
                    </p:cNvPr>
                    <p:cNvGrpSpPr/>
                    <p:nvPr/>
                  </p:nvGrpSpPr>
                  <p:grpSpPr>
                    <a:xfrm rot="6907686" flipV="1">
                      <a:off x="692019" y="393196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422" name="Freeform: Shape 421">
                        <a:extLst>
                          <a:ext uri="{FF2B5EF4-FFF2-40B4-BE49-F238E27FC236}">
                            <a16:creationId xmlns:a16="http://schemas.microsoft.com/office/drawing/2014/main" id="{FF85B211-436E-48E8-AD25-69F59B3CE90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23" name="Rectangle: Rounded Corners 422">
                        <a:extLst>
                          <a:ext uri="{FF2B5EF4-FFF2-40B4-BE49-F238E27FC236}">
                            <a16:creationId xmlns:a16="http://schemas.microsoft.com/office/drawing/2014/main" id="{7988579D-7B59-4B96-AE6D-BEBACB54A1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04" name="Group 403">
                      <a:extLst>
                        <a:ext uri="{FF2B5EF4-FFF2-40B4-BE49-F238E27FC236}">
                          <a16:creationId xmlns:a16="http://schemas.microsoft.com/office/drawing/2014/main" id="{C26A520C-9485-4A80-98F9-385EDEA3E452}"/>
                        </a:ext>
                      </a:extLst>
                    </p:cNvPr>
                    <p:cNvGrpSpPr/>
                    <p:nvPr/>
                  </p:nvGrpSpPr>
                  <p:grpSpPr>
                    <a:xfrm rot="1465711" flipV="1">
                      <a:off x="2002734" y="340448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420" name="Freeform: Shape 419">
                        <a:extLst>
                          <a:ext uri="{FF2B5EF4-FFF2-40B4-BE49-F238E27FC236}">
                            <a16:creationId xmlns:a16="http://schemas.microsoft.com/office/drawing/2014/main" id="{2C538D88-A045-413B-BBD6-A2B949A10C2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21" name="Rectangle: Rounded Corners 420">
                        <a:extLst>
                          <a:ext uri="{FF2B5EF4-FFF2-40B4-BE49-F238E27FC236}">
                            <a16:creationId xmlns:a16="http://schemas.microsoft.com/office/drawing/2014/main" id="{E715A8F9-EF2D-4EDB-8957-82F915C724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05" name="Group 404">
                      <a:extLst>
                        <a:ext uri="{FF2B5EF4-FFF2-40B4-BE49-F238E27FC236}">
                          <a16:creationId xmlns:a16="http://schemas.microsoft.com/office/drawing/2014/main" id="{D02E40A9-16D7-47C8-B328-0C38BFEE117C}"/>
                        </a:ext>
                      </a:extLst>
                    </p:cNvPr>
                    <p:cNvGrpSpPr/>
                    <p:nvPr/>
                  </p:nvGrpSpPr>
                  <p:grpSpPr>
                    <a:xfrm rot="19016516">
                      <a:off x="1733273" y="283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418" name="Freeform: Shape 417">
                        <a:extLst>
                          <a:ext uri="{FF2B5EF4-FFF2-40B4-BE49-F238E27FC236}">
                            <a16:creationId xmlns:a16="http://schemas.microsoft.com/office/drawing/2014/main" id="{9056DCBC-A4E5-4ED7-A852-759113DCECA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19" name="Rectangle: Rounded Corners 418">
                        <a:extLst>
                          <a:ext uri="{FF2B5EF4-FFF2-40B4-BE49-F238E27FC236}">
                            <a16:creationId xmlns:a16="http://schemas.microsoft.com/office/drawing/2014/main" id="{8611EB64-0336-4D32-B816-30A620EAEE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06" name="Group 405">
                      <a:extLst>
                        <a:ext uri="{FF2B5EF4-FFF2-40B4-BE49-F238E27FC236}">
                          <a16:creationId xmlns:a16="http://schemas.microsoft.com/office/drawing/2014/main" id="{DD914393-C32E-4F1F-86A3-2692FE953D9F}"/>
                        </a:ext>
                      </a:extLst>
                    </p:cNvPr>
                    <p:cNvGrpSpPr/>
                    <p:nvPr/>
                  </p:nvGrpSpPr>
                  <p:grpSpPr>
                    <a:xfrm rot="19245075">
                      <a:off x="1632068" y="282541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416" name="Freeform: Shape 415">
                        <a:extLst>
                          <a:ext uri="{FF2B5EF4-FFF2-40B4-BE49-F238E27FC236}">
                            <a16:creationId xmlns:a16="http://schemas.microsoft.com/office/drawing/2014/main" id="{48195B2D-C8A5-42AF-81F7-155248292B2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17" name="Rectangle: Rounded Corners 416">
                        <a:extLst>
                          <a:ext uri="{FF2B5EF4-FFF2-40B4-BE49-F238E27FC236}">
                            <a16:creationId xmlns:a16="http://schemas.microsoft.com/office/drawing/2014/main" id="{F8633504-E19F-4864-B822-580BB031BC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07" name="Group 406">
                      <a:extLst>
                        <a:ext uri="{FF2B5EF4-FFF2-40B4-BE49-F238E27FC236}">
                          <a16:creationId xmlns:a16="http://schemas.microsoft.com/office/drawing/2014/main" id="{A0DC0DD7-9144-4F55-A797-E0C749B1345F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838889" y="36428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414" name="Freeform: Shape 413">
                        <a:extLst>
                          <a:ext uri="{FF2B5EF4-FFF2-40B4-BE49-F238E27FC236}">
                            <a16:creationId xmlns:a16="http://schemas.microsoft.com/office/drawing/2014/main" id="{C6D4E375-B50D-4579-85AA-B8312BAEA12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15" name="Rectangle: Rounded Corners 414">
                        <a:extLst>
                          <a:ext uri="{FF2B5EF4-FFF2-40B4-BE49-F238E27FC236}">
                            <a16:creationId xmlns:a16="http://schemas.microsoft.com/office/drawing/2014/main" id="{98AE2E60-B81D-4D49-B366-483621DFF7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08" name="Group 407">
                      <a:extLst>
                        <a:ext uri="{FF2B5EF4-FFF2-40B4-BE49-F238E27FC236}">
                          <a16:creationId xmlns:a16="http://schemas.microsoft.com/office/drawing/2014/main" id="{D7CEFAC2-EB0F-4E2A-9FA1-64C8FF8A995C}"/>
                        </a:ext>
                      </a:extLst>
                    </p:cNvPr>
                    <p:cNvGrpSpPr/>
                    <p:nvPr/>
                  </p:nvGrpSpPr>
                  <p:grpSpPr>
                    <a:xfrm rot="15824399">
                      <a:off x="1224680" y="281893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412" name="Freeform: Shape 411">
                        <a:extLst>
                          <a:ext uri="{FF2B5EF4-FFF2-40B4-BE49-F238E27FC236}">
                            <a16:creationId xmlns:a16="http://schemas.microsoft.com/office/drawing/2014/main" id="{1536C4BD-46F3-4696-8FF7-13F6563449C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13" name="Rectangle: Rounded Corners 412">
                        <a:extLst>
                          <a:ext uri="{FF2B5EF4-FFF2-40B4-BE49-F238E27FC236}">
                            <a16:creationId xmlns:a16="http://schemas.microsoft.com/office/drawing/2014/main" id="{5B649044-8A49-49B7-8E9D-294B64D616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09" name="Group 408">
                      <a:extLst>
                        <a:ext uri="{FF2B5EF4-FFF2-40B4-BE49-F238E27FC236}">
                          <a16:creationId xmlns:a16="http://schemas.microsoft.com/office/drawing/2014/main" id="{42E0926C-A987-4481-AE6B-77770303C22F}"/>
                        </a:ext>
                      </a:extLst>
                    </p:cNvPr>
                    <p:cNvGrpSpPr/>
                    <p:nvPr/>
                  </p:nvGrpSpPr>
                  <p:grpSpPr>
                    <a:xfrm rot="16697394">
                      <a:off x="1080028" y="2168448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410" name="Freeform: Shape 409">
                        <a:extLst>
                          <a:ext uri="{FF2B5EF4-FFF2-40B4-BE49-F238E27FC236}">
                            <a16:creationId xmlns:a16="http://schemas.microsoft.com/office/drawing/2014/main" id="{032CAA56-E30D-4C55-B6EF-81A46959139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11" name="Rectangle: Rounded Corners 410">
                        <a:extLst>
                          <a:ext uri="{FF2B5EF4-FFF2-40B4-BE49-F238E27FC236}">
                            <a16:creationId xmlns:a16="http://schemas.microsoft.com/office/drawing/2014/main" id="{E04C4E47-8DC5-48E9-841F-6D83500B65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</p:grpSp>
              <p:sp>
                <p:nvSpPr>
                  <p:cNvPr id="380" name="Freeform: Shape 379">
                    <a:extLst>
                      <a:ext uri="{FF2B5EF4-FFF2-40B4-BE49-F238E27FC236}">
                        <a16:creationId xmlns:a16="http://schemas.microsoft.com/office/drawing/2014/main" id="{C6A91D6D-E4A0-411E-95B1-31CF6EF17B4B}"/>
                      </a:ext>
                    </a:extLst>
                  </p:cNvPr>
                  <p:cNvSpPr/>
                  <p:nvPr/>
                </p:nvSpPr>
                <p:spPr>
                  <a:xfrm rot="6017948" flipV="1">
                    <a:off x="1305755" y="4290452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381" name="Freeform: Shape 380">
                    <a:extLst>
                      <a:ext uri="{FF2B5EF4-FFF2-40B4-BE49-F238E27FC236}">
                        <a16:creationId xmlns:a16="http://schemas.microsoft.com/office/drawing/2014/main" id="{D826416A-8DEB-4FAF-B308-2482107C9DE1}"/>
                      </a:ext>
                    </a:extLst>
                  </p:cNvPr>
                  <p:cNvSpPr/>
                  <p:nvPr/>
                </p:nvSpPr>
                <p:spPr>
                  <a:xfrm rot="21277659">
                    <a:off x="2517403" y="2906549"/>
                    <a:ext cx="690584" cy="235253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382" name="Freeform: Shape 381">
                    <a:extLst>
                      <a:ext uri="{FF2B5EF4-FFF2-40B4-BE49-F238E27FC236}">
                        <a16:creationId xmlns:a16="http://schemas.microsoft.com/office/drawing/2014/main" id="{990401F0-4620-43DE-9674-9E4F85C1F792}"/>
                      </a:ext>
                    </a:extLst>
                  </p:cNvPr>
                  <p:cNvSpPr/>
                  <p:nvPr/>
                </p:nvSpPr>
                <p:spPr>
                  <a:xfrm rot="11528244" flipV="1">
                    <a:off x="344853" y="2978311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</p:grpSp>
            <p:grpSp>
              <p:nvGrpSpPr>
                <p:cNvPr id="13" name="Group 12">
                  <a:extLst>
                    <a:ext uri="{FF2B5EF4-FFF2-40B4-BE49-F238E27FC236}">
                      <a16:creationId xmlns:a16="http://schemas.microsoft.com/office/drawing/2014/main" id="{1EA17648-2278-4C40-B0E4-9D706D59AB46}"/>
                    </a:ext>
                  </a:extLst>
                </p:cNvPr>
                <p:cNvGrpSpPr/>
                <p:nvPr/>
              </p:nvGrpSpPr>
              <p:grpSpPr>
                <a:xfrm>
                  <a:off x="5208673" y="2088118"/>
                  <a:ext cx="531923" cy="573923"/>
                  <a:chOff x="163719" y="1822501"/>
                  <a:chExt cx="3062199" cy="3047160"/>
                </a:xfrm>
              </p:grpSpPr>
              <p:grpSp>
                <p:nvGrpSpPr>
                  <p:cNvPr id="14" name="Group 13">
                    <a:extLst>
                      <a:ext uri="{FF2B5EF4-FFF2-40B4-BE49-F238E27FC236}">
                        <a16:creationId xmlns:a16="http://schemas.microsoft.com/office/drawing/2014/main" id="{813A179D-7CEF-4A35-AFE6-F2630C639BC6}"/>
                      </a:ext>
                    </a:extLst>
                  </p:cNvPr>
                  <p:cNvGrpSpPr/>
                  <p:nvPr/>
                </p:nvGrpSpPr>
                <p:grpSpPr>
                  <a:xfrm>
                    <a:off x="163719" y="1822501"/>
                    <a:ext cx="3062199" cy="3047160"/>
                    <a:chOff x="163719" y="1822501"/>
                    <a:chExt cx="3062199" cy="3047160"/>
                  </a:xfrm>
                </p:grpSpPr>
                <p:grpSp>
                  <p:nvGrpSpPr>
                    <p:cNvPr id="18" name="Group 17">
                      <a:extLst>
                        <a:ext uri="{FF2B5EF4-FFF2-40B4-BE49-F238E27FC236}">
                          <a16:creationId xmlns:a16="http://schemas.microsoft.com/office/drawing/2014/main" id="{349A94BE-C66C-4E2F-956B-8D356E3C08AA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683131" y="384412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377" name="Freeform: Shape 376">
                        <a:extLst>
                          <a:ext uri="{FF2B5EF4-FFF2-40B4-BE49-F238E27FC236}">
                            <a16:creationId xmlns:a16="http://schemas.microsoft.com/office/drawing/2014/main" id="{06E23B74-ED60-4DFC-AB57-7F3BB6C2CC0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78" name="Rectangle: Rounded Corners 377">
                        <a:extLst>
                          <a:ext uri="{FF2B5EF4-FFF2-40B4-BE49-F238E27FC236}">
                            <a16:creationId xmlns:a16="http://schemas.microsoft.com/office/drawing/2014/main" id="{8A4F58C1-4AA5-4A6A-AF6C-A94CC4F87F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9" name="Group 18">
                      <a:extLst>
                        <a:ext uri="{FF2B5EF4-FFF2-40B4-BE49-F238E27FC236}">
                          <a16:creationId xmlns:a16="http://schemas.microsoft.com/office/drawing/2014/main" id="{AD58CCCB-A971-4780-9B6E-5CE7FD840D74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123013" y="4110752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375" name="Freeform: Shape 374">
                        <a:extLst>
                          <a:ext uri="{FF2B5EF4-FFF2-40B4-BE49-F238E27FC236}">
                            <a16:creationId xmlns:a16="http://schemas.microsoft.com/office/drawing/2014/main" id="{3C353FE6-70A2-47F9-9539-39ED093D7AF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76" name="Rectangle: Rounded Corners 375">
                        <a:extLst>
                          <a:ext uri="{FF2B5EF4-FFF2-40B4-BE49-F238E27FC236}">
                            <a16:creationId xmlns:a16="http://schemas.microsoft.com/office/drawing/2014/main" id="{A12A6660-DCFE-4545-B278-3142C3EA2E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0" name="Group 19">
                      <a:extLst>
                        <a:ext uri="{FF2B5EF4-FFF2-40B4-BE49-F238E27FC236}">
                          <a16:creationId xmlns:a16="http://schemas.microsoft.com/office/drawing/2014/main" id="{8FA8FBB8-5627-4D31-AAEA-65DC8D2599C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0260" y="2440902"/>
                      <a:ext cx="1730523" cy="1839492"/>
                      <a:chOff x="420511" y="1784768"/>
                      <a:chExt cx="1730523" cy="1839492"/>
                    </a:xfrm>
                  </p:grpSpPr>
                  <p:grpSp>
                    <p:nvGrpSpPr>
                      <p:cNvPr id="93" name="Group 92">
                        <a:extLst>
                          <a:ext uri="{FF2B5EF4-FFF2-40B4-BE49-F238E27FC236}">
                            <a16:creationId xmlns:a16="http://schemas.microsoft.com/office/drawing/2014/main" id="{7F073349-8433-4CEB-9A71-49C176E5D15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69572" y="1784768"/>
                        <a:ext cx="1081462" cy="1476716"/>
                        <a:chOff x="2089993" y="1523034"/>
                        <a:chExt cx="1081462" cy="1476716"/>
                      </a:xfrm>
                    </p:grpSpPr>
                    <p:grpSp>
                      <p:nvGrpSpPr>
                        <p:cNvPr id="314" name="Group 313">
                          <a:extLst>
                            <a:ext uri="{FF2B5EF4-FFF2-40B4-BE49-F238E27FC236}">
                              <a16:creationId xmlns:a16="http://schemas.microsoft.com/office/drawing/2014/main" id="{B3169C12-773D-45B9-8D71-0ADFE7B44F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70705"/>
                          <a:ext cx="101484" cy="1016226"/>
                          <a:chOff x="1800622" y="2364951"/>
                          <a:chExt cx="101484" cy="1016226"/>
                        </a:xfrm>
                      </p:grpSpPr>
                      <p:sp>
                        <p:nvSpPr>
                          <p:cNvPr id="371" name="Flowchart: Connector 370">
                            <a:extLst>
                              <a:ext uri="{FF2B5EF4-FFF2-40B4-BE49-F238E27FC236}">
                                <a16:creationId xmlns:a16="http://schemas.microsoft.com/office/drawing/2014/main" id="{32C97D17-1DB0-480C-AA96-A0E76449585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72" name="Flowchart: Connector 371">
                            <a:extLst>
                              <a:ext uri="{FF2B5EF4-FFF2-40B4-BE49-F238E27FC236}">
                                <a16:creationId xmlns:a16="http://schemas.microsoft.com/office/drawing/2014/main" id="{A2B03401-4E15-491C-9D1E-431F30B307C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73" name="Flowchart: Connector 372">
                            <a:extLst>
                              <a:ext uri="{FF2B5EF4-FFF2-40B4-BE49-F238E27FC236}">
                                <a16:creationId xmlns:a16="http://schemas.microsoft.com/office/drawing/2014/main" id="{A959821B-DCE1-4512-B04B-5350FBB1F35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74" name="Flowchart: Connector 373">
                            <a:extLst>
                              <a:ext uri="{FF2B5EF4-FFF2-40B4-BE49-F238E27FC236}">
                                <a16:creationId xmlns:a16="http://schemas.microsoft.com/office/drawing/2014/main" id="{099FA354-0A26-413E-8851-C30F35F58FA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649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315" name="Group 314">
                          <a:extLst>
                            <a:ext uri="{FF2B5EF4-FFF2-40B4-BE49-F238E27FC236}">
                              <a16:creationId xmlns:a16="http://schemas.microsoft.com/office/drawing/2014/main" id="{206B080D-8B08-4871-B401-F3DE7DFB99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23034"/>
                          <a:ext cx="1057223" cy="1476716"/>
                          <a:chOff x="2114232" y="1523034"/>
                          <a:chExt cx="1057223" cy="1476716"/>
                        </a:xfrm>
                      </p:grpSpPr>
                      <p:grpSp>
                        <p:nvGrpSpPr>
                          <p:cNvPr id="316" name="Group 315">
                            <a:extLst>
                              <a:ext uri="{FF2B5EF4-FFF2-40B4-BE49-F238E27FC236}">
                                <a16:creationId xmlns:a16="http://schemas.microsoft.com/office/drawing/2014/main" id="{EA400805-51C0-4602-BA62-A2CAEBB5170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47544" cy="539639"/>
                            <a:chOff x="3717189" y="1719497"/>
                            <a:chExt cx="1047544" cy="539639"/>
                          </a:xfrm>
                        </p:grpSpPr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64" name="3D Model 363" descr="Sphere">
                                  <a:extLst>
                                    <a:ext uri="{FF2B5EF4-FFF2-40B4-BE49-F238E27FC236}">
                                      <a16:creationId xmlns:a16="http://schemas.microsoft.com/office/drawing/2014/main" id="{4C15DE18-2D18-4D47-9EC8-184C783DFD5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75222072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65" name="Flowchart: Connector 364">
                              <a:extLst>
                                <a:ext uri="{FF2B5EF4-FFF2-40B4-BE49-F238E27FC236}">
                                  <a16:creationId xmlns:a16="http://schemas.microsoft.com/office/drawing/2014/main" id="{71D2A173-F801-4D9E-BA91-7C6A5A3A4C2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66" name="3D Model 365" descr="Sphere">
                                  <a:extLst>
                                    <a:ext uri="{FF2B5EF4-FFF2-40B4-BE49-F238E27FC236}">
                                      <a16:creationId xmlns:a16="http://schemas.microsoft.com/office/drawing/2014/main" id="{060EA0A3-D843-432A-9FEE-327F3A303C2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517844421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67" name="Flowchart: Connector 366">
                              <a:extLst>
                                <a:ext uri="{FF2B5EF4-FFF2-40B4-BE49-F238E27FC236}">
                                  <a16:creationId xmlns:a16="http://schemas.microsoft.com/office/drawing/2014/main" id="{1F18AB49-E28C-4E37-B412-70282FAC593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68" name="3D Model 367" descr="Sphere">
                                  <a:extLst>
                                    <a:ext uri="{FF2B5EF4-FFF2-40B4-BE49-F238E27FC236}">
                                      <a16:creationId xmlns:a16="http://schemas.microsoft.com/office/drawing/2014/main" id="{85099F51-7CC4-4C8B-AE47-6C7FA03BDD4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348047831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69" name="Flowchart: Connector 368">
                              <a:extLst>
                                <a:ext uri="{FF2B5EF4-FFF2-40B4-BE49-F238E27FC236}">
                                  <a16:creationId xmlns:a16="http://schemas.microsoft.com/office/drawing/2014/main" id="{E751B8EE-3FEC-46C1-AACB-2B465F3CB98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70" name="3D Model 369" descr="Sphere">
                                  <a:extLst>
                                    <a:ext uri="{FF2B5EF4-FFF2-40B4-BE49-F238E27FC236}">
                                      <a16:creationId xmlns:a16="http://schemas.microsoft.com/office/drawing/2014/main" id="{43BE6019-FFCD-4B23-B430-BBDBECB8C58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624918852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317" name="Group 316">
                            <a:extLst>
                              <a:ext uri="{FF2B5EF4-FFF2-40B4-BE49-F238E27FC236}">
                                <a16:creationId xmlns:a16="http://schemas.microsoft.com/office/drawing/2014/main" id="{EF6095E3-B13E-4313-90DE-D1E5E60FDFB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349" name="Flowchart: Connector 348">
                              <a:extLst>
                                <a:ext uri="{FF2B5EF4-FFF2-40B4-BE49-F238E27FC236}">
                                  <a16:creationId xmlns:a16="http://schemas.microsoft.com/office/drawing/2014/main" id="{681F1D29-44B8-4242-A4B9-22065DDF92F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50" name="Flowchart: Connector 349">
                              <a:extLst>
                                <a:ext uri="{FF2B5EF4-FFF2-40B4-BE49-F238E27FC236}">
                                  <a16:creationId xmlns:a16="http://schemas.microsoft.com/office/drawing/2014/main" id="{9ACC2E49-A6C9-4B9A-AD75-2F4F902FB61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51" name="Flowchart: Connector 350">
                              <a:extLst>
                                <a:ext uri="{FF2B5EF4-FFF2-40B4-BE49-F238E27FC236}">
                                  <a16:creationId xmlns:a16="http://schemas.microsoft.com/office/drawing/2014/main" id="{6C2BB666-1F40-4FE7-A45C-92D4005D44F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52" name="Flowchart: Connector 351">
                              <a:extLst>
                                <a:ext uri="{FF2B5EF4-FFF2-40B4-BE49-F238E27FC236}">
                                  <a16:creationId xmlns:a16="http://schemas.microsoft.com/office/drawing/2014/main" id="{7F0F0DAE-6338-40DB-A69B-28B9F48652E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53" name="Flowchart: Connector 352">
                              <a:extLst>
                                <a:ext uri="{FF2B5EF4-FFF2-40B4-BE49-F238E27FC236}">
                                  <a16:creationId xmlns:a16="http://schemas.microsoft.com/office/drawing/2014/main" id="{9AAF87D1-DD97-442E-A2E1-902C4A43AA6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54" name="Flowchart: Connector 353">
                              <a:extLst>
                                <a:ext uri="{FF2B5EF4-FFF2-40B4-BE49-F238E27FC236}">
                                  <a16:creationId xmlns:a16="http://schemas.microsoft.com/office/drawing/2014/main" id="{C0590B4F-70A1-47E8-B1F9-D891619C21C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55" name="Flowchart: Connector 354">
                              <a:extLst>
                                <a:ext uri="{FF2B5EF4-FFF2-40B4-BE49-F238E27FC236}">
                                  <a16:creationId xmlns:a16="http://schemas.microsoft.com/office/drawing/2014/main" id="{BE65B1EC-2CC8-4566-A249-3794BD6B859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56" name="Flowchart: Connector 355">
                              <a:extLst>
                                <a:ext uri="{FF2B5EF4-FFF2-40B4-BE49-F238E27FC236}">
                                  <a16:creationId xmlns:a16="http://schemas.microsoft.com/office/drawing/2014/main" id="{619E0A42-AE55-4ABF-829C-E4CB6743524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57" name="3D Model 356" descr="Sphere">
                                  <a:extLst>
                                    <a:ext uri="{FF2B5EF4-FFF2-40B4-BE49-F238E27FC236}">
                                      <a16:creationId xmlns:a16="http://schemas.microsoft.com/office/drawing/2014/main" id="{1F5D28AD-F717-4472-9074-6DECF26BD61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700631109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58" name="Flowchart: Connector 357">
                              <a:extLst>
                                <a:ext uri="{FF2B5EF4-FFF2-40B4-BE49-F238E27FC236}">
                                  <a16:creationId xmlns:a16="http://schemas.microsoft.com/office/drawing/2014/main" id="{8D5EA4DC-68A2-43EE-872E-6771CD8FA7D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59" name="3D Model 358" descr="Sphere">
                                  <a:extLst>
                                    <a:ext uri="{FF2B5EF4-FFF2-40B4-BE49-F238E27FC236}">
                                      <a16:creationId xmlns:a16="http://schemas.microsoft.com/office/drawing/2014/main" id="{CA948081-1635-4044-8488-B6F4F021B10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918955841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60" name="Flowchart: Connector 359">
                              <a:extLst>
                                <a:ext uri="{FF2B5EF4-FFF2-40B4-BE49-F238E27FC236}">
                                  <a16:creationId xmlns:a16="http://schemas.microsoft.com/office/drawing/2014/main" id="{07F595E1-2E59-4EE2-AB51-5847407CD74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61" name="3D Model 360" descr="Sphere">
                                  <a:extLst>
                                    <a:ext uri="{FF2B5EF4-FFF2-40B4-BE49-F238E27FC236}">
                                      <a16:creationId xmlns:a16="http://schemas.microsoft.com/office/drawing/2014/main" id="{EBE64CA9-AC2A-4BAD-BDA8-3972280ACD5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730363216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62" name="Flowchart: Connector 361">
                              <a:extLst>
                                <a:ext uri="{FF2B5EF4-FFF2-40B4-BE49-F238E27FC236}">
                                  <a16:creationId xmlns:a16="http://schemas.microsoft.com/office/drawing/2014/main" id="{2D8D6C5E-AA95-4B34-BB30-42985D8CA35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63" name="3D Model 362" descr="Sphere">
                                  <a:extLst>
                                    <a:ext uri="{FF2B5EF4-FFF2-40B4-BE49-F238E27FC236}">
                                      <a16:creationId xmlns:a16="http://schemas.microsoft.com/office/drawing/2014/main" id="{009E7C46-3A3B-4B06-86C0-C6D53C5916E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539204612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318" name="Group 317">
                            <a:extLst>
                              <a:ext uri="{FF2B5EF4-FFF2-40B4-BE49-F238E27FC236}">
                                <a16:creationId xmlns:a16="http://schemas.microsoft.com/office/drawing/2014/main" id="{1C834EF0-BD5C-4E79-9398-4FECEDD163C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334" name="Flowchart: Connector 333">
                              <a:extLst>
                                <a:ext uri="{FF2B5EF4-FFF2-40B4-BE49-F238E27FC236}">
                                  <a16:creationId xmlns:a16="http://schemas.microsoft.com/office/drawing/2014/main" id="{0080CDE9-C2AC-40B5-8377-D754DD71BE8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35" name="Flowchart: Connector 334">
                              <a:extLst>
                                <a:ext uri="{FF2B5EF4-FFF2-40B4-BE49-F238E27FC236}">
                                  <a16:creationId xmlns:a16="http://schemas.microsoft.com/office/drawing/2014/main" id="{A2DD1E9A-3D7E-40BE-9B03-8CF5CE8C22E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36" name="Flowchart: Connector 335">
                              <a:extLst>
                                <a:ext uri="{FF2B5EF4-FFF2-40B4-BE49-F238E27FC236}">
                                  <a16:creationId xmlns:a16="http://schemas.microsoft.com/office/drawing/2014/main" id="{452935EC-D7C7-4700-A647-02F82446525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37" name="Flowchart: Connector 336">
                              <a:extLst>
                                <a:ext uri="{FF2B5EF4-FFF2-40B4-BE49-F238E27FC236}">
                                  <a16:creationId xmlns:a16="http://schemas.microsoft.com/office/drawing/2014/main" id="{11CBE564-A3CF-4454-8466-76D754FCCE2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38" name="Flowchart: Connector 337">
                              <a:extLst>
                                <a:ext uri="{FF2B5EF4-FFF2-40B4-BE49-F238E27FC236}">
                                  <a16:creationId xmlns:a16="http://schemas.microsoft.com/office/drawing/2014/main" id="{BA1A0E93-4EAB-4729-A1B3-FC3D923CA31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39" name="Flowchart: Connector 338">
                              <a:extLst>
                                <a:ext uri="{FF2B5EF4-FFF2-40B4-BE49-F238E27FC236}">
                                  <a16:creationId xmlns:a16="http://schemas.microsoft.com/office/drawing/2014/main" id="{87BE86BF-C30D-4D16-AF05-CD8AEC8F1F9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40" name="Flowchart: Connector 339">
                              <a:extLst>
                                <a:ext uri="{FF2B5EF4-FFF2-40B4-BE49-F238E27FC236}">
                                  <a16:creationId xmlns:a16="http://schemas.microsoft.com/office/drawing/2014/main" id="{E42525ED-D8B3-4157-AD6D-2FCEAAC8BCC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41" name="Flowchart: Connector 340">
                              <a:extLst>
                                <a:ext uri="{FF2B5EF4-FFF2-40B4-BE49-F238E27FC236}">
                                  <a16:creationId xmlns:a16="http://schemas.microsoft.com/office/drawing/2014/main" id="{B51D81BD-2787-418F-8C92-C7B9DA38C45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42" name="3D Model 341" descr="Sphere">
                                  <a:extLst>
                                    <a:ext uri="{FF2B5EF4-FFF2-40B4-BE49-F238E27FC236}">
                                      <a16:creationId xmlns:a16="http://schemas.microsoft.com/office/drawing/2014/main" id="{5D7D8A32-DB69-48BA-90CD-85E1F76E177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393463230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43" name="Flowchart: Connector 342">
                              <a:extLst>
                                <a:ext uri="{FF2B5EF4-FFF2-40B4-BE49-F238E27FC236}">
                                  <a16:creationId xmlns:a16="http://schemas.microsoft.com/office/drawing/2014/main" id="{D6ED146F-B33D-4206-91FC-5F0923E4D21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44" name="3D Model 343" descr="Sphere">
                                  <a:extLst>
                                    <a:ext uri="{FF2B5EF4-FFF2-40B4-BE49-F238E27FC236}">
                                      <a16:creationId xmlns:a16="http://schemas.microsoft.com/office/drawing/2014/main" id="{A20B5AF6-9F1C-4D67-A003-D6A44DAEC71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969565831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45" name="Flowchart: Connector 344">
                              <a:extLst>
                                <a:ext uri="{FF2B5EF4-FFF2-40B4-BE49-F238E27FC236}">
                                  <a16:creationId xmlns:a16="http://schemas.microsoft.com/office/drawing/2014/main" id="{8F0F6D2D-CCAF-4DC6-A9F2-ED78849BD6C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46" name="3D Model 345" descr="Sphere">
                                  <a:extLst>
                                    <a:ext uri="{FF2B5EF4-FFF2-40B4-BE49-F238E27FC236}">
                                      <a16:creationId xmlns:a16="http://schemas.microsoft.com/office/drawing/2014/main" id="{45FF9DC5-F37E-4CB9-ACD3-87B8C508FB1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66569764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47" name="Flowchart: Connector 346">
                              <a:extLst>
                                <a:ext uri="{FF2B5EF4-FFF2-40B4-BE49-F238E27FC236}">
                                  <a16:creationId xmlns:a16="http://schemas.microsoft.com/office/drawing/2014/main" id="{06F669BD-2DC2-4D69-8928-5FCF14AC0C1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48" name="3D Model 347" descr="Sphere">
                                  <a:extLst>
                                    <a:ext uri="{FF2B5EF4-FFF2-40B4-BE49-F238E27FC236}">
                                      <a16:creationId xmlns:a16="http://schemas.microsoft.com/office/drawing/2014/main" id="{1E77AD82-23C4-4072-9ACB-255F2AE1951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510585533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319" name="Flowchart: Connector 318">
                            <a:extLst>
                              <a:ext uri="{FF2B5EF4-FFF2-40B4-BE49-F238E27FC236}">
                                <a16:creationId xmlns:a16="http://schemas.microsoft.com/office/drawing/2014/main" id="{3C808E1B-0D8E-4F55-BF53-14FB6E41E1E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20" name="Flowchart: Connector 319">
                            <a:extLst>
                              <a:ext uri="{FF2B5EF4-FFF2-40B4-BE49-F238E27FC236}">
                                <a16:creationId xmlns:a16="http://schemas.microsoft.com/office/drawing/2014/main" id="{B0BE1146-E410-416B-B880-7455D0F15F6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21" name="Flowchart: Connector 320">
                            <a:extLst>
                              <a:ext uri="{FF2B5EF4-FFF2-40B4-BE49-F238E27FC236}">
                                <a16:creationId xmlns:a16="http://schemas.microsoft.com/office/drawing/2014/main" id="{B1CA3C56-8B23-4070-A8E8-A5A99F41F2E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22" name="Flowchart: Connector 321">
                            <a:extLst>
                              <a:ext uri="{FF2B5EF4-FFF2-40B4-BE49-F238E27FC236}">
                                <a16:creationId xmlns:a16="http://schemas.microsoft.com/office/drawing/2014/main" id="{8AD2AEBB-BCF3-4625-9C6C-6B6A916EEE9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23" name="Flowchart: Connector 322">
                            <a:extLst>
                              <a:ext uri="{FF2B5EF4-FFF2-40B4-BE49-F238E27FC236}">
                                <a16:creationId xmlns:a16="http://schemas.microsoft.com/office/drawing/2014/main" id="{689CC95B-309C-444C-9E9D-4F72B384358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24" name="Flowchart: Connector 323">
                            <a:extLst>
                              <a:ext uri="{FF2B5EF4-FFF2-40B4-BE49-F238E27FC236}">
                                <a16:creationId xmlns:a16="http://schemas.microsoft.com/office/drawing/2014/main" id="{548DFAE3-B850-4799-82A2-73CD383CD26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25" name="Flowchart: Connector 324">
                            <a:extLst>
                              <a:ext uri="{FF2B5EF4-FFF2-40B4-BE49-F238E27FC236}">
                                <a16:creationId xmlns:a16="http://schemas.microsoft.com/office/drawing/2014/main" id="{CC05FE39-C5F2-4B10-B24F-5FD8664E166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26" name="Flowchart: Connector 325">
                            <a:extLst>
                              <a:ext uri="{FF2B5EF4-FFF2-40B4-BE49-F238E27FC236}">
                                <a16:creationId xmlns:a16="http://schemas.microsoft.com/office/drawing/2014/main" id="{516D051B-2D3F-4FE8-A229-8CA9D6D7FE7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27" name="3D Model 326" descr="Sphere">
                                <a:extLst>
                                  <a:ext uri="{FF2B5EF4-FFF2-40B4-BE49-F238E27FC236}">
                                    <a16:creationId xmlns:a16="http://schemas.microsoft.com/office/drawing/2014/main" id="{C5FB02CC-AC94-460C-89A6-6554A009743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216144091"/>
                                  </p:ext>
                                </p:extLst>
                              </p:nvPr>
                            </p:nvGraphicFramePr>
                            <p:xfrm>
                              <a:off x="2134543" y="1523034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517" name="3D Model 2516" descr="Sphere">
                                <a:extLst>
                                  <a:ext uri="{FF2B5EF4-FFF2-40B4-BE49-F238E27FC236}">
                                    <a16:creationId xmlns:a16="http://schemas.microsoft.com/office/drawing/2014/main" id="{0B37FE69-0C37-4CB1-8F85-B908B77AC15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450151" y="220459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28" name="Flowchart: Connector 327">
                            <a:extLst>
                              <a:ext uri="{FF2B5EF4-FFF2-40B4-BE49-F238E27FC236}">
                                <a16:creationId xmlns:a16="http://schemas.microsoft.com/office/drawing/2014/main" id="{68F01A5E-D1A3-4773-ABA8-2537EE6B5DA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29" name="3D Model 328" descr="Sphere">
                                <a:extLst>
                                  <a:ext uri="{FF2B5EF4-FFF2-40B4-BE49-F238E27FC236}">
                                    <a16:creationId xmlns:a16="http://schemas.microsoft.com/office/drawing/2014/main" id="{1541F839-9A69-471A-A90F-C262318F236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855236557"/>
                                  </p:ext>
                                </p:extLst>
                              </p:nvPr>
                            </p:nvGraphicFramePr>
                            <p:xfrm>
                              <a:off x="2371307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519" name="3D Model 2518" descr="Sphere">
                                <a:extLst>
                                  <a:ext uri="{FF2B5EF4-FFF2-40B4-BE49-F238E27FC236}">
                                    <a16:creationId xmlns:a16="http://schemas.microsoft.com/office/drawing/2014/main" id="{E77B593C-54AC-41A6-9F6D-75F5CFB558F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491279" y="2215275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30" name="Flowchart: Connector 329">
                            <a:extLst>
                              <a:ext uri="{FF2B5EF4-FFF2-40B4-BE49-F238E27FC236}">
                                <a16:creationId xmlns:a16="http://schemas.microsoft.com/office/drawing/2014/main" id="{24E45CE1-6F4A-4922-BA86-5AF65F44D29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4559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31" name="3D Model 330" descr="Sphere">
                                <a:extLst>
                                  <a:ext uri="{FF2B5EF4-FFF2-40B4-BE49-F238E27FC236}">
                                    <a16:creationId xmlns:a16="http://schemas.microsoft.com/office/drawing/2014/main" id="{0275A614-FFB7-4732-86EF-6525C76538A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104084105"/>
                                  </p:ext>
                                </p:extLst>
                              </p:nvPr>
                            </p:nvGraphicFramePr>
                            <p:xfrm>
                              <a:off x="2609177" y="164155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521" name="3D Model 2520" descr="Sphere">
                                <a:extLst>
                                  <a:ext uri="{FF2B5EF4-FFF2-40B4-BE49-F238E27FC236}">
                                    <a16:creationId xmlns:a16="http://schemas.microsoft.com/office/drawing/2014/main" id="{79DD0E23-7F07-4774-A2B3-FF19452F791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532598" y="222691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32" name="Flowchart: Connector 331">
                            <a:extLst>
                              <a:ext uri="{FF2B5EF4-FFF2-40B4-BE49-F238E27FC236}">
                                <a16:creationId xmlns:a16="http://schemas.microsoft.com/office/drawing/2014/main" id="{5CB601AA-7229-4386-9A47-33CBC8E97B8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33" name="3D Model 332" descr="Sphere">
                                <a:extLst>
                                  <a:ext uri="{FF2B5EF4-FFF2-40B4-BE49-F238E27FC236}">
                                    <a16:creationId xmlns:a16="http://schemas.microsoft.com/office/drawing/2014/main" id="{2A952B96-18E2-46C0-91E7-16CCFFA0433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285227090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6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6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523" name="3D Model 2522" descr="Sphere">
                                <a:extLst>
                                  <a:ext uri="{FF2B5EF4-FFF2-40B4-BE49-F238E27FC236}">
                                    <a16:creationId xmlns:a16="http://schemas.microsoft.com/office/drawing/2014/main" id="{E1ECBFC9-2694-4C88-988E-9AB0006BD4C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579224" y="2243308"/>
                                <a:ext cx="51046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94" name="Group 93">
                        <a:extLst>
                          <a:ext uri="{FF2B5EF4-FFF2-40B4-BE49-F238E27FC236}">
                            <a16:creationId xmlns:a16="http://schemas.microsoft.com/office/drawing/2014/main" id="{D4A07C68-956B-42A0-9E43-6BA58E89183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3325" y="2268938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311" name="Flowchart: Connector 310">
                          <a:extLst>
                            <a:ext uri="{FF2B5EF4-FFF2-40B4-BE49-F238E27FC236}">
                              <a16:creationId xmlns:a16="http://schemas.microsoft.com/office/drawing/2014/main" id="{9A3E83FC-C3AD-44D6-B987-55D42E39B9E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12" name="Flowchart: Connector 311">
                          <a:extLst>
                            <a:ext uri="{FF2B5EF4-FFF2-40B4-BE49-F238E27FC236}">
                              <a16:creationId xmlns:a16="http://schemas.microsoft.com/office/drawing/2014/main" id="{91C83CEB-47B2-4CA1-BE8C-277BE61340F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13" name="Flowchart: Connector 312">
                          <a:extLst>
                            <a:ext uri="{FF2B5EF4-FFF2-40B4-BE49-F238E27FC236}">
                              <a16:creationId xmlns:a16="http://schemas.microsoft.com/office/drawing/2014/main" id="{CD50E887-81F8-46D9-B3CC-9A8BCFB4C4C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95" name="Flowchart: Connector 94">
                        <a:extLst>
                          <a:ext uri="{FF2B5EF4-FFF2-40B4-BE49-F238E27FC236}">
                            <a16:creationId xmlns:a16="http://schemas.microsoft.com/office/drawing/2014/main" id="{C82837BE-1EE7-460C-808C-FC8B270A8DF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37026" y="201261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6" name="Flowchart: Connector 95">
                        <a:extLst>
                          <a:ext uri="{FF2B5EF4-FFF2-40B4-BE49-F238E27FC236}">
                            <a16:creationId xmlns:a16="http://schemas.microsoft.com/office/drawing/2014/main" id="{12FE2721-FA22-49F5-BFBA-09A22706A2E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588002" y="208727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97" name="Group 96">
                        <a:extLst>
                          <a:ext uri="{FF2B5EF4-FFF2-40B4-BE49-F238E27FC236}">
                            <a16:creationId xmlns:a16="http://schemas.microsoft.com/office/drawing/2014/main" id="{07570727-7D38-45F3-9858-087DAEBC24B5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228750">
                        <a:off x="1171220" y="1918660"/>
                        <a:ext cx="698062" cy="387533"/>
                        <a:chOff x="854933" y="2290871"/>
                        <a:chExt cx="698062" cy="387533"/>
                      </a:xfrm>
                    </p:grpSpPr>
                    <p:sp>
                      <p:nvSpPr>
                        <p:cNvPr id="308" name="Flowchart: Connector 307">
                          <a:extLst>
                            <a:ext uri="{FF2B5EF4-FFF2-40B4-BE49-F238E27FC236}">
                              <a16:creationId xmlns:a16="http://schemas.microsoft.com/office/drawing/2014/main" id="{0307F373-154F-4383-9499-5E8D06ADF1F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3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09" name="Flowchart: Connector 308">
                          <a:extLst>
                            <a:ext uri="{FF2B5EF4-FFF2-40B4-BE49-F238E27FC236}">
                              <a16:creationId xmlns:a16="http://schemas.microsoft.com/office/drawing/2014/main" id="{6D4E9367-A3C4-4EBF-A512-5A563A4B6DA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5206" y="2377897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10" name="Flowchart: Connector 309">
                          <a:extLst>
                            <a:ext uri="{FF2B5EF4-FFF2-40B4-BE49-F238E27FC236}">
                              <a16:creationId xmlns:a16="http://schemas.microsoft.com/office/drawing/2014/main" id="{E564CCED-7F0D-4682-945A-CA2552F5BA4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41136" y="2462404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98" name="Group 97">
                        <a:extLst>
                          <a:ext uri="{FF2B5EF4-FFF2-40B4-BE49-F238E27FC236}">
                            <a16:creationId xmlns:a16="http://schemas.microsoft.com/office/drawing/2014/main" id="{86F5C22A-9A33-4D3B-8FA2-E57D046B6D8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49741" y="1890320"/>
                        <a:ext cx="1098636" cy="1497980"/>
                        <a:chOff x="2089993" y="1501770"/>
                        <a:chExt cx="1098636" cy="1497980"/>
                      </a:xfrm>
                    </p:grpSpPr>
                    <p:grpSp>
                      <p:nvGrpSpPr>
                        <p:cNvPr id="243" name="Group 242">
                          <a:extLst>
                            <a:ext uri="{FF2B5EF4-FFF2-40B4-BE49-F238E27FC236}">
                              <a16:creationId xmlns:a16="http://schemas.microsoft.com/office/drawing/2014/main" id="{BA7D2596-B8EC-4BF3-B429-087DB2476BC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34990"/>
                          <a:ext cx="101484" cy="1051941"/>
                          <a:chOff x="1800622" y="2329236"/>
                          <a:chExt cx="101484" cy="1051941"/>
                        </a:xfrm>
                      </p:grpSpPr>
                      <p:sp>
                        <p:nvSpPr>
                          <p:cNvPr id="304" name="Flowchart: Connector 303">
                            <a:extLst>
                              <a:ext uri="{FF2B5EF4-FFF2-40B4-BE49-F238E27FC236}">
                                <a16:creationId xmlns:a16="http://schemas.microsoft.com/office/drawing/2014/main" id="{EC33275D-7838-449F-B74C-B2C95333414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05" name="Flowchart: Connector 304">
                            <a:extLst>
                              <a:ext uri="{FF2B5EF4-FFF2-40B4-BE49-F238E27FC236}">
                                <a16:creationId xmlns:a16="http://schemas.microsoft.com/office/drawing/2014/main" id="{27A26A5E-AF2C-44E9-B4F8-3C0BCBB5D7E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06" name="Flowchart: Connector 305">
                            <a:extLst>
                              <a:ext uri="{FF2B5EF4-FFF2-40B4-BE49-F238E27FC236}">
                                <a16:creationId xmlns:a16="http://schemas.microsoft.com/office/drawing/2014/main" id="{727228A7-75E4-439F-B366-722E62468CE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07" name="Flowchart: Connector 306">
                            <a:extLst>
                              <a:ext uri="{FF2B5EF4-FFF2-40B4-BE49-F238E27FC236}">
                                <a16:creationId xmlns:a16="http://schemas.microsoft.com/office/drawing/2014/main" id="{F73F81B5-53CF-4E41-A998-8D8548B7898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2923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244" name="Group 243">
                          <a:extLst>
                            <a:ext uri="{FF2B5EF4-FFF2-40B4-BE49-F238E27FC236}">
                              <a16:creationId xmlns:a16="http://schemas.microsoft.com/office/drawing/2014/main" id="{2F25B2DB-1D80-4345-9CAB-0B4A97D2807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01770"/>
                          <a:ext cx="1074397" cy="1497980"/>
                          <a:chOff x="2114232" y="1501770"/>
                          <a:chExt cx="1074397" cy="1497980"/>
                        </a:xfrm>
                      </p:grpSpPr>
                      <p:grpSp>
                        <p:nvGrpSpPr>
                          <p:cNvPr id="245" name="Group 244">
                            <a:extLst>
                              <a:ext uri="{FF2B5EF4-FFF2-40B4-BE49-F238E27FC236}">
                                <a16:creationId xmlns:a16="http://schemas.microsoft.com/office/drawing/2014/main" id="{92B18036-0B18-4161-B5D6-53A795DDDDD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296" name="Flowchart: Connector 295">
                              <a:extLst>
                                <a:ext uri="{FF2B5EF4-FFF2-40B4-BE49-F238E27FC236}">
                                  <a16:creationId xmlns:a16="http://schemas.microsoft.com/office/drawing/2014/main" id="{F32CE0E5-92A0-41A8-BB67-022E528379C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97" name="3D Model 296" descr="Sphere">
                                  <a:extLst>
                                    <a:ext uri="{FF2B5EF4-FFF2-40B4-BE49-F238E27FC236}">
                                      <a16:creationId xmlns:a16="http://schemas.microsoft.com/office/drawing/2014/main" id="{A897DD49-33F1-4D43-883A-10D1122754C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574437185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98" name="Flowchart: Connector 297">
                              <a:extLst>
                                <a:ext uri="{FF2B5EF4-FFF2-40B4-BE49-F238E27FC236}">
                                  <a16:creationId xmlns:a16="http://schemas.microsoft.com/office/drawing/2014/main" id="{9E4741B2-751E-45C6-9DC7-526612FC2A7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99" name="3D Model 298" descr="Sphere">
                                  <a:extLst>
                                    <a:ext uri="{FF2B5EF4-FFF2-40B4-BE49-F238E27FC236}">
                                      <a16:creationId xmlns:a16="http://schemas.microsoft.com/office/drawing/2014/main" id="{C57671C6-9184-4B4D-ADC1-8E177ADC8B0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161454367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00" name="Flowchart: Connector 299">
                              <a:extLst>
                                <a:ext uri="{FF2B5EF4-FFF2-40B4-BE49-F238E27FC236}">
                                  <a16:creationId xmlns:a16="http://schemas.microsoft.com/office/drawing/2014/main" id="{9BE6104D-243B-469C-93CB-E4316E38A16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01" name="3D Model 300" descr="Sphere">
                                  <a:extLst>
                                    <a:ext uri="{FF2B5EF4-FFF2-40B4-BE49-F238E27FC236}">
                                      <a16:creationId xmlns:a16="http://schemas.microsoft.com/office/drawing/2014/main" id="{D0FF7B70-7315-4D45-B2F0-630E5F357F0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69328994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02" name="Flowchart: Connector 301">
                              <a:extLst>
                                <a:ext uri="{FF2B5EF4-FFF2-40B4-BE49-F238E27FC236}">
                                  <a16:creationId xmlns:a16="http://schemas.microsoft.com/office/drawing/2014/main" id="{DDE64758-E999-404F-9E92-2AE8884DB54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03" name="3D Model 302" descr="Sphere">
                                  <a:extLst>
                                    <a:ext uri="{FF2B5EF4-FFF2-40B4-BE49-F238E27FC236}">
                                      <a16:creationId xmlns:a16="http://schemas.microsoft.com/office/drawing/2014/main" id="{11EEDA5C-9D4B-485D-8D1A-A2744EB134E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94757333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246" name="Group 245">
                            <a:extLst>
                              <a:ext uri="{FF2B5EF4-FFF2-40B4-BE49-F238E27FC236}">
                                <a16:creationId xmlns:a16="http://schemas.microsoft.com/office/drawing/2014/main" id="{A73CDBA9-5E2E-41CF-A8F4-9E88BD88FBB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280" name="Flowchart: Connector 279">
                              <a:extLst>
                                <a:ext uri="{FF2B5EF4-FFF2-40B4-BE49-F238E27FC236}">
                                  <a16:creationId xmlns:a16="http://schemas.microsoft.com/office/drawing/2014/main" id="{A589A49F-884C-41C1-A25F-DFC153E9A26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81" name="Flowchart: Connector 280">
                              <a:extLst>
                                <a:ext uri="{FF2B5EF4-FFF2-40B4-BE49-F238E27FC236}">
                                  <a16:creationId xmlns:a16="http://schemas.microsoft.com/office/drawing/2014/main" id="{BD0446EA-6DA0-48BB-AD8B-38AE3EF28AD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82" name="Flowchart: Connector 281">
                              <a:extLst>
                                <a:ext uri="{FF2B5EF4-FFF2-40B4-BE49-F238E27FC236}">
                                  <a16:creationId xmlns:a16="http://schemas.microsoft.com/office/drawing/2014/main" id="{DB8F50E8-D253-4B53-86D8-2DC7881F9E9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83" name="Flowchart: Connector 282">
                              <a:extLst>
                                <a:ext uri="{FF2B5EF4-FFF2-40B4-BE49-F238E27FC236}">
                                  <a16:creationId xmlns:a16="http://schemas.microsoft.com/office/drawing/2014/main" id="{987E0AB9-D371-47F3-8F99-6FA23662AE1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84" name="Flowchart: Connector 283">
                              <a:extLst>
                                <a:ext uri="{FF2B5EF4-FFF2-40B4-BE49-F238E27FC236}">
                                  <a16:creationId xmlns:a16="http://schemas.microsoft.com/office/drawing/2014/main" id="{9FE5B0B5-1D5D-437E-8928-022C1D58598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85" name="Flowchart: Connector 284">
                              <a:extLst>
                                <a:ext uri="{FF2B5EF4-FFF2-40B4-BE49-F238E27FC236}">
                                  <a16:creationId xmlns:a16="http://schemas.microsoft.com/office/drawing/2014/main" id="{D41BD9F0-1AB7-4D7B-812C-9C93917B6F4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86" name="Flowchart: Connector 285">
                              <a:extLst>
                                <a:ext uri="{FF2B5EF4-FFF2-40B4-BE49-F238E27FC236}">
                                  <a16:creationId xmlns:a16="http://schemas.microsoft.com/office/drawing/2014/main" id="{A88FF537-FB74-47BE-BE57-5609E1F94AB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87" name="Flowchart: Connector 286">
                              <a:extLst>
                                <a:ext uri="{FF2B5EF4-FFF2-40B4-BE49-F238E27FC236}">
                                  <a16:creationId xmlns:a16="http://schemas.microsoft.com/office/drawing/2014/main" id="{BF24E683-B4E1-408D-8C0E-0A96DBB3B36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88" name="Flowchart: Connector 287">
                              <a:extLst>
                                <a:ext uri="{FF2B5EF4-FFF2-40B4-BE49-F238E27FC236}">
                                  <a16:creationId xmlns:a16="http://schemas.microsoft.com/office/drawing/2014/main" id="{B173466C-ABC7-4535-BAD5-A86BA3FF4E1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89" name="3D Model 288" descr="Sphere">
                                  <a:extLst>
                                    <a:ext uri="{FF2B5EF4-FFF2-40B4-BE49-F238E27FC236}">
                                      <a16:creationId xmlns:a16="http://schemas.microsoft.com/office/drawing/2014/main" id="{B3755D52-D660-4DDD-ADF6-0081A7BF166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224372514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90" name="Flowchart: Connector 289">
                              <a:extLst>
                                <a:ext uri="{FF2B5EF4-FFF2-40B4-BE49-F238E27FC236}">
                                  <a16:creationId xmlns:a16="http://schemas.microsoft.com/office/drawing/2014/main" id="{4A3D6848-FDF7-4B1C-99D5-4E2F0BE3EE5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91" name="3D Model 290" descr="Sphere">
                                  <a:extLst>
                                    <a:ext uri="{FF2B5EF4-FFF2-40B4-BE49-F238E27FC236}">
                                      <a16:creationId xmlns:a16="http://schemas.microsoft.com/office/drawing/2014/main" id="{7878BC62-7208-4996-A355-7BBF847265F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98418076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92" name="Flowchart: Connector 291">
                              <a:extLst>
                                <a:ext uri="{FF2B5EF4-FFF2-40B4-BE49-F238E27FC236}">
                                  <a16:creationId xmlns:a16="http://schemas.microsoft.com/office/drawing/2014/main" id="{F8BAFF30-ECED-45D7-9BC7-2A9EE674D11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93" name="3D Model 292" descr="Sphere">
                                  <a:extLst>
                                    <a:ext uri="{FF2B5EF4-FFF2-40B4-BE49-F238E27FC236}">
                                      <a16:creationId xmlns:a16="http://schemas.microsoft.com/office/drawing/2014/main" id="{ECD90BF5-AB5D-4409-8581-7E0CD373D1A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577088831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94" name="Flowchart: Connector 293">
                              <a:extLst>
                                <a:ext uri="{FF2B5EF4-FFF2-40B4-BE49-F238E27FC236}">
                                  <a16:creationId xmlns:a16="http://schemas.microsoft.com/office/drawing/2014/main" id="{0FAFDB66-B45D-4701-997C-FB875FBBFFA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95" name="3D Model 294" descr="Sphere">
                                  <a:extLst>
                                    <a:ext uri="{FF2B5EF4-FFF2-40B4-BE49-F238E27FC236}">
                                      <a16:creationId xmlns:a16="http://schemas.microsoft.com/office/drawing/2014/main" id="{FB8FC656-1698-4452-B26E-F4074712BEF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25912942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247" name="Group 246">
                            <a:extLst>
                              <a:ext uri="{FF2B5EF4-FFF2-40B4-BE49-F238E27FC236}">
                                <a16:creationId xmlns:a16="http://schemas.microsoft.com/office/drawing/2014/main" id="{23594552-576C-46D4-994B-106131C40AD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264" name="Flowchart: Connector 263">
                              <a:extLst>
                                <a:ext uri="{FF2B5EF4-FFF2-40B4-BE49-F238E27FC236}">
                                  <a16:creationId xmlns:a16="http://schemas.microsoft.com/office/drawing/2014/main" id="{42589133-A53D-42B4-9CDC-A59BEDF98EB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65" name="Flowchart: Connector 264">
                              <a:extLst>
                                <a:ext uri="{FF2B5EF4-FFF2-40B4-BE49-F238E27FC236}">
                                  <a16:creationId xmlns:a16="http://schemas.microsoft.com/office/drawing/2014/main" id="{4BC566E7-F377-470C-8CB3-C9B29E808FB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66" name="Flowchart: Connector 265">
                              <a:extLst>
                                <a:ext uri="{FF2B5EF4-FFF2-40B4-BE49-F238E27FC236}">
                                  <a16:creationId xmlns:a16="http://schemas.microsoft.com/office/drawing/2014/main" id="{B5138E4D-B050-4B7D-AD54-C46545B8DCE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67" name="Flowchart: Connector 266">
                              <a:extLst>
                                <a:ext uri="{FF2B5EF4-FFF2-40B4-BE49-F238E27FC236}">
                                  <a16:creationId xmlns:a16="http://schemas.microsoft.com/office/drawing/2014/main" id="{13148E43-756B-4964-BD9A-76D477BDA6C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68" name="Flowchart: Connector 267">
                              <a:extLst>
                                <a:ext uri="{FF2B5EF4-FFF2-40B4-BE49-F238E27FC236}">
                                  <a16:creationId xmlns:a16="http://schemas.microsoft.com/office/drawing/2014/main" id="{48EFC207-D9FE-4E3A-BC35-477A56DCEE3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69" name="Flowchart: Connector 268">
                              <a:extLst>
                                <a:ext uri="{FF2B5EF4-FFF2-40B4-BE49-F238E27FC236}">
                                  <a16:creationId xmlns:a16="http://schemas.microsoft.com/office/drawing/2014/main" id="{A16CCFD2-AB83-412D-AA15-9CC84116F02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70" name="Flowchart: Connector 269">
                              <a:extLst>
                                <a:ext uri="{FF2B5EF4-FFF2-40B4-BE49-F238E27FC236}">
                                  <a16:creationId xmlns:a16="http://schemas.microsoft.com/office/drawing/2014/main" id="{22EAA76B-085D-44E7-A331-F5FFCA792AA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71" name="Flowchart: Connector 270">
                              <a:extLst>
                                <a:ext uri="{FF2B5EF4-FFF2-40B4-BE49-F238E27FC236}">
                                  <a16:creationId xmlns:a16="http://schemas.microsoft.com/office/drawing/2014/main" id="{F6622E83-7120-4591-AA24-B24FEC86E1B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72" name="Flowchart: Connector 271">
                              <a:extLst>
                                <a:ext uri="{FF2B5EF4-FFF2-40B4-BE49-F238E27FC236}">
                                  <a16:creationId xmlns:a16="http://schemas.microsoft.com/office/drawing/2014/main" id="{9F6A5A24-3842-4EE5-AD29-93C9DF0BDE5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73" name="3D Model 2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BE8961-8CCD-496D-BB7E-795EA38B616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884639153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74" name="Flowchart: Connector 273">
                              <a:extLst>
                                <a:ext uri="{FF2B5EF4-FFF2-40B4-BE49-F238E27FC236}">
                                  <a16:creationId xmlns:a16="http://schemas.microsoft.com/office/drawing/2014/main" id="{EF495D8F-62C8-47B3-AEBD-EE66E3D2E6D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75" name="3D Model 274" descr="Sphere">
                                  <a:extLst>
                                    <a:ext uri="{FF2B5EF4-FFF2-40B4-BE49-F238E27FC236}">
                                      <a16:creationId xmlns:a16="http://schemas.microsoft.com/office/drawing/2014/main" id="{C8F536A8-AB2C-441A-90EB-2AC9732883F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503946906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76" name="Flowchart: Connector 275">
                              <a:extLst>
                                <a:ext uri="{FF2B5EF4-FFF2-40B4-BE49-F238E27FC236}">
                                  <a16:creationId xmlns:a16="http://schemas.microsoft.com/office/drawing/2014/main" id="{C44AB534-0329-4F86-919E-BF84ECABEDC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77" name="3D Model 276" descr="Sphere">
                                  <a:extLst>
                                    <a:ext uri="{FF2B5EF4-FFF2-40B4-BE49-F238E27FC236}">
                                      <a16:creationId xmlns:a16="http://schemas.microsoft.com/office/drawing/2014/main" id="{018469A4-DB74-4266-8D1E-B624045A932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649263446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78" name="Flowchart: Connector 277">
                              <a:extLst>
                                <a:ext uri="{FF2B5EF4-FFF2-40B4-BE49-F238E27FC236}">
                                  <a16:creationId xmlns:a16="http://schemas.microsoft.com/office/drawing/2014/main" id="{C5AE5FD0-7D4E-4598-A17D-E4EEDAF2A8A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79" name="3D Model 278" descr="Sphere">
                                  <a:extLst>
                                    <a:ext uri="{FF2B5EF4-FFF2-40B4-BE49-F238E27FC236}">
                                      <a16:creationId xmlns:a16="http://schemas.microsoft.com/office/drawing/2014/main" id="{A092D190-FD3A-4AD3-9E57-75E3070DB4C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352924925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248" name="Flowchart: Connector 247">
                            <a:extLst>
                              <a:ext uri="{FF2B5EF4-FFF2-40B4-BE49-F238E27FC236}">
                                <a16:creationId xmlns:a16="http://schemas.microsoft.com/office/drawing/2014/main" id="{A19909A0-5D4F-4A24-A9F5-4B02AB1C6C1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49" name="Flowchart: Connector 248">
                            <a:extLst>
                              <a:ext uri="{FF2B5EF4-FFF2-40B4-BE49-F238E27FC236}">
                                <a16:creationId xmlns:a16="http://schemas.microsoft.com/office/drawing/2014/main" id="{2B223ABE-5319-4F98-A4B7-753505C0C96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50" name="Flowchart: Connector 249">
                            <a:extLst>
                              <a:ext uri="{FF2B5EF4-FFF2-40B4-BE49-F238E27FC236}">
                                <a16:creationId xmlns:a16="http://schemas.microsoft.com/office/drawing/2014/main" id="{460E1BB7-9943-44D0-8149-2A7949ACD96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51" name="Flowchart: Connector 250">
                            <a:extLst>
                              <a:ext uri="{FF2B5EF4-FFF2-40B4-BE49-F238E27FC236}">
                                <a16:creationId xmlns:a16="http://schemas.microsoft.com/office/drawing/2014/main" id="{7A73ADB8-5619-491D-B5C7-632D63BF50C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52" name="Flowchart: Connector 251">
                            <a:extLst>
                              <a:ext uri="{FF2B5EF4-FFF2-40B4-BE49-F238E27FC236}">
                                <a16:creationId xmlns:a16="http://schemas.microsoft.com/office/drawing/2014/main" id="{95EF79FE-05AA-4029-A56A-2E94EA4801B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53" name="Flowchart: Connector 252">
                            <a:extLst>
                              <a:ext uri="{FF2B5EF4-FFF2-40B4-BE49-F238E27FC236}">
                                <a16:creationId xmlns:a16="http://schemas.microsoft.com/office/drawing/2014/main" id="{66E0A27B-4749-48E7-9EDE-15A2C510269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54" name="Flowchart: Connector 253">
                            <a:extLst>
                              <a:ext uri="{FF2B5EF4-FFF2-40B4-BE49-F238E27FC236}">
                                <a16:creationId xmlns:a16="http://schemas.microsoft.com/office/drawing/2014/main" id="{D074358C-CEA9-4B43-97A2-B4A772AB46E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55" name="Flowchart: Connector 254">
                            <a:extLst>
                              <a:ext uri="{FF2B5EF4-FFF2-40B4-BE49-F238E27FC236}">
                                <a16:creationId xmlns:a16="http://schemas.microsoft.com/office/drawing/2014/main" id="{A1097449-506F-46BA-B2AD-C2CE86864A8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56" name="Flowchart: Connector 255">
                            <a:extLst>
                              <a:ext uri="{FF2B5EF4-FFF2-40B4-BE49-F238E27FC236}">
                                <a16:creationId xmlns:a16="http://schemas.microsoft.com/office/drawing/2014/main" id="{6F60B25E-2375-4B71-BC1F-56760E8F43A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57" name="3D Model 256" descr="Sphere">
                                <a:extLst>
                                  <a:ext uri="{FF2B5EF4-FFF2-40B4-BE49-F238E27FC236}">
                                    <a16:creationId xmlns:a16="http://schemas.microsoft.com/office/drawing/2014/main" id="{0D0EF50B-4B04-4AF9-9BAE-A451D6AEC06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939068182"/>
                                  </p:ext>
                                </p:extLst>
                              </p:nvPr>
                            </p:nvGraphicFramePr>
                            <p:xfrm>
                              <a:off x="2123911" y="1501770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447" name="3D Model 2446" descr="Sphere">
                                <a:extLst>
                                  <a:ext uri="{FF2B5EF4-FFF2-40B4-BE49-F238E27FC236}">
                                    <a16:creationId xmlns:a16="http://schemas.microsoft.com/office/drawing/2014/main" id="{70E40748-6AC0-4492-88F2-ADBBFCC2B06D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410118" y="222447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58" name="Flowchart: Connector 257">
                            <a:extLst>
                              <a:ext uri="{FF2B5EF4-FFF2-40B4-BE49-F238E27FC236}">
                                <a16:creationId xmlns:a16="http://schemas.microsoft.com/office/drawing/2014/main" id="{EE3C4203-0966-4921-A8F3-DFB17A938FC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59" name="3D Model 258" descr="Sphere">
                                <a:extLst>
                                  <a:ext uri="{FF2B5EF4-FFF2-40B4-BE49-F238E27FC236}">
                                    <a16:creationId xmlns:a16="http://schemas.microsoft.com/office/drawing/2014/main" id="{E634A7BB-664D-488C-A9E6-2B7EC0D9B8D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007423552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449" name="3D Model 2448" descr="Sphere">
                                <a:extLst>
                                  <a:ext uri="{FF2B5EF4-FFF2-40B4-BE49-F238E27FC236}">
                                    <a16:creationId xmlns:a16="http://schemas.microsoft.com/office/drawing/2014/main" id="{144408D4-9F48-420D-8D84-D76B550D93B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451942" y="2239160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60" name="Flowchart: Connector 259">
                            <a:extLst>
                              <a:ext uri="{FF2B5EF4-FFF2-40B4-BE49-F238E27FC236}">
                                <a16:creationId xmlns:a16="http://schemas.microsoft.com/office/drawing/2014/main" id="{B632C8B3-87B9-4934-944D-11840F9BD96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93292" y="171776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61" name="3D Model 260" descr="Sphere">
                                <a:extLst>
                                  <a:ext uri="{FF2B5EF4-FFF2-40B4-BE49-F238E27FC236}">
                                    <a16:creationId xmlns:a16="http://schemas.microsoft.com/office/drawing/2014/main" id="{342E42BE-2C74-406A-AAFE-B48C843A4C3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08701726"/>
                                  </p:ext>
                                </p:extLst>
                              </p:nvPr>
                            </p:nvGraphicFramePr>
                            <p:xfrm>
                              <a:off x="2622429" y="163823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451" name="3D Model 2450" descr="Sphere">
                                <a:extLst>
                                  <a:ext uri="{FF2B5EF4-FFF2-40B4-BE49-F238E27FC236}">
                                    <a16:creationId xmlns:a16="http://schemas.microsoft.com/office/drawing/2014/main" id="{07CCB216-ACB4-41FC-9B17-B2291E8F796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496714" y="2250175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62" name="Flowchart: Connector 261">
                            <a:extLst>
                              <a:ext uri="{FF2B5EF4-FFF2-40B4-BE49-F238E27FC236}">
                                <a16:creationId xmlns:a16="http://schemas.microsoft.com/office/drawing/2014/main" id="{894A7F6C-4259-4BFC-83E8-56F05D7A822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63" name="3D Model 262" descr="Sphere">
                                <a:extLst>
                                  <a:ext uri="{FF2B5EF4-FFF2-40B4-BE49-F238E27FC236}">
                                    <a16:creationId xmlns:a16="http://schemas.microsoft.com/office/drawing/2014/main" id="{37F5B045-4652-4732-9D9F-B6062111187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66842610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453" name="3D Model 2452" descr="Sphere">
                                <a:extLst>
                                  <a:ext uri="{FF2B5EF4-FFF2-40B4-BE49-F238E27FC236}">
                                    <a16:creationId xmlns:a16="http://schemas.microsoft.com/office/drawing/2014/main" id="{8927F180-F55D-461F-9F15-DF22D1B1D69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541038" y="2267193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99" name="Group 98">
                        <a:extLst>
                          <a:ext uri="{FF2B5EF4-FFF2-40B4-BE49-F238E27FC236}">
                            <a16:creationId xmlns:a16="http://schemas.microsoft.com/office/drawing/2014/main" id="{1E288240-87D3-47A4-80B5-7D922D4E88A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547436" y="2361226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240" name="Flowchart: Connector 239">
                          <a:extLst>
                            <a:ext uri="{FF2B5EF4-FFF2-40B4-BE49-F238E27FC236}">
                              <a16:creationId xmlns:a16="http://schemas.microsoft.com/office/drawing/2014/main" id="{FF794090-CFF3-4EE5-8BD3-C4FC6526972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241" name="Flowchart: Connector 240">
                          <a:extLst>
                            <a:ext uri="{FF2B5EF4-FFF2-40B4-BE49-F238E27FC236}">
                              <a16:creationId xmlns:a16="http://schemas.microsoft.com/office/drawing/2014/main" id="{53A997D3-2C4B-4177-BBBD-201A7331304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242" name="Flowchart: Connector 241">
                          <a:extLst>
                            <a:ext uri="{FF2B5EF4-FFF2-40B4-BE49-F238E27FC236}">
                              <a16:creationId xmlns:a16="http://schemas.microsoft.com/office/drawing/2014/main" id="{8C44C5F9-F268-45F6-8FF8-B86E9194D8B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100" name="Flowchart: Connector 99">
                        <a:extLst>
                          <a:ext uri="{FF2B5EF4-FFF2-40B4-BE49-F238E27FC236}">
                            <a16:creationId xmlns:a16="http://schemas.microsoft.com/office/drawing/2014/main" id="{57277DB4-6866-4A04-9033-19AC92BB6D6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19794" y="212254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1" name="Flowchart: Connector 100">
                        <a:extLst>
                          <a:ext uri="{FF2B5EF4-FFF2-40B4-BE49-F238E27FC236}">
                            <a16:creationId xmlns:a16="http://schemas.microsoft.com/office/drawing/2014/main" id="{8A2AF688-1D6F-49B7-B212-B9D6DBECC97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74020" y="218539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102" name="Group 101">
                        <a:extLst>
                          <a:ext uri="{FF2B5EF4-FFF2-40B4-BE49-F238E27FC236}">
                            <a16:creationId xmlns:a16="http://schemas.microsoft.com/office/drawing/2014/main" id="{F7F52DA9-178C-4B2C-90D0-FA44C4914C60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18957">
                        <a:off x="941432" y="2025443"/>
                        <a:ext cx="710250" cy="369080"/>
                        <a:chOff x="854932" y="2290871"/>
                        <a:chExt cx="710250" cy="369080"/>
                      </a:xfrm>
                    </p:grpSpPr>
                    <p:sp>
                      <p:nvSpPr>
                        <p:cNvPr id="237" name="Flowchart: Connector 236">
                          <a:extLst>
                            <a:ext uri="{FF2B5EF4-FFF2-40B4-BE49-F238E27FC236}">
                              <a16:creationId xmlns:a16="http://schemas.microsoft.com/office/drawing/2014/main" id="{B4E01553-3A3B-47B3-A2CC-459F93EE01A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2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238" name="Flowchart: Connector 237">
                          <a:extLst>
                            <a:ext uri="{FF2B5EF4-FFF2-40B4-BE49-F238E27FC236}">
                              <a16:creationId xmlns:a16="http://schemas.microsoft.com/office/drawing/2014/main" id="{5DF257E0-EC6D-4D6D-9516-3DF4C37A68E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1897" y="2377722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239" name="Flowchart: Connector 238">
                          <a:extLst>
                            <a:ext uri="{FF2B5EF4-FFF2-40B4-BE49-F238E27FC236}">
                              <a16:creationId xmlns:a16="http://schemas.microsoft.com/office/drawing/2014/main" id="{AAC40405-7C4A-4E13-851A-2AC1B206A40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53323" y="244395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03" name="Group 102">
                        <a:extLst>
                          <a:ext uri="{FF2B5EF4-FFF2-40B4-BE49-F238E27FC236}">
                            <a16:creationId xmlns:a16="http://schemas.microsoft.com/office/drawing/2014/main" id="{396ED6AD-FE13-4D78-8536-534A9E955A2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21287" y="1995259"/>
                        <a:ext cx="1102917" cy="1484052"/>
                        <a:chOff x="2085712" y="1515698"/>
                        <a:chExt cx="1102917" cy="1484052"/>
                      </a:xfrm>
                    </p:grpSpPr>
                    <p:grpSp>
                      <p:nvGrpSpPr>
                        <p:cNvPr id="172" name="Group 171">
                          <a:extLst>
                            <a:ext uri="{FF2B5EF4-FFF2-40B4-BE49-F238E27FC236}">
                              <a16:creationId xmlns:a16="http://schemas.microsoft.com/office/drawing/2014/main" id="{91A76F34-3E30-40C2-99EA-AE401CD15E0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5712" y="1648950"/>
                          <a:ext cx="105765" cy="1037981"/>
                          <a:chOff x="1796341" y="2343196"/>
                          <a:chExt cx="105765" cy="1037981"/>
                        </a:xfrm>
                      </p:grpSpPr>
                      <p:sp>
                        <p:nvSpPr>
                          <p:cNvPr id="233" name="Flowchart: Connector 232">
                            <a:extLst>
                              <a:ext uri="{FF2B5EF4-FFF2-40B4-BE49-F238E27FC236}">
                                <a16:creationId xmlns:a16="http://schemas.microsoft.com/office/drawing/2014/main" id="{893501B6-49AA-4707-9754-60714F6C643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34" name="Flowchart: Connector 233">
                            <a:extLst>
                              <a:ext uri="{FF2B5EF4-FFF2-40B4-BE49-F238E27FC236}">
                                <a16:creationId xmlns:a16="http://schemas.microsoft.com/office/drawing/2014/main" id="{E4C0B3EA-BD1F-4CDD-ADE9-D9B24EA3E89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35" name="Flowchart: Connector 234">
                            <a:extLst>
                              <a:ext uri="{FF2B5EF4-FFF2-40B4-BE49-F238E27FC236}">
                                <a16:creationId xmlns:a16="http://schemas.microsoft.com/office/drawing/2014/main" id="{B45390A5-6DFF-467B-92BA-2DE31B676E3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36" name="Flowchart: Connector 235">
                            <a:extLst>
                              <a:ext uri="{FF2B5EF4-FFF2-40B4-BE49-F238E27FC236}">
                                <a16:creationId xmlns:a16="http://schemas.microsoft.com/office/drawing/2014/main" id="{61B9D1D5-3CE4-4A9F-ABAE-B502D8DAB2D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796341" y="2343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173" name="Group 172">
                          <a:extLst>
                            <a:ext uri="{FF2B5EF4-FFF2-40B4-BE49-F238E27FC236}">
                              <a16:creationId xmlns:a16="http://schemas.microsoft.com/office/drawing/2014/main" id="{B53A462E-9849-4D39-ACC3-BD1BA75219B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15698"/>
                          <a:ext cx="1074397" cy="1484052"/>
                          <a:chOff x="2114232" y="1515698"/>
                          <a:chExt cx="1074397" cy="1484052"/>
                        </a:xfrm>
                      </p:grpSpPr>
                      <p:grpSp>
                        <p:nvGrpSpPr>
                          <p:cNvPr id="174" name="Group 173">
                            <a:extLst>
                              <a:ext uri="{FF2B5EF4-FFF2-40B4-BE49-F238E27FC236}">
                                <a16:creationId xmlns:a16="http://schemas.microsoft.com/office/drawing/2014/main" id="{EE3AAE7D-ADF2-4F90-AF43-E6B452A2E0E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225" name="Flowchart: Connector 224">
                              <a:extLst>
                                <a:ext uri="{FF2B5EF4-FFF2-40B4-BE49-F238E27FC236}">
                                  <a16:creationId xmlns:a16="http://schemas.microsoft.com/office/drawing/2014/main" id="{C0B5D4AE-A781-4882-8E87-55DC7BB5A88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26" name="3D Model 225" descr="Sphere">
                                  <a:extLst>
                                    <a:ext uri="{FF2B5EF4-FFF2-40B4-BE49-F238E27FC236}">
                                      <a16:creationId xmlns:a16="http://schemas.microsoft.com/office/drawing/2014/main" id="{E92B43AA-8519-435E-AB76-83616F70CC3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52586820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27" name="Flowchart: Connector 226">
                              <a:extLst>
                                <a:ext uri="{FF2B5EF4-FFF2-40B4-BE49-F238E27FC236}">
                                  <a16:creationId xmlns:a16="http://schemas.microsoft.com/office/drawing/2014/main" id="{188B6C22-1ABD-44E4-9179-55E4C3A4F3B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28" name="3D Model 227" descr="Sphere">
                                  <a:extLst>
                                    <a:ext uri="{FF2B5EF4-FFF2-40B4-BE49-F238E27FC236}">
                                      <a16:creationId xmlns:a16="http://schemas.microsoft.com/office/drawing/2014/main" id="{FFF2D203-E38F-483E-BB85-C19F4BF55B5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842179706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29" name="Flowchart: Connector 228">
                              <a:extLst>
                                <a:ext uri="{FF2B5EF4-FFF2-40B4-BE49-F238E27FC236}">
                                  <a16:creationId xmlns:a16="http://schemas.microsoft.com/office/drawing/2014/main" id="{81A4B75B-E624-4E41-B4C3-C78E1086A7A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30" name="3D Model 229" descr="Sphere">
                                  <a:extLst>
                                    <a:ext uri="{FF2B5EF4-FFF2-40B4-BE49-F238E27FC236}">
                                      <a16:creationId xmlns:a16="http://schemas.microsoft.com/office/drawing/2014/main" id="{D9CD6D76-0BB6-4322-9364-B7DDE6A3459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690442149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31" name="Flowchart: Connector 230">
                              <a:extLst>
                                <a:ext uri="{FF2B5EF4-FFF2-40B4-BE49-F238E27FC236}">
                                  <a16:creationId xmlns:a16="http://schemas.microsoft.com/office/drawing/2014/main" id="{8BD0D515-F82C-4D55-BB84-676800F5663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32" name="3D Model 231" descr="Sphere">
                                  <a:extLst>
                                    <a:ext uri="{FF2B5EF4-FFF2-40B4-BE49-F238E27FC236}">
                                      <a16:creationId xmlns:a16="http://schemas.microsoft.com/office/drawing/2014/main" id="{159A7C96-6EE7-4787-95A4-07A37F0192F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685657458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75" name="Group 174">
                            <a:extLst>
                              <a:ext uri="{FF2B5EF4-FFF2-40B4-BE49-F238E27FC236}">
                                <a16:creationId xmlns:a16="http://schemas.microsoft.com/office/drawing/2014/main" id="{9BADF1C2-AB0B-41BF-AB7A-B6D0B1D75B9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209" name="Flowchart: Connector 208">
                              <a:extLst>
                                <a:ext uri="{FF2B5EF4-FFF2-40B4-BE49-F238E27FC236}">
                                  <a16:creationId xmlns:a16="http://schemas.microsoft.com/office/drawing/2014/main" id="{6BD51E6D-886D-455A-9064-580542A5307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10" name="Flowchart: Connector 209">
                              <a:extLst>
                                <a:ext uri="{FF2B5EF4-FFF2-40B4-BE49-F238E27FC236}">
                                  <a16:creationId xmlns:a16="http://schemas.microsoft.com/office/drawing/2014/main" id="{A75FB78E-6DFA-4C83-8873-C38E7A3A890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11" name="Flowchart: Connector 210">
                              <a:extLst>
                                <a:ext uri="{FF2B5EF4-FFF2-40B4-BE49-F238E27FC236}">
                                  <a16:creationId xmlns:a16="http://schemas.microsoft.com/office/drawing/2014/main" id="{47BDB01A-76A5-4C25-93E9-561EAB771E3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12" name="Flowchart: Connector 211">
                              <a:extLst>
                                <a:ext uri="{FF2B5EF4-FFF2-40B4-BE49-F238E27FC236}">
                                  <a16:creationId xmlns:a16="http://schemas.microsoft.com/office/drawing/2014/main" id="{76BA5E3D-6125-4138-AEE3-DD2B050FCD05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13" name="Flowchart: Connector 212">
                              <a:extLst>
                                <a:ext uri="{FF2B5EF4-FFF2-40B4-BE49-F238E27FC236}">
                                  <a16:creationId xmlns:a16="http://schemas.microsoft.com/office/drawing/2014/main" id="{68A2179D-0C4F-4AE1-9FFE-4803E4F9E42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14" name="Flowchart: Connector 213">
                              <a:extLst>
                                <a:ext uri="{FF2B5EF4-FFF2-40B4-BE49-F238E27FC236}">
                                  <a16:creationId xmlns:a16="http://schemas.microsoft.com/office/drawing/2014/main" id="{2B3194E9-9D15-4223-A1CC-76A28B34E06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15" name="Flowchart: Connector 214">
                              <a:extLst>
                                <a:ext uri="{FF2B5EF4-FFF2-40B4-BE49-F238E27FC236}">
                                  <a16:creationId xmlns:a16="http://schemas.microsoft.com/office/drawing/2014/main" id="{680746DB-7E0A-4E2B-857B-B11754FAF07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16" name="Flowchart: Connector 215">
                              <a:extLst>
                                <a:ext uri="{FF2B5EF4-FFF2-40B4-BE49-F238E27FC236}">
                                  <a16:creationId xmlns:a16="http://schemas.microsoft.com/office/drawing/2014/main" id="{CC279159-E285-4432-9865-BC8446A5CC1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17" name="Flowchart: Connector 216">
                              <a:extLst>
                                <a:ext uri="{FF2B5EF4-FFF2-40B4-BE49-F238E27FC236}">
                                  <a16:creationId xmlns:a16="http://schemas.microsoft.com/office/drawing/2014/main" id="{64ACA701-1F19-4BFD-B501-A79465B14F0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18" name="3D Model 217" descr="Sphere">
                                  <a:extLst>
                                    <a:ext uri="{FF2B5EF4-FFF2-40B4-BE49-F238E27FC236}">
                                      <a16:creationId xmlns:a16="http://schemas.microsoft.com/office/drawing/2014/main" id="{010529E2-7219-4DDF-AC1F-EF3A7B92579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498748623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19" name="Flowchart: Connector 218">
                              <a:extLst>
                                <a:ext uri="{FF2B5EF4-FFF2-40B4-BE49-F238E27FC236}">
                                  <a16:creationId xmlns:a16="http://schemas.microsoft.com/office/drawing/2014/main" id="{D55BDDF1-A48A-4564-8F6C-AF34B683222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20" name="3D Model 219" descr="Sphere">
                                  <a:extLst>
                                    <a:ext uri="{FF2B5EF4-FFF2-40B4-BE49-F238E27FC236}">
                                      <a16:creationId xmlns:a16="http://schemas.microsoft.com/office/drawing/2014/main" id="{4B4F9932-8289-4664-8C1E-8E63DE292D5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131043968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21" name="Flowchart: Connector 220">
                              <a:extLst>
                                <a:ext uri="{FF2B5EF4-FFF2-40B4-BE49-F238E27FC236}">
                                  <a16:creationId xmlns:a16="http://schemas.microsoft.com/office/drawing/2014/main" id="{C43BB973-DCBC-4C0F-A39C-FE17BBE4088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22" name="3D Model 221" descr="Sphere">
                                  <a:extLst>
                                    <a:ext uri="{FF2B5EF4-FFF2-40B4-BE49-F238E27FC236}">
                                      <a16:creationId xmlns:a16="http://schemas.microsoft.com/office/drawing/2014/main" id="{2A2E86F5-7814-4A6E-96AA-DD73D5F33DA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950891982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23" name="Flowchart: Connector 222">
                              <a:extLst>
                                <a:ext uri="{FF2B5EF4-FFF2-40B4-BE49-F238E27FC236}">
                                  <a16:creationId xmlns:a16="http://schemas.microsoft.com/office/drawing/2014/main" id="{C35C1462-292F-4FB3-8108-5DC3376345A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24" name="3D Model 223" descr="Sphere">
                                  <a:extLst>
                                    <a:ext uri="{FF2B5EF4-FFF2-40B4-BE49-F238E27FC236}">
                                      <a16:creationId xmlns:a16="http://schemas.microsoft.com/office/drawing/2014/main" id="{4BCAE444-8284-48A3-A4B9-F35A1B17762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80962404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76" name="Group 175">
                            <a:extLst>
                              <a:ext uri="{FF2B5EF4-FFF2-40B4-BE49-F238E27FC236}">
                                <a16:creationId xmlns:a16="http://schemas.microsoft.com/office/drawing/2014/main" id="{9B40437A-5735-4EEA-B89E-F94E29111E3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93" name="Flowchart: Connector 192">
                              <a:extLst>
                                <a:ext uri="{FF2B5EF4-FFF2-40B4-BE49-F238E27FC236}">
                                  <a16:creationId xmlns:a16="http://schemas.microsoft.com/office/drawing/2014/main" id="{8D47D570-1457-407A-B457-AE8ABF376AC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94" name="Flowchart: Connector 193">
                              <a:extLst>
                                <a:ext uri="{FF2B5EF4-FFF2-40B4-BE49-F238E27FC236}">
                                  <a16:creationId xmlns:a16="http://schemas.microsoft.com/office/drawing/2014/main" id="{221F03FF-F76F-4E28-A208-89D7D85C52F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95" name="Flowchart: Connector 194">
                              <a:extLst>
                                <a:ext uri="{FF2B5EF4-FFF2-40B4-BE49-F238E27FC236}">
                                  <a16:creationId xmlns:a16="http://schemas.microsoft.com/office/drawing/2014/main" id="{BE0D73FD-141A-43C7-B540-9E4E8655019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96" name="Flowchart: Connector 195">
                              <a:extLst>
                                <a:ext uri="{FF2B5EF4-FFF2-40B4-BE49-F238E27FC236}">
                                  <a16:creationId xmlns:a16="http://schemas.microsoft.com/office/drawing/2014/main" id="{A770B2B3-361B-45DB-AB59-BD3F7DA8349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97" name="Flowchart: Connector 196">
                              <a:extLst>
                                <a:ext uri="{FF2B5EF4-FFF2-40B4-BE49-F238E27FC236}">
                                  <a16:creationId xmlns:a16="http://schemas.microsoft.com/office/drawing/2014/main" id="{0FAAA3AE-DBED-47DE-B5C0-92E0EB72A5C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98" name="Flowchart: Connector 197">
                              <a:extLst>
                                <a:ext uri="{FF2B5EF4-FFF2-40B4-BE49-F238E27FC236}">
                                  <a16:creationId xmlns:a16="http://schemas.microsoft.com/office/drawing/2014/main" id="{E751E360-E723-40FD-9B13-6A3B91802D45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99" name="Flowchart: Connector 198">
                              <a:extLst>
                                <a:ext uri="{FF2B5EF4-FFF2-40B4-BE49-F238E27FC236}">
                                  <a16:creationId xmlns:a16="http://schemas.microsoft.com/office/drawing/2014/main" id="{AEF8C624-0B04-46E7-A5DB-46A198CB376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00" name="Flowchart: Connector 199">
                              <a:extLst>
                                <a:ext uri="{FF2B5EF4-FFF2-40B4-BE49-F238E27FC236}">
                                  <a16:creationId xmlns:a16="http://schemas.microsoft.com/office/drawing/2014/main" id="{C2A3BD60-10C8-449F-ADCA-EE10573F873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01" name="Flowchart: Connector 200">
                              <a:extLst>
                                <a:ext uri="{FF2B5EF4-FFF2-40B4-BE49-F238E27FC236}">
                                  <a16:creationId xmlns:a16="http://schemas.microsoft.com/office/drawing/2014/main" id="{B59AD6A8-FCD1-41CA-A1B5-0914B3CF0D7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02" name="3D Model 201" descr="Sphere">
                                  <a:extLst>
                                    <a:ext uri="{FF2B5EF4-FFF2-40B4-BE49-F238E27FC236}">
                                      <a16:creationId xmlns:a16="http://schemas.microsoft.com/office/drawing/2014/main" id="{0714B30C-17A0-402F-95AF-E45E3261E3E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771330574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03" name="Flowchart: Connector 202">
                              <a:extLst>
                                <a:ext uri="{FF2B5EF4-FFF2-40B4-BE49-F238E27FC236}">
                                  <a16:creationId xmlns:a16="http://schemas.microsoft.com/office/drawing/2014/main" id="{02AD1E22-0BFA-44E8-ACA8-09CEE00A88D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04" name="3D Model 203" descr="Sphere">
                                  <a:extLst>
                                    <a:ext uri="{FF2B5EF4-FFF2-40B4-BE49-F238E27FC236}">
                                      <a16:creationId xmlns:a16="http://schemas.microsoft.com/office/drawing/2014/main" id="{5F67EEAD-559F-4226-8EDE-A17DC9E3E3E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8802919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05" name="Flowchart: Connector 204">
                              <a:extLst>
                                <a:ext uri="{FF2B5EF4-FFF2-40B4-BE49-F238E27FC236}">
                                  <a16:creationId xmlns:a16="http://schemas.microsoft.com/office/drawing/2014/main" id="{4CA87CDE-CDF4-4DFB-B6D6-C970DEC704D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06" name="3D Model 205" descr="Sphere">
                                  <a:extLst>
                                    <a:ext uri="{FF2B5EF4-FFF2-40B4-BE49-F238E27FC236}">
                                      <a16:creationId xmlns:a16="http://schemas.microsoft.com/office/drawing/2014/main" id="{95A1C5C6-5D72-4E59-97CE-38FC5396890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637714420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07" name="Flowchart: Connector 206">
                              <a:extLst>
                                <a:ext uri="{FF2B5EF4-FFF2-40B4-BE49-F238E27FC236}">
                                  <a16:creationId xmlns:a16="http://schemas.microsoft.com/office/drawing/2014/main" id="{9D382117-B74B-473D-9A19-F130672E326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08" name="3D Model 207" descr="Sphere">
                                  <a:extLst>
                                    <a:ext uri="{FF2B5EF4-FFF2-40B4-BE49-F238E27FC236}">
                                      <a16:creationId xmlns:a16="http://schemas.microsoft.com/office/drawing/2014/main" id="{A353AD16-3061-4B44-8E01-48BBED18255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155713002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177" name="Flowchart: Connector 176">
                            <a:extLst>
                              <a:ext uri="{FF2B5EF4-FFF2-40B4-BE49-F238E27FC236}">
                                <a16:creationId xmlns:a16="http://schemas.microsoft.com/office/drawing/2014/main" id="{E16F8130-E615-4F37-8FA7-3C73B66C5A1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78" name="Flowchart: Connector 177">
                            <a:extLst>
                              <a:ext uri="{FF2B5EF4-FFF2-40B4-BE49-F238E27FC236}">
                                <a16:creationId xmlns:a16="http://schemas.microsoft.com/office/drawing/2014/main" id="{1A960A56-E75C-48ED-B4BB-9B88D115EE6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79" name="Flowchart: Connector 178">
                            <a:extLst>
                              <a:ext uri="{FF2B5EF4-FFF2-40B4-BE49-F238E27FC236}">
                                <a16:creationId xmlns:a16="http://schemas.microsoft.com/office/drawing/2014/main" id="{EE3A8195-91AB-403C-9A66-E46390F5C69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80" name="Flowchart: Connector 179">
                            <a:extLst>
                              <a:ext uri="{FF2B5EF4-FFF2-40B4-BE49-F238E27FC236}">
                                <a16:creationId xmlns:a16="http://schemas.microsoft.com/office/drawing/2014/main" id="{74F3F233-5F6F-486A-AFEE-BCE78BF19E1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81" name="Flowchart: Connector 180">
                            <a:extLst>
                              <a:ext uri="{FF2B5EF4-FFF2-40B4-BE49-F238E27FC236}">
                                <a16:creationId xmlns:a16="http://schemas.microsoft.com/office/drawing/2014/main" id="{9C1DB2A0-D995-47EF-AA8B-6B83907E676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82" name="Flowchart: Connector 181">
                            <a:extLst>
                              <a:ext uri="{FF2B5EF4-FFF2-40B4-BE49-F238E27FC236}">
                                <a16:creationId xmlns:a16="http://schemas.microsoft.com/office/drawing/2014/main" id="{4C1368BB-DAF0-44C3-92FE-D3BD3302841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83" name="Flowchart: Connector 182">
                            <a:extLst>
                              <a:ext uri="{FF2B5EF4-FFF2-40B4-BE49-F238E27FC236}">
                                <a16:creationId xmlns:a16="http://schemas.microsoft.com/office/drawing/2014/main" id="{38C43F89-B244-441B-829F-982B8BEE568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84" name="Flowchart: Connector 183">
                            <a:extLst>
                              <a:ext uri="{FF2B5EF4-FFF2-40B4-BE49-F238E27FC236}">
                                <a16:creationId xmlns:a16="http://schemas.microsoft.com/office/drawing/2014/main" id="{F0738A32-4630-42A5-8BBF-BBA09647E70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85" name="Flowchart: Connector 184">
                            <a:extLst>
                              <a:ext uri="{FF2B5EF4-FFF2-40B4-BE49-F238E27FC236}">
                                <a16:creationId xmlns:a16="http://schemas.microsoft.com/office/drawing/2014/main" id="{59917AFC-0A26-4F49-AECF-E8E131C8C12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86" name="3D Model 185" descr="Sphere">
                                <a:extLst>
                                  <a:ext uri="{FF2B5EF4-FFF2-40B4-BE49-F238E27FC236}">
                                    <a16:creationId xmlns:a16="http://schemas.microsoft.com/office/drawing/2014/main" id="{69CA9A1D-BBED-49BE-A6AB-F1560D6F2EC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569988713"/>
                                  </p:ext>
                                </p:extLst>
                              </p:nvPr>
                            </p:nvGraphicFramePr>
                            <p:xfrm>
                              <a:off x="2127272" y="1515698"/>
                              <a:ext cx="299738" cy="29973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7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4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76" name="3D Model 2375" descr="Sphere">
                                <a:extLst>
                                  <a:ext uri="{FF2B5EF4-FFF2-40B4-BE49-F238E27FC236}">
                                    <a16:creationId xmlns:a16="http://schemas.microsoft.com/office/drawing/2014/main" id="{F023D1BE-0C79-4CDE-8EA3-4F39E108417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371762" y="2244237"/>
                                <a:ext cx="52067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87" name="Flowchart: Connector 186">
                            <a:extLst>
                              <a:ext uri="{FF2B5EF4-FFF2-40B4-BE49-F238E27FC236}">
                                <a16:creationId xmlns:a16="http://schemas.microsoft.com/office/drawing/2014/main" id="{FE492766-586E-4659-89D4-BCECA7FD3E4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88" name="3D Model 187" descr="Sphere">
                                <a:extLst>
                                  <a:ext uri="{FF2B5EF4-FFF2-40B4-BE49-F238E27FC236}">
                                    <a16:creationId xmlns:a16="http://schemas.microsoft.com/office/drawing/2014/main" id="{E28AFF2C-8B2D-4EF5-9CFB-5F8E9E91868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264135165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78" name="3D Model 2377" descr="Sphere">
                                <a:extLst>
                                  <a:ext uri="{FF2B5EF4-FFF2-40B4-BE49-F238E27FC236}">
                                    <a16:creationId xmlns:a16="http://schemas.microsoft.com/office/drawing/2014/main" id="{6938B4EF-3256-4C00-A686-FB3CB936C85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413002" y="2256301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89" name="Flowchart: Connector 188">
                            <a:extLst>
                              <a:ext uri="{FF2B5EF4-FFF2-40B4-BE49-F238E27FC236}">
                                <a16:creationId xmlns:a16="http://schemas.microsoft.com/office/drawing/2014/main" id="{7FE7690A-D820-444F-8BA6-5E8AE1964A0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6940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90" name="3D Model 189" descr="Sphere">
                                <a:extLst>
                                  <a:ext uri="{FF2B5EF4-FFF2-40B4-BE49-F238E27FC236}">
                                    <a16:creationId xmlns:a16="http://schemas.microsoft.com/office/drawing/2014/main" id="{A3089D57-258B-4831-8995-04F1575FF82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76249251"/>
                                  </p:ext>
                                </p:extLst>
                              </p:nvPr>
                            </p:nvGraphicFramePr>
                            <p:xfrm>
                              <a:off x="2609177" y="164853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80" name="3D Model 2379" descr="Sphere">
                                <a:extLst>
                                  <a:ext uri="{FF2B5EF4-FFF2-40B4-BE49-F238E27FC236}">
                                    <a16:creationId xmlns:a16="http://schemas.microsoft.com/office/drawing/2014/main" id="{5A8AD254-3502-4D34-8F7C-7138B2F3BD8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455472" y="2269256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91" name="Flowchart: Connector 190">
                            <a:extLst>
                              <a:ext uri="{FF2B5EF4-FFF2-40B4-BE49-F238E27FC236}">
                                <a16:creationId xmlns:a16="http://schemas.microsoft.com/office/drawing/2014/main" id="{05AC19EE-1E10-458F-B83E-7F6E9F31AD5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92" name="3D Model 191" descr="Sphere">
                                <a:extLst>
                                  <a:ext uri="{FF2B5EF4-FFF2-40B4-BE49-F238E27FC236}">
                                    <a16:creationId xmlns:a16="http://schemas.microsoft.com/office/drawing/2014/main" id="{C29A437B-4DBF-484B-A659-B5BC5490552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143896126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82" name="3D Model 2381" descr="Sphere">
                                <a:extLst>
                                  <a:ext uri="{FF2B5EF4-FFF2-40B4-BE49-F238E27FC236}">
                                    <a16:creationId xmlns:a16="http://schemas.microsoft.com/office/drawing/2014/main" id="{4DE5AE29-0B23-45F6-8942-9226492B431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502098" y="2284335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sp>
                    <p:nvSpPr>
                      <p:cNvPr id="104" name="Flowchart: Connector 103">
                        <a:extLst>
                          <a:ext uri="{FF2B5EF4-FFF2-40B4-BE49-F238E27FC236}">
                            <a16:creationId xmlns:a16="http://schemas.microsoft.com/office/drawing/2014/main" id="{A66D39C0-834D-484E-8DB9-1FA7DFF0C31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06374" y="21384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5" name="Flowchart: Connector 104">
                        <a:extLst>
                          <a:ext uri="{FF2B5EF4-FFF2-40B4-BE49-F238E27FC236}">
                            <a16:creationId xmlns:a16="http://schemas.microsoft.com/office/drawing/2014/main" id="{9F624B59-E4B1-424C-88EB-5DC92F0AFC4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886236" y="22322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6" name="Flowchart: Connector 105">
                        <a:extLst>
                          <a:ext uri="{FF2B5EF4-FFF2-40B4-BE49-F238E27FC236}">
                            <a16:creationId xmlns:a16="http://schemas.microsoft.com/office/drawing/2014/main" id="{27BE505C-01A5-470F-A399-72FFCC06F7A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952806" y="22254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7" name="Flowchart: Connector 106">
                        <a:extLst>
                          <a:ext uri="{FF2B5EF4-FFF2-40B4-BE49-F238E27FC236}">
                            <a16:creationId xmlns:a16="http://schemas.microsoft.com/office/drawing/2014/main" id="{846A5543-948F-4D65-80A6-6A7176C7A5B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0272" y="25040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8" name="Flowchart: Connector 107">
                        <a:extLst>
                          <a:ext uri="{FF2B5EF4-FFF2-40B4-BE49-F238E27FC236}">
                            <a16:creationId xmlns:a16="http://schemas.microsoft.com/office/drawing/2014/main" id="{52BC10C7-681D-4DE2-BEA0-7D143D6AFF4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20633" y="28301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9" name="Flowchart: Connector 108">
                        <a:extLst>
                          <a:ext uri="{FF2B5EF4-FFF2-40B4-BE49-F238E27FC236}">
                            <a16:creationId xmlns:a16="http://schemas.microsoft.com/office/drawing/2014/main" id="{A9A324FB-F954-4F73-8CFB-0A340FB6CB4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29128" y="231321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0" name="Flowchart: Connector 109">
                        <a:extLst>
                          <a:ext uri="{FF2B5EF4-FFF2-40B4-BE49-F238E27FC236}">
                            <a16:creationId xmlns:a16="http://schemas.microsoft.com/office/drawing/2014/main" id="{79E7A6FB-6746-45C9-B487-97C58C8AEF9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211385" y="230237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1" name="Flowchart: Connector 110">
                        <a:extLst>
                          <a:ext uri="{FF2B5EF4-FFF2-40B4-BE49-F238E27FC236}">
                            <a16:creationId xmlns:a16="http://schemas.microsoft.com/office/drawing/2014/main" id="{58908AA8-5B65-44AF-B967-F81657B13EF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1097" y="31484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grpSp>
                    <p:nvGrpSpPr>
                      <p:cNvPr id="112" name="Group 111">
                        <a:extLst>
                          <a:ext uri="{FF2B5EF4-FFF2-40B4-BE49-F238E27FC236}">
                            <a16:creationId xmlns:a16="http://schemas.microsoft.com/office/drawing/2014/main" id="{C4B243A7-9509-4730-B930-4B7D69784F3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20511" y="2127869"/>
                        <a:ext cx="1073693" cy="1496391"/>
                        <a:chOff x="2114936" y="1503359"/>
                        <a:chExt cx="1073693" cy="1496391"/>
                      </a:xfrm>
                    </p:grpSpPr>
                    <p:grpSp>
                      <p:nvGrpSpPr>
                        <p:cNvPr id="113" name="Group 112">
                          <a:extLst>
                            <a:ext uri="{FF2B5EF4-FFF2-40B4-BE49-F238E27FC236}">
                              <a16:creationId xmlns:a16="http://schemas.microsoft.com/office/drawing/2014/main" id="{CD1C295E-8CDE-4BDC-A92E-78B7C9D58C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7974" y="2474038"/>
                          <a:ext cx="1060655" cy="525712"/>
                          <a:chOff x="3721252" y="1733424"/>
                          <a:chExt cx="1060655" cy="525712"/>
                        </a:xfrm>
                      </p:grpSpPr>
                      <p:sp>
                        <p:nvSpPr>
                          <p:cNvPr id="164" name="Flowchart: Connector 163">
                            <a:extLst>
                              <a:ext uri="{FF2B5EF4-FFF2-40B4-BE49-F238E27FC236}">
                                <a16:creationId xmlns:a16="http://schemas.microsoft.com/office/drawing/2014/main" id="{4AC25423-EC19-4A89-95C9-E450D0DEEB8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65" name="3D Model 164" descr="Sphere">
                                <a:extLst>
                                  <a:ext uri="{FF2B5EF4-FFF2-40B4-BE49-F238E27FC236}">
                                    <a16:creationId xmlns:a16="http://schemas.microsoft.com/office/drawing/2014/main" id="{1785B3E8-02F3-4BB5-9680-A46E4A70B90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174806899"/>
                                  </p:ext>
                                </p:extLst>
                              </p:nvPr>
                            </p:nvGraphicFramePr>
                            <p:xfrm>
                              <a:off x="3721252" y="1733424"/>
                              <a:ext cx="299739" cy="299738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6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55" name="3D Model 2354" descr="Sphere">
                                <a:extLst>
                                  <a:ext uri="{FF2B5EF4-FFF2-40B4-BE49-F238E27FC236}">
                                    <a16:creationId xmlns:a16="http://schemas.microsoft.com/office/drawing/2014/main" id="{A71A5324-BD5D-42F8-88C7-F411B8155E6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331932" y="2452039"/>
                                <a:ext cx="52066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66" name="Flowchart: Connector 165">
                            <a:extLst>
                              <a:ext uri="{FF2B5EF4-FFF2-40B4-BE49-F238E27FC236}">
                                <a16:creationId xmlns:a16="http://schemas.microsoft.com/office/drawing/2014/main" id="{E2A968EB-0F8C-4A12-838F-2FE61E1C1B1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67" name="3D Model 166" descr="Sphere">
                                <a:extLst>
                                  <a:ext uri="{FF2B5EF4-FFF2-40B4-BE49-F238E27FC236}">
                                    <a16:creationId xmlns:a16="http://schemas.microsoft.com/office/drawing/2014/main" id="{E85F1E5E-676B-4E72-B3A1-0502C4F38E3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78388404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68" name="Flowchart: Connector 167">
                            <a:extLst>
                              <a:ext uri="{FF2B5EF4-FFF2-40B4-BE49-F238E27FC236}">
                                <a16:creationId xmlns:a16="http://schemas.microsoft.com/office/drawing/2014/main" id="{57EA78E4-EE47-4EA9-8483-09A086EF79D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69" name="3D Model 168" descr="Sphere">
                                <a:extLst>
                                  <a:ext uri="{FF2B5EF4-FFF2-40B4-BE49-F238E27FC236}">
                                    <a16:creationId xmlns:a16="http://schemas.microsoft.com/office/drawing/2014/main" id="{341F994E-3B2C-4BFB-8F17-0D0CB0AD606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717591290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70" name="Flowchart: Connector 169">
                            <a:extLst>
                              <a:ext uri="{FF2B5EF4-FFF2-40B4-BE49-F238E27FC236}">
                                <a16:creationId xmlns:a16="http://schemas.microsoft.com/office/drawing/2014/main" id="{CC5394E8-4293-48E7-8E74-6EEEF98E099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71" name="3D Model 170" descr="Sphere">
                                <a:extLst>
                                  <a:ext uri="{FF2B5EF4-FFF2-40B4-BE49-F238E27FC236}">
                                    <a16:creationId xmlns:a16="http://schemas.microsoft.com/office/drawing/2014/main" id="{1C466FED-726A-4AF3-9749-5D250005D40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801921094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8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14" name="Group 113">
                          <a:extLst>
                            <a:ext uri="{FF2B5EF4-FFF2-40B4-BE49-F238E27FC236}">
                              <a16:creationId xmlns:a16="http://schemas.microsoft.com/office/drawing/2014/main" id="{0A09E684-3010-4A95-A39E-801E7674681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4615" y="2140429"/>
                          <a:ext cx="1064014" cy="637179"/>
                          <a:chOff x="3717893" y="1719497"/>
                          <a:chExt cx="1064014" cy="637179"/>
                        </a:xfrm>
                      </p:grpSpPr>
                      <p:sp>
                        <p:nvSpPr>
                          <p:cNvPr id="148" name="Flowchart: Connector 147">
                            <a:extLst>
                              <a:ext uri="{FF2B5EF4-FFF2-40B4-BE49-F238E27FC236}">
                                <a16:creationId xmlns:a16="http://schemas.microsoft.com/office/drawing/2014/main" id="{75B23115-F5E1-428F-932F-BFD652D7B01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49" name="Flowchart: Connector 148">
                            <a:extLst>
                              <a:ext uri="{FF2B5EF4-FFF2-40B4-BE49-F238E27FC236}">
                                <a16:creationId xmlns:a16="http://schemas.microsoft.com/office/drawing/2014/main" id="{1A0CF655-3BBE-4755-BDB5-BA312075CCB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50" name="Flowchart: Connector 149">
                            <a:extLst>
                              <a:ext uri="{FF2B5EF4-FFF2-40B4-BE49-F238E27FC236}">
                                <a16:creationId xmlns:a16="http://schemas.microsoft.com/office/drawing/2014/main" id="{FF188DAC-E4E2-4805-828E-5064428E95B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51" name="Flowchart: Connector 150">
                            <a:extLst>
                              <a:ext uri="{FF2B5EF4-FFF2-40B4-BE49-F238E27FC236}">
                                <a16:creationId xmlns:a16="http://schemas.microsoft.com/office/drawing/2014/main" id="{26EBC4A7-3CB6-483E-8D84-B428C387CF2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52" name="Flowchart: Connector 151">
                            <a:extLst>
                              <a:ext uri="{FF2B5EF4-FFF2-40B4-BE49-F238E27FC236}">
                                <a16:creationId xmlns:a16="http://schemas.microsoft.com/office/drawing/2014/main" id="{A7595BC2-06F9-497E-8D43-37A81B1B48A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53" name="Flowchart: Connector 152">
                            <a:extLst>
                              <a:ext uri="{FF2B5EF4-FFF2-40B4-BE49-F238E27FC236}">
                                <a16:creationId xmlns:a16="http://schemas.microsoft.com/office/drawing/2014/main" id="{64D5F924-784E-4DE2-82CB-1A0C2840E93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54" name="Flowchart: Connector 153">
                            <a:extLst>
                              <a:ext uri="{FF2B5EF4-FFF2-40B4-BE49-F238E27FC236}">
                                <a16:creationId xmlns:a16="http://schemas.microsoft.com/office/drawing/2014/main" id="{19EC105E-0E89-49D9-972B-E0149EEAB47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55" name="Flowchart: Connector 154">
                            <a:extLst>
                              <a:ext uri="{FF2B5EF4-FFF2-40B4-BE49-F238E27FC236}">
                                <a16:creationId xmlns:a16="http://schemas.microsoft.com/office/drawing/2014/main" id="{1CA9CFAA-EDD5-4A2F-8E65-1AF093AC3BB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56" name="Flowchart: Connector 155">
                            <a:extLst>
                              <a:ext uri="{FF2B5EF4-FFF2-40B4-BE49-F238E27FC236}">
                                <a16:creationId xmlns:a16="http://schemas.microsoft.com/office/drawing/2014/main" id="{494504AF-0F7F-4CD3-A476-57CEBDF2536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57" name="3D Model 156" descr="Sphere">
                                <a:extLst>
                                  <a:ext uri="{FF2B5EF4-FFF2-40B4-BE49-F238E27FC236}">
                                    <a16:creationId xmlns:a16="http://schemas.microsoft.com/office/drawing/2014/main" id="{03AF8723-2EDD-44CF-9667-D8156E9AFB0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14838505"/>
                                  </p:ext>
                                </p:extLst>
                              </p:nvPr>
                            </p:nvGraphicFramePr>
                            <p:xfrm>
                              <a:off x="3717893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47" name="3D Model 2346" descr="Sphere">
                                <a:extLst>
                                  <a:ext uri="{FF2B5EF4-FFF2-40B4-BE49-F238E27FC236}">
                                    <a16:creationId xmlns:a16="http://schemas.microsoft.com/office/drawing/2014/main" id="{710752FE-4405-4360-92F6-9B67BBC6E76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331348" y="238920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58" name="Flowchart: Connector 157">
                            <a:extLst>
                              <a:ext uri="{FF2B5EF4-FFF2-40B4-BE49-F238E27FC236}">
                                <a16:creationId xmlns:a16="http://schemas.microsoft.com/office/drawing/2014/main" id="{6223F679-41F7-4097-A119-63F8CC39031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59" name="3D Model 158" descr="Sphere">
                                <a:extLst>
                                  <a:ext uri="{FF2B5EF4-FFF2-40B4-BE49-F238E27FC236}">
                                    <a16:creationId xmlns:a16="http://schemas.microsoft.com/office/drawing/2014/main" id="{2ACDE04F-D000-4770-93B2-57BF8EE0A59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52757698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60" name="Flowchart: Connector 159">
                            <a:extLst>
                              <a:ext uri="{FF2B5EF4-FFF2-40B4-BE49-F238E27FC236}">
                                <a16:creationId xmlns:a16="http://schemas.microsoft.com/office/drawing/2014/main" id="{0C7413EA-CCE9-47A6-8E1C-405FA29B093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61" name="3D Model 160" descr="Sphere">
                                <a:extLst>
                                  <a:ext uri="{FF2B5EF4-FFF2-40B4-BE49-F238E27FC236}">
                                    <a16:creationId xmlns:a16="http://schemas.microsoft.com/office/drawing/2014/main" id="{A35450C1-35FF-4EA1-8F09-64C74239923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620081577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62" name="Flowchart: Connector 161">
                            <a:extLst>
                              <a:ext uri="{FF2B5EF4-FFF2-40B4-BE49-F238E27FC236}">
                                <a16:creationId xmlns:a16="http://schemas.microsoft.com/office/drawing/2014/main" id="{F1C57D98-7E19-4D5C-A30F-02ECB96EFA2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63" name="3D Model 162" descr="Sphere">
                                <a:extLst>
                                  <a:ext uri="{FF2B5EF4-FFF2-40B4-BE49-F238E27FC236}">
                                    <a16:creationId xmlns:a16="http://schemas.microsoft.com/office/drawing/2014/main" id="{42E6030B-AB51-4BEA-8EEE-93A12D39D5A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015932605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15" name="Group 114">
                          <a:extLst>
                            <a:ext uri="{FF2B5EF4-FFF2-40B4-BE49-F238E27FC236}">
                              <a16:creationId xmlns:a16="http://schemas.microsoft.com/office/drawing/2014/main" id="{7805B372-0139-4593-B22B-D4B6CF0FD51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936" y="1817250"/>
                          <a:ext cx="1064014" cy="643455"/>
                          <a:chOff x="3717893" y="1713221"/>
                          <a:chExt cx="1064014" cy="643455"/>
                        </a:xfrm>
                      </p:grpSpPr>
                      <p:sp>
                        <p:nvSpPr>
                          <p:cNvPr id="132" name="Flowchart: Connector 131">
                            <a:extLst>
                              <a:ext uri="{FF2B5EF4-FFF2-40B4-BE49-F238E27FC236}">
                                <a16:creationId xmlns:a16="http://schemas.microsoft.com/office/drawing/2014/main" id="{88630430-266D-4939-A4C9-61C853269BA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3" name="Flowchart: Connector 132">
                            <a:extLst>
                              <a:ext uri="{FF2B5EF4-FFF2-40B4-BE49-F238E27FC236}">
                                <a16:creationId xmlns:a16="http://schemas.microsoft.com/office/drawing/2014/main" id="{2E7051D4-9184-438B-BD75-B55312F7349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4" name="Flowchart: Connector 133">
                            <a:extLst>
                              <a:ext uri="{FF2B5EF4-FFF2-40B4-BE49-F238E27FC236}">
                                <a16:creationId xmlns:a16="http://schemas.microsoft.com/office/drawing/2014/main" id="{2B356C98-11F3-49A6-8E9D-2FB57B65FD6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5" name="Flowchart: Connector 134">
                            <a:extLst>
                              <a:ext uri="{FF2B5EF4-FFF2-40B4-BE49-F238E27FC236}">
                                <a16:creationId xmlns:a16="http://schemas.microsoft.com/office/drawing/2014/main" id="{A16233CF-21A0-4EEA-9B76-7063BCF553F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6" name="Flowchart: Connector 135">
                            <a:extLst>
                              <a:ext uri="{FF2B5EF4-FFF2-40B4-BE49-F238E27FC236}">
                                <a16:creationId xmlns:a16="http://schemas.microsoft.com/office/drawing/2014/main" id="{0304C568-63ED-467A-BA06-91806B41CFE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7" name="Flowchart: Connector 136">
                            <a:extLst>
                              <a:ext uri="{FF2B5EF4-FFF2-40B4-BE49-F238E27FC236}">
                                <a16:creationId xmlns:a16="http://schemas.microsoft.com/office/drawing/2014/main" id="{745CCFC5-5C9C-448B-AAB8-53E217FB793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8" name="Flowchart: Connector 137">
                            <a:extLst>
                              <a:ext uri="{FF2B5EF4-FFF2-40B4-BE49-F238E27FC236}">
                                <a16:creationId xmlns:a16="http://schemas.microsoft.com/office/drawing/2014/main" id="{69F10CBB-B706-4BBC-A8F8-74D75A1B30E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9" name="Flowchart: Connector 138">
                            <a:extLst>
                              <a:ext uri="{FF2B5EF4-FFF2-40B4-BE49-F238E27FC236}">
                                <a16:creationId xmlns:a16="http://schemas.microsoft.com/office/drawing/2014/main" id="{E640C4EE-AAE3-451B-A02B-562ECC19083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40" name="Flowchart: Connector 139">
                            <a:extLst>
                              <a:ext uri="{FF2B5EF4-FFF2-40B4-BE49-F238E27FC236}">
                                <a16:creationId xmlns:a16="http://schemas.microsoft.com/office/drawing/2014/main" id="{9562390D-19AC-4548-8264-C1B19738780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41" name="3D Model 140" descr="Sphere">
                                <a:extLst>
                                  <a:ext uri="{FF2B5EF4-FFF2-40B4-BE49-F238E27FC236}">
                                    <a16:creationId xmlns:a16="http://schemas.microsoft.com/office/drawing/2014/main" id="{9D354BDF-E3FD-48DC-A390-160D2813DE5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569065480"/>
                                  </p:ext>
                                </p:extLst>
                              </p:nvPr>
                            </p:nvGraphicFramePr>
                            <p:xfrm>
                              <a:off x="3717893" y="171322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31" name="3D Model 2330" descr="Sphere">
                                <a:extLst>
                                  <a:ext uri="{FF2B5EF4-FFF2-40B4-BE49-F238E27FC236}">
                                    <a16:creationId xmlns:a16="http://schemas.microsoft.com/office/drawing/2014/main" id="{64AAC4F8-9AE2-4F87-9607-1B52D85FFE9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329667" y="232833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42" name="Flowchart: Connector 141">
                            <a:extLst>
                              <a:ext uri="{FF2B5EF4-FFF2-40B4-BE49-F238E27FC236}">
                                <a16:creationId xmlns:a16="http://schemas.microsoft.com/office/drawing/2014/main" id="{2FA60752-241B-4840-9601-28362F651EC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43" name="3D Model 142" descr="Sphere">
                                <a:extLst>
                                  <a:ext uri="{FF2B5EF4-FFF2-40B4-BE49-F238E27FC236}">
                                    <a16:creationId xmlns:a16="http://schemas.microsoft.com/office/drawing/2014/main" id="{4B2B5788-16F2-442A-AFD5-7B60C13CF9C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145433075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33" name="3D Model 2332" descr="Sphere">
                                <a:extLst>
                                  <a:ext uri="{FF2B5EF4-FFF2-40B4-BE49-F238E27FC236}">
                                    <a16:creationId xmlns:a16="http://schemas.microsoft.com/office/drawing/2014/main" id="{97C86172-769E-42B1-B365-ECA5E9762E2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371368" y="234420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44" name="Flowchart: Connector 143">
                            <a:extLst>
                              <a:ext uri="{FF2B5EF4-FFF2-40B4-BE49-F238E27FC236}">
                                <a16:creationId xmlns:a16="http://schemas.microsoft.com/office/drawing/2014/main" id="{1B51ABAA-C5BE-4B91-8548-375D8EB82FE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45" name="3D Model 144" descr="Sphere">
                                <a:extLst>
                                  <a:ext uri="{FF2B5EF4-FFF2-40B4-BE49-F238E27FC236}">
                                    <a16:creationId xmlns:a16="http://schemas.microsoft.com/office/drawing/2014/main" id="{3DD40AF3-D32B-4C9B-886C-4CF198AEF47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699593834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46" name="Flowchart: Connector 145">
                            <a:extLst>
                              <a:ext uri="{FF2B5EF4-FFF2-40B4-BE49-F238E27FC236}">
                                <a16:creationId xmlns:a16="http://schemas.microsoft.com/office/drawing/2014/main" id="{41A6B913-A633-4F88-AC3C-DC8E2F05E62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47" name="3D Model 146" descr="Sphere">
                                <a:extLst>
                                  <a:ext uri="{FF2B5EF4-FFF2-40B4-BE49-F238E27FC236}">
                                    <a16:creationId xmlns:a16="http://schemas.microsoft.com/office/drawing/2014/main" id="{BB86A64B-4F93-4050-9B2B-4ADE29677DD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72707996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116" name="Flowchart: Connector 115">
                          <a:extLst>
                            <a:ext uri="{FF2B5EF4-FFF2-40B4-BE49-F238E27FC236}">
                              <a16:creationId xmlns:a16="http://schemas.microsoft.com/office/drawing/2014/main" id="{8AD8A81A-DC7B-4273-9DC8-C7CBE0A5B6F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7" name="Flowchart: Connector 116">
                          <a:extLst>
                            <a:ext uri="{FF2B5EF4-FFF2-40B4-BE49-F238E27FC236}">
                              <a16:creationId xmlns:a16="http://schemas.microsoft.com/office/drawing/2014/main" id="{C8D74E44-A26A-47D5-9794-08DEB443E80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8" name="Flowchart: Connector 117">
                          <a:extLst>
                            <a:ext uri="{FF2B5EF4-FFF2-40B4-BE49-F238E27FC236}">
                              <a16:creationId xmlns:a16="http://schemas.microsoft.com/office/drawing/2014/main" id="{99021B1C-40ED-468A-A5E8-5ED44A2A2BC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26347" y="177334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9" name="Flowchart: Connector 118">
                          <a:extLst>
                            <a:ext uri="{FF2B5EF4-FFF2-40B4-BE49-F238E27FC236}">
                              <a16:creationId xmlns:a16="http://schemas.microsoft.com/office/drawing/2014/main" id="{1F12BE5F-5CB0-46C7-B9B4-DFFD1AAA33B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0" name="Flowchart: Connector 119">
                          <a:extLst>
                            <a:ext uri="{FF2B5EF4-FFF2-40B4-BE49-F238E27FC236}">
                              <a16:creationId xmlns:a16="http://schemas.microsoft.com/office/drawing/2014/main" id="{9B895F95-D4A4-49EB-9640-F608AAA5DA5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1" name="Flowchart: Connector 120">
                          <a:extLst>
                            <a:ext uri="{FF2B5EF4-FFF2-40B4-BE49-F238E27FC236}">
                              <a16:creationId xmlns:a16="http://schemas.microsoft.com/office/drawing/2014/main" id="{44EF8684-7DD8-47A9-9DAE-C3AB9D6FEEF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2" name="Flowchart: Connector 121">
                          <a:extLst>
                            <a:ext uri="{FF2B5EF4-FFF2-40B4-BE49-F238E27FC236}">
                              <a16:creationId xmlns:a16="http://schemas.microsoft.com/office/drawing/2014/main" id="{BCB22995-3FC3-4CDA-A41E-2626E6CD08B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3" name="Flowchart: Connector 122">
                          <a:extLst>
                            <a:ext uri="{FF2B5EF4-FFF2-40B4-BE49-F238E27FC236}">
                              <a16:creationId xmlns:a16="http://schemas.microsoft.com/office/drawing/2014/main" id="{DD092DB2-98AE-4D75-8BB4-79A919D3C60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4" name="Flowchart: Connector 123">
                          <a:extLst>
                            <a:ext uri="{FF2B5EF4-FFF2-40B4-BE49-F238E27FC236}">
                              <a16:creationId xmlns:a16="http://schemas.microsoft.com/office/drawing/2014/main" id="{B90E8ADB-CBFE-48CA-B9A0-BA1D1EA2354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5" name="3D Model 124" descr="Sphere">
                              <a:extLst>
                                <a:ext uri="{FF2B5EF4-FFF2-40B4-BE49-F238E27FC236}">
                                  <a16:creationId xmlns:a16="http://schemas.microsoft.com/office/drawing/2014/main" id="{5CDA8C3E-5900-4C38-96A6-BBFC0C4D2BC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552578651"/>
                                </p:ext>
                              </p:extLst>
                            </p:nvPr>
                          </p:nvGraphicFramePr>
                          <p:xfrm>
                            <a:off x="2122087" y="1503359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433448" ay="1433014" az="-1105299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7"/>
                                </am3d:raster>
                                <am3d:objViewport viewportSz="5757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15" name="3D Model 2314" descr="Sphere">
                              <a:extLst>
                                <a:ext uri="{FF2B5EF4-FFF2-40B4-BE49-F238E27FC236}">
                                  <a16:creationId xmlns:a16="http://schemas.microsoft.com/office/drawing/2014/main" id="{F6A9D611-82D5-43A5-BC63-0BFDBA21B3E5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5330909" y="2269214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6" name="Flowchart: Connector 125">
                          <a:extLst>
                            <a:ext uri="{FF2B5EF4-FFF2-40B4-BE49-F238E27FC236}">
                              <a16:creationId xmlns:a16="http://schemas.microsoft.com/office/drawing/2014/main" id="{512A2978-6625-422D-A584-BCBF98B633A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7" name="3D Model 126" descr="Sphere">
                              <a:extLst>
                                <a:ext uri="{FF2B5EF4-FFF2-40B4-BE49-F238E27FC236}">
                                  <a16:creationId xmlns:a16="http://schemas.microsoft.com/office/drawing/2014/main" id="{708E91BB-4B65-4409-8C85-D9341ECA85D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895859993"/>
                                </p:ext>
                              </p:extLst>
                            </p:nvPr>
                          </p:nvGraphicFramePr>
                          <p:xfrm>
                            <a:off x="2368043" y="1593681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5"/>
                                </am3d:raster>
                                <am3d:objViewport viewportSz="5886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17" name="3D Model 2316" descr="Sphere">
                              <a:extLst>
                                <a:ext uri="{FF2B5EF4-FFF2-40B4-BE49-F238E27FC236}">
                                  <a16:creationId xmlns:a16="http://schemas.microsoft.com/office/drawing/2014/main" id="{ED2ABC71-2FD8-469E-B2CF-8088ED7F8EB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5373633" y="2286226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8" name="Flowchart: Connector 127">
                          <a:extLst>
                            <a:ext uri="{FF2B5EF4-FFF2-40B4-BE49-F238E27FC236}">
                              <a16:creationId xmlns:a16="http://schemas.microsoft.com/office/drawing/2014/main" id="{07EC30AD-C73E-49B0-A1B3-860E91FCFF9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9" name="3D Model 128" descr="Sphere">
                              <a:extLst>
                                <a:ext uri="{FF2B5EF4-FFF2-40B4-BE49-F238E27FC236}">
                                  <a16:creationId xmlns:a16="http://schemas.microsoft.com/office/drawing/2014/main" id="{FEB4ADD6-34F2-4ED4-922B-96E8644949D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276503205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3235" cy="6170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7"/>
                                </am3d:raster>
                                <am3d:objViewport viewportSz="6018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19" name="3D Model 2318" descr="Sphere">
                              <a:extLst>
                                <a:ext uri="{FF2B5EF4-FFF2-40B4-BE49-F238E27FC236}">
                                  <a16:creationId xmlns:a16="http://schemas.microsoft.com/office/drawing/2014/main" id="{E7344DF8-5F20-4399-B8F2-C28081BB989E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3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5415520" y="2295242"/>
                              <a:ext cx="53235" cy="61702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0" name="Flowchart: Connector 129">
                          <a:extLst>
                            <a:ext uri="{FF2B5EF4-FFF2-40B4-BE49-F238E27FC236}">
                              <a16:creationId xmlns:a16="http://schemas.microsoft.com/office/drawing/2014/main" id="{8C3F0E01-619E-42B7-B4C0-1EAD9BFB4E7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1" name="3D Model 130" descr="Sphere">
                              <a:extLst>
                                <a:ext uri="{FF2B5EF4-FFF2-40B4-BE49-F238E27FC236}">
                                  <a16:creationId xmlns:a16="http://schemas.microsoft.com/office/drawing/2014/main" id="{611E37CD-EDAF-418A-9550-E9BAF66C7AD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980835302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1045" cy="5891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9"/>
                                </am3d:raster>
                                <am3d:objViewport viewportSz="5955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21" name="3D Model 2320" descr="Sphere">
                              <a:extLst>
                                <a:ext uri="{FF2B5EF4-FFF2-40B4-BE49-F238E27FC236}">
                                  <a16:creationId xmlns:a16="http://schemas.microsoft.com/office/drawing/2014/main" id="{3DE9C785-AAEF-4BC6-9D2C-0ABB276B1CDD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5462146" y="2311636"/>
                              <a:ext cx="51045" cy="589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21" name="Group 20">
                      <a:extLst>
                        <a:ext uri="{FF2B5EF4-FFF2-40B4-BE49-F238E27FC236}">
                          <a16:creationId xmlns:a16="http://schemas.microsoft.com/office/drawing/2014/main" id="{64702F19-2759-4FAD-905A-5B2872F5AC1D}"/>
                        </a:ext>
                      </a:extLst>
                    </p:cNvPr>
                    <p:cNvGrpSpPr/>
                    <p:nvPr/>
                  </p:nvGrpSpPr>
                  <p:grpSpPr>
                    <a:xfrm rot="18542409">
                      <a:off x="2257159" y="236280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91" name="Freeform: Shape 90">
                        <a:extLst>
                          <a:ext uri="{FF2B5EF4-FFF2-40B4-BE49-F238E27FC236}">
                            <a16:creationId xmlns:a16="http://schemas.microsoft.com/office/drawing/2014/main" id="{4D3F22F9-C7D2-4C0D-AA4E-862864948B4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2" name="Rectangle: Rounded Corners 91">
                        <a:extLst>
                          <a:ext uri="{FF2B5EF4-FFF2-40B4-BE49-F238E27FC236}">
                            <a16:creationId xmlns:a16="http://schemas.microsoft.com/office/drawing/2014/main" id="{F0A8DA4A-058A-47FE-B143-6F6BD4D4ED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2" name="Group 21">
                      <a:extLst>
                        <a:ext uri="{FF2B5EF4-FFF2-40B4-BE49-F238E27FC236}">
                          <a16:creationId xmlns:a16="http://schemas.microsoft.com/office/drawing/2014/main" id="{EFC27E7B-B82B-4B50-A59B-C56134FE4382}"/>
                        </a:ext>
                      </a:extLst>
                    </p:cNvPr>
                    <p:cNvGrpSpPr/>
                    <p:nvPr/>
                  </p:nvGrpSpPr>
                  <p:grpSpPr>
                    <a:xfrm rot="17122200">
                      <a:off x="1187274" y="235013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89" name="Freeform: Shape 88">
                        <a:extLst>
                          <a:ext uri="{FF2B5EF4-FFF2-40B4-BE49-F238E27FC236}">
                            <a16:creationId xmlns:a16="http://schemas.microsoft.com/office/drawing/2014/main" id="{3C5B754A-597B-4C67-9C87-D9DBBF3FD88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0" name="Rectangle: Rounded Corners 89">
                        <a:extLst>
                          <a:ext uri="{FF2B5EF4-FFF2-40B4-BE49-F238E27FC236}">
                            <a16:creationId xmlns:a16="http://schemas.microsoft.com/office/drawing/2014/main" id="{3E6BB77A-950D-4B25-81C3-62784F24C8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3" name="Group 22">
                      <a:extLst>
                        <a:ext uri="{FF2B5EF4-FFF2-40B4-BE49-F238E27FC236}">
                          <a16:creationId xmlns:a16="http://schemas.microsoft.com/office/drawing/2014/main" id="{A1976B16-B295-4DA8-B85F-802653565778}"/>
                        </a:ext>
                      </a:extLst>
                    </p:cNvPr>
                    <p:cNvGrpSpPr/>
                    <p:nvPr/>
                  </p:nvGrpSpPr>
                  <p:grpSpPr>
                    <a:xfrm rot="658209">
                      <a:off x="2479276" y="3323586"/>
                      <a:ext cx="746642" cy="235253"/>
                      <a:chOff x="2620172" y="2546175"/>
                      <a:chExt cx="834986" cy="143092"/>
                    </a:xfrm>
                  </p:grpSpPr>
                  <p:sp>
                    <p:nvSpPr>
                      <p:cNvPr id="87" name="Freeform: Shape 86">
                        <a:extLst>
                          <a:ext uri="{FF2B5EF4-FFF2-40B4-BE49-F238E27FC236}">
                            <a16:creationId xmlns:a16="http://schemas.microsoft.com/office/drawing/2014/main" id="{BBDE2D18-DE6D-4F19-99E7-5A7918D7424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8" name="Rectangle: Rounded Corners 87">
                        <a:extLst>
                          <a:ext uri="{FF2B5EF4-FFF2-40B4-BE49-F238E27FC236}">
                            <a16:creationId xmlns:a16="http://schemas.microsoft.com/office/drawing/2014/main" id="{5A24A7DD-59D3-4D5F-AEFE-2387AD4D14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4" name="Group 23">
                      <a:extLst>
                        <a:ext uri="{FF2B5EF4-FFF2-40B4-BE49-F238E27FC236}">
                          <a16:creationId xmlns:a16="http://schemas.microsoft.com/office/drawing/2014/main" id="{323749EA-476B-4F6C-AF7D-37D09E3414ED}"/>
                        </a:ext>
                      </a:extLst>
                    </p:cNvPr>
                    <p:cNvGrpSpPr/>
                    <p:nvPr/>
                  </p:nvGrpSpPr>
                  <p:grpSpPr>
                    <a:xfrm rot="18837888">
                      <a:off x="1789768" y="223810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85" name="Freeform: Shape 84">
                        <a:extLst>
                          <a:ext uri="{FF2B5EF4-FFF2-40B4-BE49-F238E27FC236}">
                            <a16:creationId xmlns:a16="http://schemas.microsoft.com/office/drawing/2014/main" id="{0443688C-DBB3-4883-A8EE-227230DB7A1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6" name="Rectangle: Rounded Corners 85">
                        <a:extLst>
                          <a:ext uri="{FF2B5EF4-FFF2-40B4-BE49-F238E27FC236}">
                            <a16:creationId xmlns:a16="http://schemas.microsoft.com/office/drawing/2014/main" id="{40D1AD5F-B54D-4DF7-B2BE-BDBFAE398E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5" name="Group 24">
                      <a:extLst>
                        <a:ext uri="{FF2B5EF4-FFF2-40B4-BE49-F238E27FC236}">
                          <a16:creationId xmlns:a16="http://schemas.microsoft.com/office/drawing/2014/main" id="{17117D0A-A082-4E65-B085-C638FAF3364F}"/>
                        </a:ext>
                      </a:extLst>
                    </p:cNvPr>
                    <p:cNvGrpSpPr/>
                    <p:nvPr/>
                  </p:nvGrpSpPr>
                  <p:grpSpPr>
                    <a:xfrm rot="16200000">
                      <a:off x="563034" y="2429570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83" name="Freeform: Shape 82">
                        <a:extLst>
                          <a:ext uri="{FF2B5EF4-FFF2-40B4-BE49-F238E27FC236}">
                            <a16:creationId xmlns:a16="http://schemas.microsoft.com/office/drawing/2014/main" id="{66894144-1C75-4581-92D3-86928162871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4" name="Rectangle: Rounded Corners 83">
                        <a:extLst>
                          <a:ext uri="{FF2B5EF4-FFF2-40B4-BE49-F238E27FC236}">
                            <a16:creationId xmlns:a16="http://schemas.microsoft.com/office/drawing/2014/main" id="{904B26EC-7AAC-4E73-8127-E64164363AC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6" name="Group 25">
                      <a:extLst>
                        <a:ext uri="{FF2B5EF4-FFF2-40B4-BE49-F238E27FC236}">
                          <a16:creationId xmlns:a16="http://schemas.microsoft.com/office/drawing/2014/main" id="{282400E6-8BA0-43F4-B244-EB410F2E5650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350328" y="442527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81" name="Freeform: Shape 80">
                        <a:extLst>
                          <a:ext uri="{FF2B5EF4-FFF2-40B4-BE49-F238E27FC236}">
                            <a16:creationId xmlns:a16="http://schemas.microsoft.com/office/drawing/2014/main" id="{BBCD7103-CACD-4844-9327-384DC09A721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2" name="Rectangle: Rounded Corners 81">
                        <a:extLst>
                          <a:ext uri="{FF2B5EF4-FFF2-40B4-BE49-F238E27FC236}">
                            <a16:creationId xmlns:a16="http://schemas.microsoft.com/office/drawing/2014/main" id="{0F812D3C-2425-43A0-B4BE-C65F96B892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7" name="Group 26">
                      <a:extLst>
                        <a:ext uri="{FF2B5EF4-FFF2-40B4-BE49-F238E27FC236}">
                          <a16:creationId xmlns:a16="http://schemas.microsoft.com/office/drawing/2014/main" id="{B14ECF10-F9C4-4A16-A729-EFA827769158}"/>
                        </a:ext>
                      </a:extLst>
                    </p:cNvPr>
                    <p:cNvGrpSpPr/>
                    <p:nvPr/>
                  </p:nvGrpSpPr>
                  <p:grpSpPr>
                    <a:xfrm rot="5880914">
                      <a:off x="789613" y="438062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79" name="Freeform: Shape 78">
                        <a:extLst>
                          <a:ext uri="{FF2B5EF4-FFF2-40B4-BE49-F238E27FC236}">
                            <a16:creationId xmlns:a16="http://schemas.microsoft.com/office/drawing/2014/main" id="{3DC855A0-F160-41D2-A3DA-C9E940F8081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0" name="Rectangle: Rounded Corners 79">
                        <a:extLst>
                          <a:ext uri="{FF2B5EF4-FFF2-40B4-BE49-F238E27FC236}">
                            <a16:creationId xmlns:a16="http://schemas.microsoft.com/office/drawing/2014/main" id="{66E9C5CA-9EFC-4CF5-8401-83F87A7EAC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8" name="Group 27">
                      <a:extLst>
                        <a:ext uri="{FF2B5EF4-FFF2-40B4-BE49-F238E27FC236}">
                          <a16:creationId xmlns:a16="http://schemas.microsoft.com/office/drawing/2014/main" id="{9D35E807-0F8D-4A99-AD89-5B191C3D78D9}"/>
                        </a:ext>
                      </a:extLst>
                    </p:cNvPr>
                    <p:cNvGrpSpPr/>
                    <p:nvPr/>
                  </p:nvGrpSpPr>
                  <p:grpSpPr>
                    <a:xfrm rot="13587211">
                      <a:off x="651990" y="2929858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77" name="Freeform: Shape 76">
                        <a:extLst>
                          <a:ext uri="{FF2B5EF4-FFF2-40B4-BE49-F238E27FC236}">
                            <a16:creationId xmlns:a16="http://schemas.microsoft.com/office/drawing/2014/main" id="{99A193D8-2540-483A-A64B-931C5817400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8" name="Rectangle: Rounded Corners 77">
                        <a:extLst>
                          <a:ext uri="{FF2B5EF4-FFF2-40B4-BE49-F238E27FC236}">
                            <a16:creationId xmlns:a16="http://schemas.microsoft.com/office/drawing/2014/main" id="{A5C92B24-471F-4CD8-B21C-16D2286D69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9" name="Group 28">
                      <a:extLst>
                        <a:ext uri="{FF2B5EF4-FFF2-40B4-BE49-F238E27FC236}">
                          <a16:creationId xmlns:a16="http://schemas.microsoft.com/office/drawing/2014/main" id="{EE92F1DD-B19B-4236-B541-D2A2FFAE051B}"/>
                        </a:ext>
                      </a:extLst>
                    </p:cNvPr>
                    <p:cNvGrpSpPr/>
                    <p:nvPr/>
                  </p:nvGrpSpPr>
                  <p:grpSpPr>
                    <a:xfrm rot="11351284">
                      <a:off x="163719" y="3807693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75" name="Freeform: Shape 74">
                        <a:extLst>
                          <a:ext uri="{FF2B5EF4-FFF2-40B4-BE49-F238E27FC236}">
                            <a16:creationId xmlns:a16="http://schemas.microsoft.com/office/drawing/2014/main" id="{14EA77EB-5B94-42BC-BAF9-EAAF4AA5827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6" name="Rectangle: Rounded Corners 75">
                        <a:extLst>
                          <a:ext uri="{FF2B5EF4-FFF2-40B4-BE49-F238E27FC236}">
                            <a16:creationId xmlns:a16="http://schemas.microsoft.com/office/drawing/2014/main" id="{80CE8123-86A3-4CA3-B7C5-6122CDD799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0" name="Group 29">
                      <a:extLst>
                        <a:ext uri="{FF2B5EF4-FFF2-40B4-BE49-F238E27FC236}">
                          <a16:creationId xmlns:a16="http://schemas.microsoft.com/office/drawing/2014/main" id="{89A77157-9450-43D4-8519-3B8C0CCE2572}"/>
                        </a:ext>
                      </a:extLst>
                    </p:cNvPr>
                    <p:cNvGrpSpPr/>
                    <p:nvPr/>
                  </p:nvGrpSpPr>
                  <p:grpSpPr>
                    <a:xfrm rot="4193783">
                      <a:off x="2062756" y="4148262"/>
                      <a:ext cx="706454" cy="171076"/>
                      <a:chOff x="2620172" y="2546175"/>
                      <a:chExt cx="834986" cy="143092"/>
                    </a:xfrm>
                  </p:grpSpPr>
                  <p:sp>
                    <p:nvSpPr>
                      <p:cNvPr id="73" name="Freeform: Shape 72">
                        <a:extLst>
                          <a:ext uri="{FF2B5EF4-FFF2-40B4-BE49-F238E27FC236}">
                            <a16:creationId xmlns:a16="http://schemas.microsoft.com/office/drawing/2014/main" id="{076B4886-D314-4173-A73A-398262EE539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4" name="Rectangle: Rounded Corners 73">
                        <a:extLst>
                          <a:ext uri="{FF2B5EF4-FFF2-40B4-BE49-F238E27FC236}">
                            <a16:creationId xmlns:a16="http://schemas.microsoft.com/office/drawing/2014/main" id="{CCFF869D-52F8-473A-8823-A179388789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1" name="Group 30">
                      <a:extLst>
                        <a:ext uri="{FF2B5EF4-FFF2-40B4-BE49-F238E27FC236}">
                          <a16:creationId xmlns:a16="http://schemas.microsoft.com/office/drawing/2014/main" id="{86679B46-4C37-446C-84E8-5A90A25E8936}"/>
                        </a:ext>
                      </a:extLst>
                    </p:cNvPr>
                    <p:cNvGrpSpPr/>
                    <p:nvPr/>
                  </p:nvGrpSpPr>
                  <p:grpSpPr>
                    <a:xfrm rot="1837203">
                      <a:off x="2331692" y="387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71" name="Freeform: Shape 70">
                        <a:extLst>
                          <a:ext uri="{FF2B5EF4-FFF2-40B4-BE49-F238E27FC236}">
                            <a16:creationId xmlns:a16="http://schemas.microsoft.com/office/drawing/2014/main" id="{FF94AC5A-9BD7-4B2E-8AFC-7C28BFFC2E3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2" name="Rectangle: Rounded Corners 71">
                        <a:extLst>
                          <a:ext uri="{FF2B5EF4-FFF2-40B4-BE49-F238E27FC236}">
                            <a16:creationId xmlns:a16="http://schemas.microsoft.com/office/drawing/2014/main" id="{945DBFC1-8F1E-4502-BB1C-56B76802E1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2" name="Group 31">
                      <a:extLst>
                        <a:ext uri="{FF2B5EF4-FFF2-40B4-BE49-F238E27FC236}">
                          <a16:creationId xmlns:a16="http://schemas.microsoft.com/office/drawing/2014/main" id="{E19F6753-8378-47CE-B4F5-658111343922}"/>
                        </a:ext>
                      </a:extLst>
                    </p:cNvPr>
                    <p:cNvGrpSpPr/>
                    <p:nvPr/>
                  </p:nvGrpSpPr>
                  <p:grpSpPr>
                    <a:xfrm rot="932650">
                      <a:off x="2489621" y="310501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69" name="Freeform: Shape 68">
                        <a:extLst>
                          <a:ext uri="{FF2B5EF4-FFF2-40B4-BE49-F238E27FC236}">
                            <a16:creationId xmlns:a16="http://schemas.microsoft.com/office/drawing/2014/main" id="{DF573752-DC95-4692-9F41-45173A777A4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0" name="Rectangle: Rounded Corners 69">
                        <a:extLst>
                          <a:ext uri="{FF2B5EF4-FFF2-40B4-BE49-F238E27FC236}">
                            <a16:creationId xmlns:a16="http://schemas.microsoft.com/office/drawing/2014/main" id="{2C4AD7D6-A6CF-48B4-9440-84C53F00C9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3" name="Group 32">
                      <a:extLst>
                        <a:ext uri="{FF2B5EF4-FFF2-40B4-BE49-F238E27FC236}">
                          <a16:creationId xmlns:a16="http://schemas.microsoft.com/office/drawing/2014/main" id="{B2C67621-F8D1-4FA3-91A8-DB9E4D2F3C7B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686489" y="34904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67" name="Freeform: Shape 66">
                        <a:extLst>
                          <a:ext uri="{FF2B5EF4-FFF2-40B4-BE49-F238E27FC236}">
                            <a16:creationId xmlns:a16="http://schemas.microsoft.com/office/drawing/2014/main" id="{62BA50E5-E069-4FF8-9C6E-08784EEC016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8" name="Rectangle: Rounded Corners 67">
                        <a:extLst>
                          <a:ext uri="{FF2B5EF4-FFF2-40B4-BE49-F238E27FC236}">
                            <a16:creationId xmlns:a16="http://schemas.microsoft.com/office/drawing/2014/main" id="{1267C349-D6C8-41CF-AF84-B89244C82A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4" name="Group 33">
                      <a:extLst>
                        <a:ext uri="{FF2B5EF4-FFF2-40B4-BE49-F238E27FC236}">
                          <a16:creationId xmlns:a16="http://schemas.microsoft.com/office/drawing/2014/main" id="{6C2B78BA-CD59-429B-9536-38ACB87F8FA5}"/>
                        </a:ext>
                      </a:extLst>
                    </p:cNvPr>
                    <p:cNvGrpSpPr/>
                    <p:nvPr/>
                  </p:nvGrpSpPr>
                  <p:grpSpPr>
                    <a:xfrm rot="16924252">
                      <a:off x="1635001" y="2371073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65" name="Freeform: Shape 64">
                        <a:extLst>
                          <a:ext uri="{FF2B5EF4-FFF2-40B4-BE49-F238E27FC236}">
                            <a16:creationId xmlns:a16="http://schemas.microsoft.com/office/drawing/2014/main" id="{993AF124-A3CE-4A78-975E-2F305CAAADD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6" name="Rectangle: Rounded Corners 65">
                        <a:extLst>
                          <a:ext uri="{FF2B5EF4-FFF2-40B4-BE49-F238E27FC236}">
                            <a16:creationId xmlns:a16="http://schemas.microsoft.com/office/drawing/2014/main" id="{5107E814-BDF5-40B5-8E73-E5A05529D6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5" name="Group 34">
                      <a:extLst>
                        <a:ext uri="{FF2B5EF4-FFF2-40B4-BE49-F238E27FC236}">
                          <a16:creationId xmlns:a16="http://schemas.microsoft.com/office/drawing/2014/main" id="{EC12C59F-45CA-4BD1-A4CF-5F5800294EA7}"/>
                        </a:ext>
                      </a:extLst>
                    </p:cNvPr>
                    <p:cNvGrpSpPr/>
                    <p:nvPr/>
                  </p:nvGrpSpPr>
                  <p:grpSpPr>
                    <a:xfrm rot="15677156">
                      <a:off x="985517" y="2521255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63" name="Freeform: Shape 62">
                        <a:extLst>
                          <a:ext uri="{FF2B5EF4-FFF2-40B4-BE49-F238E27FC236}">
                            <a16:creationId xmlns:a16="http://schemas.microsoft.com/office/drawing/2014/main" id="{D4C11B5A-7546-44FB-B4AA-E0E702614AA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4" name="Rectangle: Rounded Corners 63">
                        <a:extLst>
                          <a:ext uri="{FF2B5EF4-FFF2-40B4-BE49-F238E27FC236}">
                            <a16:creationId xmlns:a16="http://schemas.microsoft.com/office/drawing/2014/main" id="{B7F44326-CBCB-4E69-8463-792DBFB4F5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6" name="Group 35">
                      <a:extLst>
                        <a:ext uri="{FF2B5EF4-FFF2-40B4-BE49-F238E27FC236}">
                          <a16:creationId xmlns:a16="http://schemas.microsoft.com/office/drawing/2014/main" id="{E2AE8983-EFD4-4504-A959-FB93AA6F881A}"/>
                        </a:ext>
                      </a:extLst>
                    </p:cNvPr>
                    <p:cNvGrpSpPr/>
                    <p:nvPr/>
                  </p:nvGrpSpPr>
                  <p:grpSpPr>
                    <a:xfrm rot="14354853" flipV="1">
                      <a:off x="976412" y="243847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61" name="Freeform: Shape 60">
                        <a:extLst>
                          <a:ext uri="{FF2B5EF4-FFF2-40B4-BE49-F238E27FC236}">
                            <a16:creationId xmlns:a16="http://schemas.microsoft.com/office/drawing/2014/main" id="{5A32C8A1-D4F9-4D84-9881-E00B3E3B023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2" name="Rectangle: Rounded Corners 61">
                        <a:extLst>
                          <a:ext uri="{FF2B5EF4-FFF2-40B4-BE49-F238E27FC236}">
                            <a16:creationId xmlns:a16="http://schemas.microsoft.com/office/drawing/2014/main" id="{3E83D769-5ED2-43A3-A322-0A57DA2135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7" name="Group 36">
                      <a:extLst>
                        <a:ext uri="{FF2B5EF4-FFF2-40B4-BE49-F238E27FC236}">
                          <a16:creationId xmlns:a16="http://schemas.microsoft.com/office/drawing/2014/main" id="{1947705E-DF3A-4C3F-8171-BAEFEB5A7B87}"/>
                        </a:ext>
                      </a:extLst>
                    </p:cNvPr>
                    <p:cNvGrpSpPr/>
                    <p:nvPr/>
                  </p:nvGrpSpPr>
                  <p:grpSpPr>
                    <a:xfrm rot="9793356" flipV="1">
                      <a:off x="215985" y="323790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59" name="Freeform: Shape 58">
                        <a:extLst>
                          <a:ext uri="{FF2B5EF4-FFF2-40B4-BE49-F238E27FC236}">
                            <a16:creationId xmlns:a16="http://schemas.microsoft.com/office/drawing/2014/main" id="{A6C9BF9B-05FF-4578-A365-C84B50C104E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0" name="Rectangle: Rounded Corners 59">
                        <a:extLst>
                          <a:ext uri="{FF2B5EF4-FFF2-40B4-BE49-F238E27FC236}">
                            <a16:creationId xmlns:a16="http://schemas.microsoft.com/office/drawing/2014/main" id="{46F32EB2-BE4D-45EE-AB42-C6A983F52C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8" name="Group 37">
                      <a:extLst>
                        <a:ext uri="{FF2B5EF4-FFF2-40B4-BE49-F238E27FC236}">
                          <a16:creationId xmlns:a16="http://schemas.microsoft.com/office/drawing/2014/main" id="{29A4B14F-9EBD-4BAC-B3E8-AE5C9533B661}"/>
                        </a:ext>
                      </a:extLst>
                    </p:cNvPr>
                    <p:cNvGrpSpPr/>
                    <p:nvPr/>
                  </p:nvGrpSpPr>
                  <p:grpSpPr>
                    <a:xfrm rot="6907686" flipV="1">
                      <a:off x="692019" y="393196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57" name="Freeform: Shape 56">
                        <a:extLst>
                          <a:ext uri="{FF2B5EF4-FFF2-40B4-BE49-F238E27FC236}">
                            <a16:creationId xmlns:a16="http://schemas.microsoft.com/office/drawing/2014/main" id="{5DFBD5A7-13D3-402C-AA55-C1932FB6843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8" name="Rectangle: Rounded Corners 57">
                        <a:extLst>
                          <a:ext uri="{FF2B5EF4-FFF2-40B4-BE49-F238E27FC236}">
                            <a16:creationId xmlns:a16="http://schemas.microsoft.com/office/drawing/2014/main" id="{F724F000-AA6D-4B02-8F1E-01BC4C07DD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9" name="Group 38">
                      <a:extLst>
                        <a:ext uri="{FF2B5EF4-FFF2-40B4-BE49-F238E27FC236}">
                          <a16:creationId xmlns:a16="http://schemas.microsoft.com/office/drawing/2014/main" id="{1B145863-D1ED-4140-B0AB-945FAD27E492}"/>
                        </a:ext>
                      </a:extLst>
                    </p:cNvPr>
                    <p:cNvGrpSpPr/>
                    <p:nvPr/>
                  </p:nvGrpSpPr>
                  <p:grpSpPr>
                    <a:xfrm rot="1465711" flipV="1">
                      <a:off x="2002734" y="340448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55" name="Freeform: Shape 54">
                        <a:extLst>
                          <a:ext uri="{FF2B5EF4-FFF2-40B4-BE49-F238E27FC236}">
                            <a16:creationId xmlns:a16="http://schemas.microsoft.com/office/drawing/2014/main" id="{D1C88514-CDC1-4562-B9A8-1EFDAB34892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6" name="Rectangle: Rounded Corners 55">
                        <a:extLst>
                          <a:ext uri="{FF2B5EF4-FFF2-40B4-BE49-F238E27FC236}">
                            <a16:creationId xmlns:a16="http://schemas.microsoft.com/office/drawing/2014/main" id="{B3519A5B-40AC-4850-828F-00E22B4CC7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0" name="Group 39">
                      <a:extLst>
                        <a:ext uri="{FF2B5EF4-FFF2-40B4-BE49-F238E27FC236}">
                          <a16:creationId xmlns:a16="http://schemas.microsoft.com/office/drawing/2014/main" id="{AC509983-D816-4DFB-A8ED-96721B73BBB7}"/>
                        </a:ext>
                      </a:extLst>
                    </p:cNvPr>
                    <p:cNvGrpSpPr/>
                    <p:nvPr/>
                  </p:nvGrpSpPr>
                  <p:grpSpPr>
                    <a:xfrm rot="19016516">
                      <a:off x="1733273" y="283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53" name="Freeform: Shape 52">
                        <a:extLst>
                          <a:ext uri="{FF2B5EF4-FFF2-40B4-BE49-F238E27FC236}">
                            <a16:creationId xmlns:a16="http://schemas.microsoft.com/office/drawing/2014/main" id="{E5E386CD-1BB1-4749-A722-72FB82A07D5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4" name="Rectangle: Rounded Corners 53">
                        <a:extLst>
                          <a:ext uri="{FF2B5EF4-FFF2-40B4-BE49-F238E27FC236}">
                            <a16:creationId xmlns:a16="http://schemas.microsoft.com/office/drawing/2014/main" id="{32C82C89-36C7-450D-9968-E31403DE0E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1" name="Group 40">
                      <a:extLst>
                        <a:ext uri="{FF2B5EF4-FFF2-40B4-BE49-F238E27FC236}">
                          <a16:creationId xmlns:a16="http://schemas.microsoft.com/office/drawing/2014/main" id="{6554F733-92C8-4E29-B9F4-DC15968C1E57}"/>
                        </a:ext>
                      </a:extLst>
                    </p:cNvPr>
                    <p:cNvGrpSpPr/>
                    <p:nvPr/>
                  </p:nvGrpSpPr>
                  <p:grpSpPr>
                    <a:xfrm rot="19245075">
                      <a:off x="1632068" y="282541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51" name="Freeform: Shape 50">
                        <a:extLst>
                          <a:ext uri="{FF2B5EF4-FFF2-40B4-BE49-F238E27FC236}">
                            <a16:creationId xmlns:a16="http://schemas.microsoft.com/office/drawing/2014/main" id="{1AD94A3E-0FB2-4728-A7B5-F461FBF6C8D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2" name="Rectangle: Rounded Corners 51">
                        <a:extLst>
                          <a:ext uri="{FF2B5EF4-FFF2-40B4-BE49-F238E27FC236}">
                            <a16:creationId xmlns:a16="http://schemas.microsoft.com/office/drawing/2014/main" id="{A81DC8D9-4BFA-4CDE-8702-BA66888116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2" name="Group 41">
                      <a:extLst>
                        <a:ext uri="{FF2B5EF4-FFF2-40B4-BE49-F238E27FC236}">
                          <a16:creationId xmlns:a16="http://schemas.microsoft.com/office/drawing/2014/main" id="{D2681C10-37EB-498A-9E9F-1CF840F83ACC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838889" y="36428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49" name="Freeform: Shape 48">
                        <a:extLst>
                          <a:ext uri="{FF2B5EF4-FFF2-40B4-BE49-F238E27FC236}">
                            <a16:creationId xmlns:a16="http://schemas.microsoft.com/office/drawing/2014/main" id="{16326C78-F578-4393-84CD-7BF7318370A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0" name="Rectangle: Rounded Corners 49">
                        <a:extLst>
                          <a:ext uri="{FF2B5EF4-FFF2-40B4-BE49-F238E27FC236}">
                            <a16:creationId xmlns:a16="http://schemas.microsoft.com/office/drawing/2014/main" id="{0BE8AEC3-4320-4A06-9C7C-E35FB5D7FD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3" name="Group 42">
                      <a:extLst>
                        <a:ext uri="{FF2B5EF4-FFF2-40B4-BE49-F238E27FC236}">
                          <a16:creationId xmlns:a16="http://schemas.microsoft.com/office/drawing/2014/main" id="{15130C62-B88C-4A24-9ED0-D74D707BAFFF}"/>
                        </a:ext>
                      </a:extLst>
                    </p:cNvPr>
                    <p:cNvGrpSpPr/>
                    <p:nvPr/>
                  </p:nvGrpSpPr>
                  <p:grpSpPr>
                    <a:xfrm rot="15824399">
                      <a:off x="1224680" y="281893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47" name="Freeform: Shape 46">
                        <a:extLst>
                          <a:ext uri="{FF2B5EF4-FFF2-40B4-BE49-F238E27FC236}">
                            <a16:creationId xmlns:a16="http://schemas.microsoft.com/office/drawing/2014/main" id="{D5585FDF-A02D-4113-AC02-7A51BF4E9B7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8" name="Rectangle: Rounded Corners 47">
                        <a:extLst>
                          <a:ext uri="{FF2B5EF4-FFF2-40B4-BE49-F238E27FC236}">
                            <a16:creationId xmlns:a16="http://schemas.microsoft.com/office/drawing/2014/main" id="{FC8F999B-FFC6-4F0D-B750-C9151FBA8F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4" name="Group 43">
                      <a:extLst>
                        <a:ext uri="{FF2B5EF4-FFF2-40B4-BE49-F238E27FC236}">
                          <a16:creationId xmlns:a16="http://schemas.microsoft.com/office/drawing/2014/main" id="{16929671-A548-4714-975E-FA15B61B7F3C}"/>
                        </a:ext>
                      </a:extLst>
                    </p:cNvPr>
                    <p:cNvGrpSpPr/>
                    <p:nvPr/>
                  </p:nvGrpSpPr>
                  <p:grpSpPr>
                    <a:xfrm rot="16697394">
                      <a:off x="1080028" y="2168448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45" name="Freeform: Shape 44">
                        <a:extLst>
                          <a:ext uri="{FF2B5EF4-FFF2-40B4-BE49-F238E27FC236}">
                            <a16:creationId xmlns:a16="http://schemas.microsoft.com/office/drawing/2014/main" id="{3A10B770-4812-4E68-8689-7D4A51CE149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6" name="Rectangle: Rounded Corners 45">
                        <a:extLst>
                          <a:ext uri="{FF2B5EF4-FFF2-40B4-BE49-F238E27FC236}">
                            <a16:creationId xmlns:a16="http://schemas.microsoft.com/office/drawing/2014/main" id="{D38E09F9-9F3C-4A79-8996-D1E0E0B943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</p:grpSp>
              <p:sp>
                <p:nvSpPr>
                  <p:cNvPr id="15" name="Freeform: Shape 14">
                    <a:extLst>
                      <a:ext uri="{FF2B5EF4-FFF2-40B4-BE49-F238E27FC236}">
                        <a16:creationId xmlns:a16="http://schemas.microsoft.com/office/drawing/2014/main" id="{5C8A1884-7346-4BAC-BAFE-9DDD5528D65E}"/>
                      </a:ext>
                    </a:extLst>
                  </p:cNvPr>
                  <p:cNvSpPr/>
                  <p:nvPr/>
                </p:nvSpPr>
                <p:spPr>
                  <a:xfrm rot="6017948" flipV="1">
                    <a:off x="1305755" y="4290452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6" name="Freeform: Shape 15">
                    <a:extLst>
                      <a:ext uri="{FF2B5EF4-FFF2-40B4-BE49-F238E27FC236}">
                        <a16:creationId xmlns:a16="http://schemas.microsoft.com/office/drawing/2014/main" id="{2CDD308E-8AD8-4F6B-888A-DE0689CAAED1}"/>
                      </a:ext>
                    </a:extLst>
                  </p:cNvPr>
                  <p:cNvSpPr/>
                  <p:nvPr/>
                </p:nvSpPr>
                <p:spPr>
                  <a:xfrm rot="21277659">
                    <a:off x="2517403" y="2906549"/>
                    <a:ext cx="690584" cy="235253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7" name="Freeform: Shape 16">
                    <a:extLst>
                      <a:ext uri="{FF2B5EF4-FFF2-40B4-BE49-F238E27FC236}">
                        <a16:creationId xmlns:a16="http://schemas.microsoft.com/office/drawing/2014/main" id="{080F7583-048D-480B-BC84-769C2E196346}"/>
                      </a:ext>
                    </a:extLst>
                  </p:cNvPr>
                  <p:cNvSpPr/>
                  <p:nvPr/>
                </p:nvSpPr>
                <p:spPr>
                  <a:xfrm rot="11528244" flipV="1">
                    <a:off x="344853" y="2978311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</p:grpSp>
          </p:grpSp>
          <p:grpSp>
            <p:nvGrpSpPr>
              <p:cNvPr id="2204" name="Group 2203">
                <a:extLst>
                  <a:ext uri="{FF2B5EF4-FFF2-40B4-BE49-F238E27FC236}">
                    <a16:creationId xmlns:a16="http://schemas.microsoft.com/office/drawing/2014/main" id="{555C6B1E-FD9E-4B4D-BD6D-99316389DD95}"/>
                  </a:ext>
                </a:extLst>
              </p:cNvPr>
              <p:cNvGrpSpPr/>
              <p:nvPr/>
            </p:nvGrpSpPr>
            <p:grpSpPr>
              <a:xfrm>
                <a:off x="3769303" y="2556216"/>
                <a:ext cx="2638807" cy="590996"/>
                <a:chOff x="3101789" y="2086506"/>
                <a:chExt cx="2638807" cy="590996"/>
              </a:xfrm>
            </p:grpSpPr>
            <p:grpSp>
              <p:nvGrpSpPr>
                <p:cNvPr id="2205" name="Group 2204">
                  <a:extLst>
                    <a:ext uri="{FF2B5EF4-FFF2-40B4-BE49-F238E27FC236}">
                      <a16:creationId xmlns:a16="http://schemas.microsoft.com/office/drawing/2014/main" id="{4B8FBA76-195D-4A36-A714-FEB0CFD8BA10}"/>
                    </a:ext>
                  </a:extLst>
                </p:cNvPr>
                <p:cNvGrpSpPr/>
                <p:nvPr/>
              </p:nvGrpSpPr>
              <p:grpSpPr>
                <a:xfrm>
                  <a:off x="3101789" y="2086506"/>
                  <a:ext cx="531923" cy="573923"/>
                  <a:chOff x="163719" y="1822501"/>
                  <a:chExt cx="3062199" cy="3047160"/>
                </a:xfrm>
              </p:grpSpPr>
              <p:grpSp>
                <p:nvGrpSpPr>
                  <p:cNvPr id="4036" name="Group 4035">
                    <a:extLst>
                      <a:ext uri="{FF2B5EF4-FFF2-40B4-BE49-F238E27FC236}">
                        <a16:creationId xmlns:a16="http://schemas.microsoft.com/office/drawing/2014/main" id="{D59A6943-EC8E-4826-8DDE-6E4780BA36BB}"/>
                      </a:ext>
                    </a:extLst>
                  </p:cNvPr>
                  <p:cNvGrpSpPr/>
                  <p:nvPr/>
                </p:nvGrpSpPr>
                <p:grpSpPr>
                  <a:xfrm>
                    <a:off x="163719" y="1822501"/>
                    <a:ext cx="3062199" cy="3047160"/>
                    <a:chOff x="163719" y="1822501"/>
                    <a:chExt cx="3062199" cy="3047160"/>
                  </a:xfrm>
                </p:grpSpPr>
                <p:grpSp>
                  <p:nvGrpSpPr>
                    <p:cNvPr id="4040" name="Group 4039">
                      <a:extLst>
                        <a:ext uri="{FF2B5EF4-FFF2-40B4-BE49-F238E27FC236}">
                          <a16:creationId xmlns:a16="http://schemas.microsoft.com/office/drawing/2014/main" id="{484899FE-F4B9-48D1-8F53-808733E5C7B3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683131" y="384412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4399" name="Freeform: Shape 4398">
                        <a:extLst>
                          <a:ext uri="{FF2B5EF4-FFF2-40B4-BE49-F238E27FC236}">
                            <a16:creationId xmlns:a16="http://schemas.microsoft.com/office/drawing/2014/main" id="{E88722C5-E2B3-4D1C-8FE6-E62F966EB67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400" name="Rectangle: Rounded Corners 4399">
                        <a:extLst>
                          <a:ext uri="{FF2B5EF4-FFF2-40B4-BE49-F238E27FC236}">
                            <a16:creationId xmlns:a16="http://schemas.microsoft.com/office/drawing/2014/main" id="{8E34FC24-25B0-4CE4-9100-5DD34CAD0D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041" name="Group 4040">
                      <a:extLst>
                        <a:ext uri="{FF2B5EF4-FFF2-40B4-BE49-F238E27FC236}">
                          <a16:creationId xmlns:a16="http://schemas.microsoft.com/office/drawing/2014/main" id="{484D2BC8-5EA1-4680-BC86-6FB80E6F3831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123013" y="4110752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4397" name="Freeform: Shape 4396">
                        <a:extLst>
                          <a:ext uri="{FF2B5EF4-FFF2-40B4-BE49-F238E27FC236}">
                            <a16:creationId xmlns:a16="http://schemas.microsoft.com/office/drawing/2014/main" id="{2BAC31AC-0B70-4EE6-9C0E-F5510C81D16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398" name="Rectangle: Rounded Corners 4397">
                        <a:extLst>
                          <a:ext uri="{FF2B5EF4-FFF2-40B4-BE49-F238E27FC236}">
                            <a16:creationId xmlns:a16="http://schemas.microsoft.com/office/drawing/2014/main" id="{1FDF7BA2-3510-485C-84D6-EEC3A00C78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042" name="Group 4041">
                      <a:extLst>
                        <a:ext uri="{FF2B5EF4-FFF2-40B4-BE49-F238E27FC236}">
                          <a16:creationId xmlns:a16="http://schemas.microsoft.com/office/drawing/2014/main" id="{A29EE493-C59D-499A-A4C5-5D83413C6E8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0260" y="2440902"/>
                      <a:ext cx="1730523" cy="1839492"/>
                      <a:chOff x="420511" y="1784768"/>
                      <a:chExt cx="1730523" cy="1839492"/>
                    </a:xfrm>
                  </p:grpSpPr>
                  <p:grpSp>
                    <p:nvGrpSpPr>
                      <p:cNvPr id="4115" name="Group 4114">
                        <a:extLst>
                          <a:ext uri="{FF2B5EF4-FFF2-40B4-BE49-F238E27FC236}">
                            <a16:creationId xmlns:a16="http://schemas.microsoft.com/office/drawing/2014/main" id="{8908BDF3-1405-412D-87F3-30438C9D5F9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69572" y="1784768"/>
                        <a:ext cx="1081462" cy="1476716"/>
                        <a:chOff x="2089993" y="1523034"/>
                        <a:chExt cx="1081462" cy="1476716"/>
                      </a:xfrm>
                    </p:grpSpPr>
                    <p:grpSp>
                      <p:nvGrpSpPr>
                        <p:cNvPr id="4336" name="Group 4335">
                          <a:extLst>
                            <a:ext uri="{FF2B5EF4-FFF2-40B4-BE49-F238E27FC236}">
                              <a16:creationId xmlns:a16="http://schemas.microsoft.com/office/drawing/2014/main" id="{5524B940-404A-4F61-8CD0-74BB780B047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70705"/>
                          <a:ext cx="101484" cy="1016226"/>
                          <a:chOff x="1800622" y="2364951"/>
                          <a:chExt cx="101484" cy="1016226"/>
                        </a:xfrm>
                      </p:grpSpPr>
                      <p:sp>
                        <p:nvSpPr>
                          <p:cNvPr id="4393" name="Flowchart: Connector 4392">
                            <a:extLst>
                              <a:ext uri="{FF2B5EF4-FFF2-40B4-BE49-F238E27FC236}">
                                <a16:creationId xmlns:a16="http://schemas.microsoft.com/office/drawing/2014/main" id="{ED1A0392-AD27-4ADF-B4E2-A38BCB41170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394" name="Flowchart: Connector 4393">
                            <a:extLst>
                              <a:ext uri="{FF2B5EF4-FFF2-40B4-BE49-F238E27FC236}">
                                <a16:creationId xmlns:a16="http://schemas.microsoft.com/office/drawing/2014/main" id="{F4AAE499-1998-4930-BA18-9C8E5B6CB5C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395" name="Flowchart: Connector 4394">
                            <a:extLst>
                              <a:ext uri="{FF2B5EF4-FFF2-40B4-BE49-F238E27FC236}">
                                <a16:creationId xmlns:a16="http://schemas.microsoft.com/office/drawing/2014/main" id="{1CAF8530-B4C2-4325-90A3-3806A1FF845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396" name="Flowchart: Connector 4395">
                            <a:extLst>
                              <a:ext uri="{FF2B5EF4-FFF2-40B4-BE49-F238E27FC236}">
                                <a16:creationId xmlns:a16="http://schemas.microsoft.com/office/drawing/2014/main" id="{9257AD76-D9B5-4923-9D7C-BC09A900832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649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4337" name="Group 4336">
                          <a:extLst>
                            <a:ext uri="{FF2B5EF4-FFF2-40B4-BE49-F238E27FC236}">
                              <a16:creationId xmlns:a16="http://schemas.microsoft.com/office/drawing/2014/main" id="{00761CAE-3499-456B-8B57-A34672BF1CD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23034"/>
                          <a:ext cx="1057223" cy="1476716"/>
                          <a:chOff x="2114232" y="1523034"/>
                          <a:chExt cx="1057223" cy="1476716"/>
                        </a:xfrm>
                      </p:grpSpPr>
                      <p:grpSp>
                        <p:nvGrpSpPr>
                          <p:cNvPr id="4338" name="Group 4337">
                            <a:extLst>
                              <a:ext uri="{FF2B5EF4-FFF2-40B4-BE49-F238E27FC236}">
                                <a16:creationId xmlns:a16="http://schemas.microsoft.com/office/drawing/2014/main" id="{A62C4366-F171-4523-BEB0-6B1585C2145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47544" cy="539639"/>
                            <a:chOff x="3717189" y="1719497"/>
                            <a:chExt cx="1047544" cy="539639"/>
                          </a:xfrm>
                        </p:grpSpPr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386" name="3D Model 4385" descr="Sphere">
                                  <a:extLst>
                                    <a:ext uri="{FF2B5EF4-FFF2-40B4-BE49-F238E27FC236}">
                                      <a16:creationId xmlns:a16="http://schemas.microsoft.com/office/drawing/2014/main" id="{43E9AE16-88AF-429E-82C2-1766D99D20F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735418467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387" name="Flowchart: Connector 4386">
                              <a:extLst>
                                <a:ext uri="{FF2B5EF4-FFF2-40B4-BE49-F238E27FC236}">
                                  <a16:creationId xmlns:a16="http://schemas.microsoft.com/office/drawing/2014/main" id="{94E5FD6A-34D3-4668-9225-8BFFFA0DE6E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388" name="3D Model 4387" descr="Sphere">
                                  <a:extLst>
                                    <a:ext uri="{FF2B5EF4-FFF2-40B4-BE49-F238E27FC236}">
                                      <a16:creationId xmlns:a16="http://schemas.microsoft.com/office/drawing/2014/main" id="{5314C305-C605-4D44-B56A-9F71FA85139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626419351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389" name="Flowchart: Connector 4388">
                              <a:extLst>
                                <a:ext uri="{FF2B5EF4-FFF2-40B4-BE49-F238E27FC236}">
                                  <a16:creationId xmlns:a16="http://schemas.microsoft.com/office/drawing/2014/main" id="{A6BB58A3-012D-4A70-9A9C-C9CEA0245E4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390" name="3D Model 4389" descr="Sphere">
                                  <a:extLst>
                                    <a:ext uri="{FF2B5EF4-FFF2-40B4-BE49-F238E27FC236}">
                                      <a16:creationId xmlns:a16="http://schemas.microsoft.com/office/drawing/2014/main" id="{AD1F9EF6-3BD2-49EF-B222-3A3FC862F71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178349538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391" name="Flowchart: Connector 4390">
                              <a:extLst>
                                <a:ext uri="{FF2B5EF4-FFF2-40B4-BE49-F238E27FC236}">
                                  <a16:creationId xmlns:a16="http://schemas.microsoft.com/office/drawing/2014/main" id="{6476DEC7-0A8E-4AF7-959C-31A76CD7A57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392" name="3D Model 4391" descr="Sphere">
                                  <a:extLst>
                                    <a:ext uri="{FF2B5EF4-FFF2-40B4-BE49-F238E27FC236}">
                                      <a16:creationId xmlns:a16="http://schemas.microsoft.com/office/drawing/2014/main" id="{B2CB36B8-19A6-4A0E-B601-0511A4B54E3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318212808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4339" name="Group 4338">
                            <a:extLst>
                              <a:ext uri="{FF2B5EF4-FFF2-40B4-BE49-F238E27FC236}">
                                <a16:creationId xmlns:a16="http://schemas.microsoft.com/office/drawing/2014/main" id="{E955B701-9F02-40A9-8B3C-4714DF832B4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4371" name="Flowchart: Connector 4370">
                              <a:extLst>
                                <a:ext uri="{FF2B5EF4-FFF2-40B4-BE49-F238E27FC236}">
                                  <a16:creationId xmlns:a16="http://schemas.microsoft.com/office/drawing/2014/main" id="{26DEB38A-F23A-44F7-B015-9A947CECEB8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372" name="Flowchart: Connector 4371">
                              <a:extLst>
                                <a:ext uri="{FF2B5EF4-FFF2-40B4-BE49-F238E27FC236}">
                                  <a16:creationId xmlns:a16="http://schemas.microsoft.com/office/drawing/2014/main" id="{1BD32108-424E-41C9-A75D-B028C45842D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373" name="Flowchart: Connector 4372">
                              <a:extLst>
                                <a:ext uri="{FF2B5EF4-FFF2-40B4-BE49-F238E27FC236}">
                                  <a16:creationId xmlns:a16="http://schemas.microsoft.com/office/drawing/2014/main" id="{6E502999-9155-45AE-A5C1-50876090A2B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374" name="Flowchart: Connector 4373">
                              <a:extLst>
                                <a:ext uri="{FF2B5EF4-FFF2-40B4-BE49-F238E27FC236}">
                                  <a16:creationId xmlns:a16="http://schemas.microsoft.com/office/drawing/2014/main" id="{04FCE385-42BF-4641-A4D7-9E2CB0E741A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375" name="Flowchart: Connector 4374">
                              <a:extLst>
                                <a:ext uri="{FF2B5EF4-FFF2-40B4-BE49-F238E27FC236}">
                                  <a16:creationId xmlns:a16="http://schemas.microsoft.com/office/drawing/2014/main" id="{0FE62734-57A2-4FB8-BF85-BCB2D642897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376" name="Flowchart: Connector 4375">
                              <a:extLst>
                                <a:ext uri="{FF2B5EF4-FFF2-40B4-BE49-F238E27FC236}">
                                  <a16:creationId xmlns:a16="http://schemas.microsoft.com/office/drawing/2014/main" id="{F6A45C92-0ECD-42FB-96DB-DE3B3E3B1F0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377" name="Flowchart: Connector 4376">
                              <a:extLst>
                                <a:ext uri="{FF2B5EF4-FFF2-40B4-BE49-F238E27FC236}">
                                  <a16:creationId xmlns:a16="http://schemas.microsoft.com/office/drawing/2014/main" id="{8829F341-9696-4896-B68B-5AFF93751225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378" name="Flowchart: Connector 4377">
                              <a:extLst>
                                <a:ext uri="{FF2B5EF4-FFF2-40B4-BE49-F238E27FC236}">
                                  <a16:creationId xmlns:a16="http://schemas.microsoft.com/office/drawing/2014/main" id="{B9A3E3A1-35E6-4A94-A690-2634249CD6E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379" name="3D Model 4378" descr="Sphere">
                                  <a:extLst>
                                    <a:ext uri="{FF2B5EF4-FFF2-40B4-BE49-F238E27FC236}">
                                      <a16:creationId xmlns:a16="http://schemas.microsoft.com/office/drawing/2014/main" id="{178EC824-1939-40CA-888B-3D95CCF5E16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18390687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380" name="Flowchart: Connector 4379">
                              <a:extLst>
                                <a:ext uri="{FF2B5EF4-FFF2-40B4-BE49-F238E27FC236}">
                                  <a16:creationId xmlns:a16="http://schemas.microsoft.com/office/drawing/2014/main" id="{84B6308E-3291-4491-9C7D-3C93AC95936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381" name="3D Model 4380" descr="Sphere">
                                  <a:extLst>
                                    <a:ext uri="{FF2B5EF4-FFF2-40B4-BE49-F238E27FC236}">
                                      <a16:creationId xmlns:a16="http://schemas.microsoft.com/office/drawing/2014/main" id="{EA5DA5C4-8EDD-4CAE-937F-A4568A4F2A4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29128268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382" name="Flowchart: Connector 4381">
                              <a:extLst>
                                <a:ext uri="{FF2B5EF4-FFF2-40B4-BE49-F238E27FC236}">
                                  <a16:creationId xmlns:a16="http://schemas.microsoft.com/office/drawing/2014/main" id="{A382AE39-BA14-455C-9121-AEF3E5C6EA8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383" name="3D Model 4382" descr="Sphere">
                                  <a:extLst>
                                    <a:ext uri="{FF2B5EF4-FFF2-40B4-BE49-F238E27FC236}">
                                      <a16:creationId xmlns:a16="http://schemas.microsoft.com/office/drawing/2014/main" id="{AA37EFA6-E679-425E-94D8-46D4F2D7C9E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64674803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384" name="Flowchart: Connector 4383">
                              <a:extLst>
                                <a:ext uri="{FF2B5EF4-FFF2-40B4-BE49-F238E27FC236}">
                                  <a16:creationId xmlns:a16="http://schemas.microsoft.com/office/drawing/2014/main" id="{687E7DB6-F631-4447-A7CE-2AE84A16E3C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385" name="3D Model 4384" descr="Sphere">
                                  <a:extLst>
                                    <a:ext uri="{FF2B5EF4-FFF2-40B4-BE49-F238E27FC236}">
                                      <a16:creationId xmlns:a16="http://schemas.microsoft.com/office/drawing/2014/main" id="{3E63393C-B08C-4DFE-A060-79BED54C014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319182931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4340" name="Group 4339">
                            <a:extLst>
                              <a:ext uri="{FF2B5EF4-FFF2-40B4-BE49-F238E27FC236}">
                                <a16:creationId xmlns:a16="http://schemas.microsoft.com/office/drawing/2014/main" id="{D39C0C15-BB3B-46D9-8EBE-7326277AE07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4356" name="Flowchart: Connector 4355">
                              <a:extLst>
                                <a:ext uri="{FF2B5EF4-FFF2-40B4-BE49-F238E27FC236}">
                                  <a16:creationId xmlns:a16="http://schemas.microsoft.com/office/drawing/2014/main" id="{6FA6D7AE-4C1D-4F41-B54A-EF4B0C733AB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357" name="Flowchart: Connector 4356">
                              <a:extLst>
                                <a:ext uri="{FF2B5EF4-FFF2-40B4-BE49-F238E27FC236}">
                                  <a16:creationId xmlns:a16="http://schemas.microsoft.com/office/drawing/2014/main" id="{FC9BEF92-40C6-41C2-9581-05D90A0C0AB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358" name="Flowchart: Connector 4357">
                              <a:extLst>
                                <a:ext uri="{FF2B5EF4-FFF2-40B4-BE49-F238E27FC236}">
                                  <a16:creationId xmlns:a16="http://schemas.microsoft.com/office/drawing/2014/main" id="{7962F6AD-9117-4BC3-89D0-96AFAF4D94E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359" name="Flowchart: Connector 4358">
                              <a:extLst>
                                <a:ext uri="{FF2B5EF4-FFF2-40B4-BE49-F238E27FC236}">
                                  <a16:creationId xmlns:a16="http://schemas.microsoft.com/office/drawing/2014/main" id="{5D6692D0-4CF4-4787-BCD8-3C388FA7D57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360" name="Flowchart: Connector 4359">
                              <a:extLst>
                                <a:ext uri="{FF2B5EF4-FFF2-40B4-BE49-F238E27FC236}">
                                  <a16:creationId xmlns:a16="http://schemas.microsoft.com/office/drawing/2014/main" id="{9572A5FC-E187-4AA9-9EFD-01FD997C571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361" name="Flowchart: Connector 4360">
                              <a:extLst>
                                <a:ext uri="{FF2B5EF4-FFF2-40B4-BE49-F238E27FC236}">
                                  <a16:creationId xmlns:a16="http://schemas.microsoft.com/office/drawing/2014/main" id="{74980E93-18BD-4278-B3DC-57A770063A4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362" name="Flowchart: Connector 4361">
                              <a:extLst>
                                <a:ext uri="{FF2B5EF4-FFF2-40B4-BE49-F238E27FC236}">
                                  <a16:creationId xmlns:a16="http://schemas.microsoft.com/office/drawing/2014/main" id="{7DA3D87C-C07A-45A9-BFCC-778DD37BBE9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363" name="Flowchart: Connector 4362">
                              <a:extLst>
                                <a:ext uri="{FF2B5EF4-FFF2-40B4-BE49-F238E27FC236}">
                                  <a16:creationId xmlns:a16="http://schemas.microsoft.com/office/drawing/2014/main" id="{26282288-3493-47D0-9B76-B28EB5ED9F6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364" name="3D Model 4363" descr="Sphere">
                                  <a:extLst>
                                    <a:ext uri="{FF2B5EF4-FFF2-40B4-BE49-F238E27FC236}">
                                      <a16:creationId xmlns:a16="http://schemas.microsoft.com/office/drawing/2014/main" id="{5A14FB9F-23E1-4162-98F1-87A3F5E461B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058501746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365" name="Flowchart: Connector 4364">
                              <a:extLst>
                                <a:ext uri="{FF2B5EF4-FFF2-40B4-BE49-F238E27FC236}">
                                  <a16:creationId xmlns:a16="http://schemas.microsoft.com/office/drawing/2014/main" id="{E96CAADC-5C0D-4BAF-9E40-E86A90F3304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366" name="3D Model 4365" descr="Sphere">
                                  <a:extLst>
                                    <a:ext uri="{FF2B5EF4-FFF2-40B4-BE49-F238E27FC236}">
                                      <a16:creationId xmlns:a16="http://schemas.microsoft.com/office/drawing/2014/main" id="{DB965B34-819C-4D63-BB93-F5AF379AFB6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2477300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367" name="Flowchart: Connector 4366">
                              <a:extLst>
                                <a:ext uri="{FF2B5EF4-FFF2-40B4-BE49-F238E27FC236}">
                                  <a16:creationId xmlns:a16="http://schemas.microsoft.com/office/drawing/2014/main" id="{16596CE6-7DD2-4FCC-B11E-B9B4CF39BDF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368" name="3D Model 4367" descr="Sphere">
                                  <a:extLst>
                                    <a:ext uri="{FF2B5EF4-FFF2-40B4-BE49-F238E27FC236}">
                                      <a16:creationId xmlns:a16="http://schemas.microsoft.com/office/drawing/2014/main" id="{E0263DAE-2C74-4813-9719-4637F60517B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76220016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369" name="Flowchart: Connector 4368">
                              <a:extLst>
                                <a:ext uri="{FF2B5EF4-FFF2-40B4-BE49-F238E27FC236}">
                                  <a16:creationId xmlns:a16="http://schemas.microsoft.com/office/drawing/2014/main" id="{517076AC-5CD5-411B-A82A-C60B45B6BEE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370" name="3D Model 4369" descr="Sphere">
                                  <a:extLst>
                                    <a:ext uri="{FF2B5EF4-FFF2-40B4-BE49-F238E27FC236}">
                                      <a16:creationId xmlns:a16="http://schemas.microsoft.com/office/drawing/2014/main" id="{85CB0F65-D1AB-41DF-B111-7B1B429E07A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6784501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4341" name="Flowchart: Connector 4340">
                            <a:extLst>
                              <a:ext uri="{FF2B5EF4-FFF2-40B4-BE49-F238E27FC236}">
                                <a16:creationId xmlns:a16="http://schemas.microsoft.com/office/drawing/2014/main" id="{46074175-54DD-489C-90C6-C20D466C5A2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342" name="Flowchart: Connector 4341">
                            <a:extLst>
                              <a:ext uri="{FF2B5EF4-FFF2-40B4-BE49-F238E27FC236}">
                                <a16:creationId xmlns:a16="http://schemas.microsoft.com/office/drawing/2014/main" id="{34B2A1AF-585A-4498-874A-89FC949D9F1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343" name="Flowchart: Connector 4342">
                            <a:extLst>
                              <a:ext uri="{FF2B5EF4-FFF2-40B4-BE49-F238E27FC236}">
                                <a16:creationId xmlns:a16="http://schemas.microsoft.com/office/drawing/2014/main" id="{B9D2C61C-D51C-48BE-B131-D734AD2859A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344" name="Flowchart: Connector 4343">
                            <a:extLst>
                              <a:ext uri="{FF2B5EF4-FFF2-40B4-BE49-F238E27FC236}">
                                <a16:creationId xmlns:a16="http://schemas.microsoft.com/office/drawing/2014/main" id="{E52AB360-CFDE-49B9-AEC2-308FEBA17B6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345" name="Flowchart: Connector 4344">
                            <a:extLst>
                              <a:ext uri="{FF2B5EF4-FFF2-40B4-BE49-F238E27FC236}">
                                <a16:creationId xmlns:a16="http://schemas.microsoft.com/office/drawing/2014/main" id="{78614437-CBF0-4CDF-AC28-B9630471A4D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346" name="Flowchart: Connector 4345">
                            <a:extLst>
                              <a:ext uri="{FF2B5EF4-FFF2-40B4-BE49-F238E27FC236}">
                                <a16:creationId xmlns:a16="http://schemas.microsoft.com/office/drawing/2014/main" id="{05FFF3A3-708A-40F9-9BC2-DFA7D9DB7D7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347" name="Flowchart: Connector 4346">
                            <a:extLst>
                              <a:ext uri="{FF2B5EF4-FFF2-40B4-BE49-F238E27FC236}">
                                <a16:creationId xmlns:a16="http://schemas.microsoft.com/office/drawing/2014/main" id="{EF8B63FC-04F3-4243-B067-2E4127732ED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348" name="Flowchart: Connector 4347">
                            <a:extLst>
                              <a:ext uri="{FF2B5EF4-FFF2-40B4-BE49-F238E27FC236}">
                                <a16:creationId xmlns:a16="http://schemas.microsoft.com/office/drawing/2014/main" id="{B9F0B440-C59C-4439-B675-12D855B943E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349" name="3D Model 4348" descr="Sphere">
                                <a:extLst>
                                  <a:ext uri="{FF2B5EF4-FFF2-40B4-BE49-F238E27FC236}">
                                    <a16:creationId xmlns:a16="http://schemas.microsoft.com/office/drawing/2014/main" id="{1318EAFF-01F5-4308-BD61-0B3A52FDD30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947570480"/>
                                  </p:ext>
                                </p:extLst>
                              </p:nvPr>
                            </p:nvGraphicFramePr>
                            <p:xfrm>
                              <a:off x="2134543" y="1523034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87" name="3D Model 686" descr="Sphere">
                                <a:extLst>
                                  <a:ext uri="{FF2B5EF4-FFF2-40B4-BE49-F238E27FC236}">
                                    <a16:creationId xmlns:a16="http://schemas.microsoft.com/office/drawing/2014/main" id="{D779BB84-A6FA-44CC-A6EB-F87228EC6E6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43267" y="2202980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350" name="Flowchart: Connector 4349">
                            <a:extLst>
                              <a:ext uri="{FF2B5EF4-FFF2-40B4-BE49-F238E27FC236}">
                                <a16:creationId xmlns:a16="http://schemas.microsoft.com/office/drawing/2014/main" id="{9B3AA2A2-EBAB-42D5-9714-AD61C702C57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351" name="3D Model 4350" descr="Sphere">
                                <a:extLst>
                                  <a:ext uri="{FF2B5EF4-FFF2-40B4-BE49-F238E27FC236}">
                                    <a16:creationId xmlns:a16="http://schemas.microsoft.com/office/drawing/2014/main" id="{5AA501FC-2C90-4A0E-9766-425A52164E2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233295908"/>
                                  </p:ext>
                                </p:extLst>
                              </p:nvPr>
                            </p:nvGraphicFramePr>
                            <p:xfrm>
                              <a:off x="2371307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89" name="3D Model 688" descr="Sphere">
                                <a:extLst>
                                  <a:ext uri="{FF2B5EF4-FFF2-40B4-BE49-F238E27FC236}">
                                    <a16:creationId xmlns:a16="http://schemas.microsoft.com/office/drawing/2014/main" id="{87811185-E719-4BE3-9BAB-EE2EEC76861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84395" y="221366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352" name="Flowchart: Connector 4351">
                            <a:extLst>
                              <a:ext uri="{FF2B5EF4-FFF2-40B4-BE49-F238E27FC236}">
                                <a16:creationId xmlns:a16="http://schemas.microsoft.com/office/drawing/2014/main" id="{93CC3EBD-603D-411F-8BA7-2D7C7EC263A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4559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353" name="3D Model 4352" descr="Sphere">
                                <a:extLst>
                                  <a:ext uri="{FF2B5EF4-FFF2-40B4-BE49-F238E27FC236}">
                                    <a16:creationId xmlns:a16="http://schemas.microsoft.com/office/drawing/2014/main" id="{89525F9D-BA8A-499E-95A0-1A24E3BEDD7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943514361"/>
                                  </p:ext>
                                </p:extLst>
                              </p:nvPr>
                            </p:nvGraphicFramePr>
                            <p:xfrm>
                              <a:off x="2609177" y="164155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91" name="3D Model 690" descr="Sphere">
                                <a:extLst>
                                  <a:ext uri="{FF2B5EF4-FFF2-40B4-BE49-F238E27FC236}">
                                    <a16:creationId xmlns:a16="http://schemas.microsoft.com/office/drawing/2014/main" id="{CEAEF5D8-CB4C-40C9-886E-F08B5BA0B94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425714" y="222530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354" name="Flowchart: Connector 4353">
                            <a:extLst>
                              <a:ext uri="{FF2B5EF4-FFF2-40B4-BE49-F238E27FC236}">
                                <a16:creationId xmlns:a16="http://schemas.microsoft.com/office/drawing/2014/main" id="{41F512E1-C329-4D7A-9C08-265F1652820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355" name="3D Model 4354" descr="Sphere">
                                <a:extLst>
                                  <a:ext uri="{FF2B5EF4-FFF2-40B4-BE49-F238E27FC236}">
                                    <a16:creationId xmlns:a16="http://schemas.microsoft.com/office/drawing/2014/main" id="{7EE9DD95-C658-4371-AD5E-73DFCF079AE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070625730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6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6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93" name="3D Model 692" descr="Sphere">
                                <a:extLst>
                                  <a:ext uri="{FF2B5EF4-FFF2-40B4-BE49-F238E27FC236}">
                                    <a16:creationId xmlns:a16="http://schemas.microsoft.com/office/drawing/2014/main" id="{340B75D1-AAA3-473D-983B-28171957CDB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472340" y="2241696"/>
                                <a:ext cx="51046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4116" name="Group 4115">
                        <a:extLst>
                          <a:ext uri="{FF2B5EF4-FFF2-40B4-BE49-F238E27FC236}">
                            <a16:creationId xmlns:a16="http://schemas.microsoft.com/office/drawing/2014/main" id="{B58F483D-3BB4-40BC-B70A-BD9CF7BFE2C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3325" y="2268938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4333" name="Flowchart: Connector 4332">
                          <a:extLst>
                            <a:ext uri="{FF2B5EF4-FFF2-40B4-BE49-F238E27FC236}">
                              <a16:creationId xmlns:a16="http://schemas.microsoft.com/office/drawing/2014/main" id="{04C25972-3F46-4949-8E27-079C611E30F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334" name="Flowchart: Connector 4333">
                          <a:extLst>
                            <a:ext uri="{FF2B5EF4-FFF2-40B4-BE49-F238E27FC236}">
                              <a16:creationId xmlns:a16="http://schemas.microsoft.com/office/drawing/2014/main" id="{F4662064-723F-48DC-BE45-7BC682D945A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335" name="Flowchart: Connector 4334">
                          <a:extLst>
                            <a:ext uri="{FF2B5EF4-FFF2-40B4-BE49-F238E27FC236}">
                              <a16:creationId xmlns:a16="http://schemas.microsoft.com/office/drawing/2014/main" id="{CFED15B2-059B-4347-91D5-71D146BF2EC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4117" name="Flowchart: Connector 4116">
                        <a:extLst>
                          <a:ext uri="{FF2B5EF4-FFF2-40B4-BE49-F238E27FC236}">
                            <a16:creationId xmlns:a16="http://schemas.microsoft.com/office/drawing/2014/main" id="{AF875148-6071-48D1-915D-C351F880DA4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37026" y="201261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118" name="Flowchart: Connector 4117">
                        <a:extLst>
                          <a:ext uri="{FF2B5EF4-FFF2-40B4-BE49-F238E27FC236}">
                            <a16:creationId xmlns:a16="http://schemas.microsoft.com/office/drawing/2014/main" id="{32B0021F-4E74-483E-8E34-0B073DED930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588002" y="208727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4119" name="Group 4118">
                        <a:extLst>
                          <a:ext uri="{FF2B5EF4-FFF2-40B4-BE49-F238E27FC236}">
                            <a16:creationId xmlns:a16="http://schemas.microsoft.com/office/drawing/2014/main" id="{FB17D52E-9857-4862-AC23-4C055C5CBDC4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228750">
                        <a:off x="1171220" y="1918660"/>
                        <a:ext cx="698062" cy="387533"/>
                        <a:chOff x="854933" y="2290871"/>
                        <a:chExt cx="698062" cy="387533"/>
                      </a:xfrm>
                    </p:grpSpPr>
                    <p:sp>
                      <p:nvSpPr>
                        <p:cNvPr id="4330" name="Flowchart: Connector 4329">
                          <a:extLst>
                            <a:ext uri="{FF2B5EF4-FFF2-40B4-BE49-F238E27FC236}">
                              <a16:creationId xmlns:a16="http://schemas.microsoft.com/office/drawing/2014/main" id="{831DCF90-FA01-4D0F-9A6F-5FA196A921A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3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331" name="Flowchart: Connector 4330">
                          <a:extLst>
                            <a:ext uri="{FF2B5EF4-FFF2-40B4-BE49-F238E27FC236}">
                              <a16:creationId xmlns:a16="http://schemas.microsoft.com/office/drawing/2014/main" id="{D0AF648E-1983-46BD-AE10-AF1CE0C0F8C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5206" y="2377897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332" name="Flowchart: Connector 4331">
                          <a:extLst>
                            <a:ext uri="{FF2B5EF4-FFF2-40B4-BE49-F238E27FC236}">
                              <a16:creationId xmlns:a16="http://schemas.microsoft.com/office/drawing/2014/main" id="{EB018645-2E07-4093-AE55-8086C5EE60C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41136" y="2462404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4120" name="Group 4119">
                        <a:extLst>
                          <a:ext uri="{FF2B5EF4-FFF2-40B4-BE49-F238E27FC236}">
                            <a16:creationId xmlns:a16="http://schemas.microsoft.com/office/drawing/2014/main" id="{EAA5A388-00A6-4D99-B3D0-41389215146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49741" y="1890320"/>
                        <a:ext cx="1098636" cy="1497980"/>
                        <a:chOff x="2089993" y="1501770"/>
                        <a:chExt cx="1098636" cy="1497980"/>
                      </a:xfrm>
                    </p:grpSpPr>
                    <p:grpSp>
                      <p:nvGrpSpPr>
                        <p:cNvPr id="4265" name="Group 4264">
                          <a:extLst>
                            <a:ext uri="{FF2B5EF4-FFF2-40B4-BE49-F238E27FC236}">
                              <a16:creationId xmlns:a16="http://schemas.microsoft.com/office/drawing/2014/main" id="{AA71212B-B7E8-448F-87FA-897C73CF11A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34990"/>
                          <a:ext cx="101484" cy="1051941"/>
                          <a:chOff x="1800622" y="2329236"/>
                          <a:chExt cx="101484" cy="1051941"/>
                        </a:xfrm>
                      </p:grpSpPr>
                      <p:sp>
                        <p:nvSpPr>
                          <p:cNvPr id="4326" name="Flowchart: Connector 4325">
                            <a:extLst>
                              <a:ext uri="{FF2B5EF4-FFF2-40B4-BE49-F238E27FC236}">
                                <a16:creationId xmlns:a16="http://schemas.microsoft.com/office/drawing/2014/main" id="{4EF0BD83-54C1-499A-A939-849596C65CA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327" name="Flowchart: Connector 4326">
                            <a:extLst>
                              <a:ext uri="{FF2B5EF4-FFF2-40B4-BE49-F238E27FC236}">
                                <a16:creationId xmlns:a16="http://schemas.microsoft.com/office/drawing/2014/main" id="{2D8FCEF9-0632-4107-84E9-096403D9EB8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328" name="Flowchart: Connector 4327">
                            <a:extLst>
                              <a:ext uri="{FF2B5EF4-FFF2-40B4-BE49-F238E27FC236}">
                                <a16:creationId xmlns:a16="http://schemas.microsoft.com/office/drawing/2014/main" id="{7D27EB4C-AE8B-40BA-91D0-5F40E661F85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329" name="Flowchart: Connector 4328">
                            <a:extLst>
                              <a:ext uri="{FF2B5EF4-FFF2-40B4-BE49-F238E27FC236}">
                                <a16:creationId xmlns:a16="http://schemas.microsoft.com/office/drawing/2014/main" id="{8046AF49-DD33-4827-8C1A-49445BDFC36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2923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4266" name="Group 4265">
                          <a:extLst>
                            <a:ext uri="{FF2B5EF4-FFF2-40B4-BE49-F238E27FC236}">
                              <a16:creationId xmlns:a16="http://schemas.microsoft.com/office/drawing/2014/main" id="{6D5D82CB-3B7D-4430-84EA-AC5B6C0F8DA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01770"/>
                          <a:ext cx="1074397" cy="1497980"/>
                          <a:chOff x="2114232" y="1501770"/>
                          <a:chExt cx="1074397" cy="1497980"/>
                        </a:xfrm>
                      </p:grpSpPr>
                      <p:grpSp>
                        <p:nvGrpSpPr>
                          <p:cNvPr id="4267" name="Group 4266">
                            <a:extLst>
                              <a:ext uri="{FF2B5EF4-FFF2-40B4-BE49-F238E27FC236}">
                                <a16:creationId xmlns:a16="http://schemas.microsoft.com/office/drawing/2014/main" id="{007DD047-155A-434C-AF82-680DEF8CC61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4318" name="Flowchart: Connector 4317">
                              <a:extLst>
                                <a:ext uri="{FF2B5EF4-FFF2-40B4-BE49-F238E27FC236}">
                                  <a16:creationId xmlns:a16="http://schemas.microsoft.com/office/drawing/2014/main" id="{721F3A14-E1BB-4826-BE0C-5D1BFE9B952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319" name="3D Model 4318" descr="Sphere">
                                  <a:extLst>
                                    <a:ext uri="{FF2B5EF4-FFF2-40B4-BE49-F238E27FC236}">
                                      <a16:creationId xmlns:a16="http://schemas.microsoft.com/office/drawing/2014/main" id="{9F88D653-782C-4C13-884D-0DB8E55DFCE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672304423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320" name="Flowchart: Connector 4319">
                              <a:extLst>
                                <a:ext uri="{FF2B5EF4-FFF2-40B4-BE49-F238E27FC236}">
                                  <a16:creationId xmlns:a16="http://schemas.microsoft.com/office/drawing/2014/main" id="{EFA4AD20-49F2-4554-937C-EE69AC7A487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321" name="3D Model 4320" descr="Sphere">
                                  <a:extLst>
                                    <a:ext uri="{FF2B5EF4-FFF2-40B4-BE49-F238E27FC236}">
                                      <a16:creationId xmlns:a16="http://schemas.microsoft.com/office/drawing/2014/main" id="{D068E8BA-58C4-4BAB-BADF-BB0BCDCC06B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95693306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322" name="Flowchart: Connector 4321">
                              <a:extLst>
                                <a:ext uri="{FF2B5EF4-FFF2-40B4-BE49-F238E27FC236}">
                                  <a16:creationId xmlns:a16="http://schemas.microsoft.com/office/drawing/2014/main" id="{FFC364C9-2541-4AD3-B01D-D2B35865B16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323" name="3D Model 4322" descr="Sphere">
                                  <a:extLst>
                                    <a:ext uri="{FF2B5EF4-FFF2-40B4-BE49-F238E27FC236}">
                                      <a16:creationId xmlns:a16="http://schemas.microsoft.com/office/drawing/2014/main" id="{7B34B88A-9E37-440B-883A-D473CA5995B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35837656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324" name="Flowchart: Connector 4323">
                              <a:extLst>
                                <a:ext uri="{FF2B5EF4-FFF2-40B4-BE49-F238E27FC236}">
                                  <a16:creationId xmlns:a16="http://schemas.microsoft.com/office/drawing/2014/main" id="{A5643BEA-760C-4302-8564-5641E5AB493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325" name="3D Model 4324" descr="Sphere">
                                  <a:extLst>
                                    <a:ext uri="{FF2B5EF4-FFF2-40B4-BE49-F238E27FC236}">
                                      <a16:creationId xmlns:a16="http://schemas.microsoft.com/office/drawing/2014/main" id="{C10C086C-1922-43FD-B8A7-D89DD1A110B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953999086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4268" name="Group 4267">
                            <a:extLst>
                              <a:ext uri="{FF2B5EF4-FFF2-40B4-BE49-F238E27FC236}">
                                <a16:creationId xmlns:a16="http://schemas.microsoft.com/office/drawing/2014/main" id="{1FBBBAD7-6292-4BB4-862B-ACCCCE3D121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4302" name="Flowchart: Connector 4301">
                              <a:extLst>
                                <a:ext uri="{FF2B5EF4-FFF2-40B4-BE49-F238E27FC236}">
                                  <a16:creationId xmlns:a16="http://schemas.microsoft.com/office/drawing/2014/main" id="{0146B7E3-289B-4A18-B05A-40CB0A478CB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303" name="Flowchart: Connector 4302">
                              <a:extLst>
                                <a:ext uri="{FF2B5EF4-FFF2-40B4-BE49-F238E27FC236}">
                                  <a16:creationId xmlns:a16="http://schemas.microsoft.com/office/drawing/2014/main" id="{7B43285D-5C21-4491-9F7B-A8B41FEB0F2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304" name="Flowchart: Connector 4303">
                              <a:extLst>
                                <a:ext uri="{FF2B5EF4-FFF2-40B4-BE49-F238E27FC236}">
                                  <a16:creationId xmlns:a16="http://schemas.microsoft.com/office/drawing/2014/main" id="{A70E026F-1064-4D2B-974E-6D40B66FD21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305" name="Flowchart: Connector 4304">
                              <a:extLst>
                                <a:ext uri="{FF2B5EF4-FFF2-40B4-BE49-F238E27FC236}">
                                  <a16:creationId xmlns:a16="http://schemas.microsoft.com/office/drawing/2014/main" id="{5EE3338A-0C3C-4A47-959F-C40EEA9AB06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306" name="Flowchart: Connector 4305">
                              <a:extLst>
                                <a:ext uri="{FF2B5EF4-FFF2-40B4-BE49-F238E27FC236}">
                                  <a16:creationId xmlns:a16="http://schemas.microsoft.com/office/drawing/2014/main" id="{4E663EB8-0BA6-4938-A07E-97C3CD87AF8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307" name="Flowchart: Connector 4306">
                              <a:extLst>
                                <a:ext uri="{FF2B5EF4-FFF2-40B4-BE49-F238E27FC236}">
                                  <a16:creationId xmlns:a16="http://schemas.microsoft.com/office/drawing/2014/main" id="{1E9A61D2-3980-4280-9D95-1AF9277B395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308" name="Flowchart: Connector 4307">
                              <a:extLst>
                                <a:ext uri="{FF2B5EF4-FFF2-40B4-BE49-F238E27FC236}">
                                  <a16:creationId xmlns:a16="http://schemas.microsoft.com/office/drawing/2014/main" id="{E6450B5D-1D9B-48A1-8441-E55003F6C19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309" name="Flowchart: Connector 4308">
                              <a:extLst>
                                <a:ext uri="{FF2B5EF4-FFF2-40B4-BE49-F238E27FC236}">
                                  <a16:creationId xmlns:a16="http://schemas.microsoft.com/office/drawing/2014/main" id="{AA918101-FF48-4B0B-ADD0-F15D7AC337F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310" name="Flowchart: Connector 4309">
                              <a:extLst>
                                <a:ext uri="{FF2B5EF4-FFF2-40B4-BE49-F238E27FC236}">
                                  <a16:creationId xmlns:a16="http://schemas.microsoft.com/office/drawing/2014/main" id="{124D662F-9CD0-4621-A0BA-39277BEECAD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311" name="3D Model 4310" descr="Sphere">
                                  <a:extLst>
                                    <a:ext uri="{FF2B5EF4-FFF2-40B4-BE49-F238E27FC236}">
                                      <a16:creationId xmlns:a16="http://schemas.microsoft.com/office/drawing/2014/main" id="{796492FB-D1CD-4B9D-AD1C-39A0FC21763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726181030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312" name="Flowchart: Connector 4311">
                              <a:extLst>
                                <a:ext uri="{FF2B5EF4-FFF2-40B4-BE49-F238E27FC236}">
                                  <a16:creationId xmlns:a16="http://schemas.microsoft.com/office/drawing/2014/main" id="{A41CFA02-F145-4D7E-82C2-F31D152D2B6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313" name="3D Model 4312" descr="Sphere">
                                  <a:extLst>
                                    <a:ext uri="{FF2B5EF4-FFF2-40B4-BE49-F238E27FC236}">
                                      <a16:creationId xmlns:a16="http://schemas.microsoft.com/office/drawing/2014/main" id="{CB03BB3F-33D3-4696-AD8E-8796E2E2203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31441148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314" name="Flowchart: Connector 4313">
                              <a:extLst>
                                <a:ext uri="{FF2B5EF4-FFF2-40B4-BE49-F238E27FC236}">
                                  <a16:creationId xmlns:a16="http://schemas.microsoft.com/office/drawing/2014/main" id="{F802FF5E-E03E-4B7D-99F7-1BA340AE3CD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315" name="3D Model 4314" descr="Sphere">
                                  <a:extLst>
                                    <a:ext uri="{FF2B5EF4-FFF2-40B4-BE49-F238E27FC236}">
                                      <a16:creationId xmlns:a16="http://schemas.microsoft.com/office/drawing/2014/main" id="{EF8BF74A-12EF-4E4B-8496-5C15BE8A260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722806468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316" name="Flowchart: Connector 4315">
                              <a:extLst>
                                <a:ext uri="{FF2B5EF4-FFF2-40B4-BE49-F238E27FC236}">
                                  <a16:creationId xmlns:a16="http://schemas.microsoft.com/office/drawing/2014/main" id="{C4074267-FBB2-4152-B134-27957BA0A86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317" name="3D Model 4316" descr="Sphere">
                                  <a:extLst>
                                    <a:ext uri="{FF2B5EF4-FFF2-40B4-BE49-F238E27FC236}">
                                      <a16:creationId xmlns:a16="http://schemas.microsoft.com/office/drawing/2014/main" id="{833A948C-47F5-4887-8996-84ECCAD71DD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25637956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4269" name="Group 4268">
                            <a:extLst>
                              <a:ext uri="{FF2B5EF4-FFF2-40B4-BE49-F238E27FC236}">
                                <a16:creationId xmlns:a16="http://schemas.microsoft.com/office/drawing/2014/main" id="{520A7EB9-E084-4F91-86D3-8C745E78457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4286" name="Flowchart: Connector 4285">
                              <a:extLst>
                                <a:ext uri="{FF2B5EF4-FFF2-40B4-BE49-F238E27FC236}">
                                  <a16:creationId xmlns:a16="http://schemas.microsoft.com/office/drawing/2014/main" id="{6ACD257C-22B2-4A6B-96A9-86D217E8A50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287" name="Flowchart: Connector 4286">
                              <a:extLst>
                                <a:ext uri="{FF2B5EF4-FFF2-40B4-BE49-F238E27FC236}">
                                  <a16:creationId xmlns:a16="http://schemas.microsoft.com/office/drawing/2014/main" id="{4961A2EA-0293-4633-8BAD-0D0A9A98D75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288" name="Flowchart: Connector 4287">
                              <a:extLst>
                                <a:ext uri="{FF2B5EF4-FFF2-40B4-BE49-F238E27FC236}">
                                  <a16:creationId xmlns:a16="http://schemas.microsoft.com/office/drawing/2014/main" id="{1165CF62-0634-4714-8BFF-2A5FB85B33F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289" name="Flowchart: Connector 4288">
                              <a:extLst>
                                <a:ext uri="{FF2B5EF4-FFF2-40B4-BE49-F238E27FC236}">
                                  <a16:creationId xmlns:a16="http://schemas.microsoft.com/office/drawing/2014/main" id="{ACD6C4FB-4C72-4B09-9D41-113461192CC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290" name="Flowchart: Connector 4289">
                              <a:extLst>
                                <a:ext uri="{FF2B5EF4-FFF2-40B4-BE49-F238E27FC236}">
                                  <a16:creationId xmlns:a16="http://schemas.microsoft.com/office/drawing/2014/main" id="{7667C58F-EC24-4FC3-9372-9A20C643FC2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291" name="Flowchart: Connector 4290">
                              <a:extLst>
                                <a:ext uri="{FF2B5EF4-FFF2-40B4-BE49-F238E27FC236}">
                                  <a16:creationId xmlns:a16="http://schemas.microsoft.com/office/drawing/2014/main" id="{C89237BD-0A53-4861-8B90-1807BFC9D195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292" name="Flowchart: Connector 4291">
                              <a:extLst>
                                <a:ext uri="{FF2B5EF4-FFF2-40B4-BE49-F238E27FC236}">
                                  <a16:creationId xmlns:a16="http://schemas.microsoft.com/office/drawing/2014/main" id="{D37A44A7-BD2A-44A4-88AB-59F00EEC90D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293" name="Flowchart: Connector 4292">
                              <a:extLst>
                                <a:ext uri="{FF2B5EF4-FFF2-40B4-BE49-F238E27FC236}">
                                  <a16:creationId xmlns:a16="http://schemas.microsoft.com/office/drawing/2014/main" id="{0E6D0DE4-E11E-487C-8AA6-FA2D396F94C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294" name="Flowchart: Connector 4293">
                              <a:extLst>
                                <a:ext uri="{FF2B5EF4-FFF2-40B4-BE49-F238E27FC236}">
                                  <a16:creationId xmlns:a16="http://schemas.microsoft.com/office/drawing/2014/main" id="{C8238E45-D538-4A97-AC70-A76EAF9F9EC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295" name="3D Model 4294" descr="Sphere">
                                  <a:extLst>
                                    <a:ext uri="{FF2B5EF4-FFF2-40B4-BE49-F238E27FC236}">
                                      <a16:creationId xmlns:a16="http://schemas.microsoft.com/office/drawing/2014/main" id="{675FE6C0-7906-4D0C-AFDD-2FC99DADD10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500701911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296" name="Flowchart: Connector 4295">
                              <a:extLst>
                                <a:ext uri="{FF2B5EF4-FFF2-40B4-BE49-F238E27FC236}">
                                  <a16:creationId xmlns:a16="http://schemas.microsoft.com/office/drawing/2014/main" id="{3C5935D7-9EF5-4BE8-A9ED-20A57B4940D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297" name="3D Model 4296" descr="Sphere">
                                  <a:extLst>
                                    <a:ext uri="{FF2B5EF4-FFF2-40B4-BE49-F238E27FC236}">
                                      <a16:creationId xmlns:a16="http://schemas.microsoft.com/office/drawing/2014/main" id="{B03D4338-26AD-4150-82E6-43BD96E3A02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982463338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298" name="Flowchart: Connector 4297">
                              <a:extLst>
                                <a:ext uri="{FF2B5EF4-FFF2-40B4-BE49-F238E27FC236}">
                                  <a16:creationId xmlns:a16="http://schemas.microsoft.com/office/drawing/2014/main" id="{76B32057-0247-4ACF-B6A9-7341BA0AC25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299" name="3D Model 4298" descr="Sphere">
                                  <a:extLst>
                                    <a:ext uri="{FF2B5EF4-FFF2-40B4-BE49-F238E27FC236}">
                                      <a16:creationId xmlns:a16="http://schemas.microsoft.com/office/drawing/2014/main" id="{DE21C225-7C53-473B-9632-7754FF6D6A5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951679813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300" name="Flowchart: Connector 4299">
                              <a:extLst>
                                <a:ext uri="{FF2B5EF4-FFF2-40B4-BE49-F238E27FC236}">
                                  <a16:creationId xmlns:a16="http://schemas.microsoft.com/office/drawing/2014/main" id="{17EE86CF-B2EC-486E-BC30-D3C6AF45ACF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301" name="3D Model 4300" descr="Sphere">
                                  <a:extLst>
                                    <a:ext uri="{FF2B5EF4-FFF2-40B4-BE49-F238E27FC236}">
                                      <a16:creationId xmlns:a16="http://schemas.microsoft.com/office/drawing/2014/main" id="{2AAF996A-75DA-472B-8A3D-2D35DC43FB1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550323167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4270" name="Flowchart: Connector 4269">
                            <a:extLst>
                              <a:ext uri="{FF2B5EF4-FFF2-40B4-BE49-F238E27FC236}">
                                <a16:creationId xmlns:a16="http://schemas.microsoft.com/office/drawing/2014/main" id="{426A1635-675A-4B14-BC63-B3197964E16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271" name="Flowchart: Connector 4270">
                            <a:extLst>
                              <a:ext uri="{FF2B5EF4-FFF2-40B4-BE49-F238E27FC236}">
                                <a16:creationId xmlns:a16="http://schemas.microsoft.com/office/drawing/2014/main" id="{4FA2868C-611E-4F4E-9763-92B5E591866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272" name="Flowchart: Connector 4271">
                            <a:extLst>
                              <a:ext uri="{FF2B5EF4-FFF2-40B4-BE49-F238E27FC236}">
                                <a16:creationId xmlns:a16="http://schemas.microsoft.com/office/drawing/2014/main" id="{EBC3DC0C-CFBD-49A9-BFBA-EC2B74680E4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273" name="Flowchart: Connector 4272">
                            <a:extLst>
                              <a:ext uri="{FF2B5EF4-FFF2-40B4-BE49-F238E27FC236}">
                                <a16:creationId xmlns:a16="http://schemas.microsoft.com/office/drawing/2014/main" id="{5354EAFC-5CC0-4FF4-A7A6-CAD306CAFA5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274" name="Flowchart: Connector 4273">
                            <a:extLst>
                              <a:ext uri="{FF2B5EF4-FFF2-40B4-BE49-F238E27FC236}">
                                <a16:creationId xmlns:a16="http://schemas.microsoft.com/office/drawing/2014/main" id="{6BFFE7AC-A879-451C-852D-9DD8D2176C7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275" name="Flowchart: Connector 4274">
                            <a:extLst>
                              <a:ext uri="{FF2B5EF4-FFF2-40B4-BE49-F238E27FC236}">
                                <a16:creationId xmlns:a16="http://schemas.microsoft.com/office/drawing/2014/main" id="{82A191AD-23B4-420E-AF32-E0C4AF8CF24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276" name="Flowchart: Connector 4275">
                            <a:extLst>
                              <a:ext uri="{FF2B5EF4-FFF2-40B4-BE49-F238E27FC236}">
                                <a16:creationId xmlns:a16="http://schemas.microsoft.com/office/drawing/2014/main" id="{5411E32E-9994-489C-B4CE-D0729DB29A5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277" name="Flowchart: Connector 4276">
                            <a:extLst>
                              <a:ext uri="{FF2B5EF4-FFF2-40B4-BE49-F238E27FC236}">
                                <a16:creationId xmlns:a16="http://schemas.microsoft.com/office/drawing/2014/main" id="{EB24C6E8-2A1F-4042-96B4-FC0C776EF9E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278" name="Flowchart: Connector 4277">
                            <a:extLst>
                              <a:ext uri="{FF2B5EF4-FFF2-40B4-BE49-F238E27FC236}">
                                <a16:creationId xmlns:a16="http://schemas.microsoft.com/office/drawing/2014/main" id="{BD06E206-45D0-4AE5-849A-49FDE16583C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279" name="3D Model 4278" descr="Sphere">
                                <a:extLst>
                                  <a:ext uri="{FF2B5EF4-FFF2-40B4-BE49-F238E27FC236}">
                                    <a16:creationId xmlns:a16="http://schemas.microsoft.com/office/drawing/2014/main" id="{C56BD98C-9034-4A11-BBBC-60628B81FE7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10564390"/>
                                  </p:ext>
                                </p:extLst>
                              </p:nvPr>
                            </p:nvGraphicFramePr>
                            <p:xfrm>
                              <a:off x="2123911" y="1501770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17" name="3D Model 616" descr="Sphere">
                                <a:extLst>
                                  <a:ext uri="{FF2B5EF4-FFF2-40B4-BE49-F238E27FC236}">
                                    <a16:creationId xmlns:a16="http://schemas.microsoft.com/office/drawing/2014/main" id="{AC68C940-5F1F-43C8-B096-655526A747E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03234" y="2222860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280" name="Flowchart: Connector 4279">
                            <a:extLst>
                              <a:ext uri="{FF2B5EF4-FFF2-40B4-BE49-F238E27FC236}">
                                <a16:creationId xmlns:a16="http://schemas.microsoft.com/office/drawing/2014/main" id="{EF7AB4DC-6860-4327-A49C-7AB913665F8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281" name="3D Model 4280" descr="Sphere">
                                <a:extLst>
                                  <a:ext uri="{FF2B5EF4-FFF2-40B4-BE49-F238E27FC236}">
                                    <a16:creationId xmlns:a16="http://schemas.microsoft.com/office/drawing/2014/main" id="{9816F0AB-7081-49B2-A930-0A296439A81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945779858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19" name="3D Model 618" descr="Sphere">
                                <a:extLst>
                                  <a:ext uri="{FF2B5EF4-FFF2-40B4-BE49-F238E27FC236}">
                                    <a16:creationId xmlns:a16="http://schemas.microsoft.com/office/drawing/2014/main" id="{CB029D8D-582B-46D9-A1AA-3CD7B3366185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45058" y="2237548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282" name="Flowchart: Connector 4281">
                            <a:extLst>
                              <a:ext uri="{FF2B5EF4-FFF2-40B4-BE49-F238E27FC236}">
                                <a16:creationId xmlns:a16="http://schemas.microsoft.com/office/drawing/2014/main" id="{491BA4E1-5F5F-4ADA-A5D0-23F8B774E95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93292" y="171776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283" name="3D Model 4282" descr="Sphere">
                                <a:extLst>
                                  <a:ext uri="{FF2B5EF4-FFF2-40B4-BE49-F238E27FC236}">
                                    <a16:creationId xmlns:a16="http://schemas.microsoft.com/office/drawing/2014/main" id="{D711AE0C-D56B-4577-9767-4951E695FCC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601651160"/>
                                  </p:ext>
                                </p:extLst>
                              </p:nvPr>
                            </p:nvGraphicFramePr>
                            <p:xfrm>
                              <a:off x="2622429" y="163823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21" name="3D Model 620" descr="Sphere">
                                <a:extLst>
                                  <a:ext uri="{FF2B5EF4-FFF2-40B4-BE49-F238E27FC236}">
                                    <a16:creationId xmlns:a16="http://schemas.microsoft.com/office/drawing/2014/main" id="{C00C5F72-38F1-4F9B-B38E-948D1AB1FFB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89830" y="224856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284" name="Flowchart: Connector 4283">
                            <a:extLst>
                              <a:ext uri="{FF2B5EF4-FFF2-40B4-BE49-F238E27FC236}">
                                <a16:creationId xmlns:a16="http://schemas.microsoft.com/office/drawing/2014/main" id="{8F8C412C-5D8F-4210-B254-03347339678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285" name="3D Model 4284" descr="Sphere">
                                <a:extLst>
                                  <a:ext uri="{FF2B5EF4-FFF2-40B4-BE49-F238E27FC236}">
                                    <a16:creationId xmlns:a16="http://schemas.microsoft.com/office/drawing/2014/main" id="{97DB91EA-9637-4356-8FA4-C935FF78DC3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449510366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23" name="3D Model 622" descr="Sphere">
                                <a:extLst>
                                  <a:ext uri="{FF2B5EF4-FFF2-40B4-BE49-F238E27FC236}">
                                    <a16:creationId xmlns:a16="http://schemas.microsoft.com/office/drawing/2014/main" id="{8B621330-C9CB-4BC0-8038-E231D6DCDA2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434154" y="2265581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4121" name="Group 4120">
                        <a:extLst>
                          <a:ext uri="{FF2B5EF4-FFF2-40B4-BE49-F238E27FC236}">
                            <a16:creationId xmlns:a16="http://schemas.microsoft.com/office/drawing/2014/main" id="{A18905D2-A548-4A6E-9CCC-79147444C3C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547436" y="2361226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4262" name="Flowchart: Connector 4261">
                          <a:extLst>
                            <a:ext uri="{FF2B5EF4-FFF2-40B4-BE49-F238E27FC236}">
                              <a16:creationId xmlns:a16="http://schemas.microsoft.com/office/drawing/2014/main" id="{68735A96-641C-4353-858B-BC80455C1B7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263" name="Flowchart: Connector 4262">
                          <a:extLst>
                            <a:ext uri="{FF2B5EF4-FFF2-40B4-BE49-F238E27FC236}">
                              <a16:creationId xmlns:a16="http://schemas.microsoft.com/office/drawing/2014/main" id="{B2B26862-31B3-4BBD-A109-1D80E8D5CC4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264" name="Flowchart: Connector 4263">
                          <a:extLst>
                            <a:ext uri="{FF2B5EF4-FFF2-40B4-BE49-F238E27FC236}">
                              <a16:creationId xmlns:a16="http://schemas.microsoft.com/office/drawing/2014/main" id="{4BD8F29D-FCF1-4AB3-8DE7-24F3E6BEA06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4122" name="Flowchart: Connector 4121">
                        <a:extLst>
                          <a:ext uri="{FF2B5EF4-FFF2-40B4-BE49-F238E27FC236}">
                            <a16:creationId xmlns:a16="http://schemas.microsoft.com/office/drawing/2014/main" id="{4C82C06D-C89F-4D5C-94F0-34FD89686E4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19794" y="212254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123" name="Flowchart: Connector 4122">
                        <a:extLst>
                          <a:ext uri="{FF2B5EF4-FFF2-40B4-BE49-F238E27FC236}">
                            <a16:creationId xmlns:a16="http://schemas.microsoft.com/office/drawing/2014/main" id="{8375D69E-F4A8-49FC-BB9C-A15F53E3877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74020" y="218539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4124" name="Group 4123">
                        <a:extLst>
                          <a:ext uri="{FF2B5EF4-FFF2-40B4-BE49-F238E27FC236}">
                            <a16:creationId xmlns:a16="http://schemas.microsoft.com/office/drawing/2014/main" id="{3D6F665A-F88B-43F9-A689-D2840F6D39BA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18957">
                        <a:off x="941432" y="2025443"/>
                        <a:ext cx="710250" cy="369080"/>
                        <a:chOff x="854932" y="2290871"/>
                        <a:chExt cx="710250" cy="369080"/>
                      </a:xfrm>
                    </p:grpSpPr>
                    <p:sp>
                      <p:nvSpPr>
                        <p:cNvPr id="4259" name="Flowchart: Connector 4258">
                          <a:extLst>
                            <a:ext uri="{FF2B5EF4-FFF2-40B4-BE49-F238E27FC236}">
                              <a16:creationId xmlns:a16="http://schemas.microsoft.com/office/drawing/2014/main" id="{BAB167F0-8FDF-44DB-BF5E-0022CAC9107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2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260" name="Flowchart: Connector 4259">
                          <a:extLst>
                            <a:ext uri="{FF2B5EF4-FFF2-40B4-BE49-F238E27FC236}">
                              <a16:creationId xmlns:a16="http://schemas.microsoft.com/office/drawing/2014/main" id="{7ECCEE7A-58C6-4E06-977A-5FE43DDE05E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1897" y="2377722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261" name="Flowchart: Connector 4260">
                          <a:extLst>
                            <a:ext uri="{FF2B5EF4-FFF2-40B4-BE49-F238E27FC236}">
                              <a16:creationId xmlns:a16="http://schemas.microsoft.com/office/drawing/2014/main" id="{A5091801-ED8D-4FB9-A19F-1C67DB2ED65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53323" y="244395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4125" name="Group 4124">
                        <a:extLst>
                          <a:ext uri="{FF2B5EF4-FFF2-40B4-BE49-F238E27FC236}">
                            <a16:creationId xmlns:a16="http://schemas.microsoft.com/office/drawing/2014/main" id="{3EDDECA6-B220-40A0-A1D6-3EF654E8613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21287" y="1995259"/>
                        <a:ext cx="1102917" cy="1484052"/>
                        <a:chOff x="2085712" y="1515698"/>
                        <a:chExt cx="1102917" cy="1484052"/>
                      </a:xfrm>
                    </p:grpSpPr>
                    <p:grpSp>
                      <p:nvGrpSpPr>
                        <p:cNvPr id="4194" name="Group 4193">
                          <a:extLst>
                            <a:ext uri="{FF2B5EF4-FFF2-40B4-BE49-F238E27FC236}">
                              <a16:creationId xmlns:a16="http://schemas.microsoft.com/office/drawing/2014/main" id="{64BA10DE-2B75-4BC8-A134-B4A7B172AA0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5712" y="1648950"/>
                          <a:ext cx="105765" cy="1037981"/>
                          <a:chOff x="1796341" y="2343196"/>
                          <a:chExt cx="105765" cy="1037981"/>
                        </a:xfrm>
                      </p:grpSpPr>
                      <p:sp>
                        <p:nvSpPr>
                          <p:cNvPr id="4255" name="Flowchart: Connector 4254">
                            <a:extLst>
                              <a:ext uri="{FF2B5EF4-FFF2-40B4-BE49-F238E27FC236}">
                                <a16:creationId xmlns:a16="http://schemas.microsoft.com/office/drawing/2014/main" id="{8A6DBE00-4422-4F5D-ABEF-2774008E103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256" name="Flowchart: Connector 4255">
                            <a:extLst>
                              <a:ext uri="{FF2B5EF4-FFF2-40B4-BE49-F238E27FC236}">
                                <a16:creationId xmlns:a16="http://schemas.microsoft.com/office/drawing/2014/main" id="{47015F7C-350B-442B-AF75-C6DA22F54BB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257" name="Flowchart: Connector 4256">
                            <a:extLst>
                              <a:ext uri="{FF2B5EF4-FFF2-40B4-BE49-F238E27FC236}">
                                <a16:creationId xmlns:a16="http://schemas.microsoft.com/office/drawing/2014/main" id="{DAAE77D7-E4B1-4A39-A7B8-578DD90D362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258" name="Flowchart: Connector 4257">
                            <a:extLst>
                              <a:ext uri="{FF2B5EF4-FFF2-40B4-BE49-F238E27FC236}">
                                <a16:creationId xmlns:a16="http://schemas.microsoft.com/office/drawing/2014/main" id="{944210DE-73AC-4EF9-8307-EE0368C0E17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796341" y="2343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4195" name="Group 4194">
                          <a:extLst>
                            <a:ext uri="{FF2B5EF4-FFF2-40B4-BE49-F238E27FC236}">
                              <a16:creationId xmlns:a16="http://schemas.microsoft.com/office/drawing/2014/main" id="{55D34B96-02FC-49F2-972F-A264EA10397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15698"/>
                          <a:ext cx="1074397" cy="1484052"/>
                          <a:chOff x="2114232" y="1515698"/>
                          <a:chExt cx="1074397" cy="1484052"/>
                        </a:xfrm>
                      </p:grpSpPr>
                      <p:grpSp>
                        <p:nvGrpSpPr>
                          <p:cNvPr id="4196" name="Group 4195">
                            <a:extLst>
                              <a:ext uri="{FF2B5EF4-FFF2-40B4-BE49-F238E27FC236}">
                                <a16:creationId xmlns:a16="http://schemas.microsoft.com/office/drawing/2014/main" id="{C66149A5-B24F-489A-B659-48B2D334D0D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4247" name="Flowchart: Connector 4246">
                              <a:extLst>
                                <a:ext uri="{FF2B5EF4-FFF2-40B4-BE49-F238E27FC236}">
                                  <a16:creationId xmlns:a16="http://schemas.microsoft.com/office/drawing/2014/main" id="{20B2500F-AC5D-405B-8064-5A8F36393D2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248" name="3D Model 4247" descr="Sphere">
                                  <a:extLst>
                                    <a:ext uri="{FF2B5EF4-FFF2-40B4-BE49-F238E27FC236}">
                                      <a16:creationId xmlns:a16="http://schemas.microsoft.com/office/drawing/2014/main" id="{0BB0E16D-E2DB-4027-8EA4-783C9BE2082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085343593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249" name="Flowchart: Connector 4248">
                              <a:extLst>
                                <a:ext uri="{FF2B5EF4-FFF2-40B4-BE49-F238E27FC236}">
                                  <a16:creationId xmlns:a16="http://schemas.microsoft.com/office/drawing/2014/main" id="{BA8D79DC-9A79-48F0-9C17-86727E152D7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250" name="3D Model 4249" descr="Sphere">
                                  <a:extLst>
                                    <a:ext uri="{FF2B5EF4-FFF2-40B4-BE49-F238E27FC236}">
                                      <a16:creationId xmlns:a16="http://schemas.microsoft.com/office/drawing/2014/main" id="{98D73AEB-204F-4496-90B0-4977459167D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137631568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251" name="Flowchart: Connector 4250">
                              <a:extLst>
                                <a:ext uri="{FF2B5EF4-FFF2-40B4-BE49-F238E27FC236}">
                                  <a16:creationId xmlns:a16="http://schemas.microsoft.com/office/drawing/2014/main" id="{FB225BE0-5D9C-407D-BE83-2092B71EBE8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252" name="3D Model 4251" descr="Sphere">
                                  <a:extLst>
                                    <a:ext uri="{FF2B5EF4-FFF2-40B4-BE49-F238E27FC236}">
                                      <a16:creationId xmlns:a16="http://schemas.microsoft.com/office/drawing/2014/main" id="{6D9EBE12-9B4C-44D9-9C98-0FCCAE39944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0632797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253" name="Flowchart: Connector 4252">
                              <a:extLst>
                                <a:ext uri="{FF2B5EF4-FFF2-40B4-BE49-F238E27FC236}">
                                  <a16:creationId xmlns:a16="http://schemas.microsoft.com/office/drawing/2014/main" id="{C1A4701E-54FC-4136-A734-1395ECB8CF7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254" name="3D Model 4253" descr="Sphere">
                                  <a:extLst>
                                    <a:ext uri="{FF2B5EF4-FFF2-40B4-BE49-F238E27FC236}">
                                      <a16:creationId xmlns:a16="http://schemas.microsoft.com/office/drawing/2014/main" id="{F7C24C7D-FF69-49BB-82CE-2FE4A950FF0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963651173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4197" name="Group 4196">
                            <a:extLst>
                              <a:ext uri="{FF2B5EF4-FFF2-40B4-BE49-F238E27FC236}">
                                <a16:creationId xmlns:a16="http://schemas.microsoft.com/office/drawing/2014/main" id="{765E3B30-F708-4164-B18A-B4DD90C5335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4231" name="Flowchart: Connector 4230">
                              <a:extLst>
                                <a:ext uri="{FF2B5EF4-FFF2-40B4-BE49-F238E27FC236}">
                                  <a16:creationId xmlns:a16="http://schemas.microsoft.com/office/drawing/2014/main" id="{9FD0C73E-2F77-4FD5-B4BC-97318CA7B03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232" name="Flowchart: Connector 4231">
                              <a:extLst>
                                <a:ext uri="{FF2B5EF4-FFF2-40B4-BE49-F238E27FC236}">
                                  <a16:creationId xmlns:a16="http://schemas.microsoft.com/office/drawing/2014/main" id="{C230AFF0-6CF2-4297-8166-FF6D20A2D6B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233" name="Flowchart: Connector 4232">
                              <a:extLst>
                                <a:ext uri="{FF2B5EF4-FFF2-40B4-BE49-F238E27FC236}">
                                  <a16:creationId xmlns:a16="http://schemas.microsoft.com/office/drawing/2014/main" id="{E57595A2-8C0F-4416-A569-517245742AE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234" name="Flowchart: Connector 4233">
                              <a:extLst>
                                <a:ext uri="{FF2B5EF4-FFF2-40B4-BE49-F238E27FC236}">
                                  <a16:creationId xmlns:a16="http://schemas.microsoft.com/office/drawing/2014/main" id="{515127EC-1D8F-4FA5-AC8B-005FC4B2BEB5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235" name="Flowchart: Connector 4234">
                              <a:extLst>
                                <a:ext uri="{FF2B5EF4-FFF2-40B4-BE49-F238E27FC236}">
                                  <a16:creationId xmlns:a16="http://schemas.microsoft.com/office/drawing/2014/main" id="{6FB6016D-3340-4A8B-8E92-BED84EC8F3C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236" name="Flowchart: Connector 4235">
                              <a:extLst>
                                <a:ext uri="{FF2B5EF4-FFF2-40B4-BE49-F238E27FC236}">
                                  <a16:creationId xmlns:a16="http://schemas.microsoft.com/office/drawing/2014/main" id="{1582A7B6-2DB2-4CDF-8549-5B3A864F87B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237" name="Flowchart: Connector 4236">
                              <a:extLst>
                                <a:ext uri="{FF2B5EF4-FFF2-40B4-BE49-F238E27FC236}">
                                  <a16:creationId xmlns:a16="http://schemas.microsoft.com/office/drawing/2014/main" id="{C42CB981-9C16-4867-A467-E2FDD25E5D9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238" name="Flowchart: Connector 4237">
                              <a:extLst>
                                <a:ext uri="{FF2B5EF4-FFF2-40B4-BE49-F238E27FC236}">
                                  <a16:creationId xmlns:a16="http://schemas.microsoft.com/office/drawing/2014/main" id="{CA96AF9E-3194-4BF2-AC87-EF06DB52FF7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239" name="Flowchart: Connector 4238">
                              <a:extLst>
                                <a:ext uri="{FF2B5EF4-FFF2-40B4-BE49-F238E27FC236}">
                                  <a16:creationId xmlns:a16="http://schemas.microsoft.com/office/drawing/2014/main" id="{338571C0-2C94-4DEB-93AF-80DF08B9F67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240" name="3D Model 4239" descr="Sphere">
                                  <a:extLst>
                                    <a:ext uri="{FF2B5EF4-FFF2-40B4-BE49-F238E27FC236}">
                                      <a16:creationId xmlns:a16="http://schemas.microsoft.com/office/drawing/2014/main" id="{812E22C1-9F21-4ED0-B31B-1E82CC869FC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51423987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241" name="Flowchart: Connector 4240">
                              <a:extLst>
                                <a:ext uri="{FF2B5EF4-FFF2-40B4-BE49-F238E27FC236}">
                                  <a16:creationId xmlns:a16="http://schemas.microsoft.com/office/drawing/2014/main" id="{14D00DB4-DAF8-4C6C-8421-1B4F2C5217F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242" name="3D Model 4241" descr="Sphere">
                                  <a:extLst>
                                    <a:ext uri="{FF2B5EF4-FFF2-40B4-BE49-F238E27FC236}">
                                      <a16:creationId xmlns:a16="http://schemas.microsoft.com/office/drawing/2014/main" id="{1F469D06-91F6-4499-8942-23610E13097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99215291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243" name="Flowchart: Connector 4242">
                              <a:extLst>
                                <a:ext uri="{FF2B5EF4-FFF2-40B4-BE49-F238E27FC236}">
                                  <a16:creationId xmlns:a16="http://schemas.microsoft.com/office/drawing/2014/main" id="{E2CE61AD-5E88-4623-9E82-88203CB1977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244" name="3D Model 4243" descr="Sphere">
                                  <a:extLst>
                                    <a:ext uri="{FF2B5EF4-FFF2-40B4-BE49-F238E27FC236}">
                                      <a16:creationId xmlns:a16="http://schemas.microsoft.com/office/drawing/2014/main" id="{193A1DEB-41A0-470B-98C6-DEFFE93D6BB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81551030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245" name="Flowchart: Connector 4244">
                              <a:extLst>
                                <a:ext uri="{FF2B5EF4-FFF2-40B4-BE49-F238E27FC236}">
                                  <a16:creationId xmlns:a16="http://schemas.microsoft.com/office/drawing/2014/main" id="{240FD597-B020-49D7-886E-8F7345110E3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246" name="3D Model 4245" descr="Sphere">
                                  <a:extLst>
                                    <a:ext uri="{FF2B5EF4-FFF2-40B4-BE49-F238E27FC236}">
                                      <a16:creationId xmlns:a16="http://schemas.microsoft.com/office/drawing/2014/main" id="{0F3748C9-19C2-4489-9FE0-ECFEC075839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36400002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4198" name="Group 4197">
                            <a:extLst>
                              <a:ext uri="{FF2B5EF4-FFF2-40B4-BE49-F238E27FC236}">
                                <a16:creationId xmlns:a16="http://schemas.microsoft.com/office/drawing/2014/main" id="{EDF1A7FF-0E44-489D-9874-25B6592ECCC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4215" name="Flowchart: Connector 4214">
                              <a:extLst>
                                <a:ext uri="{FF2B5EF4-FFF2-40B4-BE49-F238E27FC236}">
                                  <a16:creationId xmlns:a16="http://schemas.microsoft.com/office/drawing/2014/main" id="{8E10AF60-47F8-4BB6-8897-164DC464B90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216" name="Flowchart: Connector 4215">
                              <a:extLst>
                                <a:ext uri="{FF2B5EF4-FFF2-40B4-BE49-F238E27FC236}">
                                  <a16:creationId xmlns:a16="http://schemas.microsoft.com/office/drawing/2014/main" id="{179EE26C-371A-4C2E-9551-666CBA21665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217" name="Flowchart: Connector 4216">
                              <a:extLst>
                                <a:ext uri="{FF2B5EF4-FFF2-40B4-BE49-F238E27FC236}">
                                  <a16:creationId xmlns:a16="http://schemas.microsoft.com/office/drawing/2014/main" id="{26DF3AA6-6DFE-4E49-B3E2-04C0FCE83FC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218" name="Flowchart: Connector 4217">
                              <a:extLst>
                                <a:ext uri="{FF2B5EF4-FFF2-40B4-BE49-F238E27FC236}">
                                  <a16:creationId xmlns:a16="http://schemas.microsoft.com/office/drawing/2014/main" id="{87843D2D-16AA-4987-B3B5-A05A8F31AAF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219" name="Flowchart: Connector 4218">
                              <a:extLst>
                                <a:ext uri="{FF2B5EF4-FFF2-40B4-BE49-F238E27FC236}">
                                  <a16:creationId xmlns:a16="http://schemas.microsoft.com/office/drawing/2014/main" id="{AD9867B9-8567-4EED-AD8B-0D0E6DBFD94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220" name="Flowchart: Connector 4219">
                              <a:extLst>
                                <a:ext uri="{FF2B5EF4-FFF2-40B4-BE49-F238E27FC236}">
                                  <a16:creationId xmlns:a16="http://schemas.microsoft.com/office/drawing/2014/main" id="{71E99F01-20DC-4F8A-A629-9A145B38376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221" name="Flowchart: Connector 4220">
                              <a:extLst>
                                <a:ext uri="{FF2B5EF4-FFF2-40B4-BE49-F238E27FC236}">
                                  <a16:creationId xmlns:a16="http://schemas.microsoft.com/office/drawing/2014/main" id="{BEDABB86-316E-4998-B826-E365FE560A6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222" name="Flowchart: Connector 4221">
                              <a:extLst>
                                <a:ext uri="{FF2B5EF4-FFF2-40B4-BE49-F238E27FC236}">
                                  <a16:creationId xmlns:a16="http://schemas.microsoft.com/office/drawing/2014/main" id="{76DCA349-FDFE-49F2-987D-6BE3E306771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223" name="Flowchart: Connector 4222">
                              <a:extLst>
                                <a:ext uri="{FF2B5EF4-FFF2-40B4-BE49-F238E27FC236}">
                                  <a16:creationId xmlns:a16="http://schemas.microsoft.com/office/drawing/2014/main" id="{B3564537-336C-439F-AE58-88A5D48739F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224" name="3D Model 4223" descr="Sphere">
                                  <a:extLst>
                                    <a:ext uri="{FF2B5EF4-FFF2-40B4-BE49-F238E27FC236}">
                                      <a16:creationId xmlns:a16="http://schemas.microsoft.com/office/drawing/2014/main" id="{EE66C721-781F-4255-A823-25315675A14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526135656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225" name="Flowchart: Connector 4224">
                              <a:extLst>
                                <a:ext uri="{FF2B5EF4-FFF2-40B4-BE49-F238E27FC236}">
                                  <a16:creationId xmlns:a16="http://schemas.microsoft.com/office/drawing/2014/main" id="{A4779D97-DF78-45FB-AD57-C4EBF718CE3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226" name="3D Model 4225" descr="Sphere">
                                  <a:extLst>
                                    <a:ext uri="{FF2B5EF4-FFF2-40B4-BE49-F238E27FC236}">
                                      <a16:creationId xmlns:a16="http://schemas.microsoft.com/office/drawing/2014/main" id="{FD1F9647-E0A0-41E6-9044-26E22A7E415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178653277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227" name="Flowchart: Connector 4226">
                              <a:extLst>
                                <a:ext uri="{FF2B5EF4-FFF2-40B4-BE49-F238E27FC236}">
                                  <a16:creationId xmlns:a16="http://schemas.microsoft.com/office/drawing/2014/main" id="{27308217-E4E9-4A25-8538-1DF87BDC8F6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228" name="3D Model 4227" descr="Sphere">
                                  <a:extLst>
                                    <a:ext uri="{FF2B5EF4-FFF2-40B4-BE49-F238E27FC236}">
                                      <a16:creationId xmlns:a16="http://schemas.microsoft.com/office/drawing/2014/main" id="{5D905DAB-7265-4627-A964-AF3BCD5FCFB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042831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229" name="Flowchart: Connector 4228">
                              <a:extLst>
                                <a:ext uri="{FF2B5EF4-FFF2-40B4-BE49-F238E27FC236}">
                                  <a16:creationId xmlns:a16="http://schemas.microsoft.com/office/drawing/2014/main" id="{E35359D2-B625-428E-B95B-81242E40FE7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230" name="3D Model 4229" descr="Sphere">
                                  <a:extLst>
                                    <a:ext uri="{FF2B5EF4-FFF2-40B4-BE49-F238E27FC236}">
                                      <a16:creationId xmlns:a16="http://schemas.microsoft.com/office/drawing/2014/main" id="{E14CF43C-7288-4A57-A2B0-52E3F5B21CC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2446315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4199" name="Flowchart: Connector 4198">
                            <a:extLst>
                              <a:ext uri="{FF2B5EF4-FFF2-40B4-BE49-F238E27FC236}">
                                <a16:creationId xmlns:a16="http://schemas.microsoft.com/office/drawing/2014/main" id="{86FFA410-2873-40C7-8876-C2431E9D81E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200" name="Flowchart: Connector 4199">
                            <a:extLst>
                              <a:ext uri="{FF2B5EF4-FFF2-40B4-BE49-F238E27FC236}">
                                <a16:creationId xmlns:a16="http://schemas.microsoft.com/office/drawing/2014/main" id="{99CA0B6C-34A5-4035-A81B-4107E47C376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201" name="Flowchart: Connector 4200">
                            <a:extLst>
                              <a:ext uri="{FF2B5EF4-FFF2-40B4-BE49-F238E27FC236}">
                                <a16:creationId xmlns:a16="http://schemas.microsoft.com/office/drawing/2014/main" id="{24B65C69-D788-474A-8438-CAD70D1ADE3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202" name="Flowchart: Connector 4201">
                            <a:extLst>
                              <a:ext uri="{FF2B5EF4-FFF2-40B4-BE49-F238E27FC236}">
                                <a16:creationId xmlns:a16="http://schemas.microsoft.com/office/drawing/2014/main" id="{CE28B60B-36BE-4846-A3F4-BF3A3E39DCE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203" name="Flowchart: Connector 4202">
                            <a:extLst>
                              <a:ext uri="{FF2B5EF4-FFF2-40B4-BE49-F238E27FC236}">
                                <a16:creationId xmlns:a16="http://schemas.microsoft.com/office/drawing/2014/main" id="{C96199C8-FC19-4E24-8893-6670C3CFF14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204" name="Flowchart: Connector 4203">
                            <a:extLst>
                              <a:ext uri="{FF2B5EF4-FFF2-40B4-BE49-F238E27FC236}">
                                <a16:creationId xmlns:a16="http://schemas.microsoft.com/office/drawing/2014/main" id="{5D766049-443F-44D6-9AEC-33B08C5C422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205" name="Flowchart: Connector 4204">
                            <a:extLst>
                              <a:ext uri="{FF2B5EF4-FFF2-40B4-BE49-F238E27FC236}">
                                <a16:creationId xmlns:a16="http://schemas.microsoft.com/office/drawing/2014/main" id="{F802D123-C6FA-4705-B51B-924C39FEF82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206" name="Flowchart: Connector 4205">
                            <a:extLst>
                              <a:ext uri="{FF2B5EF4-FFF2-40B4-BE49-F238E27FC236}">
                                <a16:creationId xmlns:a16="http://schemas.microsoft.com/office/drawing/2014/main" id="{CB321BE1-19A2-44CE-A59A-DA3363D5C9C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207" name="Flowchart: Connector 4206">
                            <a:extLst>
                              <a:ext uri="{FF2B5EF4-FFF2-40B4-BE49-F238E27FC236}">
                                <a16:creationId xmlns:a16="http://schemas.microsoft.com/office/drawing/2014/main" id="{2D725E90-6A9E-4992-B567-60CCB1F2AA8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208" name="3D Model 4207" descr="Sphere">
                                <a:extLst>
                                  <a:ext uri="{FF2B5EF4-FFF2-40B4-BE49-F238E27FC236}">
                                    <a16:creationId xmlns:a16="http://schemas.microsoft.com/office/drawing/2014/main" id="{C3F247AB-AB03-49BA-BCCF-62CBEEE381B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604402500"/>
                                  </p:ext>
                                </p:extLst>
                              </p:nvPr>
                            </p:nvGraphicFramePr>
                            <p:xfrm>
                              <a:off x="2127272" y="1515698"/>
                              <a:ext cx="299738" cy="29973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7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4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6" name="3D Model 545" descr="Sphere">
                                <a:extLst>
                                  <a:ext uri="{FF2B5EF4-FFF2-40B4-BE49-F238E27FC236}">
                                    <a16:creationId xmlns:a16="http://schemas.microsoft.com/office/drawing/2014/main" id="{0CD0AE2B-7060-451E-8741-37985044F70A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264878" y="2242625"/>
                                <a:ext cx="52067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209" name="Flowchart: Connector 4208">
                            <a:extLst>
                              <a:ext uri="{FF2B5EF4-FFF2-40B4-BE49-F238E27FC236}">
                                <a16:creationId xmlns:a16="http://schemas.microsoft.com/office/drawing/2014/main" id="{5D3F8E95-1FD9-49D3-928C-6185F4B8EDC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210" name="3D Model 4209" descr="Sphere">
                                <a:extLst>
                                  <a:ext uri="{FF2B5EF4-FFF2-40B4-BE49-F238E27FC236}">
                                    <a16:creationId xmlns:a16="http://schemas.microsoft.com/office/drawing/2014/main" id="{7AF7E1B8-5DBD-4DD1-A622-7A28191A93F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93031211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8" name="3D Model 547" descr="Sphere">
                                <a:extLst>
                                  <a:ext uri="{FF2B5EF4-FFF2-40B4-BE49-F238E27FC236}">
                                    <a16:creationId xmlns:a16="http://schemas.microsoft.com/office/drawing/2014/main" id="{0AC25DCD-1727-4856-A8A9-94402AE6CBC2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06118" y="2254689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211" name="Flowchart: Connector 4210">
                            <a:extLst>
                              <a:ext uri="{FF2B5EF4-FFF2-40B4-BE49-F238E27FC236}">
                                <a16:creationId xmlns:a16="http://schemas.microsoft.com/office/drawing/2014/main" id="{D0F2147C-C8FC-47B9-B6B9-2BAA3377B23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6940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212" name="3D Model 4211" descr="Sphere">
                                <a:extLst>
                                  <a:ext uri="{FF2B5EF4-FFF2-40B4-BE49-F238E27FC236}">
                                    <a16:creationId xmlns:a16="http://schemas.microsoft.com/office/drawing/2014/main" id="{84CE0060-E67E-483C-8630-EF91C09B9E6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12128179"/>
                                  </p:ext>
                                </p:extLst>
                              </p:nvPr>
                            </p:nvGraphicFramePr>
                            <p:xfrm>
                              <a:off x="2609177" y="164853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0" name="3D Model 549" descr="Sphere">
                                <a:extLst>
                                  <a:ext uri="{FF2B5EF4-FFF2-40B4-BE49-F238E27FC236}">
                                    <a16:creationId xmlns:a16="http://schemas.microsoft.com/office/drawing/2014/main" id="{4EAC2773-26EB-4766-B406-04604BF828A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48588" y="226764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213" name="Flowchart: Connector 4212">
                            <a:extLst>
                              <a:ext uri="{FF2B5EF4-FFF2-40B4-BE49-F238E27FC236}">
                                <a16:creationId xmlns:a16="http://schemas.microsoft.com/office/drawing/2014/main" id="{DA6BF9D9-9EEB-4DB0-96B5-D0644F3F7FB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214" name="3D Model 4213" descr="Sphere">
                                <a:extLst>
                                  <a:ext uri="{FF2B5EF4-FFF2-40B4-BE49-F238E27FC236}">
                                    <a16:creationId xmlns:a16="http://schemas.microsoft.com/office/drawing/2014/main" id="{30FBFBC6-A7AF-4566-A4D0-E143E4D337C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561031793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2" name="3D Model 551" descr="Sphere">
                                <a:extLst>
                                  <a:ext uri="{FF2B5EF4-FFF2-40B4-BE49-F238E27FC236}">
                                    <a16:creationId xmlns:a16="http://schemas.microsoft.com/office/drawing/2014/main" id="{0A649C7F-F2E3-493F-BCFA-E4B276505982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95214" y="2282723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sp>
                    <p:nvSpPr>
                      <p:cNvPr id="4126" name="Flowchart: Connector 4125">
                        <a:extLst>
                          <a:ext uri="{FF2B5EF4-FFF2-40B4-BE49-F238E27FC236}">
                            <a16:creationId xmlns:a16="http://schemas.microsoft.com/office/drawing/2014/main" id="{0B48B384-FEF8-4230-ABF0-E14E6801B1E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06374" y="21384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127" name="Flowchart: Connector 4126">
                        <a:extLst>
                          <a:ext uri="{FF2B5EF4-FFF2-40B4-BE49-F238E27FC236}">
                            <a16:creationId xmlns:a16="http://schemas.microsoft.com/office/drawing/2014/main" id="{90F345F7-DA2A-4FBC-9D79-7ECC5409478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886236" y="22322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128" name="Flowchart: Connector 4127">
                        <a:extLst>
                          <a:ext uri="{FF2B5EF4-FFF2-40B4-BE49-F238E27FC236}">
                            <a16:creationId xmlns:a16="http://schemas.microsoft.com/office/drawing/2014/main" id="{A7B1D792-6824-465E-8BF9-6FF77B7266D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952806" y="22254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129" name="Flowchart: Connector 4128">
                        <a:extLst>
                          <a:ext uri="{FF2B5EF4-FFF2-40B4-BE49-F238E27FC236}">
                            <a16:creationId xmlns:a16="http://schemas.microsoft.com/office/drawing/2014/main" id="{D8D01D5C-4512-4DC4-AA1E-3D623267FC5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0272" y="25040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130" name="Flowchart: Connector 4129">
                        <a:extLst>
                          <a:ext uri="{FF2B5EF4-FFF2-40B4-BE49-F238E27FC236}">
                            <a16:creationId xmlns:a16="http://schemas.microsoft.com/office/drawing/2014/main" id="{8FBE386F-9302-4011-A131-70974754472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20633" y="28301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131" name="Flowchart: Connector 4130">
                        <a:extLst>
                          <a:ext uri="{FF2B5EF4-FFF2-40B4-BE49-F238E27FC236}">
                            <a16:creationId xmlns:a16="http://schemas.microsoft.com/office/drawing/2014/main" id="{452275E3-1498-4FA7-9E5B-23F0C83C8EE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29128" y="231321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132" name="Flowchart: Connector 4131">
                        <a:extLst>
                          <a:ext uri="{FF2B5EF4-FFF2-40B4-BE49-F238E27FC236}">
                            <a16:creationId xmlns:a16="http://schemas.microsoft.com/office/drawing/2014/main" id="{0E10B4D6-82AF-4D2B-85B8-C810C24281F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211385" y="230237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133" name="Flowchart: Connector 4132">
                        <a:extLst>
                          <a:ext uri="{FF2B5EF4-FFF2-40B4-BE49-F238E27FC236}">
                            <a16:creationId xmlns:a16="http://schemas.microsoft.com/office/drawing/2014/main" id="{40EF1E61-297E-4190-B724-32121AE35CA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1097" y="31484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grpSp>
                    <p:nvGrpSpPr>
                      <p:cNvPr id="4134" name="Group 4133">
                        <a:extLst>
                          <a:ext uri="{FF2B5EF4-FFF2-40B4-BE49-F238E27FC236}">
                            <a16:creationId xmlns:a16="http://schemas.microsoft.com/office/drawing/2014/main" id="{F041B040-8514-4AA2-889E-9B252EE3D08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20511" y="2127869"/>
                        <a:ext cx="1073693" cy="1496391"/>
                        <a:chOff x="2114936" y="1503359"/>
                        <a:chExt cx="1073693" cy="1496391"/>
                      </a:xfrm>
                    </p:grpSpPr>
                    <p:grpSp>
                      <p:nvGrpSpPr>
                        <p:cNvPr id="4135" name="Group 4134">
                          <a:extLst>
                            <a:ext uri="{FF2B5EF4-FFF2-40B4-BE49-F238E27FC236}">
                              <a16:creationId xmlns:a16="http://schemas.microsoft.com/office/drawing/2014/main" id="{11FE9C4C-71E0-4AF1-9DFE-E00A6E65663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7974" y="2474038"/>
                          <a:ext cx="1060655" cy="525712"/>
                          <a:chOff x="3721252" y="1733424"/>
                          <a:chExt cx="1060655" cy="525712"/>
                        </a:xfrm>
                      </p:grpSpPr>
                      <p:sp>
                        <p:nvSpPr>
                          <p:cNvPr id="4186" name="Flowchart: Connector 4185">
                            <a:extLst>
                              <a:ext uri="{FF2B5EF4-FFF2-40B4-BE49-F238E27FC236}">
                                <a16:creationId xmlns:a16="http://schemas.microsoft.com/office/drawing/2014/main" id="{DCB4C058-AC7B-4676-8E07-6595D061468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187" name="3D Model 4186" descr="Sphere">
                                <a:extLst>
                                  <a:ext uri="{FF2B5EF4-FFF2-40B4-BE49-F238E27FC236}">
                                    <a16:creationId xmlns:a16="http://schemas.microsoft.com/office/drawing/2014/main" id="{2B17169C-20E1-4639-ACC7-118376422F2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057378622"/>
                                  </p:ext>
                                </p:extLst>
                              </p:nvPr>
                            </p:nvGraphicFramePr>
                            <p:xfrm>
                              <a:off x="3721252" y="1733424"/>
                              <a:ext cx="299739" cy="299738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6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25" name="3D Model 524" descr="Sphere">
                                <a:extLst>
                                  <a:ext uri="{FF2B5EF4-FFF2-40B4-BE49-F238E27FC236}">
                                    <a16:creationId xmlns:a16="http://schemas.microsoft.com/office/drawing/2014/main" id="{7C296052-BFDD-4E1E-90E9-47DF8A39AA0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225048" y="2450427"/>
                                <a:ext cx="52066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188" name="Flowchart: Connector 4187">
                            <a:extLst>
                              <a:ext uri="{FF2B5EF4-FFF2-40B4-BE49-F238E27FC236}">
                                <a16:creationId xmlns:a16="http://schemas.microsoft.com/office/drawing/2014/main" id="{3D7A03A3-80D0-4219-8871-A78C3252676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189" name="3D Model 4188" descr="Sphere">
                                <a:extLst>
                                  <a:ext uri="{FF2B5EF4-FFF2-40B4-BE49-F238E27FC236}">
                                    <a16:creationId xmlns:a16="http://schemas.microsoft.com/office/drawing/2014/main" id="{87AC8CE3-2601-45BA-A2E7-1B6DD7C1021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705247675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190" name="Flowchart: Connector 4189">
                            <a:extLst>
                              <a:ext uri="{FF2B5EF4-FFF2-40B4-BE49-F238E27FC236}">
                                <a16:creationId xmlns:a16="http://schemas.microsoft.com/office/drawing/2014/main" id="{67D44CA8-B24C-4AB7-8662-5023D6566C5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191" name="3D Model 4190" descr="Sphere">
                                <a:extLst>
                                  <a:ext uri="{FF2B5EF4-FFF2-40B4-BE49-F238E27FC236}">
                                    <a16:creationId xmlns:a16="http://schemas.microsoft.com/office/drawing/2014/main" id="{AB728714-C67A-4186-A750-2C7812ABE20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48680697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192" name="Flowchart: Connector 4191">
                            <a:extLst>
                              <a:ext uri="{FF2B5EF4-FFF2-40B4-BE49-F238E27FC236}">
                                <a16:creationId xmlns:a16="http://schemas.microsoft.com/office/drawing/2014/main" id="{B5C6BAA7-5DFF-439A-A743-F64DE505687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193" name="3D Model 4192" descr="Sphere">
                                <a:extLst>
                                  <a:ext uri="{FF2B5EF4-FFF2-40B4-BE49-F238E27FC236}">
                                    <a16:creationId xmlns:a16="http://schemas.microsoft.com/office/drawing/2014/main" id="{4454C674-F931-4815-8068-30DD5258798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185522574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8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4136" name="Group 4135">
                          <a:extLst>
                            <a:ext uri="{FF2B5EF4-FFF2-40B4-BE49-F238E27FC236}">
                              <a16:creationId xmlns:a16="http://schemas.microsoft.com/office/drawing/2014/main" id="{5A69834C-E725-424B-AC3C-5C53FC21769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4615" y="2140429"/>
                          <a:ext cx="1064014" cy="637179"/>
                          <a:chOff x="3717893" y="1719497"/>
                          <a:chExt cx="1064014" cy="637179"/>
                        </a:xfrm>
                      </p:grpSpPr>
                      <p:sp>
                        <p:nvSpPr>
                          <p:cNvPr id="4170" name="Flowchart: Connector 4169">
                            <a:extLst>
                              <a:ext uri="{FF2B5EF4-FFF2-40B4-BE49-F238E27FC236}">
                                <a16:creationId xmlns:a16="http://schemas.microsoft.com/office/drawing/2014/main" id="{001DA0DC-5184-41BF-9CC4-A6932EB26C2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171" name="Flowchart: Connector 4170">
                            <a:extLst>
                              <a:ext uri="{FF2B5EF4-FFF2-40B4-BE49-F238E27FC236}">
                                <a16:creationId xmlns:a16="http://schemas.microsoft.com/office/drawing/2014/main" id="{3D9137D7-73FC-497D-92E0-F3FFB5E1957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172" name="Flowchart: Connector 4171">
                            <a:extLst>
                              <a:ext uri="{FF2B5EF4-FFF2-40B4-BE49-F238E27FC236}">
                                <a16:creationId xmlns:a16="http://schemas.microsoft.com/office/drawing/2014/main" id="{6F527EED-DA99-4A36-8A7F-7BA0857221A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173" name="Flowchart: Connector 4172">
                            <a:extLst>
                              <a:ext uri="{FF2B5EF4-FFF2-40B4-BE49-F238E27FC236}">
                                <a16:creationId xmlns:a16="http://schemas.microsoft.com/office/drawing/2014/main" id="{2546DFA3-6275-4320-AA02-B89B4D7DC9E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174" name="Flowchart: Connector 4173">
                            <a:extLst>
                              <a:ext uri="{FF2B5EF4-FFF2-40B4-BE49-F238E27FC236}">
                                <a16:creationId xmlns:a16="http://schemas.microsoft.com/office/drawing/2014/main" id="{A874562E-00B0-46A5-AC70-843ACBB786F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175" name="Flowchart: Connector 4174">
                            <a:extLst>
                              <a:ext uri="{FF2B5EF4-FFF2-40B4-BE49-F238E27FC236}">
                                <a16:creationId xmlns:a16="http://schemas.microsoft.com/office/drawing/2014/main" id="{FD1C50C2-C2CE-4DC3-8A55-9C9DEF20A33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176" name="Flowchart: Connector 4175">
                            <a:extLst>
                              <a:ext uri="{FF2B5EF4-FFF2-40B4-BE49-F238E27FC236}">
                                <a16:creationId xmlns:a16="http://schemas.microsoft.com/office/drawing/2014/main" id="{9793438F-5B77-4D3C-A3F2-8AFACD0B2D0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177" name="Flowchart: Connector 4176">
                            <a:extLst>
                              <a:ext uri="{FF2B5EF4-FFF2-40B4-BE49-F238E27FC236}">
                                <a16:creationId xmlns:a16="http://schemas.microsoft.com/office/drawing/2014/main" id="{969AF7D5-E4E5-4356-9012-0A90464BD8E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178" name="Flowchart: Connector 4177">
                            <a:extLst>
                              <a:ext uri="{FF2B5EF4-FFF2-40B4-BE49-F238E27FC236}">
                                <a16:creationId xmlns:a16="http://schemas.microsoft.com/office/drawing/2014/main" id="{B5EB6DD8-DFC7-4017-ABAF-48A4C0F5AA5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179" name="3D Model 4178" descr="Sphere">
                                <a:extLst>
                                  <a:ext uri="{FF2B5EF4-FFF2-40B4-BE49-F238E27FC236}">
                                    <a16:creationId xmlns:a16="http://schemas.microsoft.com/office/drawing/2014/main" id="{78EB0FB5-7FF7-4448-9999-5B79DD836BE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895665717"/>
                                  </p:ext>
                                </p:extLst>
                              </p:nvPr>
                            </p:nvGraphicFramePr>
                            <p:xfrm>
                              <a:off x="3717893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17" name="3D Model 516" descr="Sphere">
                                <a:extLst>
                                  <a:ext uri="{FF2B5EF4-FFF2-40B4-BE49-F238E27FC236}">
                                    <a16:creationId xmlns:a16="http://schemas.microsoft.com/office/drawing/2014/main" id="{EEC73CE8-5EF1-49B8-88DD-6C958365703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224464" y="238759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180" name="Flowchart: Connector 4179">
                            <a:extLst>
                              <a:ext uri="{FF2B5EF4-FFF2-40B4-BE49-F238E27FC236}">
                                <a16:creationId xmlns:a16="http://schemas.microsoft.com/office/drawing/2014/main" id="{DCB0F726-A745-4C62-8DBC-CBB466BB984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181" name="3D Model 4180" descr="Sphere">
                                <a:extLst>
                                  <a:ext uri="{FF2B5EF4-FFF2-40B4-BE49-F238E27FC236}">
                                    <a16:creationId xmlns:a16="http://schemas.microsoft.com/office/drawing/2014/main" id="{AC4F9A99-EAE8-4DC8-A7CD-9DFAFB7681D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737093788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182" name="Flowchart: Connector 4181">
                            <a:extLst>
                              <a:ext uri="{FF2B5EF4-FFF2-40B4-BE49-F238E27FC236}">
                                <a16:creationId xmlns:a16="http://schemas.microsoft.com/office/drawing/2014/main" id="{72A92E4B-3404-4818-B8E2-E8FB73D3BEC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183" name="3D Model 4182" descr="Sphere">
                                <a:extLst>
                                  <a:ext uri="{FF2B5EF4-FFF2-40B4-BE49-F238E27FC236}">
                                    <a16:creationId xmlns:a16="http://schemas.microsoft.com/office/drawing/2014/main" id="{430E6BED-9A2A-4CA3-A9CD-6916A13B725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843304188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184" name="Flowchart: Connector 4183">
                            <a:extLst>
                              <a:ext uri="{FF2B5EF4-FFF2-40B4-BE49-F238E27FC236}">
                                <a16:creationId xmlns:a16="http://schemas.microsoft.com/office/drawing/2014/main" id="{C3970D34-0409-46FD-93FB-B006F9D839E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185" name="3D Model 4184" descr="Sphere">
                                <a:extLst>
                                  <a:ext uri="{FF2B5EF4-FFF2-40B4-BE49-F238E27FC236}">
                                    <a16:creationId xmlns:a16="http://schemas.microsoft.com/office/drawing/2014/main" id="{48E8EB9D-C176-4D2F-8848-AF2004B78F5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585199194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4137" name="Group 4136">
                          <a:extLst>
                            <a:ext uri="{FF2B5EF4-FFF2-40B4-BE49-F238E27FC236}">
                              <a16:creationId xmlns:a16="http://schemas.microsoft.com/office/drawing/2014/main" id="{70CAA718-40D9-4AE3-B21B-863626CA48B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936" y="1817250"/>
                          <a:ext cx="1064014" cy="643455"/>
                          <a:chOff x="3717893" y="1713221"/>
                          <a:chExt cx="1064014" cy="643455"/>
                        </a:xfrm>
                      </p:grpSpPr>
                      <p:sp>
                        <p:nvSpPr>
                          <p:cNvPr id="4154" name="Flowchart: Connector 4153">
                            <a:extLst>
                              <a:ext uri="{FF2B5EF4-FFF2-40B4-BE49-F238E27FC236}">
                                <a16:creationId xmlns:a16="http://schemas.microsoft.com/office/drawing/2014/main" id="{1476985F-D97A-4BC0-B531-34F8AE47FE9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155" name="Flowchart: Connector 4154">
                            <a:extLst>
                              <a:ext uri="{FF2B5EF4-FFF2-40B4-BE49-F238E27FC236}">
                                <a16:creationId xmlns:a16="http://schemas.microsoft.com/office/drawing/2014/main" id="{70F5E81C-E3F2-4287-9E37-47CDDA89491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156" name="Flowchart: Connector 4155">
                            <a:extLst>
                              <a:ext uri="{FF2B5EF4-FFF2-40B4-BE49-F238E27FC236}">
                                <a16:creationId xmlns:a16="http://schemas.microsoft.com/office/drawing/2014/main" id="{B6F9063E-A48B-423B-B4EB-50AE1D88D60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157" name="Flowchart: Connector 4156">
                            <a:extLst>
                              <a:ext uri="{FF2B5EF4-FFF2-40B4-BE49-F238E27FC236}">
                                <a16:creationId xmlns:a16="http://schemas.microsoft.com/office/drawing/2014/main" id="{2CF2E39C-03D6-4039-82EF-A69CEA8006A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158" name="Flowchart: Connector 4157">
                            <a:extLst>
                              <a:ext uri="{FF2B5EF4-FFF2-40B4-BE49-F238E27FC236}">
                                <a16:creationId xmlns:a16="http://schemas.microsoft.com/office/drawing/2014/main" id="{B5F50D34-3089-4837-A469-F93D14AFCEB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159" name="Flowchart: Connector 4158">
                            <a:extLst>
                              <a:ext uri="{FF2B5EF4-FFF2-40B4-BE49-F238E27FC236}">
                                <a16:creationId xmlns:a16="http://schemas.microsoft.com/office/drawing/2014/main" id="{E389D76E-D7DC-4255-884C-6739DDEA4AA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160" name="Flowchart: Connector 4159">
                            <a:extLst>
                              <a:ext uri="{FF2B5EF4-FFF2-40B4-BE49-F238E27FC236}">
                                <a16:creationId xmlns:a16="http://schemas.microsoft.com/office/drawing/2014/main" id="{942F40B4-32B7-4DAE-A06E-47754270EC7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161" name="Flowchart: Connector 4160">
                            <a:extLst>
                              <a:ext uri="{FF2B5EF4-FFF2-40B4-BE49-F238E27FC236}">
                                <a16:creationId xmlns:a16="http://schemas.microsoft.com/office/drawing/2014/main" id="{22306619-1BC8-4618-9026-5AFDE92A988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162" name="Flowchart: Connector 4161">
                            <a:extLst>
                              <a:ext uri="{FF2B5EF4-FFF2-40B4-BE49-F238E27FC236}">
                                <a16:creationId xmlns:a16="http://schemas.microsoft.com/office/drawing/2014/main" id="{1D7FF78A-9539-4132-B7DD-531AAC23E30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163" name="3D Model 4162" descr="Sphere">
                                <a:extLst>
                                  <a:ext uri="{FF2B5EF4-FFF2-40B4-BE49-F238E27FC236}">
                                    <a16:creationId xmlns:a16="http://schemas.microsoft.com/office/drawing/2014/main" id="{41157485-59C7-44B9-8CF7-C1485F84D05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086766773"/>
                                  </p:ext>
                                </p:extLst>
                              </p:nvPr>
                            </p:nvGraphicFramePr>
                            <p:xfrm>
                              <a:off x="3717893" y="171322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01" name="3D Model 500" descr="Sphere">
                                <a:extLst>
                                  <a:ext uri="{FF2B5EF4-FFF2-40B4-BE49-F238E27FC236}">
                                    <a16:creationId xmlns:a16="http://schemas.microsoft.com/office/drawing/2014/main" id="{264BA7C0-B138-431D-801E-995913A2B56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222783" y="232672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164" name="Flowchart: Connector 4163">
                            <a:extLst>
                              <a:ext uri="{FF2B5EF4-FFF2-40B4-BE49-F238E27FC236}">
                                <a16:creationId xmlns:a16="http://schemas.microsoft.com/office/drawing/2014/main" id="{C6CE7640-26F4-4AD8-85A9-8E6420B9453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165" name="3D Model 4164" descr="Sphere">
                                <a:extLst>
                                  <a:ext uri="{FF2B5EF4-FFF2-40B4-BE49-F238E27FC236}">
                                    <a16:creationId xmlns:a16="http://schemas.microsoft.com/office/drawing/2014/main" id="{97FC6206-7167-4B2E-A125-20E14B445F4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488383431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03" name="3D Model 502" descr="Sphere">
                                <a:extLst>
                                  <a:ext uri="{FF2B5EF4-FFF2-40B4-BE49-F238E27FC236}">
                                    <a16:creationId xmlns:a16="http://schemas.microsoft.com/office/drawing/2014/main" id="{C6B1DA16-6D44-4BF5-8BBD-CFD9B019426D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264484" y="234259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166" name="Flowchart: Connector 4165">
                            <a:extLst>
                              <a:ext uri="{FF2B5EF4-FFF2-40B4-BE49-F238E27FC236}">
                                <a16:creationId xmlns:a16="http://schemas.microsoft.com/office/drawing/2014/main" id="{0F0A807F-EFB2-4972-B069-F958558FD59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167" name="3D Model 4166" descr="Sphere">
                                <a:extLst>
                                  <a:ext uri="{FF2B5EF4-FFF2-40B4-BE49-F238E27FC236}">
                                    <a16:creationId xmlns:a16="http://schemas.microsoft.com/office/drawing/2014/main" id="{32AC35BA-B345-48A7-923B-A1C15758FD1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93709981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168" name="Flowchart: Connector 4167">
                            <a:extLst>
                              <a:ext uri="{FF2B5EF4-FFF2-40B4-BE49-F238E27FC236}">
                                <a16:creationId xmlns:a16="http://schemas.microsoft.com/office/drawing/2014/main" id="{8DDFA73B-C9D6-4B0C-BD5F-B7E47AAA5F6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169" name="3D Model 4168" descr="Sphere">
                                <a:extLst>
                                  <a:ext uri="{FF2B5EF4-FFF2-40B4-BE49-F238E27FC236}">
                                    <a16:creationId xmlns:a16="http://schemas.microsoft.com/office/drawing/2014/main" id="{35E31307-7AFC-47CF-B1EA-F1212F05642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159275549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4138" name="Flowchart: Connector 4137">
                          <a:extLst>
                            <a:ext uri="{FF2B5EF4-FFF2-40B4-BE49-F238E27FC236}">
                              <a16:creationId xmlns:a16="http://schemas.microsoft.com/office/drawing/2014/main" id="{87A30BD7-8070-496F-A623-2A19F430B1F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139" name="Flowchart: Connector 4138">
                          <a:extLst>
                            <a:ext uri="{FF2B5EF4-FFF2-40B4-BE49-F238E27FC236}">
                              <a16:creationId xmlns:a16="http://schemas.microsoft.com/office/drawing/2014/main" id="{2466D8FD-5849-4101-ACDB-7037CC6E1A4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140" name="Flowchart: Connector 4139">
                          <a:extLst>
                            <a:ext uri="{FF2B5EF4-FFF2-40B4-BE49-F238E27FC236}">
                              <a16:creationId xmlns:a16="http://schemas.microsoft.com/office/drawing/2014/main" id="{67677F0C-862D-44DA-8F33-2CC3859F984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26347" y="177334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141" name="Flowchart: Connector 4140">
                          <a:extLst>
                            <a:ext uri="{FF2B5EF4-FFF2-40B4-BE49-F238E27FC236}">
                              <a16:creationId xmlns:a16="http://schemas.microsoft.com/office/drawing/2014/main" id="{08FE3520-2EF1-4B87-B0F8-E76D8506CCC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142" name="Flowchart: Connector 4141">
                          <a:extLst>
                            <a:ext uri="{FF2B5EF4-FFF2-40B4-BE49-F238E27FC236}">
                              <a16:creationId xmlns:a16="http://schemas.microsoft.com/office/drawing/2014/main" id="{D6610D64-CF3F-4A41-A546-568CB262AE3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143" name="Flowchart: Connector 4142">
                          <a:extLst>
                            <a:ext uri="{FF2B5EF4-FFF2-40B4-BE49-F238E27FC236}">
                              <a16:creationId xmlns:a16="http://schemas.microsoft.com/office/drawing/2014/main" id="{805FB63D-59C9-40F8-9CE0-EB37580C6D6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144" name="Flowchart: Connector 4143">
                          <a:extLst>
                            <a:ext uri="{FF2B5EF4-FFF2-40B4-BE49-F238E27FC236}">
                              <a16:creationId xmlns:a16="http://schemas.microsoft.com/office/drawing/2014/main" id="{35EB2731-E447-40AA-B11E-DF1A2BB686E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145" name="Flowchart: Connector 4144">
                          <a:extLst>
                            <a:ext uri="{FF2B5EF4-FFF2-40B4-BE49-F238E27FC236}">
                              <a16:creationId xmlns:a16="http://schemas.microsoft.com/office/drawing/2014/main" id="{DDA89D1F-696D-4544-A1A7-6A34A137077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146" name="Flowchart: Connector 4145">
                          <a:extLst>
                            <a:ext uri="{FF2B5EF4-FFF2-40B4-BE49-F238E27FC236}">
                              <a16:creationId xmlns:a16="http://schemas.microsoft.com/office/drawing/2014/main" id="{44946E39-1C19-4096-A6D5-132966C2F44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147" name="3D Model 4146" descr="Sphere">
                              <a:extLst>
                                <a:ext uri="{FF2B5EF4-FFF2-40B4-BE49-F238E27FC236}">
                                  <a16:creationId xmlns:a16="http://schemas.microsoft.com/office/drawing/2014/main" id="{D76DD4E7-5E6C-4898-94C2-9B726890FF6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593040663"/>
                                </p:ext>
                              </p:extLst>
                            </p:nvPr>
                          </p:nvGraphicFramePr>
                          <p:xfrm>
                            <a:off x="2122087" y="1503359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433448" ay="1433014" az="-1105299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7"/>
                                </am3d:raster>
                                <am3d:objViewport viewportSz="5757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485" name="3D Model 484" descr="Sphere">
                              <a:extLst>
                                <a:ext uri="{FF2B5EF4-FFF2-40B4-BE49-F238E27FC236}">
                                  <a16:creationId xmlns:a16="http://schemas.microsoft.com/office/drawing/2014/main" id="{E392EAF6-8834-406F-86CA-8AE04F51D4E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224025" y="2267602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148" name="Flowchart: Connector 4147">
                          <a:extLst>
                            <a:ext uri="{FF2B5EF4-FFF2-40B4-BE49-F238E27FC236}">
                              <a16:creationId xmlns:a16="http://schemas.microsoft.com/office/drawing/2014/main" id="{16CCAE92-C4E4-43BD-AF2F-F816EDA0D6E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149" name="3D Model 4148" descr="Sphere">
                              <a:extLst>
                                <a:ext uri="{FF2B5EF4-FFF2-40B4-BE49-F238E27FC236}">
                                  <a16:creationId xmlns:a16="http://schemas.microsoft.com/office/drawing/2014/main" id="{315B4447-CF6B-446A-96BF-85E2F46CE69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170049763"/>
                                </p:ext>
                              </p:extLst>
                            </p:nvPr>
                          </p:nvGraphicFramePr>
                          <p:xfrm>
                            <a:off x="2368043" y="1593681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5"/>
                                </am3d:raster>
                                <am3d:objViewport viewportSz="5886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487" name="3D Model 486" descr="Sphere">
                              <a:extLst>
                                <a:ext uri="{FF2B5EF4-FFF2-40B4-BE49-F238E27FC236}">
                                  <a16:creationId xmlns:a16="http://schemas.microsoft.com/office/drawing/2014/main" id="{7A2DCE6F-9C05-4A7C-B3AF-B30F2B8EA8A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266749" y="2284614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150" name="Flowchart: Connector 4149">
                          <a:extLst>
                            <a:ext uri="{FF2B5EF4-FFF2-40B4-BE49-F238E27FC236}">
                              <a16:creationId xmlns:a16="http://schemas.microsoft.com/office/drawing/2014/main" id="{2916F743-305A-4A67-B928-5A5F840A3C0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151" name="3D Model 4150" descr="Sphere">
                              <a:extLst>
                                <a:ext uri="{FF2B5EF4-FFF2-40B4-BE49-F238E27FC236}">
                                  <a16:creationId xmlns:a16="http://schemas.microsoft.com/office/drawing/2014/main" id="{C4AB1036-E6F2-4074-A31E-08029030937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183434283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3235" cy="6170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7"/>
                                </am3d:raster>
                                <am3d:objViewport viewportSz="6018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489" name="3D Model 488" descr="Sphere">
                              <a:extLst>
                                <a:ext uri="{FF2B5EF4-FFF2-40B4-BE49-F238E27FC236}">
                                  <a16:creationId xmlns:a16="http://schemas.microsoft.com/office/drawing/2014/main" id="{35E3BD2E-BC4B-4CB6-9E17-43B614D5496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3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308636" y="2293630"/>
                              <a:ext cx="53235" cy="61702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152" name="Flowchart: Connector 4151">
                          <a:extLst>
                            <a:ext uri="{FF2B5EF4-FFF2-40B4-BE49-F238E27FC236}">
                              <a16:creationId xmlns:a16="http://schemas.microsoft.com/office/drawing/2014/main" id="{37391595-90C1-4345-9554-EA48DEA35D8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153" name="3D Model 4152" descr="Sphere">
                              <a:extLst>
                                <a:ext uri="{FF2B5EF4-FFF2-40B4-BE49-F238E27FC236}">
                                  <a16:creationId xmlns:a16="http://schemas.microsoft.com/office/drawing/2014/main" id="{C02D5BA0-0FAA-436F-807C-E0786FD2D96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266863570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1045" cy="5891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9"/>
                                </am3d:raster>
                                <am3d:objViewport viewportSz="5955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491" name="3D Model 490" descr="Sphere">
                              <a:extLst>
                                <a:ext uri="{FF2B5EF4-FFF2-40B4-BE49-F238E27FC236}">
                                  <a16:creationId xmlns:a16="http://schemas.microsoft.com/office/drawing/2014/main" id="{5DB00BF2-FEF3-4A21-8D32-D13B3D5675F5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355262" y="2310024"/>
                              <a:ext cx="51045" cy="589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4043" name="Group 4042">
                      <a:extLst>
                        <a:ext uri="{FF2B5EF4-FFF2-40B4-BE49-F238E27FC236}">
                          <a16:creationId xmlns:a16="http://schemas.microsoft.com/office/drawing/2014/main" id="{6106304D-0D7D-47A9-9535-F5FE96F72A6E}"/>
                        </a:ext>
                      </a:extLst>
                    </p:cNvPr>
                    <p:cNvGrpSpPr/>
                    <p:nvPr/>
                  </p:nvGrpSpPr>
                  <p:grpSpPr>
                    <a:xfrm rot="18542409">
                      <a:off x="2257159" y="236280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4113" name="Freeform: Shape 4112">
                        <a:extLst>
                          <a:ext uri="{FF2B5EF4-FFF2-40B4-BE49-F238E27FC236}">
                            <a16:creationId xmlns:a16="http://schemas.microsoft.com/office/drawing/2014/main" id="{CE5A9C43-C5B1-43C2-B197-DF696E0183F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114" name="Rectangle: Rounded Corners 4113">
                        <a:extLst>
                          <a:ext uri="{FF2B5EF4-FFF2-40B4-BE49-F238E27FC236}">
                            <a16:creationId xmlns:a16="http://schemas.microsoft.com/office/drawing/2014/main" id="{07A78F30-7D45-45FD-9CA4-7EC82BA886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044" name="Group 4043">
                      <a:extLst>
                        <a:ext uri="{FF2B5EF4-FFF2-40B4-BE49-F238E27FC236}">
                          <a16:creationId xmlns:a16="http://schemas.microsoft.com/office/drawing/2014/main" id="{684D6F4A-0C44-4451-BB14-CB24315C0B16}"/>
                        </a:ext>
                      </a:extLst>
                    </p:cNvPr>
                    <p:cNvGrpSpPr/>
                    <p:nvPr/>
                  </p:nvGrpSpPr>
                  <p:grpSpPr>
                    <a:xfrm rot="17122200">
                      <a:off x="1187274" y="235013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4111" name="Freeform: Shape 4110">
                        <a:extLst>
                          <a:ext uri="{FF2B5EF4-FFF2-40B4-BE49-F238E27FC236}">
                            <a16:creationId xmlns:a16="http://schemas.microsoft.com/office/drawing/2014/main" id="{4C87AA73-E8AD-4927-AEE2-76C8D69B9C4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112" name="Rectangle: Rounded Corners 4111">
                        <a:extLst>
                          <a:ext uri="{FF2B5EF4-FFF2-40B4-BE49-F238E27FC236}">
                            <a16:creationId xmlns:a16="http://schemas.microsoft.com/office/drawing/2014/main" id="{D5248685-32A4-47F4-872E-53A0D8009A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045" name="Group 4044">
                      <a:extLst>
                        <a:ext uri="{FF2B5EF4-FFF2-40B4-BE49-F238E27FC236}">
                          <a16:creationId xmlns:a16="http://schemas.microsoft.com/office/drawing/2014/main" id="{C99649D5-F5C8-4778-B490-8F1AC5E0379B}"/>
                        </a:ext>
                      </a:extLst>
                    </p:cNvPr>
                    <p:cNvGrpSpPr/>
                    <p:nvPr/>
                  </p:nvGrpSpPr>
                  <p:grpSpPr>
                    <a:xfrm rot="658209">
                      <a:off x="2479276" y="3323586"/>
                      <a:ext cx="746642" cy="235253"/>
                      <a:chOff x="2620172" y="2546175"/>
                      <a:chExt cx="834986" cy="143092"/>
                    </a:xfrm>
                  </p:grpSpPr>
                  <p:sp>
                    <p:nvSpPr>
                      <p:cNvPr id="4109" name="Freeform: Shape 4108">
                        <a:extLst>
                          <a:ext uri="{FF2B5EF4-FFF2-40B4-BE49-F238E27FC236}">
                            <a16:creationId xmlns:a16="http://schemas.microsoft.com/office/drawing/2014/main" id="{AEA9434C-856B-4CE6-B588-1521FB7C2EE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110" name="Rectangle: Rounded Corners 4109">
                        <a:extLst>
                          <a:ext uri="{FF2B5EF4-FFF2-40B4-BE49-F238E27FC236}">
                            <a16:creationId xmlns:a16="http://schemas.microsoft.com/office/drawing/2014/main" id="{6691FEE3-6B35-4C3F-9AB7-392F070408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046" name="Group 4045">
                      <a:extLst>
                        <a:ext uri="{FF2B5EF4-FFF2-40B4-BE49-F238E27FC236}">
                          <a16:creationId xmlns:a16="http://schemas.microsoft.com/office/drawing/2014/main" id="{F8DF2ACC-90BE-4686-8BE8-AD9689BF9CF9}"/>
                        </a:ext>
                      </a:extLst>
                    </p:cNvPr>
                    <p:cNvGrpSpPr/>
                    <p:nvPr/>
                  </p:nvGrpSpPr>
                  <p:grpSpPr>
                    <a:xfrm rot="18837888">
                      <a:off x="1789768" y="223810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4107" name="Freeform: Shape 4106">
                        <a:extLst>
                          <a:ext uri="{FF2B5EF4-FFF2-40B4-BE49-F238E27FC236}">
                            <a16:creationId xmlns:a16="http://schemas.microsoft.com/office/drawing/2014/main" id="{04F757AA-6F5A-47DF-A046-B5DF99F325D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108" name="Rectangle: Rounded Corners 4107">
                        <a:extLst>
                          <a:ext uri="{FF2B5EF4-FFF2-40B4-BE49-F238E27FC236}">
                            <a16:creationId xmlns:a16="http://schemas.microsoft.com/office/drawing/2014/main" id="{FD22FD77-6454-4976-B604-2C3DA37776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047" name="Group 4046">
                      <a:extLst>
                        <a:ext uri="{FF2B5EF4-FFF2-40B4-BE49-F238E27FC236}">
                          <a16:creationId xmlns:a16="http://schemas.microsoft.com/office/drawing/2014/main" id="{1DDAED08-4C47-42B7-9C46-FCE35F2F07C9}"/>
                        </a:ext>
                      </a:extLst>
                    </p:cNvPr>
                    <p:cNvGrpSpPr/>
                    <p:nvPr/>
                  </p:nvGrpSpPr>
                  <p:grpSpPr>
                    <a:xfrm rot="16200000">
                      <a:off x="563034" y="2429570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4105" name="Freeform: Shape 4104">
                        <a:extLst>
                          <a:ext uri="{FF2B5EF4-FFF2-40B4-BE49-F238E27FC236}">
                            <a16:creationId xmlns:a16="http://schemas.microsoft.com/office/drawing/2014/main" id="{89B54C71-3F06-4A9E-B86C-0FED9734203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106" name="Rectangle: Rounded Corners 4105">
                        <a:extLst>
                          <a:ext uri="{FF2B5EF4-FFF2-40B4-BE49-F238E27FC236}">
                            <a16:creationId xmlns:a16="http://schemas.microsoft.com/office/drawing/2014/main" id="{CACAEAB7-BFA3-4D20-9060-1121872210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048" name="Group 4047">
                      <a:extLst>
                        <a:ext uri="{FF2B5EF4-FFF2-40B4-BE49-F238E27FC236}">
                          <a16:creationId xmlns:a16="http://schemas.microsoft.com/office/drawing/2014/main" id="{FE4BA3F7-663C-43D7-BBBF-E811C3D35033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350328" y="442527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4103" name="Freeform: Shape 4102">
                        <a:extLst>
                          <a:ext uri="{FF2B5EF4-FFF2-40B4-BE49-F238E27FC236}">
                            <a16:creationId xmlns:a16="http://schemas.microsoft.com/office/drawing/2014/main" id="{DF91E757-8DF6-4A19-8B40-E68268138DD4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104" name="Rectangle: Rounded Corners 4103">
                        <a:extLst>
                          <a:ext uri="{FF2B5EF4-FFF2-40B4-BE49-F238E27FC236}">
                            <a16:creationId xmlns:a16="http://schemas.microsoft.com/office/drawing/2014/main" id="{6E357CFB-6BEA-4305-BE97-4D38C39DB86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049" name="Group 4048">
                      <a:extLst>
                        <a:ext uri="{FF2B5EF4-FFF2-40B4-BE49-F238E27FC236}">
                          <a16:creationId xmlns:a16="http://schemas.microsoft.com/office/drawing/2014/main" id="{95BED203-C35F-46EF-BE19-B269BADD672F}"/>
                        </a:ext>
                      </a:extLst>
                    </p:cNvPr>
                    <p:cNvGrpSpPr/>
                    <p:nvPr/>
                  </p:nvGrpSpPr>
                  <p:grpSpPr>
                    <a:xfrm rot="5880914">
                      <a:off x="789613" y="438062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4101" name="Freeform: Shape 4100">
                        <a:extLst>
                          <a:ext uri="{FF2B5EF4-FFF2-40B4-BE49-F238E27FC236}">
                            <a16:creationId xmlns:a16="http://schemas.microsoft.com/office/drawing/2014/main" id="{9529AC6F-5BF6-4C39-9B92-A31BB7296A3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102" name="Rectangle: Rounded Corners 4101">
                        <a:extLst>
                          <a:ext uri="{FF2B5EF4-FFF2-40B4-BE49-F238E27FC236}">
                            <a16:creationId xmlns:a16="http://schemas.microsoft.com/office/drawing/2014/main" id="{B432993C-AB3C-405F-8922-3617E8A18C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050" name="Group 4049">
                      <a:extLst>
                        <a:ext uri="{FF2B5EF4-FFF2-40B4-BE49-F238E27FC236}">
                          <a16:creationId xmlns:a16="http://schemas.microsoft.com/office/drawing/2014/main" id="{16BB213F-D438-490D-AC0D-1E3A511B639F}"/>
                        </a:ext>
                      </a:extLst>
                    </p:cNvPr>
                    <p:cNvGrpSpPr/>
                    <p:nvPr/>
                  </p:nvGrpSpPr>
                  <p:grpSpPr>
                    <a:xfrm rot="13587211">
                      <a:off x="651990" y="2929858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4099" name="Freeform: Shape 4098">
                        <a:extLst>
                          <a:ext uri="{FF2B5EF4-FFF2-40B4-BE49-F238E27FC236}">
                            <a16:creationId xmlns:a16="http://schemas.microsoft.com/office/drawing/2014/main" id="{E5595A73-14D4-4A51-8FDA-C843426FB16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100" name="Rectangle: Rounded Corners 4099">
                        <a:extLst>
                          <a:ext uri="{FF2B5EF4-FFF2-40B4-BE49-F238E27FC236}">
                            <a16:creationId xmlns:a16="http://schemas.microsoft.com/office/drawing/2014/main" id="{947DD208-9996-4470-BC95-8F11405863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051" name="Group 4050">
                      <a:extLst>
                        <a:ext uri="{FF2B5EF4-FFF2-40B4-BE49-F238E27FC236}">
                          <a16:creationId xmlns:a16="http://schemas.microsoft.com/office/drawing/2014/main" id="{335AD64F-0047-47BA-9E3D-3EE26CD847DE}"/>
                        </a:ext>
                      </a:extLst>
                    </p:cNvPr>
                    <p:cNvGrpSpPr/>
                    <p:nvPr/>
                  </p:nvGrpSpPr>
                  <p:grpSpPr>
                    <a:xfrm rot="11351284">
                      <a:off x="163719" y="3807693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4097" name="Freeform: Shape 4096">
                        <a:extLst>
                          <a:ext uri="{FF2B5EF4-FFF2-40B4-BE49-F238E27FC236}">
                            <a16:creationId xmlns:a16="http://schemas.microsoft.com/office/drawing/2014/main" id="{A8EA7699-7883-4B97-BA7B-8174BF8D446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098" name="Rectangle: Rounded Corners 4097">
                        <a:extLst>
                          <a:ext uri="{FF2B5EF4-FFF2-40B4-BE49-F238E27FC236}">
                            <a16:creationId xmlns:a16="http://schemas.microsoft.com/office/drawing/2014/main" id="{83E7E6BB-BF49-4B7D-91A7-9766BE4221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052" name="Group 4051">
                      <a:extLst>
                        <a:ext uri="{FF2B5EF4-FFF2-40B4-BE49-F238E27FC236}">
                          <a16:creationId xmlns:a16="http://schemas.microsoft.com/office/drawing/2014/main" id="{A63B4630-DE54-474A-8133-B66FEE9C9029}"/>
                        </a:ext>
                      </a:extLst>
                    </p:cNvPr>
                    <p:cNvGrpSpPr/>
                    <p:nvPr/>
                  </p:nvGrpSpPr>
                  <p:grpSpPr>
                    <a:xfrm rot="4193783">
                      <a:off x="2062756" y="4148262"/>
                      <a:ext cx="706454" cy="171076"/>
                      <a:chOff x="2620172" y="2546175"/>
                      <a:chExt cx="834986" cy="143092"/>
                    </a:xfrm>
                  </p:grpSpPr>
                  <p:sp>
                    <p:nvSpPr>
                      <p:cNvPr id="4095" name="Freeform: Shape 4094">
                        <a:extLst>
                          <a:ext uri="{FF2B5EF4-FFF2-40B4-BE49-F238E27FC236}">
                            <a16:creationId xmlns:a16="http://schemas.microsoft.com/office/drawing/2014/main" id="{37F4CFAC-095B-4574-AB3D-A64E7A3EAA8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096" name="Rectangle: Rounded Corners 4095">
                        <a:extLst>
                          <a:ext uri="{FF2B5EF4-FFF2-40B4-BE49-F238E27FC236}">
                            <a16:creationId xmlns:a16="http://schemas.microsoft.com/office/drawing/2014/main" id="{8DAFB06A-80EC-455C-9772-0F8CE5FE18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053" name="Group 4052">
                      <a:extLst>
                        <a:ext uri="{FF2B5EF4-FFF2-40B4-BE49-F238E27FC236}">
                          <a16:creationId xmlns:a16="http://schemas.microsoft.com/office/drawing/2014/main" id="{2C74FEDE-FAC5-478D-9FAA-6D2A4552A3F7}"/>
                        </a:ext>
                      </a:extLst>
                    </p:cNvPr>
                    <p:cNvGrpSpPr/>
                    <p:nvPr/>
                  </p:nvGrpSpPr>
                  <p:grpSpPr>
                    <a:xfrm rot="1837203">
                      <a:off x="2331692" y="387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4093" name="Freeform: Shape 4092">
                        <a:extLst>
                          <a:ext uri="{FF2B5EF4-FFF2-40B4-BE49-F238E27FC236}">
                            <a16:creationId xmlns:a16="http://schemas.microsoft.com/office/drawing/2014/main" id="{2C0009EA-340C-48E1-8384-358C1597680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094" name="Rectangle: Rounded Corners 4093">
                        <a:extLst>
                          <a:ext uri="{FF2B5EF4-FFF2-40B4-BE49-F238E27FC236}">
                            <a16:creationId xmlns:a16="http://schemas.microsoft.com/office/drawing/2014/main" id="{4C10CA5C-263E-4E05-A7B8-6742ADB81E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054" name="Group 4053">
                      <a:extLst>
                        <a:ext uri="{FF2B5EF4-FFF2-40B4-BE49-F238E27FC236}">
                          <a16:creationId xmlns:a16="http://schemas.microsoft.com/office/drawing/2014/main" id="{B70DC444-45E5-4810-A755-D86472A34015}"/>
                        </a:ext>
                      </a:extLst>
                    </p:cNvPr>
                    <p:cNvGrpSpPr/>
                    <p:nvPr/>
                  </p:nvGrpSpPr>
                  <p:grpSpPr>
                    <a:xfrm rot="932650">
                      <a:off x="2489621" y="310501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4091" name="Freeform: Shape 4090">
                        <a:extLst>
                          <a:ext uri="{FF2B5EF4-FFF2-40B4-BE49-F238E27FC236}">
                            <a16:creationId xmlns:a16="http://schemas.microsoft.com/office/drawing/2014/main" id="{BDFD714C-65F0-4E3B-BC51-21002C92747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092" name="Rectangle: Rounded Corners 4091">
                        <a:extLst>
                          <a:ext uri="{FF2B5EF4-FFF2-40B4-BE49-F238E27FC236}">
                            <a16:creationId xmlns:a16="http://schemas.microsoft.com/office/drawing/2014/main" id="{D1575B98-6EF7-4B3B-AA96-48C7E986A7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055" name="Group 4054">
                      <a:extLst>
                        <a:ext uri="{FF2B5EF4-FFF2-40B4-BE49-F238E27FC236}">
                          <a16:creationId xmlns:a16="http://schemas.microsoft.com/office/drawing/2014/main" id="{6397F05B-3047-417C-8C3D-0AA8CED57E60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686489" y="34904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4089" name="Freeform: Shape 4088">
                        <a:extLst>
                          <a:ext uri="{FF2B5EF4-FFF2-40B4-BE49-F238E27FC236}">
                            <a16:creationId xmlns:a16="http://schemas.microsoft.com/office/drawing/2014/main" id="{13994655-6928-41F3-AE2A-D452E626F69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090" name="Rectangle: Rounded Corners 4089">
                        <a:extLst>
                          <a:ext uri="{FF2B5EF4-FFF2-40B4-BE49-F238E27FC236}">
                            <a16:creationId xmlns:a16="http://schemas.microsoft.com/office/drawing/2014/main" id="{A6686F28-0D8D-4DE8-867A-A330D48660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056" name="Group 4055">
                      <a:extLst>
                        <a:ext uri="{FF2B5EF4-FFF2-40B4-BE49-F238E27FC236}">
                          <a16:creationId xmlns:a16="http://schemas.microsoft.com/office/drawing/2014/main" id="{E74A09B6-92BE-46E9-B943-1FE61B78A266}"/>
                        </a:ext>
                      </a:extLst>
                    </p:cNvPr>
                    <p:cNvGrpSpPr/>
                    <p:nvPr/>
                  </p:nvGrpSpPr>
                  <p:grpSpPr>
                    <a:xfrm rot="16924252">
                      <a:off x="1635001" y="2371073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4087" name="Freeform: Shape 4086">
                        <a:extLst>
                          <a:ext uri="{FF2B5EF4-FFF2-40B4-BE49-F238E27FC236}">
                            <a16:creationId xmlns:a16="http://schemas.microsoft.com/office/drawing/2014/main" id="{172F4167-5A2C-407E-AE4B-D9E4A2D3CE2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088" name="Rectangle: Rounded Corners 4087">
                        <a:extLst>
                          <a:ext uri="{FF2B5EF4-FFF2-40B4-BE49-F238E27FC236}">
                            <a16:creationId xmlns:a16="http://schemas.microsoft.com/office/drawing/2014/main" id="{ED59086D-D35A-4D7F-A872-B44FA6034F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057" name="Group 4056">
                      <a:extLst>
                        <a:ext uri="{FF2B5EF4-FFF2-40B4-BE49-F238E27FC236}">
                          <a16:creationId xmlns:a16="http://schemas.microsoft.com/office/drawing/2014/main" id="{26174C0D-084E-4086-89DC-847BB5E70E8E}"/>
                        </a:ext>
                      </a:extLst>
                    </p:cNvPr>
                    <p:cNvGrpSpPr/>
                    <p:nvPr/>
                  </p:nvGrpSpPr>
                  <p:grpSpPr>
                    <a:xfrm rot="15677156">
                      <a:off x="985517" y="2521255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4085" name="Freeform: Shape 4084">
                        <a:extLst>
                          <a:ext uri="{FF2B5EF4-FFF2-40B4-BE49-F238E27FC236}">
                            <a16:creationId xmlns:a16="http://schemas.microsoft.com/office/drawing/2014/main" id="{03C743C6-FD4F-4DAA-8C20-A398CE4BAF1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086" name="Rectangle: Rounded Corners 4085">
                        <a:extLst>
                          <a:ext uri="{FF2B5EF4-FFF2-40B4-BE49-F238E27FC236}">
                            <a16:creationId xmlns:a16="http://schemas.microsoft.com/office/drawing/2014/main" id="{9F0692D4-09AB-44B7-BE46-93EBD8BFB2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058" name="Group 4057">
                      <a:extLst>
                        <a:ext uri="{FF2B5EF4-FFF2-40B4-BE49-F238E27FC236}">
                          <a16:creationId xmlns:a16="http://schemas.microsoft.com/office/drawing/2014/main" id="{2D53A5A5-5F8E-4D74-8ADA-DE917BB91690}"/>
                        </a:ext>
                      </a:extLst>
                    </p:cNvPr>
                    <p:cNvGrpSpPr/>
                    <p:nvPr/>
                  </p:nvGrpSpPr>
                  <p:grpSpPr>
                    <a:xfrm rot="14354853" flipV="1">
                      <a:off x="976412" y="243847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4083" name="Freeform: Shape 4082">
                        <a:extLst>
                          <a:ext uri="{FF2B5EF4-FFF2-40B4-BE49-F238E27FC236}">
                            <a16:creationId xmlns:a16="http://schemas.microsoft.com/office/drawing/2014/main" id="{5934AFB6-1A23-4484-94B5-6F32162A1A5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084" name="Rectangle: Rounded Corners 4083">
                        <a:extLst>
                          <a:ext uri="{FF2B5EF4-FFF2-40B4-BE49-F238E27FC236}">
                            <a16:creationId xmlns:a16="http://schemas.microsoft.com/office/drawing/2014/main" id="{A8329D78-7D1B-47B3-8363-EDCBB1EF4E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059" name="Group 4058">
                      <a:extLst>
                        <a:ext uri="{FF2B5EF4-FFF2-40B4-BE49-F238E27FC236}">
                          <a16:creationId xmlns:a16="http://schemas.microsoft.com/office/drawing/2014/main" id="{B3EBF2FA-8C7B-46EA-9026-5D3A90195EF2}"/>
                        </a:ext>
                      </a:extLst>
                    </p:cNvPr>
                    <p:cNvGrpSpPr/>
                    <p:nvPr/>
                  </p:nvGrpSpPr>
                  <p:grpSpPr>
                    <a:xfrm rot="9793356" flipV="1">
                      <a:off x="215985" y="323790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4081" name="Freeform: Shape 4080">
                        <a:extLst>
                          <a:ext uri="{FF2B5EF4-FFF2-40B4-BE49-F238E27FC236}">
                            <a16:creationId xmlns:a16="http://schemas.microsoft.com/office/drawing/2014/main" id="{54D7FFC4-7E55-4081-A3A1-885B98A0457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082" name="Rectangle: Rounded Corners 4081">
                        <a:extLst>
                          <a:ext uri="{FF2B5EF4-FFF2-40B4-BE49-F238E27FC236}">
                            <a16:creationId xmlns:a16="http://schemas.microsoft.com/office/drawing/2014/main" id="{AA887B02-F4B7-49DD-BED4-F27DE7510D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060" name="Group 4059">
                      <a:extLst>
                        <a:ext uri="{FF2B5EF4-FFF2-40B4-BE49-F238E27FC236}">
                          <a16:creationId xmlns:a16="http://schemas.microsoft.com/office/drawing/2014/main" id="{B0E88866-4943-44C8-9B95-0C5B751101B6}"/>
                        </a:ext>
                      </a:extLst>
                    </p:cNvPr>
                    <p:cNvGrpSpPr/>
                    <p:nvPr/>
                  </p:nvGrpSpPr>
                  <p:grpSpPr>
                    <a:xfrm rot="6907686" flipV="1">
                      <a:off x="692019" y="393196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4079" name="Freeform: Shape 4078">
                        <a:extLst>
                          <a:ext uri="{FF2B5EF4-FFF2-40B4-BE49-F238E27FC236}">
                            <a16:creationId xmlns:a16="http://schemas.microsoft.com/office/drawing/2014/main" id="{1D294ED4-41C8-49D3-9DF5-A78A7F6F55E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080" name="Rectangle: Rounded Corners 4079">
                        <a:extLst>
                          <a:ext uri="{FF2B5EF4-FFF2-40B4-BE49-F238E27FC236}">
                            <a16:creationId xmlns:a16="http://schemas.microsoft.com/office/drawing/2014/main" id="{78143B1A-D771-4BB4-B6BB-CBCCAA352B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061" name="Group 4060">
                      <a:extLst>
                        <a:ext uri="{FF2B5EF4-FFF2-40B4-BE49-F238E27FC236}">
                          <a16:creationId xmlns:a16="http://schemas.microsoft.com/office/drawing/2014/main" id="{77402CA4-B757-46EC-B027-7DD54516CBBB}"/>
                        </a:ext>
                      </a:extLst>
                    </p:cNvPr>
                    <p:cNvGrpSpPr/>
                    <p:nvPr/>
                  </p:nvGrpSpPr>
                  <p:grpSpPr>
                    <a:xfrm rot="1465711" flipV="1">
                      <a:off x="2002734" y="340448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4077" name="Freeform: Shape 4076">
                        <a:extLst>
                          <a:ext uri="{FF2B5EF4-FFF2-40B4-BE49-F238E27FC236}">
                            <a16:creationId xmlns:a16="http://schemas.microsoft.com/office/drawing/2014/main" id="{F8F23CFA-0A6E-4919-BC1C-27876A03ADA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078" name="Rectangle: Rounded Corners 4077">
                        <a:extLst>
                          <a:ext uri="{FF2B5EF4-FFF2-40B4-BE49-F238E27FC236}">
                            <a16:creationId xmlns:a16="http://schemas.microsoft.com/office/drawing/2014/main" id="{952E8005-800D-47C9-B3C6-3BF7550CD3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062" name="Group 4061">
                      <a:extLst>
                        <a:ext uri="{FF2B5EF4-FFF2-40B4-BE49-F238E27FC236}">
                          <a16:creationId xmlns:a16="http://schemas.microsoft.com/office/drawing/2014/main" id="{C229E38F-11A1-469B-95C0-3AB923695851}"/>
                        </a:ext>
                      </a:extLst>
                    </p:cNvPr>
                    <p:cNvGrpSpPr/>
                    <p:nvPr/>
                  </p:nvGrpSpPr>
                  <p:grpSpPr>
                    <a:xfrm rot="19016516">
                      <a:off x="1733273" y="283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4075" name="Freeform: Shape 4074">
                        <a:extLst>
                          <a:ext uri="{FF2B5EF4-FFF2-40B4-BE49-F238E27FC236}">
                            <a16:creationId xmlns:a16="http://schemas.microsoft.com/office/drawing/2014/main" id="{F2A753E7-575D-4085-9CE7-0CF205384AE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076" name="Rectangle: Rounded Corners 4075">
                        <a:extLst>
                          <a:ext uri="{FF2B5EF4-FFF2-40B4-BE49-F238E27FC236}">
                            <a16:creationId xmlns:a16="http://schemas.microsoft.com/office/drawing/2014/main" id="{ED5A8927-E5CC-44F5-A476-0D4C6B356C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063" name="Group 4062">
                      <a:extLst>
                        <a:ext uri="{FF2B5EF4-FFF2-40B4-BE49-F238E27FC236}">
                          <a16:creationId xmlns:a16="http://schemas.microsoft.com/office/drawing/2014/main" id="{C6EA9F02-A26A-4ABC-8BD8-708C5E2D83CA}"/>
                        </a:ext>
                      </a:extLst>
                    </p:cNvPr>
                    <p:cNvGrpSpPr/>
                    <p:nvPr/>
                  </p:nvGrpSpPr>
                  <p:grpSpPr>
                    <a:xfrm rot="19245075">
                      <a:off x="1632068" y="282541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4073" name="Freeform: Shape 4072">
                        <a:extLst>
                          <a:ext uri="{FF2B5EF4-FFF2-40B4-BE49-F238E27FC236}">
                            <a16:creationId xmlns:a16="http://schemas.microsoft.com/office/drawing/2014/main" id="{398188E9-F749-430B-9CFD-6CD63DACF20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074" name="Rectangle: Rounded Corners 4073">
                        <a:extLst>
                          <a:ext uri="{FF2B5EF4-FFF2-40B4-BE49-F238E27FC236}">
                            <a16:creationId xmlns:a16="http://schemas.microsoft.com/office/drawing/2014/main" id="{2BA131E9-F9B2-43B1-89F5-6FA4294F10B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064" name="Group 4063">
                      <a:extLst>
                        <a:ext uri="{FF2B5EF4-FFF2-40B4-BE49-F238E27FC236}">
                          <a16:creationId xmlns:a16="http://schemas.microsoft.com/office/drawing/2014/main" id="{F201BBC2-1DC5-42A7-BF05-782C2CAE0B99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838889" y="36428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4071" name="Freeform: Shape 4070">
                        <a:extLst>
                          <a:ext uri="{FF2B5EF4-FFF2-40B4-BE49-F238E27FC236}">
                            <a16:creationId xmlns:a16="http://schemas.microsoft.com/office/drawing/2014/main" id="{1D40FA86-4B07-4D10-9D79-4ED4827C0F1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072" name="Rectangle: Rounded Corners 4071">
                        <a:extLst>
                          <a:ext uri="{FF2B5EF4-FFF2-40B4-BE49-F238E27FC236}">
                            <a16:creationId xmlns:a16="http://schemas.microsoft.com/office/drawing/2014/main" id="{EE9BAED2-BC14-4A40-882A-F8EDA393CB6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065" name="Group 4064">
                      <a:extLst>
                        <a:ext uri="{FF2B5EF4-FFF2-40B4-BE49-F238E27FC236}">
                          <a16:creationId xmlns:a16="http://schemas.microsoft.com/office/drawing/2014/main" id="{EFEE6AFD-5716-44A4-ADF8-0454EAFECC43}"/>
                        </a:ext>
                      </a:extLst>
                    </p:cNvPr>
                    <p:cNvGrpSpPr/>
                    <p:nvPr/>
                  </p:nvGrpSpPr>
                  <p:grpSpPr>
                    <a:xfrm rot="15824399">
                      <a:off x="1224680" y="281893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4069" name="Freeform: Shape 4068">
                        <a:extLst>
                          <a:ext uri="{FF2B5EF4-FFF2-40B4-BE49-F238E27FC236}">
                            <a16:creationId xmlns:a16="http://schemas.microsoft.com/office/drawing/2014/main" id="{A3529C42-3CEC-4BDF-B461-914E8833B18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070" name="Rectangle: Rounded Corners 4069">
                        <a:extLst>
                          <a:ext uri="{FF2B5EF4-FFF2-40B4-BE49-F238E27FC236}">
                            <a16:creationId xmlns:a16="http://schemas.microsoft.com/office/drawing/2014/main" id="{0262F7FA-4EDE-4C7F-8E52-61E86CE61A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066" name="Group 4065">
                      <a:extLst>
                        <a:ext uri="{FF2B5EF4-FFF2-40B4-BE49-F238E27FC236}">
                          <a16:creationId xmlns:a16="http://schemas.microsoft.com/office/drawing/2014/main" id="{1B5C0AEE-3E7E-44E1-B21F-507B4137D37C}"/>
                        </a:ext>
                      </a:extLst>
                    </p:cNvPr>
                    <p:cNvGrpSpPr/>
                    <p:nvPr/>
                  </p:nvGrpSpPr>
                  <p:grpSpPr>
                    <a:xfrm rot="16697394">
                      <a:off x="1080028" y="2168448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4067" name="Freeform: Shape 4066">
                        <a:extLst>
                          <a:ext uri="{FF2B5EF4-FFF2-40B4-BE49-F238E27FC236}">
                            <a16:creationId xmlns:a16="http://schemas.microsoft.com/office/drawing/2014/main" id="{38CBE5B4-FC11-40BB-9149-7D32565A25E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068" name="Rectangle: Rounded Corners 4067">
                        <a:extLst>
                          <a:ext uri="{FF2B5EF4-FFF2-40B4-BE49-F238E27FC236}">
                            <a16:creationId xmlns:a16="http://schemas.microsoft.com/office/drawing/2014/main" id="{4603AD7A-AD48-4112-83C7-2DAFECAF41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</p:grpSp>
              <p:sp>
                <p:nvSpPr>
                  <p:cNvPr id="4037" name="Freeform: Shape 4036">
                    <a:extLst>
                      <a:ext uri="{FF2B5EF4-FFF2-40B4-BE49-F238E27FC236}">
                        <a16:creationId xmlns:a16="http://schemas.microsoft.com/office/drawing/2014/main" id="{1D820695-F14E-47B4-8F8C-A8F7ED4CDE96}"/>
                      </a:ext>
                    </a:extLst>
                  </p:cNvPr>
                  <p:cNvSpPr/>
                  <p:nvPr/>
                </p:nvSpPr>
                <p:spPr>
                  <a:xfrm rot="6017948" flipV="1">
                    <a:off x="1305755" y="4290452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4038" name="Freeform: Shape 4037">
                    <a:extLst>
                      <a:ext uri="{FF2B5EF4-FFF2-40B4-BE49-F238E27FC236}">
                        <a16:creationId xmlns:a16="http://schemas.microsoft.com/office/drawing/2014/main" id="{60588CE1-7013-42CC-BACC-353D00573F36}"/>
                      </a:ext>
                    </a:extLst>
                  </p:cNvPr>
                  <p:cNvSpPr/>
                  <p:nvPr/>
                </p:nvSpPr>
                <p:spPr>
                  <a:xfrm rot="21277659">
                    <a:off x="2517403" y="2906549"/>
                    <a:ext cx="690584" cy="235253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4039" name="Freeform: Shape 4038">
                    <a:extLst>
                      <a:ext uri="{FF2B5EF4-FFF2-40B4-BE49-F238E27FC236}">
                        <a16:creationId xmlns:a16="http://schemas.microsoft.com/office/drawing/2014/main" id="{3A3B8A04-4B6C-4F77-9A56-87019C6C761B}"/>
                      </a:ext>
                    </a:extLst>
                  </p:cNvPr>
                  <p:cNvSpPr/>
                  <p:nvPr/>
                </p:nvSpPr>
                <p:spPr>
                  <a:xfrm rot="11528244" flipV="1">
                    <a:off x="344853" y="2978311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</p:grpSp>
            <p:grpSp>
              <p:nvGrpSpPr>
                <p:cNvPr id="2206" name="Group 2205">
                  <a:extLst>
                    <a:ext uri="{FF2B5EF4-FFF2-40B4-BE49-F238E27FC236}">
                      <a16:creationId xmlns:a16="http://schemas.microsoft.com/office/drawing/2014/main" id="{7A6C03F9-BA19-4E15-94F3-514406B5AE89}"/>
                    </a:ext>
                  </a:extLst>
                </p:cNvPr>
                <p:cNvGrpSpPr/>
                <p:nvPr/>
              </p:nvGrpSpPr>
              <p:grpSpPr>
                <a:xfrm>
                  <a:off x="3528453" y="2101500"/>
                  <a:ext cx="531923" cy="573923"/>
                  <a:chOff x="163719" y="1822501"/>
                  <a:chExt cx="3062199" cy="3047160"/>
                </a:xfrm>
              </p:grpSpPr>
              <p:grpSp>
                <p:nvGrpSpPr>
                  <p:cNvPr id="3671" name="Group 3670">
                    <a:extLst>
                      <a:ext uri="{FF2B5EF4-FFF2-40B4-BE49-F238E27FC236}">
                        <a16:creationId xmlns:a16="http://schemas.microsoft.com/office/drawing/2014/main" id="{4907B7BC-BAA3-4EE1-B6F4-92801268151D}"/>
                      </a:ext>
                    </a:extLst>
                  </p:cNvPr>
                  <p:cNvGrpSpPr/>
                  <p:nvPr/>
                </p:nvGrpSpPr>
                <p:grpSpPr>
                  <a:xfrm>
                    <a:off x="163719" y="1822501"/>
                    <a:ext cx="3062199" cy="3047160"/>
                    <a:chOff x="163719" y="1822501"/>
                    <a:chExt cx="3062199" cy="3047160"/>
                  </a:xfrm>
                </p:grpSpPr>
                <p:grpSp>
                  <p:nvGrpSpPr>
                    <p:cNvPr id="3675" name="Group 3674">
                      <a:extLst>
                        <a:ext uri="{FF2B5EF4-FFF2-40B4-BE49-F238E27FC236}">
                          <a16:creationId xmlns:a16="http://schemas.microsoft.com/office/drawing/2014/main" id="{9322231C-7F13-4C7C-B854-9FD75C42CF0A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683131" y="384412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4034" name="Freeform: Shape 4033">
                        <a:extLst>
                          <a:ext uri="{FF2B5EF4-FFF2-40B4-BE49-F238E27FC236}">
                            <a16:creationId xmlns:a16="http://schemas.microsoft.com/office/drawing/2014/main" id="{0A3CEE14-FAB7-436E-9D25-4141043B09E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035" name="Rectangle: Rounded Corners 4034">
                        <a:extLst>
                          <a:ext uri="{FF2B5EF4-FFF2-40B4-BE49-F238E27FC236}">
                            <a16:creationId xmlns:a16="http://schemas.microsoft.com/office/drawing/2014/main" id="{9D49BC7D-365F-420C-A940-FDC4475DB4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676" name="Group 3675">
                      <a:extLst>
                        <a:ext uri="{FF2B5EF4-FFF2-40B4-BE49-F238E27FC236}">
                          <a16:creationId xmlns:a16="http://schemas.microsoft.com/office/drawing/2014/main" id="{42B10E98-B16E-452E-8017-5BC1C64F8669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123013" y="4110752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4032" name="Freeform: Shape 4031">
                        <a:extLst>
                          <a:ext uri="{FF2B5EF4-FFF2-40B4-BE49-F238E27FC236}">
                            <a16:creationId xmlns:a16="http://schemas.microsoft.com/office/drawing/2014/main" id="{A2574222-4AD3-476B-859F-F1522965CAA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033" name="Rectangle: Rounded Corners 4032">
                        <a:extLst>
                          <a:ext uri="{FF2B5EF4-FFF2-40B4-BE49-F238E27FC236}">
                            <a16:creationId xmlns:a16="http://schemas.microsoft.com/office/drawing/2014/main" id="{673541C0-84D5-40CA-9EAF-1B5267CA02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677" name="Group 3676">
                      <a:extLst>
                        <a:ext uri="{FF2B5EF4-FFF2-40B4-BE49-F238E27FC236}">
                          <a16:creationId xmlns:a16="http://schemas.microsoft.com/office/drawing/2014/main" id="{9FC1192E-A8D8-446A-AE98-62864741B2B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0260" y="2440902"/>
                      <a:ext cx="1730523" cy="1839492"/>
                      <a:chOff x="420511" y="1784768"/>
                      <a:chExt cx="1730523" cy="1839492"/>
                    </a:xfrm>
                  </p:grpSpPr>
                  <p:grpSp>
                    <p:nvGrpSpPr>
                      <p:cNvPr id="3750" name="Group 3749">
                        <a:extLst>
                          <a:ext uri="{FF2B5EF4-FFF2-40B4-BE49-F238E27FC236}">
                            <a16:creationId xmlns:a16="http://schemas.microsoft.com/office/drawing/2014/main" id="{B30605E5-ADC6-4709-81CD-C952F0B8A9C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69572" y="1784768"/>
                        <a:ext cx="1081462" cy="1476716"/>
                        <a:chOff x="2089993" y="1523034"/>
                        <a:chExt cx="1081462" cy="1476716"/>
                      </a:xfrm>
                    </p:grpSpPr>
                    <p:grpSp>
                      <p:nvGrpSpPr>
                        <p:cNvPr id="3971" name="Group 3970">
                          <a:extLst>
                            <a:ext uri="{FF2B5EF4-FFF2-40B4-BE49-F238E27FC236}">
                              <a16:creationId xmlns:a16="http://schemas.microsoft.com/office/drawing/2014/main" id="{0868C686-9D83-4717-B2D0-489C2218433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70705"/>
                          <a:ext cx="101484" cy="1016226"/>
                          <a:chOff x="1800622" y="2364951"/>
                          <a:chExt cx="101484" cy="1016226"/>
                        </a:xfrm>
                      </p:grpSpPr>
                      <p:sp>
                        <p:nvSpPr>
                          <p:cNvPr id="4028" name="Flowchart: Connector 4027">
                            <a:extLst>
                              <a:ext uri="{FF2B5EF4-FFF2-40B4-BE49-F238E27FC236}">
                                <a16:creationId xmlns:a16="http://schemas.microsoft.com/office/drawing/2014/main" id="{2DC37A61-83D5-44B6-9667-2C119356B97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029" name="Flowchart: Connector 4028">
                            <a:extLst>
                              <a:ext uri="{FF2B5EF4-FFF2-40B4-BE49-F238E27FC236}">
                                <a16:creationId xmlns:a16="http://schemas.microsoft.com/office/drawing/2014/main" id="{D84481E2-9E68-413D-9D47-D5B3E440F42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030" name="Flowchart: Connector 4029">
                            <a:extLst>
                              <a:ext uri="{FF2B5EF4-FFF2-40B4-BE49-F238E27FC236}">
                                <a16:creationId xmlns:a16="http://schemas.microsoft.com/office/drawing/2014/main" id="{FD23919A-EFC6-43D3-9852-BDDCAA7D89F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031" name="Flowchart: Connector 4030">
                            <a:extLst>
                              <a:ext uri="{FF2B5EF4-FFF2-40B4-BE49-F238E27FC236}">
                                <a16:creationId xmlns:a16="http://schemas.microsoft.com/office/drawing/2014/main" id="{F7D20653-46B7-45EE-A3A5-1B2BB01DFF1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649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3972" name="Group 3971">
                          <a:extLst>
                            <a:ext uri="{FF2B5EF4-FFF2-40B4-BE49-F238E27FC236}">
                              <a16:creationId xmlns:a16="http://schemas.microsoft.com/office/drawing/2014/main" id="{CF08472B-A21E-4A40-AC98-2F25E5C1457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23034"/>
                          <a:ext cx="1057223" cy="1476716"/>
                          <a:chOff x="2114232" y="1523034"/>
                          <a:chExt cx="1057223" cy="1476716"/>
                        </a:xfrm>
                      </p:grpSpPr>
                      <p:grpSp>
                        <p:nvGrpSpPr>
                          <p:cNvPr id="3973" name="Group 3972">
                            <a:extLst>
                              <a:ext uri="{FF2B5EF4-FFF2-40B4-BE49-F238E27FC236}">
                                <a16:creationId xmlns:a16="http://schemas.microsoft.com/office/drawing/2014/main" id="{9C8E3CD6-76F4-426A-9F9D-F806D0636BE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47544" cy="539639"/>
                            <a:chOff x="3717189" y="1719497"/>
                            <a:chExt cx="1047544" cy="539639"/>
                          </a:xfrm>
                        </p:grpSpPr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021" name="3D Model 4020" descr="Sphere">
                                  <a:extLst>
                                    <a:ext uri="{FF2B5EF4-FFF2-40B4-BE49-F238E27FC236}">
                                      <a16:creationId xmlns:a16="http://schemas.microsoft.com/office/drawing/2014/main" id="{6C5096F6-8F30-4AC0-8268-D0EEF5D3FF1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894448664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022" name="Flowchart: Connector 4021">
                              <a:extLst>
                                <a:ext uri="{FF2B5EF4-FFF2-40B4-BE49-F238E27FC236}">
                                  <a16:creationId xmlns:a16="http://schemas.microsoft.com/office/drawing/2014/main" id="{A8BAAC41-AA9F-44E4-9AA4-176BD7EDA85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023" name="3D Model 4022" descr="Sphere">
                                  <a:extLst>
                                    <a:ext uri="{FF2B5EF4-FFF2-40B4-BE49-F238E27FC236}">
                                      <a16:creationId xmlns:a16="http://schemas.microsoft.com/office/drawing/2014/main" id="{EDAEFBFC-0F04-4E54-BA1F-34DF3470156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584154226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024" name="Flowchart: Connector 4023">
                              <a:extLst>
                                <a:ext uri="{FF2B5EF4-FFF2-40B4-BE49-F238E27FC236}">
                                  <a16:creationId xmlns:a16="http://schemas.microsoft.com/office/drawing/2014/main" id="{334F5A61-8EFB-4FF0-9CDE-43C408E29F9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025" name="3D Model 4024" descr="Sphere">
                                  <a:extLst>
                                    <a:ext uri="{FF2B5EF4-FFF2-40B4-BE49-F238E27FC236}">
                                      <a16:creationId xmlns:a16="http://schemas.microsoft.com/office/drawing/2014/main" id="{C14993AB-2E9D-4A08-8BE8-8161A4D31DC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96994015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026" name="Flowchart: Connector 4025">
                              <a:extLst>
                                <a:ext uri="{FF2B5EF4-FFF2-40B4-BE49-F238E27FC236}">
                                  <a16:creationId xmlns:a16="http://schemas.microsoft.com/office/drawing/2014/main" id="{50B6AFED-C128-425E-91F2-52EF82B41E9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027" name="3D Model 4026" descr="Sphere">
                                  <a:extLst>
                                    <a:ext uri="{FF2B5EF4-FFF2-40B4-BE49-F238E27FC236}">
                                      <a16:creationId xmlns:a16="http://schemas.microsoft.com/office/drawing/2014/main" id="{24B4A251-F6B4-4DAF-886D-22CDCC0CA67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207399008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3974" name="Group 3973">
                            <a:extLst>
                              <a:ext uri="{FF2B5EF4-FFF2-40B4-BE49-F238E27FC236}">
                                <a16:creationId xmlns:a16="http://schemas.microsoft.com/office/drawing/2014/main" id="{D05C59B4-BB62-4857-B57C-060F3B246D8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4006" name="Flowchart: Connector 4005">
                              <a:extLst>
                                <a:ext uri="{FF2B5EF4-FFF2-40B4-BE49-F238E27FC236}">
                                  <a16:creationId xmlns:a16="http://schemas.microsoft.com/office/drawing/2014/main" id="{A6CFCA4C-6B5A-4E3B-A5C6-D4597678A08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007" name="Flowchart: Connector 4006">
                              <a:extLst>
                                <a:ext uri="{FF2B5EF4-FFF2-40B4-BE49-F238E27FC236}">
                                  <a16:creationId xmlns:a16="http://schemas.microsoft.com/office/drawing/2014/main" id="{D7A6FC9F-BFA7-4DEC-98E7-ED4868049EE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008" name="Flowchart: Connector 4007">
                              <a:extLst>
                                <a:ext uri="{FF2B5EF4-FFF2-40B4-BE49-F238E27FC236}">
                                  <a16:creationId xmlns:a16="http://schemas.microsoft.com/office/drawing/2014/main" id="{04DFCF30-18F4-47E4-A496-0BE53762CFD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009" name="Flowchart: Connector 4008">
                              <a:extLst>
                                <a:ext uri="{FF2B5EF4-FFF2-40B4-BE49-F238E27FC236}">
                                  <a16:creationId xmlns:a16="http://schemas.microsoft.com/office/drawing/2014/main" id="{4DAEA41A-CA50-4BDD-A510-43B35CFBEFA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010" name="Flowchart: Connector 4009">
                              <a:extLst>
                                <a:ext uri="{FF2B5EF4-FFF2-40B4-BE49-F238E27FC236}">
                                  <a16:creationId xmlns:a16="http://schemas.microsoft.com/office/drawing/2014/main" id="{3317C453-9305-4FAB-AE7E-2AA2BA547E05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011" name="Flowchart: Connector 4010">
                              <a:extLst>
                                <a:ext uri="{FF2B5EF4-FFF2-40B4-BE49-F238E27FC236}">
                                  <a16:creationId xmlns:a16="http://schemas.microsoft.com/office/drawing/2014/main" id="{8BBF290C-95EA-44E2-8313-D6865DD6372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012" name="Flowchart: Connector 4011">
                              <a:extLst>
                                <a:ext uri="{FF2B5EF4-FFF2-40B4-BE49-F238E27FC236}">
                                  <a16:creationId xmlns:a16="http://schemas.microsoft.com/office/drawing/2014/main" id="{538498D7-81A8-4830-8615-80D09D10F67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013" name="Flowchart: Connector 4012">
                              <a:extLst>
                                <a:ext uri="{FF2B5EF4-FFF2-40B4-BE49-F238E27FC236}">
                                  <a16:creationId xmlns:a16="http://schemas.microsoft.com/office/drawing/2014/main" id="{BA6659F2-93B8-4721-AA90-73928533D0C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014" name="3D Model 4013" descr="Sphere">
                                  <a:extLst>
                                    <a:ext uri="{FF2B5EF4-FFF2-40B4-BE49-F238E27FC236}">
                                      <a16:creationId xmlns:a16="http://schemas.microsoft.com/office/drawing/2014/main" id="{13A23182-BA06-4768-9C7C-D4D6018735C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333147927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015" name="Flowchart: Connector 4014">
                              <a:extLst>
                                <a:ext uri="{FF2B5EF4-FFF2-40B4-BE49-F238E27FC236}">
                                  <a16:creationId xmlns:a16="http://schemas.microsoft.com/office/drawing/2014/main" id="{00301507-280B-4A6A-9976-519AA95DA8B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016" name="3D Model 4015" descr="Sphere">
                                  <a:extLst>
                                    <a:ext uri="{FF2B5EF4-FFF2-40B4-BE49-F238E27FC236}">
                                      <a16:creationId xmlns:a16="http://schemas.microsoft.com/office/drawing/2014/main" id="{9ABE2404-E810-4E45-8979-C822F91A3F9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033597540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017" name="Flowchart: Connector 4016">
                              <a:extLst>
                                <a:ext uri="{FF2B5EF4-FFF2-40B4-BE49-F238E27FC236}">
                                  <a16:creationId xmlns:a16="http://schemas.microsoft.com/office/drawing/2014/main" id="{16F1C1BA-53FF-441A-8801-30BEDB3FBA4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018" name="3D Model 4017" descr="Sphere">
                                  <a:extLst>
                                    <a:ext uri="{FF2B5EF4-FFF2-40B4-BE49-F238E27FC236}">
                                      <a16:creationId xmlns:a16="http://schemas.microsoft.com/office/drawing/2014/main" id="{1C6FFD35-C892-4DDC-AF95-029497EA88C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441740849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019" name="Flowchart: Connector 4018">
                              <a:extLst>
                                <a:ext uri="{FF2B5EF4-FFF2-40B4-BE49-F238E27FC236}">
                                  <a16:creationId xmlns:a16="http://schemas.microsoft.com/office/drawing/2014/main" id="{60DB1A69-109E-4949-8BD1-6920625C39B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020" name="3D Model 4019" descr="Sphere">
                                  <a:extLst>
                                    <a:ext uri="{FF2B5EF4-FFF2-40B4-BE49-F238E27FC236}">
                                      <a16:creationId xmlns:a16="http://schemas.microsoft.com/office/drawing/2014/main" id="{87A6C3D4-2B3C-4748-B629-6995960C391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262949319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3975" name="Group 3974">
                            <a:extLst>
                              <a:ext uri="{FF2B5EF4-FFF2-40B4-BE49-F238E27FC236}">
                                <a16:creationId xmlns:a16="http://schemas.microsoft.com/office/drawing/2014/main" id="{CF434695-9D25-4471-A0DD-B0BB0B41269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3991" name="Flowchart: Connector 3990">
                              <a:extLst>
                                <a:ext uri="{FF2B5EF4-FFF2-40B4-BE49-F238E27FC236}">
                                  <a16:creationId xmlns:a16="http://schemas.microsoft.com/office/drawing/2014/main" id="{C1D689FC-3BB8-4E0D-89B2-78FF1A63734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992" name="Flowchart: Connector 3991">
                              <a:extLst>
                                <a:ext uri="{FF2B5EF4-FFF2-40B4-BE49-F238E27FC236}">
                                  <a16:creationId xmlns:a16="http://schemas.microsoft.com/office/drawing/2014/main" id="{ED5F6264-BE20-4EFA-9C17-59ED42F3980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993" name="Flowchart: Connector 3992">
                              <a:extLst>
                                <a:ext uri="{FF2B5EF4-FFF2-40B4-BE49-F238E27FC236}">
                                  <a16:creationId xmlns:a16="http://schemas.microsoft.com/office/drawing/2014/main" id="{3A58F8B5-0C98-4937-A4AC-B41A087F100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994" name="Flowchart: Connector 3993">
                              <a:extLst>
                                <a:ext uri="{FF2B5EF4-FFF2-40B4-BE49-F238E27FC236}">
                                  <a16:creationId xmlns:a16="http://schemas.microsoft.com/office/drawing/2014/main" id="{B679D67C-1B7A-4C9F-AF41-17CA0C00CF2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995" name="Flowchart: Connector 3994">
                              <a:extLst>
                                <a:ext uri="{FF2B5EF4-FFF2-40B4-BE49-F238E27FC236}">
                                  <a16:creationId xmlns:a16="http://schemas.microsoft.com/office/drawing/2014/main" id="{3E16DE83-02AB-48C4-A7B4-ADB217EE056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996" name="Flowchart: Connector 3995">
                              <a:extLst>
                                <a:ext uri="{FF2B5EF4-FFF2-40B4-BE49-F238E27FC236}">
                                  <a16:creationId xmlns:a16="http://schemas.microsoft.com/office/drawing/2014/main" id="{67160E54-3119-43DF-9419-12E94ED7024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997" name="Flowchart: Connector 3996">
                              <a:extLst>
                                <a:ext uri="{FF2B5EF4-FFF2-40B4-BE49-F238E27FC236}">
                                  <a16:creationId xmlns:a16="http://schemas.microsoft.com/office/drawing/2014/main" id="{4A22B39A-F5D8-49D1-B165-D95A1C96BE9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998" name="Flowchart: Connector 3997">
                              <a:extLst>
                                <a:ext uri="{FF2B5EF4-FFF2-40B4-BE49-F238E27FC236}">
                                  <a16:creationId xmlns:a16="http://schemas.microsoft.com/office/drawing/2014/main" id="{89E93022-F3E8-4758-B8E2-52FBA4F2723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999" name="3D Model 3998" descr="Sphere">
                                  <a:extLst>
                                    <a:ext uri="{FF2B5EF4-FFF2-40B4-BE49-F238E27FC236}">
                                      <a16:creationId xmlns:a16="http://schemas.microsoft.com/office/drawing/2014/main" id="{B79169A5-EEFC-4AF3-B392-2B1E68BCE62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220794851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000" name="Flowchart: Connector 3999">
                              <a:extLst>
                                <a:ext uri="{FF2B5EF4-FFF2-40B4-BE49-F238E27FC236}">
                                  <a16:creationId xmlns:a16="http://schemas.microsoft.com/office/drawing/2014/main" id="{1D323936-A200-402D-9000-C683F7FCD80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001" name="3D Model 4000" descr="Sphere">
                                  <a:extLst>
                                    <a:ext uri="{FF2B5EF4-FFF2-40B4-BE49-F238E27FC236}">
                                      <a16:creationId xmlns:a16="http://schemas.microsoft.com/office/drawing/2014/main" id="{F0CDEEB8-4F1F-45BD-9532-7FB392B1E74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237589034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002" name="Flowchart: Connector 4001">
                              <a:extLst>
                                <a:ext uri="{FF2B5EF4-FFF2-40B4-BE49-F238E27FC236}">
                                  <a16:creationId xmlns:a16="http://schemas.microsoft.com/office/drawing/2014/main" id="{5AF64A29-5924-4116-A94B-B0B029D14F7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003" name="3D Model 4002" descr="Sphere">
                                  <a:extLst>
                                    <a:ext uri="{FF2B5EF4-FFF2-40B4-BE49-F238E27FC236}">
                                      <a16:creationId xmlns:a16="http://schemas.microsoft.com/office/drawing/2014/main" id="{96FDCD98-4F8B-4578-8457-9686DDD0361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767349688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004" name="Flowchart: Connector 4003">
                              <a:extLst>
                                <a:ext uri="{FF2B5EF4-FFF2-40B4-BE49-F238E27FC236}">
                                  <a16:creationId xmlns:a16="http://schemas.microsoft.com/office/drawing/2014/main" id="{73694354-F921-4C81-BBF1-8FEAD3C91ED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005" name="3D Model 4004" descr="Sphere">
                                  <a:extLst>
                                    <a:ext uri="{FF2B5EF4-FFF2-40B4-BE49-F238E27FC236}">
                                      <a16:creationId xmlns:a16="http://schemas.microsoft.com/office/drawing/2014/main" id="{120F98AE-307C-424F-95CC-AA987DE3EE2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13586380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3976" name="Flowchart: Connector 3975">
                            <a:extLst>
                              <a:ext uri="{FF2B5EF4-FFF2-40B4-BE49-F238E27FC236}">
                                <a16:creationId xmlns:a16="http://schemas.microsoft.com/office/drawing/2014/main" id="{35E8A73E-3BA4-4BA9-B9FE-8FFFB4E41F3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977" name="Flowchart: Connector 3976">
                            <a:extLst>
                              <a:ext uri="{FF2B5EF4-FFF2-40B4-BE49-F238E27FC236}">
                                <a16:creationId xmlns:a16="http://schemas.microsoft.com/office/drawing/2014/main" id="{4D4D4882-50DC-49D5-B747-12E19AC484A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978" name="Flowchart: Connector 3977">
                            <a:extLst>
                              <a:ext uri="{FF2B5EF4-FFF2-40B4-BE49-F238E27FC236}">
                                <a16:creationId xmlns:a16="http://schemas.microsoft.com/office/drawing/2014/main" id="{F4ED386B-0277-45B3-8DF6-4AAA1E265F0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979" name="Flowchart: Connector 3978">
                            <a:extLst>
                              <a:ext uri="{FF2B5EF4-FFF2-40B4-BE49-F238E27FC236}">
                                <a16:creationId xmlns:a16="http://schemas.microsoft.com/office/drawing/2014/main" id="{F7A99C14-1388-4303-9B9C-9B01AE2DFE2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980" name="Flowchart: Connector 3979">
                            <a:extLst>
                              <a:ext uri="{FF2B5EF4-FFF2-40B4-BE49-F238E27FC236}">
                                <a16:creationId xmlns:a16="http://schemas.microsoft.com/office/drawing/2014/main" id="{26B16BF3-036A-4C15-A922-CE8F260E202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981" name="Flowchart: Connector 3980">
                            <a:extLst>
                              <a:ext uri="{FF2B5EF4-FFF2-40B4-BE49-F238E27FC236}">
                                <a16:creationId xmlns:a16="http://schemas.microsoft.com/office/drawing/2014/main" id="{70E8AE9A-30C2-46FE-8B68-612084B4042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982" name="Flowchart: Connector 3981">
                            <a:extLst>
                              <a:ext uri="{FF2B5EF4-FFF2-40B4-BE49-F238E27FC236}">
                                <a16:creationId xmlns:a16="http://schemas.microsoft.com/office/drawing/2014/main" id="{516AACCB-7772-45AF-ADD9-4EDE695C18F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983" name="Flowchart: Connector 3982">
                            <a:extLst>
                              <a:ext uri="{FF2B5EF4-FFF2-40B4-BE49-F238E27FC236}">
                                <a16:creationId xmlns:a16="http://schemas.microsoft.com/office/drawing/2014/main" id="{91974346-CF4E-4D1E-BDB4-0E2AE812CB0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984" name="3D Model 3983" descr="Sphere">
                                <a:extLst>
                                  <a:ext uri="{FF2B5EF4-FFF2-40B4-BE49-F238E27FC236}">
                                    <a16:creationId xmlns:a16="http://schemas.microsoft.com/office/drawing/2014/main" id="{710F7F2E-0F0E-4C1C-9F66-3543F515205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30219980"/>
                                  </p:ext>
                                </p:extLst>
                              </p:nvPr>
                            </p:nvGraphicFramePr>
                            <p:xfrm>
                              <a:off x="2134543" y="1523034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053" name="3D Model 1052" descr="Sphere">
                                <a:extLst>
                                  <a:ext uri="{FF2B5EF4-FFF2-40B4-BE49-F238E27FC236}">
                                    <a16:creationId xmlns:a16="http://schemas.microsoft.com/office/drawing/2014/main" id="{E185EB93-A5FF-4887-8019-45BC41F007C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769931" y="221797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985" name="Flowchart: Connector 3984">
                            <a:extLst>
                              <a:ext uri="{FF2B5EF4-FFF2-40B4-BE49-F238E27FC236}">
                                <a16:creationId xmlns:a16="http://schemas.microsoft.com/office/drawing/2014/main" id="{F0F158FB-80BD-432D-843A-56A9E648CC9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986" name="3D Model 3985" descr="Sphere">
                                <a:extLst>
                                  <a:ext uri="{FF2B5EF4-FFF2-40B4-BE49-F238E27FC236}">
                                    <a16:creationId xmlns:a16="http://schemas.microsoft.com/office/drawing/2014/main" id="{6C568B8F-5483-42B9-A4C8-F2A6072644A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283609609"/>
                                  </p:ext>
                                </p:extLst>
                              </p:nvPr>
                            </p:nvGraphicFramePr>
                            <p:xfrm>
                              <a:off x="2371307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055" name="3D Model 1054" descr="Sphere">
                                <a:extLst>
                                  <a:ext uri="{FF2B5EF4-FFF2-40B4-BE49-F238E27FC236}">
                                    <a16:creationId xmlns:a16="http://schemas.microsoft.com/office/drawing/2014/main" id="{FF50E6D9-E8A3-4B47-BD1E-DB43B9D0075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811059" y="2228657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987" name="Flowchart: Connector 3986">
                            <a:extLst>
                              <a:ext uri="{FF2B5EF4-FFF2-40B4-BE49-F238E27FC236}">
                                <a16:creationId xmlns:a16="http://schemas.microsoft.com/office/drawing/2014/main" id="{7AAE21EA-DFFA-4FBF-A8EA-833E30DDE50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4559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988" name="3D Model 3987" descr="Sphere">
                                <a:extLst>
                                  <a:ext uri="{FF2B5EF4-FFF2-40B4-BE49-F238E27FC236}">
                                    <a16:creationId xmlns:a16="http://schemas.microsoft.com/office/drawing/2014/main" id="{CABC7A1F-80C4-4F94-B4EE-11DE85761CC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98352972"/>
                                  </p:ext>
                                </p:extLst>
                              </p:nvPr>
                            </p:nvGraphicFramePr>
                            <p:xfrm>
                              <a:off x="2609177" y="164155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057" name="3D Model 1056" descr="Sphere">
                                <a:extLst>
                                  <a:ext uri="{FF2B5EF4-FFF2-40B4-BE49-F238E27FC236}">
                                    <a16:creationId xmlns:a16="http://schemas.microsoft.com/office/drawing/2014/main" id="{6A436E4E-5C07-4DFB-A10F-61442DFC805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852378" y="2240296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989" name="Flowchart: Connector 3988">
                            <a:extLst>
                              <a:ext uri="{FF2B5EF4-FFF2-40B4-BE49-F238E27FC236}">
                                <a16:creationId xmlns:a16="http://schemas.microsoft.com/office/drawing/2014/main" id="{C5042620-7F6E-4B73-9757-B8E7375EB4B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990" name="3D Model 3989" descr="Sphere">
                                <a:extLst>
                                  <a:ext uri="{FF2B5EF4-FFF2-40B4-BE49-F238E27FC236}">
                                    <a16:creationId xmlns:a16="http://schemas.microsoft.com/office/drawing/2014/main" id="{0EE3D952-7FB7-4E9B-9CED-2E09FB2CB67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40297490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6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6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059" name="3D Model 1058" descr="Sphere">
                                <a:extLst>
                                  <a:ext uri="{FF2B5EF4-FFF2-40B4-BE49-F238E27FC236}">
                                    <a16:creationId xmlns:a16="http://schemas.microsoft.com/office/drawing/2014/main" id="{1091C89F-AB3F-4E91-A247-7DE232367EF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899004" y="2256690"/>
                                <a:ext cx="51046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3751" name="Group 3750">
                        <a:extLst>
                          <a:ext uri="{FF2B5EF4-FFF2-40B4-BE49-F238E27FC236}">
                            <a16:creationId xmlns:a16="http://schemas.microsoft.com/office/drawing/2014/main" id="{8E52E415-153D-4D1E-BD5C-11C9633341B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3325" y="2268938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3968" name="Flowchart: Connector 3967">
                          <a:extLst>
                            <a:ext uri="{FF2B5EF4-FFF2-40B4-BE49-F238E27FC236}">
                              <a16:creationId xmlns:a16="http://schemas.microsoft.com/office/drawing/2014/main" id="{F23F0E90-173A-4363-BB28-92AB5CC3D06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969" name="Flowchart: Connector 3968">
                          <a:extLst>
                            <a:ext uri="{FF2B5EF4-FFF2-40B4-BE49-F238E27FC236}">
                              <a16:creationId xmlns:a16="http://schemas.microsoft.com/office/drawing/2014/main" id="{0A1C6119-6B1B-4F08-B60E-E2F8EE854FB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970" name="Flowchart: Connector 3969">
                          <a:extLst>
                            <a:ext uri="{FF2B5EF4-FFF2-40B4-BE49-F238E27FC236}">
                              <a16:creationId xmlns:a16="http://schemas.microsoft.com/office/drawing/2014/main" id="{58D9D585-9ECC-4981-81A7-E5341B6B07A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3752" name="Flowchart: Connector 3751">
                        <a:extLst>
                          <a:ext uri="{FF2B5EF4-FFF2-40B4-BE49-F238E27FC236}">
                            <a16:creationId xmlns:a16="http://schemas.microsoft.com/office/drawing/2014/main" id="{21F5A81C-DAAB-460F-971A-6C3418C74B2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37026" y="201261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753" name="Flowchart: Connector 3752">
                        <a:extLst>
                          <a:ext uri="{FF2B5EF4-FFF2-40B4-BE49-F238E27FC236}">
                            <a16:creationId xmlns:a16="http://schemas.microsoft.com/office/drawing/2014/main" id="{C6BCE4FF-4544-44ED-99C4-2E218335A6D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588002" y="208727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3754" name="Group 3753">
                        <a:extLst>
                          <a:ext uri="{FF2B5EF4-FFF2-40B4-BE49-F238E27FC236}">
                            <a16:creationId xmlns:a16="http://schemas.microsoft.com/office/drawing/2014/main" id="{DE29FB0A-6894-4F34-80C7-2301EDC1C0B8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228750">
                        <a:off x="1171220" y="1918660"/>
                        <a:ext cx="698062" cy="387533"/>
                        <a:chOff x="854933" y="2290871"/>
                        <a:chExt cx="698062" cy="387533"/>
                      </a:xfrm>
                    </p:grpSpPr>
                    <p:sp>
                      <p:nvSpPr>
                        <p:cNvPr id="3965" name="Flowchart: Connector 3964">
                          <a:extLst>
                            <a:ext uri="{FF2B5EF4-FFF2-40B4-BE49-F238E27FC236}">
                              <a16:creationId xmlns:a16="http://schemas.microsoft.com/office/drawing/2014/main" id="{4389A0F8-E92C-49FD-B52A-C5DFD0DE269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3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966" name="Flowchart: Connector 3965">
                          <a:extLst>
                            <a:ext uri="{FF2B5EF4-FFF2-40B4-BE49-F238E27FC236}">
                              <a16:creationId xmlns:a16="http://schemas.microsoft.com/office/drawing/2014/main" id="{09839D91-F630-4D26-83C1-2C842C668B0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5206" y="2377897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967" name="Flowchart: Connector 3966">
                          <a:extLst>
                            <a:ext uri="{FF2B5EF4-FFF2-40B4-BE49-F238E27FC236}">
                              <a16:creationId xmlns:a16="http://schemas.microsoft.com/office/drawing/2014/main" id="{CEA39A42-4C7D-4616-8040-AA4B3A22DB5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41136" y="2462404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3755" name="Group 3754">
                        <a:extLst>
                          <a:ext uri="{FF2B5EF4-FFF2-40B4-BE49-F238E27FC236}">
                            <a16:creationId xmlns:a16="http://schemas.microsoft.com/office/drawing/2014/main" id="{F1BCB69E-6B82-4C7B-8332-43C1F1074E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49741" y="1890320"/>
                        <a:ext cx="1098636" cy="1497980"/>
                        <a:chOff x="2089993" y="1501770"/>
                        <a:chExt cx="1098636" cy="1497980"/>
                      </a:xfrm>
                    </p:grpSpPr>
                    <p:grpSp>
                      <p:nvGrpSpPr>
                        <p:cNvPr id="3900" name="Group 3899">
                          <a:extLst>
                            <a:ext uri="{FF2B5EF4-FFF2-40B4-BE49-F238E27FC236}">
                              <a16:creationId xmlns:a16="http://schemas.microsoft.com/office/drawing/2014/main" id="{A088FA6D-D62E-426C-8DFF-412BC14C3DF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34990"/>
                          <a:ext cx="101484" cy="1051941"/>
                          <a:chOff x="1800622" y="2329236"/>
                          <a:chExt cx="101484" cy="1051941"/>
                        </a:xfrm>
                      </p:grpSpPr>
                      <p:sp>
                        <p:nvSpPr>
                          <p:cNvPr id="3961" name="Flowchart: Connector 3960">
                            <a:extLst>
                              <a:ext uri="{FF2B5EF4-FFF2-40B4-BE49-F238E27FC236}">
                                <a16:creationId xmlns:a16="http://schemas.microsoft.com/office/drawing/2014/main" id="{912E7B11-EA6D-442A-8284-5791715349C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962" name="Flowchart: Connector 3961">
                            <a:extLst>
                              <a:ext uri="{FF2B5EF4-FFF2-40B4-BE49-F238E27FC236}">
                                <a16:creationId xmlns:a16="http://schemas.microsoft.com/office/drawing/2014/main" id="{B836A6D2-9A4F-4790-B9BA-1FB10282FB6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963" name="Flowchart: Connector 3962">
                            <a:extLst>
                              <a:ext uri="{FF2B5EF4-FFF2-40B4-BE49-F238E27FC236}">
                                <a16:creationId xmlns:a16="http://schemas.microsoft.com/office/drawing/2014/main" id="{22922A43-A855-44AD-A0D9-651E8A2B8E2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964" name="Flowchart: Connector 3963">
                            <a:extLst>
                              <a:ext uri="{FF2B5EF4-FFF2-40B4-BE49-F238E27FC236}">
                                <a16:creationId xmlns:a16="http://schemas.microsoft.com/office/drawing/2014/main" id="{A53856BC-BFDF-4301-A27C-53EFF3F4490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2923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3901" name="Group 3900">
                          <a:extLst>
                            <a:ext uri="{FF2B5EF4-FFF2-40B4-BE49-F238E27FC236}">
                              <a16:creationId xmlns:a16="http://schemas.microsoft.com/office/drawing/2014/main" id="{01311D67-7C4E-428D-BE68-66CDEDC06AB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01770"/>
                          <a:ext cx="1074397" cy="1497980"/>
                          <a:chOff x="2114232" y="1501770"/>
                          <a:chExt cx="1074397" cy="1497980"/>
                        </a:xfrm>
                      </p:grpSpPr>
                      <p:grpSp>
                        <p:nvGrpSpPr>
                          <p:cNvPr id="3902" name="Group 3901">
                            <a:extLst>
                              <a:ext uri="{FF2B5EF4-FFF2-40B4-BE49-F238E27FC236}">
                                <a16:creationId xmlns:a16="http://schemas.microsoft.com/office/drawing/2014/main" id="{96660704-664E-477E-9860-6030FD86657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3953" name="Flowchart: Connector 3952">
                              <a:extLst>
                                <a:ext uri="{FF2B5EF4-FFF2-40B4-BE49-F238E27FC236}">
                                  <a16:creationId xmlns:a16="http://schemas.microsoft.com/office/drawing/2014/main" id="{004954C0-0B0C-4BC5-B495-B1185719EA8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954" name="3D Model 3953" descr="Sphere">
                                  <a:extLst>
                                    <a:ext uri="{FF2B5EF4-FFF2-40B4-BE49-F238E27FC236}">
                                      <a16:creationId xmlns:a16="http://schemas.microsoft.com/office/drawing/2014/main" id="{BBB6A4C6-6B40-467E-9479-9BB869CF7D7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161089493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955" name="Flowchart: Connector 3954">
                              <a:extLst>
                                <a:ext uri="{FF2B5EF4-FFF2-40B4-BE49-F238E27FC236}">
                                  <a16:creationId xmlns:a16="http://schemas.microsoft.com/office/drawing/2014/main" id="{0FFDD5BE-BB0E-40C8-987E-9E0ED2F2DC1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956" name="3D Model 3955" descr="Sphere">
                                  <a:extLst>
                                    <a:ext uri="{FF2B5EF4-FFF2-40B4-BE49-F238E27FC236}">
                                      <a16:creationId xmlns:a16="http://schemas.microsoft.com/office/drawing/2014/main" id="{EED27898-72D2-45C3-BF47-97ACC4BDD86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413565257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957" name="Flowchart: Connector 3956">
                              <a:extLst>
                                <a:ext uri="{FF2B5EF4-FFF2-40B4-BE49-F238E27FC236}">
                                  <a16:creationId xmlns:a16="http://schemas.microsoft.com/office/drawing/2014/main" id="{A246B22D-A84D-4FC9-A846-967FCA47B51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958" name="3D Model 3957" descr="Sphere">
                                  <a:extLst>
                                    <a:ext uri="{FF2B5EF4-FFF2-40B4-BE49-F238E27FC236}">
                                      <a16:creationId xmlns:a16="http://schemas.microsoft.com/office/drawing/2014/main" id="{2533DA0F-7F13-4088-9C38-926F4768185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294591143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959" name="Flowchart: Connector 3958">
                              <a:extLst>
                                <a:ext uri="{FF2B5EF4-FFF2-40B4-BE49-F238E27FC236}">
                                  <a16:creationId xmlns:a16="http://schemas.microsoft.com/office/drawing/2014/main" id="{15B89F53-5D28-43D8-954E-C596238A81B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960" name="3D Model 3959" descr="Sphere">
                                  <a:extLst>
                                    <a:ext uri="{FF2B5EF4-FFF2-40B4-BE49-F238E27FC236}">
                                      <a16:creationId xmlns:a16="http://schemas.microsoft.com/office/drawing/2014/main" id="{6B739BBB-6797-4265-9DB8-B9F024F7AF4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992710424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3903" name="Group 3902">
                            <a:extLst>
                              <a:ext uri="{FF2B5EF4-FFF2-40B4-BE49-F238E27FC236}">
                                <a16:creationId xmlns:a16="http://schemas.microsoft.com/office/drawing/2014/main" id="{3EEDAC86-EB3C-4C40-8A15-C4CD2EBD780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3937" name="Flowchart: Connector 3936">
                              <a:extLst>
                                <a:ext uri="{FF2B5EF4-FFF2-40B4-BE49-F238E27FC236}">
                                  <a16:creationId xmlns:a16="http://schemas.microsoft.com/office/drawing/2014/main" id="{CC1346F3-E173-4F8A-900D-BAE038992DD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938" name="Flowchart: Connector 3937">
                              <a:extLst>
                                <a:ext uri="{FF2B5EF4-FFF2-40B4-BE49-F238E27FC236}">
                                  <a16:creationId xmlns:a16="http://schemas.microsoft.com/office/drawing/2014/main" id="{A875CF91-DC73-4017-9409-A0D0DB6F42D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939" name="Flowchart: Connector 3938">
                              <a:extLst>
                                <a:ext uri="{FF2B5EF4-FFF2-40B4-BE49-F238E27FC236}">
                                  <a16:creationId xmlns:a16="http://schemas.microsoft.com/office/drawing/2014/main" id="{4B4A12CB-A11F-41D0-A9DA-27CD4FB5367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940" name="Flowchart: Connector 3939">
                              <a:extLst>
                                <a:ext uri="{FF2B5EF4-FFF2-40B4-BE49-F238E27FC236}">
                                  <a16:creationId xmlns:a16="http://schemas.microsoft.com/office/drawing/2014/main" id="{A23B111E-0CD3-45E2-8DEF-7CB9AD3F2AD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941" name="Flowchart: Connector 3940">
                              <a:extLst>
                                <a:ext uri="{FF2B5EF4-FFF2-40B4-BE49-F238E27FC236}">
                                  <a16:creationId xmlns:a16="http://schemas.microsoft.com/office/drawing/2014/main" id="{9B9FDF6B-AF89-44C1-9C3C-E84071B8110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942" name="Flowchart: Connector 3941">
                              <a:extLst>
                                <a:ext uri="{FF2B5EF4-FFF2-40B4-BE49-F238E27FC236}">
                                  <a16:creationId xmlns:a16="http://schemas.microsoft.com/office/drawing/2014/main" id="{58259A4A-C90C-4613-B633-15BBD708076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943" name="Flowchart: Connector 3942">
                              <a:extLst>
                                <a:ext uri="{FF2B5EF4-FFF2-40B4-BE49-F238E27FC236}">
                                  <a16:creationId xmlns:a16="http://schemas.microsoft.com/office/drawing/2014/main" id="{000151F8-583A-460A-87FC-82CC3B9539F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944" name="Flowchart: Connector 3943">
                              <a:extLst>
                                <a:ext uri="{FF2B5EF4-FFF2-40B4-BE49-F238E27FC236}">
                                  <a16:creationId xmlns:a16="http://schemas.microsoft.com/office/drawing/2014/main" id="{F7F2628C-70CD-4C6C-9BE4-6379036F5D2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945" name="Flowchart: Connector 3944">
                              <a:extLst>
                                <a:ext uri="{FF2B5EF4-FFF2-40B4-BE49-F238E27FC236}">
                                  <a16:creationId xmlns:a16="http://schemas.microsoft.com/office/drawing/2014/main" id="{3F2ACDD7-4110-4E11-B7B2-AC530680828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946" name="3D Model 3945" descr="Sphere">
                                  <a:extLst>
                                    <a:ext uri="{FF2B5EF4-FFF2-40B4-BE49-F238E27FC236}">
                                      <a16:creationId xmlns:a16="http://schemas.microsoft.com/office/drawing/2014/main" id="{7A6D73CF-00DF-4A5D-960B-68F3580D8AC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751186351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947" name="Flowchart: Connector 3946">
                              <a:extLst>
                                <a:ext uri="{FF2B5EF4-FFF2-40B4-BE49-F238E27FC236}">
                                  <a16:creationId xmlns:a16="http://schemas.microsoft.com/office/drawing/2014/main" id="{6D46CA61-3BEC-46BA-AB89-412D45DEAD3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948" name="3D Model 3947" descr="Sphere">
                                  <a:extLst>
                                    <a:ext uri="{FF2B5EF4-FFF2-40B4-BE49-F238E27FC236}">
                                      <a16:creationId xmlns:a16="http://schemas.microsoft.com/office/drawing/2014/main" id="{B5306883-B5A6-4F7A-A111-C227742C4AD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984117529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949" name="Flowchart: Connector 3948">
                              <a:extLst>
                                <a:ext uri="{FF2B5EF4-FFF2-40B4-BE49-F238E27FC236}">
                                  <a16:creationId xmlns:a16="http://schemas.microsoft.com/office/drawing/2014/main" id="{4FB3D8C8-40B7-4C5C-B1CB-9AC203859A5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950" name="3D Model 3949" descr="Sphere">
                                  <a:extLst>
                                    <a:ext uri="{FF2B5EF4-FFF2-40B4-BE49-F238E27FC236}">
                                      <a16:creationId xmlns:a16="http://schemas.microsoft.com/office/drawing/2014/main" id="{9783A141-5778-43DA-8631-BAD60C61290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605988282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951" name="Flowchart: Connector 3950">
                              <a:extLst>
                                <a:ext uri="{FF2B5EF4-FFF2-40B4-BE49-F238E27FC236}">
                                  <a16:creationId xmlns:a16="http://schemas.microsoft.com/office/drawing/2014/main" id="{9C86F97F-E16B-4056-86BE-070C1EE7133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952" name="3D Model 3951" descr="Sphere">
                                  <a:extLst>
                                    <a:ext uri="{FF2B5EF4-FFF2-40B4-BE49-F238E27FC236}">
                                      <a16:creationId xmlns:a16="http://schemas.microsoft.com/office/drawing/2014/main" id="{22E3F536-0E18-4E92-8F12-3ED12D398AC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63478949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3904" name="Group 3903">
                            <a:extLst>
                              <a:ext uri="{FF2B5EF4-FFF2-40B4-BE49-F238E27FC236}">
                                <a16:creationId xmlns:a16="http://schemas.microsoft.com/office/drawing/2014/main" id="{4399C86D-50B4-46B8-93AC-BA20B4D3F5F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3921" name="Flowchart: Connector 3920">
                              <a:extLst>
                                <a:ext uri="{FF2B5EF4-FFF2-40B4-BE49-F238E27FC236}">
                                  <a16:creationId xmlns:a16="http://schemas.microsoft.com/office/drawing/2014/main" id="{7151350B-A44C-451E-932C-64422756261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922" name="Flowchart: Connector 3921">
                              <a:extLst>
                                <a:ext uri="{FF2B5EF4-FFF2-40B4-BE49-F238E27FC236}">
                                  <a16:creationId xmlns:a16="http://schemas.microsoft.com/office/drawing/2014/main" id="{E599DB63-68DA-4B14-8079-B5560093799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923" name="Flowchart: Connector 3922">
                              <a:extLst>
                                <a:ext uri="{FF2B5EF4-FFF2-40B4-BE49-F238E27FC236}">
                                  <a16:creationId xmlns:a16="http://schemas.microsoft.com/office/drawing/2014/main" id="{8785F972-3AD7-429E-8EF7-CF362A903F8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924" name="Flowchart: Connector 3923">
                              <a:extLst>
                                <a:ext uri="{FF2B5EF4-FFF2-40B4-BE49-F238E27FC236}">
                                  <a16:creationId xmlns:a16="http://schemas.microsoft.com/office/drawing/2014/main" id="{64E04909-EFAA-45AC-88E2-7E2E29E81FB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925" name="Flowchart: Connector 3924">
                              <a:extLst>
                                <a:ext uri="{FF2B5EF4-FFF2-40B4-BE49-F238E27FC236}">
                                  <a16:creationId xmlns:a16="http://schemas.microsoft.com/office/drawing/2014/main" id="{C3CD7E59-BA99-4BEB-940C-C2C41BF4571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926" name="Flowchart: Connector 3925">
                              <a:extLst>
                                <a:ext uri="{FF2B5EF4-FFF2-40B4-BE49-F238E27FC236}">
                                  <a16:creationId xmlns:a16="http://schemas.microsoft.com/office/drawing/2014/main" id="{B3B80405-7981-4A22-B01E-424A7197018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927" name="Flowchart: Connector 3926">
                              <a:extLst>
                                <a:ext uri="{FF2B5EF4-FFF2-40B4-BE49-F238E27FC236}">
                                  <a16:creationId xmlns:a16="http://schemas.microsoft.com/office/drawing/2014/main" id="{00F414F1-4F10-413D-B050-401C8DE00A7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928" name="Flowchart: Connector 3927">
                              <a:extLst>
                                <a:ext uri="{FF2B5EF4-FFF2-40B4-BE49-F238E27FC236}">
                                  <a16:creationId xmlns:a16="http://schemas.microsoft.com/office/drawing/2014/main" id="{118B30B2-AD89-4F70-BB1D-0B6C16F9CAB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929" name="Flowchart: Connector 3928">
                              <a:extLst>
                                <a:ext uri="{FF2B5EF4-FFF2-40B4-BE49-F238E27FC236}">
                                  <a16:creationId xmlns:a16="http://schemas.microsoft.com/office/drawing/2014/main" id="{697BD0A9-F8E9-477F-89C4-8C4B458BB87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930" name="3D Model 3929" descr="Sphere">
                                  <a:extLst>
                                    <a:ext uri="{FF2B5EF4-FFF2-40B4-BE49-F238E27FC236}">
                                      <a16:creationId xmlns:a16="http://schemas.microsoft.com/office/drawing/2014/main" id="{2D2AE36B-64A4-46D4-B51A-33C32F8E4BD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22438937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931" name="Flowchart: Connector 3930">
                              <a:extLst>
                                <a:ext uri="{FF2B5EF4-FFF2-40B4-BE49-F238E27FC236}">
                                  <a16:creationId xmlns:a16="http://schemas.microsoft.com/office/drawing/2014/main" id="{E6602FAE-84B4-481A-8BB7-8DB2AE9FA3B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932" name="3D Model 3931" descr="Sphere">
                                  <a:extLst>
                                    <a:ext uri="{FF2B5EF4-FFF2-40B4-BE49-F238E27FC236}">
                                      <a16:creationId xmlns:a16="http://schemas.microsoft.com/office/drawing/2014/main" id="{BAED72B3-CFA4-448E-8B7C-95751E16A82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11219317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933" name="Flowchart: Connector 3932">
                              <a:extLst>
                                <a:ext uri="{FF2B5EF4-FFF2-40B4-BE49-F238E27FC236}">
                                  <a16:creationId xmlns:a16="http://schemas.microsoft.com/office/drawing/2014/main" id="{328BB8D4-7309-46A8-A27F-6B1F6506EF7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934" name="3D Model 3933" descr="Sphere">
                                  <a:extLst>
                                    <a:ext uri="{FF2B5EF4-FFF2-40B4-BE49-F238E27FC236}">
                                      <a16:creationId xmlns:a16="http://schemas.microsoft.com/office/drawing/2014/main" id="{0F8A5BEB-241A-414E-816C-FBD90CF0EDD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729925855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935" name="Flowchart: Connector 3934">
                              <a:extLst>
                                <a:ext uri="{FF2B5EF4-FFF2-40B4-BE49-F238E27FC236}">
                                  <a16:creationId xmlns:a16="http://schemas.microsoft.com/office/drawing/2014/main" id="{819606C3-CDA1-4B46-9579-C27FC8CCF3B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936" name="3D Model 3935" descr="Sphere">
                                  <a:extLst>
                                    <a:ext uri="{FF2B5EF4-FFF2-40B4-BE49-F238E27FC236}">
                                      <a16:creationId xmlns:a16="http://schemas.microsoft.com/office/drawing/2014/main" id="{F9383140-D71A-4322-A7BD-C1C4DBA3AF4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830767911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3905" name="Flowchart: Connector 3904">
                            <a:extLst>
                              <a:ext uri="{FF2B5EF4-FFF2-40B4-BE49-F238E27FC236}">
                                <a16:creationId xmlns:a16="http://schemas.microsoft.com/office/drawing/2014/main" id="{B2FAEB0C-46A9-4A80-ACC5-1F892167871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906" name="Flowchart: Connector 3905">
                            <a:extLst>
                              <a:ext uri="{FF2B5EF4-FFF2-40B4-BE49-F238E27FC236}">
                                <a16:creationId xmlns:a16="http://schemas.microsoft.com/office/drawing/2014/main" id="{0208FF8B-AE08-4BCB-B41D-ABF8B8FC7D6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907" name="Flowchart: Connector 3906">
                            <a:extLst>
                              <a:ext uri="{FF2B5EF4-FFF2-40B4-BE49-F238E27FC236}">
                                <a16:creationId xmlns:a16="http://schemas.microsoft.com/office/drawing/2014/main" id="{5DAB125E-ABDF-43F7-8591-8B625186CFD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908" name="Flowchart: Connector 3907">
                            <a:extLst>
                              <a:ext uri="{FF2B5EF4-FFF2-40B4-BE49-F238E27FC236}">
                                <a16:creationId xmlns:a16="http://schemas.microsoft.com/office/drawing/2014/main" id="{BC8E7743-FC11-4584-9FE2-BD0A6B144B1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909" name="Flowchart: Connector 3908">
                            <a:extLst>
                              <a:ext uri="{FF2B5EF4-FFF2-40B4-BE49-F238E27FC236}">
                                <a16:creationId xmlns:a16="http://schemas.microsoft.com/office/drawing/2014/main" id="{53EE1F8F-9898-493C-93B7-262FF6DA060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910" name="Flowchart: Connector 3909">
                            <a:extLst>
                              <a:ext uri="{FF2B5EF4-FFF2-40B4-BE49-F238E27FC236}">
                                <a16:creationId xmlns:a16="http://schemas.microsoft.com/office/drawing/2014/main" id="{10F60031-718B-4639-9ACB-ECAEABE9C7D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911" name="Flowchart: Connector 3910">
                            <a:extLst>
                              <a:ext uri="{FF2B5EF4-FFF2-40B4-BE49-F238E27FC236}">
                                <a16:creationId xmlns:a16="http://schemas.microsoft.com/office/drawing/2014/main" id="{475F67DF-D573-407F-B98A-088E8F026B0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912" name="Flowchart: Connector 3911">
                            <a:extLst>
                              <a:ext uri="{FF2B5EF4-FFF2-40B4-BE49-F238E27FC236}">
                                <a16:creationId xmlns:a16="http://schemas.microsoft.com/office/drawing/2014/main" id="{BAFCCAF1-EE29-43B3-857A-9AF7F15938F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913" name="Flowchart: Connector 3912">
                            <a:extLst>
                              <a:ext uri="{FF2B5EF4-FFF2-40B4-BE49-F238E27FC236}">
                                <a16:creationId xmlns:a16="http://schemas.microsoft.com/office/drawing/2014/main" id="{A9910B63-2B2B-4023-BACC-70062C0D229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914" name="3D Model 3913" descr="Sphere">
                                <a:extLst>
                                  <a:ext uri="{FF2B5EF4-FFF2-40B4-BE49-F238E27FC236}">
                                    <a16:creationId xmlns:a16="http://schemas.microsoft.com/office/drawing/2014/main" id="{90EC82F9-48F2-438D-AF22-B9C52890958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863749153"/>
                                  </p:ext>
                                </p:extLst>
                              </p:nvPr>
                            </p:nvGraphicFramePr>
                            <p:xfrm>
                              <a:off x="2123911" y="1501770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83" name="3D Model 982" descr="Sphere">
                                <a:extLst>
                                  <a:ext uri="{FF2B5EF4-FFF2-40B4-BE49-F238E27FC236}">
                                    <a16:creationId xmlns:a16="http://schemas.microsoft.com/office/drawing/2014/main" id="{FB416F3B-0451-42EE-A1D4-E6FB787E5E4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729898" y="223785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915" name="Flowchart: Connector 3914">
                            <a:extLst>
                              <a:ext uri="{FF2B5EF4-FFF2-40B4-BE49-F238E27FC236}">
                                <a16:creationId xmlns:a16="http://schemas.microsoft.com/office/drawing/2014/main" id="{F21B4A25-F0BC-4AFC-8B4F-80782E01D08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916" name="3D Model 3915" descr="Sphere">
                                <a:extLst>
                                  <a:ext uri="{FF2B5EF4-FFF2-40B4-BE49-F238E27FC236}">
                                    <a16:creationId xmlns:a16="http://schemas.microsoft.com/office/drawing/2014/main" id="{7A876BF1-9F3E-475E-947A-52D8D447806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40199962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85" name="3D Model 984" descr="Sphere">
                                <a:extLst>
                                  <a:ext uri="{FF2B5EF4-FFF2-40B4-BE49-F238E27FC236}">
                                    <a16:creationId xmlns:a16="http://schemas.microsoft.com/office/drawing/2014/main" id="{2E9E03F8-8480-42C0-99A1-5F214647DB3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771722" y="225254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917" name="Flowchart: Connector 3916">
                            <a:extLst>
                              <a:ext uri="{FF2B5EF4-FFF2-40B4-BE49-F238E27FC236}">
                                <a16:creationId xmlns:a16="http://schemas.microsoft.com/office/drawing/2014/main" id="{0AECDE9D-FC0C-44D2-8717-D60F8226634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93292" y="171776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918" name="3D Model 3917" descr="Sphere">
                                <a:extLst>
                                  <a:ext uri="{FF2B5EF4-FFF2-40B4-BE49-F238E27FC236}">
                                    <a16:creationId xmlns:a16="http://schemas.microsoft.com/office/drawing/2014/main" id="{5DEB0A49-CA28-4969-814A-B00A50C9906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508086268"/>
                                  </p:ext>
                                </p:extLst>
                              </p:nvPr>
                            </p:nvGraphicFramePr>
                            <p:xfrm>
                              <a:off x="2622429" y="163823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87" name="3D Model 986" descr="Sphere">
                                <a:extLst>
                                  <a:ext uri="{FF2B5EF4-FFF2-40B4-BE49-F238E27FC236}">
                                    <a16:creationId xmlns:a16="http://schemas.microsoft.com/office/drawing/2014/main" id="{C171328B-1BA7-43BC-AD9C-A4153FC27D2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816494" y="2263557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919" name="Flowchart: Connector 3918">
                            <a:extLst>
                              <a:ext uri="{FF2B5EF4-FFF2-40B4-BE49-F238E27FC236}">
                                <a16:creationId xmlns:a16="http://schemas.microsoft.com/office/drawing/2014/main" id="{8CF1BCA3-AE5C-4EFA-A038-3574FC997F0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920" name="3D Model 3919" descr="Sphere">
                                <a:extLst>
                                  <a:ext uri="{FF2B5EF4-FFF2-40B4-BE49-F238E27FC236}">
                                    <a16:creationId xmlns:a16="http://schemas.microsoft.com/office/drawing/2014/main" id="{F972B257-A119-4C56-A941-FE13E169E66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248818227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89" name="3D Model 988" descr="Sphere">
                                <a:extLst>
                                  <a:ext uri="{FF2B5EF4-FFF2-40B4-BE49-F238E27FC236}">
                                    <a16:creationId xmlns:a16="http://schemas.microsoft.com/office/drawing/2014/main" id="{A2B7A9BF-F60A-4BAF-AAC1-A0035A95F75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860818" y="2280575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3756" name="Group 3755">
                        <a:extLst>
                          <a:ext uri="{FF2B5EF4-FFF2-40B4-BE49-F238E27FC236}">
                            <a16:creationId xmlns:a16="http://schemas.microsoft.com/office/drawing/2014/main" id="{C9B27096-9025-4194-8C5B-5D56351B761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547436" y="2361226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3897" name="Flowchart: Connector 3896">
                          <a:extLst>
                            <a:ext uri="{FF2B5EF4-FFF2-40B4-BE49-F238E27FC236}">
                              <a16:creationId xmlns:a16="http://schemas.microsoft.com/office/drawing/2014/main" id="{C7353B06-9E72-4EFF-9EF1-F2986E4AF26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898" name="Flowchart: Connector 3897">
                          <a:extLst>
                            <a:ext uri="{FF2B5EF4-FFF2-40B4-BE49-F238E27FC236}">
                              <a16:creationId xmlns:a16="http://schemas.microsoft.com/office/drawing/2014/main" id="{3AE30186-F720-4087-A0F1-940AA13307C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899" name="Flowchart: Connector 3898">
                          <a:extLst>
                            <a:ext uri="{FF2B5EF4-FFF2-40B4-BE49-F238E27FC236}">
                              <a16:creationId xmlns:a16="http://schemas.microsoft.com/office/drawing/2014/main" id="{DC496A49-4533-4E3D-8C6B-2F5E1B8B581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3757" name="Flowchart: Connector 3756">
                        <a:extLst>
                          <a:ext uri="{FF2B5EF4-FFF2-40B4-BE49-F238E27FC236}">
                            <a16:creationId xmlns:a16="http://schemas.microsoft.com/office/drawing/2014/main" id="{CBC640F5-5B3D-4954-B022-9F14961A038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19794" y="212254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758" name="Flowchart: Connector 3757">
                        <a:extLst>
                          <a:ext uri="{FF2B5EF4-FFF2-40B4-BE49-F238E27FC236}">
                            <a16:creationId xmlns:a16="http://schemas.microsoft.com/office/drawing/2014/main" id="{FCFBC4C1-04B3-4ADD-9A55-A82AFC31F30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74020" y="218539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3759" name="Group 3758">
                        <a:extLst>
                          <a:ext uri="{FF2B5EF4-FFF2-40B4-BE49-F238E27FC236}">
                            <a16:creationId xmlns:a16="http://schemas.microsoft.com/office/drawing/2014/main" id="{47FAE9E6-3B2B-4D63-A841-32A023C2556B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18957">
                        <a:off x="941432" y="2025443"/>
                        <a:ext cx="710250" cy="369080"/>
                        <a:chOff x="854932" y="2290871"/>
                        <a:chExt cx="710250" cy="369080"/>
                      </a:xfrm>
                    </p:grpSpPr>
                    <p:sp>
                      <p:nvSpPr>
                        <p:cNvPr id="3894" name="Flowchart: Connector 3893">
                          <a:extLst>
                            <a:ext uri="{FF2B5EF4-FFF2-40B4-BE49-F238E27FC236}">
                              <a16:creationId xmlns:a16="http://schemas.microsoft.com/office/drawing/2014/main" id="{69A8EB50-A94F-4D9C-B3FE-F84E072976E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2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895" name="Flowchart: Connector 3894">
                          <a:extLst>
                            <a:ext uri="{FF2B5EF4-FFF2-40B4-BE49-F238E27FC236}">
                              <a16:creationId xmlns:a16="http://schemas.microsoft.com/office/drawing/2014/main" id="{07842065-BCBE-4F97-875D-275F074B3B3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1897" y="2377722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896" name="Flowchart: Connector 3895">
                          <a:extLst>
                            <a:ext uri="{FF2B5EF4-FFF2-40B4-BE49-F238E27FC236}">
                              <a16:creationId xmlns:a16="http://schemas.microsoft.com/office/drawing/2014/main" id="{78E4FAA9-894B-4E63-A62D-52383719A08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53323" y="244395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3760" name="Group 3759">
                        <a:extLst>
                          <a:ext uri="{FF2B5EF4-FFF2-40B4-BE49-F238E27FC236}">
                            <a16:creationId xmlns:a16="http://schemas.microsoft.com/office/drawing/2014/main" id="{F5B7954A-24EC-4D4A-86E4-A223EB7BB3D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21287" y="1995259"/>
                        <a:ext cx="1102917" cy="1484052"/>
                        <a:chOff x="2085712" y="1515698"/>
                        <a:chExt cx="1102917" cy="1484052"/>
                      </a:xfrm>
                    </p:grpSpPr>
                    <p:grpSp>
                      <p:nvGrpSpPr>
                        <p:cNvPr id="3829" name="Group 3828">
                          <a:extLst>
                            <a:ext uri="{FF2B5EF4-FFF2-40B4-BE49-F238E27FC236}">
                              <a16:creationId xmlns:a16="http://schemas.microsoft.com/office/drawing/2014/main" id="{0B414255-74CF-4987-942E-B5F6E4D92EF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5712" y="1648950"/>
                          <a:ext cx="105765" cy="1037981"/>
                          <a:chOff x="1796341" y="2343196"/>
                          <a:chExt cx="105765" cy="1037981"/>
                        </a:xfrm>
                      </p:grpSpPr>
                      <p:sp>
                        <p:nvSpPr>
                          <p:cNvPr id="3890" name="Flowchart: Connector 3889">
                            <a:extLst>
                              <a:ext uri="{FF2B5EF4-FFF2-40B4-BE49-F238E27FC236}">
                                <a16:creationId xmlns:a16="http://schemas.microsoft.com/office/drawing/2014/main" id="{6220323C-3FC3-460A-B4D0-108D3BAEDBF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891" name="Flowchart: Connector 3890">
                            <a:extLst>
                              <a:ext uri="{FF2B5EF4-FFF2-40B4-BE49-F238E27FC236}">
                                <a16:creationId xmlns:a16="http://schemas.microsoft.com/office/drawing/2014/main" id="{EBEE232D-600A-41B1-8216-A05EF9CD4A0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892" name="Flowchart: Connector 3891">
                            <a:extLst>
                              <a:ext uri="{FF2B5EF4-FFF2-40B4-BE49-F238E27FC236}">
                                <a16:creationId xmlns:a16="http://schemas.microsoft.com/office/drawing/2014/main" id="{F5B4FEF5-0FA5-4D49-A2A2-3B2D450CD8D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893" name="Flowchart: Connector 3892">
                            <a:extLst>
                              <a:ext uri="{FF2B5EF4-FFF2-40B4-BE49-F238E27FC236}">
                                <a16:creationId xmlns:a16="http://schemas.microsoft.com/office/drawing/2014/main" id="{548FEAB3-75A3-4E8A-BE05-6B53DC65FAA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796341" y="2343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3830" name="Group 3829">
                          <a:extLst>
                            <a:ext uri="{FF2B5EF4-FFF2-40B4-BE49-F238E27FC236}">
                              <a16:creationId xmlns:a16="http://schemas.microsoft.com/office/drawing/2014/main" id="{18C0EA57-0AAA-4406-8DF6-DBEE079CDBB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15698"/>
                          <a:ext cx="1074397" cy="1484052"/>
                          <a:chOff x="2114232" y="1515698"/>
                          <a:chExt cx="1074397" cy="1484052"/>
                        </a:xfrm>
                      </p:grpSpPr>
                      <p:grpSp>
                        <p:nvGrpSpPr>
                          <p:cNvPr id="3831" name="Group 3830">
                            <a:extLst>
                              <a:ext uri="{FF2B5EF4-FFF2-40B4-BE49-F238E27FC236}">
                                <a16:creationId xmlns:a16="http://schemas.microsoft.com/office/drawing/2014/main" id="{49AC3B67-3D9A-4178-8D19-6AF34359C6D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3882" name="Flowchart: Connector 3881">
                              <a:extLst>
                                <a:ext uri="{FF2B5EF4-FFF2-40B4-BE49-F238E27FC236}">
                                  <a16:creationId xmlns:a16="http://schemas.microsoft.com/office/drawing/2014/main" id="{455675D7-B2EA-4B54-9B50-288F9435995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883" name="3D Model 3882" descr="Sphere">
                                  <a:extLst>
                                    <a:ext uri="{FF2B5EF4-FFF2-40B4-BE49-F238E27FC236}">
                                      <a16:creationId xmlns:a16="http://schemas.microsoft.com/office/drawing/2014/main" id="{87BEC1E8-8A75-4C78-A900-F3043CEC3C0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50164564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884" name="Flowchart: Connector 3883">
                              <a:extLst>
                                <a:ext uri="{FF2B5EF4-FFF2-40B4-BE49-F238E27FC236}">
                                  <a16:creationId xmlns:a16="http://schemas.microsoft.com/office/drawing/2014/main" id="{D1EF2178-5D06-4962-B557-255941E5118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885" name="3D Model 3884" descr="Sphere">
                                  <a:extLst>
                                    <a:ext uri="{FF2B5EF4-FFF2-40B4-BE49-F238E27FC236}">
                                      <a16:creationId xmlns:a16="http://schemas.microsoft.com/office/drawing/2014/main" id="{2C504915-4AE4-460E-B9EE-9936A3BF7AA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416546479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886" name="Flowchart: Connector 3885">
                              <a:extLst>
                                <a:ext uri="{FF2B5EF4-FFF2-40B4-BE49-F238E27FC236}">
                                  <a16:creationId xmlns:a16="http://schemas.microsoft.com/office/drawing/2014/main" id="{4B8C3CAE-26DE-4E68-BC68-D416AE7A8BC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887" name="3D Model 3886" descr="Sphere">
                                  <a:extLst>
                                    <a:ext uri="{FF2B5EF4-FFF2-40B4-BE49-F238E27FC236}">
                                      <a16:creationId xmlns:a16="http://schemas.microsoft.com/office/drawing/2014/main" id="{451D0F17-AB81-4653-A4BF-5FAC687D0F5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359249230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888" name="Flowchart: Connector 3887">
                              <a:extLst>
                                <a:ext uri="{FF2B5EF4-FFF2-40B4-BE49-F238E27FC236}">
                                  <a16:creationId xmlns:a16="http://schemas.microsoft.com/office/drawing/2014/main" id="{95BD9E7B-200C-450C-B190-662C439A933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889" name="3D Model 3888" descr="Sphere">
                                  <a:extLst>
                                    <a:ext uri="{FF2B5EF4-FFF2-40B4-BE49-F238E27FC236}">
                                      <a16:creationId xmlns:a16="http://schemas.microsoft.com/office/drawing/2014/main" id="{78920ECA-7E65-42CD-B6F6-A3A5BD9BAB4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534421878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3832" name="Group 3831">
                            <a:extLst>
                              <a:ext uri="{FF2B5EF4-FFF2-40B4-BE49-F238E27FC236}">
                                <a16:creationId xmlns:a16="http://schemas.microsoft.com/office/drawing/2014/main" id="{8AC2B5D3-EC83-4EC3-976B-B7676456304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3866" name="Flowchart: Connector 3865">
                              <a:extLst>
                                <a:ext uri="{FF2B5EF4-FFF2-40B4-BE49-F238E27FC236}">
                                  <a16:creationId xmlns:a16="http://schemas.microsoft.com/office/drawing/2014/main" id="{A079AA0D-17C9-4059-BB8F-A4658570606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867" name="Flowchart: Connector 3866">
                              <a:extLst>
                                <a:ext uri="{FF2B5EF4-FFF2-40B4-BE49-F238E27FC236}">
                                  <a16:creationId xmlns:a16="http://schemas.microsoft.com/office/drawing/2014/main" id="{B4266F8F-F818-4A85-AB27-C5BBC10F1E7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868" name="Flowchart: Connector 3867">
                              <a:extLst>
                                <a:ext uri="{FF2B5EF4-FFF2-40B4-BE49-F238E27FC236}">
                                  <a16:creationId xmlns:a16="http://schemas.microsoft.com/office/drawing/2014/main" id="{D64C801E-D9BC-45F5-B6AE-2BF5D365AF8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869" name="Flowchart: Connector 3868">
                              <a:extLst>
                                <a:ext uri="{FF2B5EF4-FFF2-40B4-BE49-F238E27FC236}">
                                  <a16:creationId xmlns:a16="http://schemas.microsoft.com/office/drawing/2014/main" id="{652D59AF-7D55-48D9-832D-74B52EF605E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870" name="Flowchart: Connector 3869">
                              <a:extLst>
                                <a:ext uri="{FF2B5EF4-FFF2-40B4-BE49-F238E27FC236}">
                                  <a16:creationId xmlns:a16="http://schemas.microsoft.com/office/drawing/2014/main" id="{2C7828A1-875F-43CF-B6BD-6341E651FC7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871" name="Flowchart: Connector 3870">
                              <a:extLst>
                                <a:ext uri="{FF2B5EF4-FFF2-40B4-BE49-F238E27FC236}">
                                  <a16:creationId xmlns:a16="http://schemas.microsoft.com/office/drawing/2014/main" id="{CE4C032D-C247-4257-ABDE-B454D8AEAA2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872" name="Flowchart: Connector 3871">
                              <a:extLst>
                                <a:ext uri="{FF2B5EF4-FFF2-40B4-BE49-F238E27FC236}">
                                  <a16:creationId xmlns:a16="http://schemas.microsoft.com/office/drawing/2014/main" id="{C9146933-CD2D-413E-AB63-88AC0EF6527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873" name="Flowchart: Connector 3872">
                              <a:extLst>
                                <a:ext uri="{FF2B5EF4-FFF2-40B4-BE49-F238E27FC236}">
                                  <a16:creationId xmlns:a16="http://schemas.microsoft.com/office/drawing/2014/main" id="{BC4E9616-93DE-409E-A61B-B24E0A2EF8D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874" name="Flowchart: Connector 3873">
                              <a:extLst>
                                <a:ext uri="{FF2B5EF4-FFF2-40B4-BE49-F238E27FC236}">
                                  <a16:creationId xmlns:a16="http://schemas.microsoft.com/office/drawing/2014/main" id="{868769F4-E50A-4BDF-AC97-5A55EC0122D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875" name="3D Model 3874" descr="Sphere">
                                  <a:extLst>
                                    <a:ext uri="{FF2B5EF4-FFF2-40B4-BE49-F238E27FC236}">
                                      <a16:creationId xmlns:a16="http://schemas.microsoft.com/office/drawing/2014/main" id="{2A5ADB39-9593-4F9D-A50A-BF07EFA254D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245564941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876" name="Flowchart: Connector 3875">
                              <a:extLst>
                                <a:ext uri="{FF2B5EF4-FFF2-40B4-BE49-F238E27FC236}">
                                  <a16:creationId xmlns:a16="http://schemas.microsoft.com/office/drawing/2014/main" id="{08B70B41-37B9-47A2-A33C-7270725BBB0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877" name="3D Model 3876" descr="Sphere">
                                  <a:extLst>
                                    <a:ext uri="{FF2B5EF4-FFF2-40B4-BE49-F238E27FC236}">
                                      <a16:creationId xmlns:a16="http://schemas.microsoft.com/office/drawing/2014/main" id="{F2D83EE4-D345-4E09-87FD-801300F2002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960719147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878" name="Flowchart: Connector 3877">
                              <a:extLst>
                                <a:ext uri="{FF2B5EF4-FFF2-40B4-BE49-F238E27FC236}">
                                  <a16:creationId xmlns:a16="http://schemas.microsoft.com/office/drawing/2014/main" id="{CA6421B1-04E6-402F-8E34-FE556ABD86D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879" name="3D Model 3878" descr="Sphere">
                                  <a:extLst>
                                    <a:ext uri="{FF2B5EF4-FFF2-40B4-BE49-F238E27FC236}">
                                      <a16:creationId xmlns:a16="http://schemas.microsoft.com/office/drawing/2014/main" id="{810D9144-410E-40D2-ABF8-1A54A88889D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29467379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880" name="Flowchart: Connector 3879">
                              <a:extLst>
                                <a:ext uri="{FF2B5EF4-FFF2-40B4-BE49-F238E27FC236}">
                                  <a16:creationId xmlns:a16="http://schemas.microsoft.com/office/drawing/2014/main" id="{434BAC87-3C7C-4BB5-8AE0-32B21C58645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881" name="3D Model 3880" descr="Sphere">
                                  <a:extLst>
                                    <a:ext uri="{FF2B5EF4-FFF2-40B4-BE49-F238E27FC236}">
                                      <a16:creationId xmlns:a16="http://schemas.microsoft.com/office/drawing/2014/main" id="{9620D165-0EC9-4590-906D-E08AB2697F2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181246086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3833" name="Group 3832">
                            <a:extLst>
                              <a:ext uri="{FF2B5EF4-FFF2-40B4-BE49-F238E27FC236}">
                                <a16:creationId xmlns:a16="http://schemas.microsoft.com/office/drawing/2014/main" id="{6492ACCD-7D25-4D60-9003-1C5B7282EA5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3850" name="Flowchart: Connector 3849">
                              <a:extLst>
                                <a:ext uri="{FF2B5EF4-FFF2-40B4-BE49-F238E27FC236}">
                                  <a16:creationId xmlns:a16="http://schemas.microsoft.com/office/drawing/2014/main" id="{57FB2BCE-F739-40D3-8DCC-7B31F4309E7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851" name="Flowchart: Connector 3850">
                              <a:extLst>
                                <a:ext uri="{FF2B5EF4-FFF2-40B4-BE49-F238E27FC236}">
                                  <a16:creationId xmlns:a16="http://schemas.microsoft.com/office/drawing/2014/main" id="{2A812C23-B6CF-447F-B277-CCB23D6AC2A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852" name="Flowchart: Connector 3851">
                              <a:extLst>
                                <a:ext uri="{FF2B5EF4-FFF2-40B4-BE49-F238E27FC236}">
                                  <a16:creationId xmlns:a16="http://schemas.microsoft.com/office/drawing/2014/main" id="{5E3938C9-E8F5-4E9E-AF44-B0C733B49D6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853" name="Flowchart: Connector 3852">
                              <a:extLst>
                                <a:ext uri="{FF2B5EF4-FFF2-40B4-BE49-F238E27FC236}">
                                  <a16:creationId xmlns:a16="http://schemas.microsoft.com/office/drawing/2014/main" id="{9EA7C7DB-8926-479A-AFDD-86302CC42E0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854" name="Flowchart: Connector 3853">
                              <a:extLst>
                                <a:ext uri="{FF2B5EF4-FFF2-40B4-BE49-F238E27FC236}">
                                  <a16:creationId xmlns:a16="http://schemas.microsoft.com/office/drawing/2014/main" id="{E9F1CE54-58BB-416B-A78D-254FB82DAD8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855" name="Flowchart: Connector 3854">
                              <a:extLst>
                                <a:ext uri="{FF2B5EF4-FFF2-40B4-BE49-F238E27FC236}">
                                  <a16:creationId xmlns:a16="http://schemas.microsoft.com/office/drawing/2014/main" id="{B295665E-C7A6-4F27-AF99-8446E9357B4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856" name="Flowchart: Connector 3855">
                              <a:extLst>
                                <a:ext uri="{FF2B5EF4-FFF2-40B4-BE49-F238E27FC236}">
                                  <a16:creationId xmlns:a16="http://schemas.microsoft.com/office/drawing/2014/main" id="{F5EE38D1-8915-4A9A-A18D-2F669496A47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857" name="Flowchart: Connector 3856">
                              <a:extLst>
                                <a:ext uri="{FF2B5EF4-FFF2-40B4-BE49-F238E27FC236}">
                                  <a16:creationId xmlns:a16="http://schemas.microsoft.com/office/drawing/2014/main" id="{A9CA8FA6-9EFF-4320-8754-5228F7C35685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858" name="Flowchart: Connector 3857">
                              <a:extLst>
                                <a:ext uri="{FF2B5EF4-FFF2-40B4-BE49-F238E27FC236}">
                                  <a16:creationId xmlns:a16="http://schemas.microsoft.com/office/drawing/2014/main" id="{C09B8833-EBA6-4305-BF95-021F48A41F8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859" name="3D Model 3858" descr="Sphere">
                                  <a:extLst>
                                    <a:ext uri="{FF2B5EF4-FFF2-40B4-BE49-F238E27FC236}">
                                      <a16:creationId xmlns:a16="http://schemas.microsoft.com/office/drawing/2014/main" id="{1C788BFD-A4F0-45F8-A3E1-C0D2167B1C1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712056250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860" name="Flowchart: Connector 3859">
                              <a:extLst>
                                <a:ext uri="{FF2B5EF4-FFF2-40B4-BE49-F238E27FC236}">
                                  <a16:creationId xmlns:a16="http://schemas.microsoft.com/office/drawing/2014/main" id="{6BA8AF5F-CCA3-46EF-A032-FD59503B03C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861" name="3D Model 3860" descr="Sphere">
                                  <a:extLst>
                                    <a:ext uri="{FF2B5EF4-FFF2-40B4-BE49-F238E27FC236}">
                                      <a16:creationId xmlns:a16="http://schemas.microsoft.com/office/drawing/2014/main" id="{3D278085-EBEC-41CC-BD55-F88EC11941D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273614180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862" name="Flowchart: Connector 3861">
                              <a:extLst>
                                <a:ext uri="{FF2B5EF4-FFF2-40B4-BE49-F238E27FC236}">
                                  <a16:creationId xmlns:a16="http://schemas.microsoft.com/office/drawing/2014/main" id="{A101DEF4-8088-4AD9-AF8F-C73E36C5B0D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863" name="3D Model 3862" descr="Sphere">
                                  <a:extLst>
                                    <a:ext uri="{FF2B5EF4-FFF2-40B4-BE49-F238E27FC236}">
                                      <a16:creationId xmlns:a16="http://schemas.microsoft.com/office/drawing/2014/main" id="{8DA2D118-9D11-402B-B09C-B8864F87BF4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106568966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864" name="Flowchart: Connector 3863">
                              <a:extLst>
                                <a:ext uri="{FF2B5EF4-FFF2-40B4-BE49-F238E27FC236}">
                                  <a16:creationId xmlns:a16="http://schemas.microsoft.com/office/drawing/2014/main" id="{4B13A412-1B8E-46CF-A324-4A75F11EE48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865" name="3D Model 3864" descr="Sphere">
                                  <a:extLst>
                                    <a:ext uri="{FF2B5EF4-FFF2-40B4-BE49-F238E27FC236}">
                                      <a16:creationId xmlns:a16="http://schemas.microsoft.com/office/drawing/2014/main" id="{B2047384-A232-4ACC-B81C-4A03B4E356C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636416476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3834" name="Flowchart: Connector 3833">
                            <a:extLst>
                              <a:ext uri="{FF2B5EF4-FFF2-40B4-BE49-F238E27FC236}">
                                <a16:creationId xmlns:a16="http://schemas.microsoft.com/office/drawing/2014/main" id="{64C1C9A0-E096-4974-A274-518A6D3D281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835" name="Flowchart: Connector 3834">
                            <a:extLst>
                              <a:ext uri="{FF2B5EF4-FFF2-40B4-BE49-F238E27FC236}">
                                <a16:creationId xmlns:a16="http://schemas.microsoft.com/office/drawing/2014/main" id="{EC1B3CC6-8A1E-49D5-A5DE-A9809B25919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836" name="Flowchart: Connector 3835">
                            <a:extLst>
                              <a:ext uri="{FF2B5EF4-FFF2-40B4-BE49-F238E27FC236}">
                                <a16:creationId xmlns:a16="http://schemas.microsoft.com/office/drawing/2014/main" id="{DD657DC0-30A1-422F-A820-E75057291DF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837" name="Flowchart: Connector 3836">
                            <a:extLst>
                              <a:ext uri="{FF2B5EF4-FFF2-40B4-BE49-F238E27FC236}">
                                <a16:creationId xmlns:a16="http://schemas.microsoft.com/office/drawing/2014/main" id="{45A7EACD-F39D-4757-9854-C7F9028D2A1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838" name="Flowchart: Connector 3837">
                            <a:extLst>
                              <a:ext uri="{FF2B5EF4-FFF2-40B4-BE49-F238E27FC236}">
                                <a16:creationId xmlns:a16="http://schemas.microsoft.com/office/drawing/2014/main" id="{6FAD5EAE-5238-435C-85D0-D1B094A69FF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839" name="Flowchart: Connector 3838">
                            <a:extLst>
                              <a:ext uri="{FF2B5EF4-FFF2-40B4-BE49-F238E27FC236}">
                                <a16:creationId xmlns:a16="http://schemas.microsoft.com/office/drawing/2014/main" id="{7475FF08-BCBD-44C1-8064-14B686A6DF8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840" name="Flowchart: Connector 3839">
                            <a:extLst>
                              <a:ext uri="{FF2B5EF4-FFF2-40B4-BE49-F238E27FC236}">
                                <a16:creationId xmlns:a16="http://schemas.microsoft.com/office/drawing/2014/main" id="{F3062FFC-5A1C-48EA-B761-1031BC44989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841" name="Flowchart: Connector 3840">
                            <a:extLst>
                              <a:ext uri="{FF2B5EF4-FFF2-40B4-BE49-F238E27FC236}">
                                <a16:creationId xmlns:a16="http://schemas.microsoft.com/office/drawing/2014/main" id="{BBC76CF4-4336-4ADA-B296-F7107E39566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842" name="Flowchart: Connector 3841">
                            <a:extLst>
                              <a:ext uri="{FF2B5EF4-FFF2-40B4-BE49-F238E27FC236}">
                                <a16:creationId xmlns:a16="http://schemas.microsoft.com/office/drawing/2014/main" id="{2E75F30C-1B91-42AE-BD67-1C1CF2F9638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843" name="3D Model 3842" descr="Sphere">
                                <a:extLst>
                                  <a:ext uri="{FF2B5EF4-FFF2-40B4-BE49-F238E27FC236}">
                                    <a16:creationId xmlns:a16="http://schemas.microsoft.com/office/drawing/2014/main" id="{830002A7-99E0-42A5-A7E2-1DA796061FF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7990509"/>
                                  </p:ext>
                                </p:extLst>
                              </p:nvPr>
                            </p:nvGraphicFramePr>
                            <p:xfrm>
                              <a:off x="2127272" y="1515698"/>
                              <a:ext cx="299738" cy="29973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7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4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12" name="3D Model 911" descr="Sphere">
                                <a:extLst>
                                  <a:ext uri="{FF2B5EF4-FFF2-40B4-BE49-F238E27FC236}">
                                    <a16:creationId xmlns:a16="http://schemas.microsoft.com/office/drawing/2014/main" id="{EFF63504-F791-4099-8B09-8ACAE9152D7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691542" y="2257619"/>
                                <a:ext cx="52067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844" name="Flowchart: Connector 3843">
                            <a:extLst>
                              <a:ext uri="{FF2B5EF4-FFF2-40B4-BE49-F238E27FC236}">
                                <a16:creationId xmlns:a16="http://schemas.microsoft.com/office/drawing/2014/main" id="{143707AE-B9B6-4DF4-9C27-2BA30B96D4A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845" name="3D Model 3844" descr="Sphere">
                                <a:extLst>
                                  <a:ext uri="{FF2B5EF4-FFF2-40B4-BE49-F238E27FC236}">
                                    <a16:creationId xmlns:a16="http://schemas.microsoft.com/office/drawing/2014/main" id="{B08DE7AE-1B16-4F02-B4FE-B89458DF4B1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02060188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14" name="3D Model 913" descr="Sphere">
                                <a:extLst>
                                  <a:ext uri="{FF2B5EF4-FFF2-40B4-BE49-F238E27FC236}">
                                    <a16:creationId xmlns:a16="http://schemas.microsoft.com/office/drawing/2014/main" id="{BB2A5801-0595-4989-A3CE-F9C2107FA37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732782" y="226968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846" name="Flowchart: Connector 3845">
                            <a:extLst>
                              <a:ext uri="{FF2B5EF4-FFF2-40B4-BE49-F238E27FC236}">
                                <a16:creationId xmlns:a16="http://schemas.microsoft.com/office/drawing/2014/main" id="{692C4191-2912-4B9C-AF58-E02B1D338DE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6940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847" name="3D Model 3846" descr="Sphere">
                                <a:extLst>
                                  <a:ext uri="{FF2B5EF4-FFF2-40B4-BE49-F238E27FC236}">
                                    <a16:creationId xmlns:a16="http://schemas.microsoft.com/office/drawing/2014/main" id="{E61F96FD-2C68-4B0D-907A-EF1BBB3F373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792405842"/>
                                  </p:ext>
                                </p:extLst>
                              </p:nvPr>
                            </p:nvGraphicFramePr>
                            <p:xfrm>
                              <a:off x="2609177" y="164853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16" name="3D Model 915" descr="Sphere">
                                <a:extLst>
                                  <a:ext uri="{FF2B5EF4-FFF2-40B4-BE49-F238E27FC236}">
                                    <a16:creationId xmlns:a16="http://schemas.microsoft.com/office/drawing/2014/main" id="{085EEDE2-4F9B-41F7-9E9E-B5B166BCABD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775252" y="2282638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848" name="Flowchart: Connector 3847">
                            <a:extLst>
                              <a:ext uri="{FF2B5EF4-FFF2-40B4-BE49-F238E27FC236}">
                                <a16:creationId xmlns:a16="http://schemas.microsoft.com/office/drawing/2014/main" id="{78BC75A4-CDC2-451B-8EF0-CC07EB400EB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849" name="3D Model 3848" descr="Sphere">
                                <a:extLst>
                                  <a:ext uri="{FF2B5EF4-FFF2-40B4-BE49-F238E27FC236}">
                                    <a16:creationId xmlns:a16="http://schemas.microsoft.com/office/drawing/2014/main" id="{B242C6E5-7C3A-4A10-A504-2C3881F5F41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732978388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18" name="3D Model 917" descr="Sphere">
                                <a:extLst>
                                  <a:ext uri="{FF2B5EF4-FFF2-40B4-BE49-F238E27FC236}">
                                    <a16:creationId xmlns:a16="http://schemas.microsoft.com/office/drawing/2014/main" id="{2068CB14-7D8F-47FD-955D-7AD0EB5FF67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821878" y="2297717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sp>
                    <p:nvSpPr>
                      <p:cNvPr id="3761" name="Flowchart: Connector 3760">
                        <a:extLst>
                          <a:ext uri="{FF2B5EF4-FFF2-40B4-BE49-F238E27FC236}">
                            <a16:creationId xmlns:a16="http://schemas.microsoft.com/office/drawing/2014/main" id="{4A288DE3-C073-49AA-8BAD-3CD535BC920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06374" y="21384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762" name="Flowchart: Connector 3761">
                        <a:extLst>
                          <a:ext uri="{FF2B5EF4-FFF2-40B4-BE49-F238E27FC236}">
                            <a16:creationId xmlns:a16="http://schemas.microsoft.com/office/drawing/2014/main" id="{542F75CF-14CF-4E45-B02A-DF46FC896B3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886236" y="22322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763" name="Flowchart: Connector 3762">
                        <a:extLst>
                          <a:ext uri="{FF2B5EF4-FFF2-40B4-BE49-F238E27FC236}">
                            <a16:creationId xmlns:a16="http://schemas.microsoft.com/office/drawing/2014/main" id="{38722AF8-3046-451A-809A-08A58F8D26B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952806" y="22254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764" name="Flowchart: Connector 3763">
                        <a:extLst>
                          <a:ext uri="{FF2B5EF4-FFF2-40B4-BE49-F238E27FC236}">
                            <a16:creationId xmlns:a16="http://schemas.microsoft.com/office/drawing/2014/main" id="{60C18494-6EFF-4321-A2CA-289E38E3C0F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0272" y="25040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765" name="Flowchart: Connector 3764">
                        <a:extLst>
                          <a:ext uri="{FF2B5EF4-FFF2-40B4-BE49-F238E27FC236}">
                            <a16:creationId xmlns:a16="http://schemas.microsoft.com/office/drawing/2014/main" id="{1A30129B-EC04-4DBC-BDB4-C14BAF0ACB2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20633" y="28301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766" name="Flowchart: Connector 3765">
                        <a:extLst>
                          <a:ext uri="{FF2B5EF4-FFF2-40B4-BE49-F238E27FC236}">
                            <a16:creationId xmlns:a16="http://schemas.microsoft.com/office/drawing/2014/main" id="{6C568331-9DD4-43B7-92EF-5E85C1F00EA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29128" y="231321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767" name="Flowchart: Connector 3766">
                        <a:extLst>
                          <a:ext uri="{FF2B5EF4-FFF2-40B4-BE49-F238E27FC236}">
                            <a16:creationId xmlns:a16="http://schemas.microsoft.com/office/drawing/2014/main" id="{447FF50B-287B-4B38-B6D0-0B7C3B640EA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211385" y="230237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768" name="Flowchart: Connector 3767">
                        <a:extLst>
                          <a:ext uri="{FF2B5EF4-FFF2-40B4-BE49-F238E27FC236}">
                            <a16:creationId xmlns:a16="http://schemas.microsoft.com/office/drawing/2014/main" id="{2C27961B-5632-46B1-8EEE-85486FDDDAA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1097" y="31484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grpSp>
                    <p:nvGrpSpPr>
                      <p:cNvPr id="3769" name="Group 3768">
                        <a:extLst>
                          <a:ext uri="{FF2B5EF4-FFF2-40B4-BE49-F238E27FC236}">
                            <a16:creationId xmlns:a16="http://schemas.microsoft.com/office/drawing/2014/main" id="{77785B68-C71F-4C6A-B502-D8D3B60246B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20511" y="2127869"/>
                        <a:ext cx="1073693" cy="1496391"/>
                        <a:chOff x="2114936" y="1503359"/>
                        <a:chExt cx="1073693" cy="1496391"/>
                      </a:xfrm>
                    </p:grpSpPr>
                    <p:grpSp>
                      <p:nvGrpSpPr>
                        <p:cNvPr id="3770" name="Group 3769">
                          <a:extLst>
                            <a:ext uri="{FF2B5EF4-FFF2-40B4-BE49-F238E27FC236}">
                              <a16:creationId xmlns:a16="http://schemas.microsoft.com/office/drawing/2014/main" id="{3B6300F2-FD4B-4CBD-8B5E-B53ACFB832C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7974" y="2474038"/>
                          <a:ext cx="1060655" cy="525712"/>
                          <a:chOff x="3721252" y="1733424"/>
                          <a:chExt cx="1060655" cy="525712"/>
                        </a:xfrm>
                      </p:grpSpPr>
                      <p:sp>
                        <p:nvSpPr>
                          <p:cNvPr id="3821" name="Flowchart: Connector 3820">
                            <a:extLst>
                              <a:ext uri="{FF2B5EF4-FFF2-40B4-BE49-F238E27FC236}">
                                <a16:creationId xmlns:a16="http://schemas.microsoft.com/office/drawing/2014/main" id="{7725A414-7A00-4AD2-9551-80167BD6971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822" name="3D Model 3821" descr="Sphere">
                                <a:extLst>
                                  <a:ext uri="{FF2B5EF4-FFF2-40B4-BE49-F238E27FC236}">
                                    <a16:creationId xmlns:a16="http://schemas.microsoft.com/office/drawing/2014/main" id="{E3AD2150-3DF6-41D6-B052-F56FCE8DBB9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289524486"/>
                                  </p:ext>
                                </p:extLst>
                              </p:nvPr>
                            </p:nvGraphicFramePr>
                            <p:xfrm>
                              <a:off x="3721252" y="1733424"/>
                              <a:ext cx="299739" cy="299738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6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891" name="3D Model 890" descr="Sphere">
                                <a:extLst>
                                  <a:ext uri="{FF2B5EF4-FFF2-40B4-BE49-F238E27FC236}">
                                    <a16:creationId xmlns:a16="http://schemas.microsoft.com/office/drawing/2014/main" id="{7104BA4B-8A96-40B6-B0CF-BD492034CF7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651712" y="2465421"/>
                                <a:ext cx="52066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823" name="Flowchart: Connector 3822">
                            <a:extLst>
                              <a:ext uri="{FF2B5EF4-FFF2-40B4-BE49-F238E27FC236}">
                                <a16:creationId xmlns:a16="http://schemas.microsoft.com/office/drawing/2014/main" id="{240F7724-DF45-4675-BB98-64E32521394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824" name="3D Model 3823" descr="Sphere">
                                <a:extLst>
                                  <a:ext uri="{FF2B5EF4-FFF2-40B4-BE49-F238E27FC236}">
                                    <a16:creationId xmlns:a16="http://schemas.microsoft.com/office/drawing/2014/main" id="{57D6DC1A-FE52-4364-8FB4-1A7A11F3D97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275196684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825" name="Flowchart: Connector 3824">
                            <a:extLst>
                              <a:ext uri="{FF2B5EF4-FFF2-40B4-BE49-F238E27FC236}">
                                <a16:creationId xmlns:a16="http://schemas.microsoft.com/office/drawing/2014/main" id="{BE2B952B-F7C3-4FA7-9CD4-B2B7AB93EFF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826" name="3D Model 3825" descr="Sphere">
                                <a:extLst>
                                  <a:ext uri="{FF2B5EF4-FFF2-40B4-BE49-F238E27FC236}">
                                    <a16:creationId xmlns:a16="http://schemas.microsoft.com/office/drawing/2014/main" id="{3ED173DA-08DF-4E1B-83F9-B3E83285A15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567985060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827" name="Flowchart: Connector 3826">
                            <a:extLst>
                              <a:ext uri="{FF2B5EF4-FFF2-40B4-BE49-F238E27FC236}">
                                <a16:creationId xmlns:a16="http://schemas.microsoft.com/office/drawing/2014/main" id="{A7A4F0C5-4C02-41A7-AA24-56F2289D0E9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828" name="3D Model 3827" descr="Sphere">
                                <a:extLst>
                                  <a:ext uri="{FF2B5EF4-FFF2-40B4-BE49-F238E27FC236}">
                                    <a16:creationId xmlns:a16="http://schemas.microsoft.com/office/drawing/2014/main" id="{7D8B336E-89F5-4806-837C-5B2F46AD40E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487263788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8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3771" name="Group 3770">
                          <a:extLst>
                            <a:ext uri="{FF2B5EF4-FFF2-40B4-BE49-F238E27FC236}">
                              <a16:creationId xmlns:a16="http://schemas.microsoft.com/office/drawing/2014/main" id="{8CA72A3B-A78C-42E7-A836-D77AA539EA2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4615" y="2140429"/>
                          <a:ext cx="1064014" cy="637179"/>
                          <a:chOff x="3717893" y="1719497"/>
                          <a:chExt cx="1064014" cy="637179"/>
                        </a:xfrm>
                      </p:grpSpPr>
                      <p:sp>
                        <p:nvSpPr>
                          <p:cNvPr id="3805" name="Flowchart: Connector 3804">
                            <a:extLst>
                              <a:ext uri="{FF2B5EF4-FFF2-40B4-BE49-F238E27FC236}">
                                <a16:creationId xmlns:a16="http://schemas.microsoft.com/office/drawing/2014/main" id="{336CAF0D-EDC6-4BB6-87A9-EDFEF08DFB2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806" name="Flowchart: Connector 3805">
                            <a:extLst>
                              <a:ext uri="{FF2B5EF4-FFF2-40B4-BE49-F238E27FC236}">
                                <a16:creationId xmlns:a16="http://schemas.microsoft.com/office/drawing/2014/main" id="{129493C8-DB10-4266-AEDE-3D4DFBEE5D6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807" name="Flowchart: Connector 3806">
                            <a:extLst>
                              <a:ext uri="{FF2B5EF4-FFF2-40B4-BE49-F238E27FC236}">
                                <a16:creationId xmlns:a16="http://schemas.microsoft.com/office/drawing/2014/main" id="{C717F1DC-4A77-466E-9EEA-B51689D2DBE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808" name="Flowchart: Connector 3807">
                            <a:extLst>
                              <a:ext uri="{FF2B5EF4-FFF2-40B4-BE49-F238E27FC236}">
                                <a16:creationId xmlns:a16="http://schemas.microsoft.com/office/drawing/2014/main" id="{9048D7AC-4CE3-48F0-BA1C-8BA90EF2C76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809" name="Flowchart: Connector 3808">
                            <a:extLst>
                              <a:ext uri="{FF2B5EF4-FFF2-40B4-BE49-F238E27FC236}">
                                <a16:creationId xmlns:a16="http://schemas.microsoft.com/office/drawing/2014/main" id="{0EDD70A1-7150-408D-8080-8275363DB5E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810" name="Flowchart: Connector 3809">
                            <a:extLst>
                              <a:ext uri="{FF2B5EF4-FFF2-40B4-BE49-F238E27FC236}">
                                <a16:creationId xmlns:a16="http://schemas.microsoft.com/office/drawing/2014/main" id="{800D43E0-8F97-4184-BEBA-CF24982B5EF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811" name="Flowchart: Connector 3810">
                            <a:extLst>
                              <a:ext uri="{FF2B5EF4-FFF2-40B4-BE49-F238E27FC236}">
                                <a16:creationId xmlns:a16="http://schemas.microsoft.com/office/drawing/2014/main" id="{2B2ED547-EA07-4BD7-B968-2E36B96BE97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812" name="Flowchart: Connector 3811">
                            <a:extLst>
                              <a:ext uri="{FF2B5EF4-FFF2-40B4-BE49-F238E27FC236}">
                                <a16:creationId xmlns:a16="http://schemas.microsoft.com/office/drawing/2014/main" id="{4B75C792-35F0-4FB7-A7E4-42B48A0F566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813" name="Flowchart: Connector 3812">
                            <a:extLst>
                              <a:ext uri="{FF2B5EF4-FFF2-40B4-BE49-F238E27FC236}">
                                <a16:creationId xmlns:a16="http://schemas.microsoft.com/office/drawing/2014/main" id="{A18FB818-6A09-49A5-947A-C7E41536CDA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814" name="3D Model 3813" descr="Sphere">
                                <a:extLst>
                                  <a:ext uri="{FF2B5EF4-FFF2-40B4-BE49-F238E27FC236}">
                                    <a16:creationId xmlns:a16="http://schemas.microsoft.com/office/drawing/2014/main" id="{F7A17FE2-F841-4B7A-8AA6-796073348FF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689127136"/>
                                  </p:ext>
                                </p:extLst>
                              </p:nvPr>
                            </p:nvGraphicFramePr>
                            <p:xfrm>
                              <a:off x="3717893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883" name="3D Model 882" descr="Sphere">
                                <a:extLst>
                                  <a:ext uri="{FF2B5EF4-FFF2-40B4-BE49-F238E27FC236}">
                                    <a16:creationId xmlns:a16="http://schemas.microsoft.com/office/drawing/2014/main" id="{34424F11-9FE6-4FB3-B40C-12306578544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651128" y="2402586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815" name="Flowchart: Connector 3814">
                            <a:extLst>
                              <a:ext uri="{FF2B5EF4-FFF2-40B4-BE49-F238E27FC236}">
                                <a16:creationId xmlns:a16="http://schemas.microsoft.com/office/drawing/2014/main" id="{8B86F762-E864-41CA-BBEF-C47C56600A4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816" name="3D Model 3815" descr="Sphere">
                                <a:extLst>
                                  <a:ext uri="{FF2B5EF4-FFF2-40B4-BE49-F238E27FC236}">
                                    <a16:creationId xmlns:a16="http://schemas.microsoft.com/office/drawing/2014/main" id="{3C28E625-2B11-44CF-8304-793BDB36C99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243749613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817" name="Flowchart: Connector 3816">
                            <a:extLst>
                              <a:ext uri="{FF2B5EF4-FFF2-40B4-BE49-F238E27FC236}">
                                <a16:creationId xmlns:a16="http://schemas.microsoft.com/office/drawing/2014/main" id="{456EAA32-D7DE-4258-8DD0-F487DCE3668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818" name="3D Model 3817" descr="Sphere">
                                <a:extLst>
                                  <a:ext uri="{FF2B5EF4-FFF2-40B4-BE49-F238E27FC236}">
                                    <a16:creationId xmlns:a16="http://schemas.microsoft.com/office/drawing/2014/main" id="{55BAC67F-3160-4AEB-ADE5-469291637A4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008310305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819" name="Flowchart: Connector 3818">
                            <a:extLst>
                              <a:ext uri="{FF2B5EF4-FFF2-40B4-BE49-F238E27FC236}">
                                <a16:creationId xmlns:a16="http://schemas.microsoft.com/office/drawing/2014/main" id="{6D38C70B-1D94-41BC-B272-984C961033A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820" name="3D Model 3819" descr="Sphere">
                                <a:extLst>
                                  <a:ext uri="{FF2B5EF4-FFF2-40B4-BE49-F238E27FC236}">
                                    <a16:creationId xmlns:a16="http://schemas.microsoft.com/office/drawing/2014/main" id="{5B60DA0C-8454-4559-B580-9431EB1C54B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722553030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3772" name="Group 3771">
                          <a:extLst>
                            <a:ext uri="{FF2B5EF4-FFF2-40B4-BE49-F238E27FC236}">
                              <a16:creationId xmlns:a16="http://schemas.microsoft.com/office/drawing/2014/main" id="{4DE34C8F-4A94-4F37-B79A-A5A6A26BAFD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936" y="1817250"/>
                          <a:ext cx="1064014" cy="643455"/>
                          <a:chOff x="3717893" y="1713221"/>
                          <a:chExt cx="1064014" cy="643455"/>
                        </a:xfrm>
                      </p:grpSpPr>
                      <p:sp>
                        <p:nvSpPr>
                          <p:cNvPr id="3789" name="Flowchart: Connector 3788">
                            <a:extLst>
                              <a:ext uri="{FF2B5EF4-FFF2-40B4-BE49-F238E27FC236}">
                                <a16:creationId xmlns:a16="http://schemas.microsoft.com/office/drawing/2014/main" id="{C338B456-8D86-490C-9482-A77D66A2660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790" name="Flowchart: Connector 3789">
                            <a:extLst>
                              <a:ext uri="{FF2B5EF4-FFF2-40B4-BE49-F238E27FC236}">
                                <a16:creationId xmlns:a16="http://schemas.microsoft.com/office/drawing/2014/main" id="{D441A019-53A9-43B3-BE62-6C254DDF4A4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791" name="Flowchart: Connector 3790">
                            <a:extLst>
                              <a:ext uri="{FF2B5EF4-FFF2-40B4-BE49-F238E27FC236}">
                                <a16:creationId xmlns:a16="http://schemas.microsoft.com/office/drawing/2014/main" id="{B12562B2-321D-4AEB-92EB-93A500E887F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792" name="Flowchart: Connector 3791">
                            <a:extLst>
                              <a:ext uri="{FF2B5EF4-FFF2-40B4-BE49-F238E27FC236}">
                                <a16:creationId xmlns:a16="http://schemas.microsoft.com/office/drawing/2014/main" id="{C1B87B0B-D025-4806-A433-F26DE5DD86A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793" name="Flowchart: Connector 3792">
                            <a:extLst>
                              <a:ext uri="{FF2B5EF4-FFF2-40B4-BE49-F238E27FC236}">
                                <a16:creationId xmlns:a16="http://schemas.microsoft.com/office/drawing/2014/main" id="{CC81C8BB-1E73-4B65-B615-6C803525297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794" name="Flowchart: Connector 3793">
                            <a:extLst>
                              <a:ext uri="{FF2B5EF4-FFF2-40B4-BE49-F238E27FC236}">
                                <a16:creationId xmlns:a16="http://schemas.microsoft.com/office/drawing/2014/main" id="{8F3671E4-876E-46FE-A99D-B7B0786C4E0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795" name="Flowchart: Connector 3794">
                            <a:extLst>
                              <a:ext uri="{FF2B5EF4-FFF2-40B4-BE49-F238E27FC236}">
                                <a16:creationId xmlns:a16="http://schemas.microsoft.com/office/drawing/2014/main" id="{85E9BD5D-1D67-40EB-BB5B-226F12F7579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796" name="Flowchart: Connector 3795">
                            <a:extLst>
                              <a:ext uri="{FF2B5EF4-FFF2-40B4-BE49-F238E27FC236}">
                                <a16:creationId xmlns:a16="http://schemas.microsoft.com/office/drawing/2014/main" id="{253AABFF-A9B4-4A11-8C46-E20456C599E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797" name="Flowchart: Connector 3796">
                            <a:extLst>
                              <a:ext uri="{FF2B5EF4-FFF2-40B4-BE49-F238E27FC236}">
                                <a16:creationId xmlns:a16="http://schemas.microsoft.com/office/drawing/2014/main" id="{AAF30192-42F5-4D39-9D06-60525C7F8EC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798" name="3D Model 3797" descr="Sphere">
                                <a:extLst>
                                  <a:ext uri="{FF2B5EF4-FFF2-40B4-BE49-F238E27FC236}">
                                    <a16:creationId xmlns:a16="http://schemas.microsoft.com/office/drawing/2014/main" id="{67ACCF2B-07CE-4024-ACD0-1B5FC9BA3AF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801618071"/>
                                  </p:ext>
                                </p:extLst>
                              </p:nvPr>
                            </p:nvGraphicFramePr>
                            <p:xfrm>
                              <a:off x="3717893" y="171322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867" name="3D Model 866" descr="Sphere">
                                <a:extLst>
                                  <a:ext uri="{FF2B5EF4-FFF2-40B4-BE49-F238E27FC236}">
                                    <a16:creationId xmlns:a16="http://schemas.microsoft.com/office/drawing/2014/main" id="{91844925-F6F7-450C-B8D3-E63B7F45C8E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649447" y="2341716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799" name="Flowchart: Connector 3798">
                            <a:extLst>
                              <a:ext uri="{FF2B5EF4-FFF2-40B4-BE49-F238E27FC236}">
                                <a16:creationId xmlns:a16="http://schemas.microsoft.com/office/drawing/2014/main" id="{8AEA1848-0525-49EB-8337-5FB5DF6F930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800" name="3D Model 3799" descr="Sphere">
                                <a:extLst>
                                  <a:ext uri="{FF2B5EF4-FFF2-40B4-BE49-F238E27FC236}">
                                    <a16:creationId xmlns:a16="http://schemas.microsoft.com/office/drawing/2014/main" id="{90A02309-305E-4F63-A2CB-987D9FAD0E1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948206288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869" name="3D Model 868" descr="Sphere">
                                <a:extLst>
                                  <a:ext uri="{FF2B5EF4-FFF2-40B4-BE49-F238E27FC236}">
                                    <a16:creationId xmlns:a16="http://schemas.microsoft.com/office/drawing/2014/main" id="{FF55A920-C771-44B6-BF72-F840F1842F7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691148" y="2357586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801" name="Flowchart: Connector 3800">
                            <a:extLst>
                              <a:ext uri="{FF2B5EF4-FFF2-40B4-BE49-F238E27FC236}">
                                <a16:creationId xmlns:a16="http://schemas.microsoft.com/office/drawing/2014/main" id="{046B33B8-C1FD-4E95-BF76-2F8A45257DD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802" name="3D Model 3801" descr="Sphere">
                                <a:extLst>
                                  <a:ext uri="{FF2B5EF4-FFF2-40B4-BE49-F238E27FC236}">
                                    <a16:creationId xmlns:a16="http://schemas.microsoft.com/office/drawing/2014/main" id="{235898C6-1053-44AB-AAF1-9C7CB1D8247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030878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803" name="Flowchart: Connector 3802">
                            <a:extLst>
                              <a:ext uri="{FF2B5EF4-FFF2-40B4-BE49-F238E27FC236}">
                                <a16:creationId xmlns:a16="http://schemas.microsoft.com/office/drawing/2014/main" id="{36CA265B-5306-4BA5-9554-64EC3052EBE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804" name="3D Model 3803" descr="Sphere">
                                <a:extLst>
                                  <a:ext uri="{FF2B5EF4-FFF2-40B4-BE49-F238E27FC236}">
                                    <a16:creationId xmlns:a16="http://schemas.microsoft.com/office/drawing/2014/main" id="{97A60020-3EA4-4C5B-A39B-97794AB451E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324363418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3773" name="Flowchart: Connector 3772">
                          <a:extLst>
                            <a:ext uri="{FF2B5EF4-FFF2-40B4-BE49-F238E27FC236}">
                              <a16:creationId xmlns:a16="http://schemas.microsoft.com/office/drawing/2014/main" id="{A5797C51-E45C-4FA3-A19C-8AF3FA32905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774" name="Flowchart: Connector 3773">
                          <a:extLst>
                            <a:ext uri="{FF2B5EF4-FFF2-40B4-BE49-F238E27FC236}">
                              <a16:creationId xmlns:a16="http://schemas.microsoft.com/office/drawing/2014/main" id="{7A801408-1325-47FB-BF8F-51982C0BECB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775" name="Flowchart: Connector 3774">
                          <a:extLst>
                            <a:ext uri="{FF2B5EF4-FFF2-40B4-BE49-F238E27FC236}">
                              <a16:creationId xmlns:a16="http://schemas.microsoft.com/office/drawing/2014/main" id="{5FECB8F4-1C2D-4FE5-B21E-BA7F43BCD96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26347" y="177334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776" name="Flowchart: Connector 3775">
                          <a:extLst>
                            <a:ext uri="{FF2B5EF4-FFF2-40B4-BE49-F238E27FC236}">
                              <a16:creationId xmlns:a16="http://schemas.microsoft.com/office/drawing/2014/main" id="{B9670642-432E-4EBC-B7F0-135CF2290F4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777" name="Flowchart: Connector 3776">
                          <a:extLst>
                            <a:ext uri="{FF2B5EF4-FFF2-40B4-BE49-F238E27FC236}">
                              <a16:creationId xmlns:a16="http://schemas.microsoft.com/office/drawing/2014/main" id="{DE97BF06-5B5B-4D51-A879-24B9BCCBAB0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778" name="Flowchart: Connector 3777">
                          <a:extLst>
                            <a:ext uri="{FF2B5EF4-FFF2-40B4-BE49-F238E27FC236}">
                              <a16:creationId xmlns:a16="http://schemas.microsoft.com/office/drawing/2014/main" id="{94C4544F-C051-492B-84A9-30CB71FEDCD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779" name="Flowchart: Connector 3778">
                          <a:extLst>
                            <a:ext uri="{FF2B5EF4-FFF2-40B4-BE49-F238E27FC236}">
                              <a16:creationId xmlns:a16="http://schemas.microsoft.com/office/drawing/2014/main" id="{F319355D-574A-41C3-A677-E13AC2BB592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780" name="Flowchart: Connector 3779">
                          <a:extLst>
                            <a:ext uri="{FF2B5EF4-FFF2-40B4-BE49-F238E27FC236}">
                              <a16:creationId xmlns:a16="http://schemas.microsoft.com/office/drawing/2014/main" id="{A972079A-F00C-4C55-86DE-DB7452C1D50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781" name="Flowchart: Connector 3780">
                          <a:extLst>
                            <a:ext uri="{FF2B5EF4-FFF2-40B4-BE49-F238E27FC236}">
                              <a16:creationId xmlns:a16="http://schemas.microsoft.com/office/drawing/2014/main" id="{CB536D2B-1067-478E-8426-3AD00C50CF1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782" name="3D Model 3781" descr="Sphere">
                              <a:extLst>
                                <a:ext uri="{FF2B5EF4-FFF2-40B4-BE49-F238E27FC236}">
                                  <a16:creationId xmlns:a16="http://schemas.microsoft.com/office/drawing/2014/main" id="{A715F873-EC2C-496D-A356-3678DEA1329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82089377"/>
                                </p:ext>
                              </p:extLst>
                            </p:nvPr>
                          </p:nvGraphicFramePr>
                          <p:xfrm>
                            <a:off x="2122087" y="1503359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433448" ay="1433014" az="-1105299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7"/>
                                </am3d:raster>
                                <am3d:objViewport viewportSz="5757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851" name="3D Model 850" descr="Sphere">
                              <a:extLst>
                                <a:ext uri="{FF2B5EF4-FFF2-40B4-BE49-F238E27FC236}">
                                  <a16:creationId xmlns:a16="http://schemas.microsoft.com/office/drawing/2014/main" id="{0727A1CA-B6CD-4DAE-99FF-69BB90DD571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650689" y="2282596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783" name="Flowchart: Connector 3782">
                          <a:extLst>
                            <a:ext uri="{FF2B5EF4-FFF2-40B4-BE49-F238E27FC236}">
                              <a16:creationId xmlns:a16="http://schemas.microsoft.com/office/drawing/2014/main" id="{216FDE10-9C30-4EBF-BF26-FB5BFD79CBD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784" name="3D Model 3783" descr="Sphere">
                              <a:extLst>
                                <a:ext uri="{FF2B5EF4-FFF2-40B4-BE49-F238E27FC236}">
                                  <a16:creationId xmlns:a16="http://schemas.microsoft.com/office/drawing/2014/main" id="{45A3AA82-0CEB-4EB1-A602-97343006C01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123234359"/>
                                </p:ext>
                              </p:extLst>
                            </p:nvPr>
                          </p:nvGraphicFramePr>
                          <p:xfrm>
                            <a:off x="2368043" y="1593681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5"/>
                                </am3d:raster>
                                <am3d:objViewport viewportSz="5886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853" name="3D Model 852" descr="Sphere">
                              <a:extLst>
                                <a:ext uri="{FF2B5EF4-FFF2-40B4-BE49-F238E27FC236}">
                                  <a16:creationId xmlns:a16="http://schemas.microsoft.com/office/drawing/2014/main" id="{D841DD42-36A5-4623-BE98-E44C0C8B5602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693413" y="2299608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785" name="Flowchart: Connector 3784">
                          <a:extLst>
                            <a:ext uri="{FF2B5EF4-FFF2-40B4-BE49-F238E27FC236}">
                              <a16:creationId xmlns:a16="http://schemas.microsoft.com/office/drawing/2014/main" id="{249DFFEE-C15D-40EC-9B26-696030D3FCB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786" name="3D Model 3785" descr="Sphere">
                              <a:extLst>
                                <a:ext uri="{FF2B5EF4-FFF2-40B4-BE49-F238E27FC236}">
                                  <a16:creationId xmlns:a16="http://schemas.microsoft.com/office/drawing/2014/main" id="{118B9B96-E5B6-4304-8EA8-9594E6E2CB1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948337556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3235" cy="6170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7"/>
                                </am3d:raster>
                                <am3d:objViewport viewportSz="6018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855" name="3D Model 854" descr="Sphere">
                              <a:extLst>
                                <a:ext uri="{FF2B5EF4-FFF2-40B4-BE49-F238E27FC236}">
                                  <a16:creationId xmlns:a16="http://schemas.microsoft.com/office/drawing/2014/main" id="{AEEBBBBB-6EA1-41E8-A645-A2AC3676D29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3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735300" y="2308624"/>
                              <a:ext cx="53235" cy="61702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787" name="Flowchart: Connector 3786">
                          <a:extLst>
                            <a:ext uri="{FF2B5EF4-FFF2-40B4-BE49-F238E27FC236}">
                              <a16:creationId xmlns:a16="http://schemas.microsoft.com/office/drawing/2014/main" id="{90812321-977A-4D32-AC93-01EC054FEFA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788" name="3D Model 3787" descr="Sphere">
                              <a:extLst>
                                <a:ext uri="{FF2B5EF4-FFF2-40B4-BE49-F238E27FC236}">
                                  <a16:creationId xmlns:a16="http://schemas.microsoft.com/office/drawing/2014/main" id="{28118D17-C033-48F1-A667-B17D234867E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946866787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1045" cy="5891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9"/>
                                </am3d:raster>
                                <am3d:objViewport viewportSz="5955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857" name="3D Model 856" descr="Sphere">
                              <a:extLst>
                                <a:ext uri="{FF2B5EF4-FFF2-40B4-BE49-F238E27FC236}">
                                  <a16:creationId xmlns:a16="http://schemas.microsoft.com/office/drawing/2014/main" id="{6C1E3FBB-6BE6-4150-AA32-F4B23F79453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781926" y="2325018"/>
                              <a:ext cx="51045" cy="589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3678" name="Group 3677">
                      <a:extLst>
                        <a:ext uri="{FF2B5EF4-FFF2-40B4-BE49-F238E27FC236}">
                          <a16:creationId xmlns:a16="http://schemas.microsoft.com/office/drawing/2014/main" id="{99B286A3-7FA4-4C34-A73F-96EFEAFB7DBB}"/>
                        </a:ext>
                      </a:extLst>
                    </p:cNvPr>
                    <p:cNvGrpSpPr/>
                    <p:nvPr/>
                  </p:nvGrpSpPr>
                  <p:grpSpPr>
                    <a:xfrm rot="18542409">
                      <a:off x="2257159" y="236280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3748" name="Freeform: Shape 3747">
                        <a:extLst>
                          <a:ext uri="{FF2B5EF4-FFF2-40B4-BE49-F238E27FC236}">
                            <a16:creationId xmlns:a16="http://schemas.microsoft.com/office/drawing/2014/main" id="{87CD3AAA-4042-42B9-B99A-D72AC2D1952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749" name="Rectangle: Rounded Corners 3748">
                        <a:extLst>
                          <a:ext uri="{FF2B5EF4-FFF2-40B4-BE49-F238E27FC236}">
                            <a16:creationId xmlns:a16="http://schemas.microsoft.com/office/drawing/2014/main" id="{BC851B32-E851-4222-898B-741D0C695A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679" name="Group 3678">
                      <a:extLst>
                        <a:ext uri="{FF2B5EF4-FFF2-40B4-BE49-F238E27FC236}">
                          <a16:creationId xmlns:a16="http://schemas.microsoft.com/office/drawing/2014/main" id="{30B4CF68-9B28-4576-9C5A-F1226847077D}"/>
                        </a:ext>
                      </a:extLst>
                    </p:cNvPr>
                    <p:cNvGrpSpPr/>
                    <p:nvPr/>
                  </p:nvGrpSpPr>
                  <p:grpSpPr>
                    <a:xfrm rot="17122200">
                      <a:off x="1187274" y="235013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3746" name="Freeform: Shape 3745">
                        <a:extLst>
                          <a:ext uri="{FF2B5EF4-FFF2-40B4-BE49-F238E27FC236}">
                            <a16:creationId xmlns:a16="http://schemas.microsoft.com/office/drawing/2014/main" id="{3D3D0C81-D3A5-4DF1-9866-118E356C887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747" name="Rectangle: Rounded Corners 3746">
                        <a:extLst>
                          <a:ext uri="{FF2B5EF4-FFF2-40B4-BE49-F238E27FC236}">
                            <a16:creationId xmlns:a16="http://schemas.microsoft.com/office/drawing/2014/main" id="{E8801E94-4E3B-4C32-8107-E879E17C99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680" name="Group 3679">
                      <a:extLst>
                        <a:ext uri="{FF2B5EF4-FFF2-40B4-BE49-F238E27FC236}">
                          <a16:creationId xmlns:a16="http://schemas.microsoft.com/office/drawing/2014/main" id="{E47EFC60-5F2B-4403-A425-9CDB247D32E8}"/>
                        </a:ext>
                      </a:extLst>
                    </p:cNvPr>
                    <p:cNvGrpSpPr/>
                    <p:nvPr/>
                  </p:nvGrpSpPr>
                  <p:grpSpPr>
                    <a:xfrm rot="658209">
                      <a:off x="2479276" y="3323586"/>
                      <a:ext cx="746642" cy="235253"/>
                      <a:chOff x="2620172" y="2546175"/>
                      <a:chExt cx="834986" cy="143092"/>
                    </a:xfrm>
                  </p:grpSpPr>
                  <p:sp>
                    <p:nvSpPr>
                      <p:cNvPr id="3744" name="Freeform: Shape 3743">
                        <a:extLst>
                          <a:ext uri="{FF2B5EF4-FFF2-40B4-BE49-F238E27FC236}">
                            <a16:creationId xmlns:a16="http://schemas.microsoft.com/office/drawing/2014/main" id="{4B241ACE-802C-42E5-B0FF-3964CAF0C87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745" name="Rectangle: Rounded Corners 3744">
                        <a:extLst>
                          <a:ext uri="{FF2B5EF4-FFF2-40B4-BE49-F238E27FC236}">
                            <a16:creationId xmlns:a16="http://schemas.microsoft.com/office/drawing/2014/main" id="{18A49E68-5916-46E9-9A3F-79576CE0D6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681" name="Group 3680">
                      <a:extLst>
                        <a:ext uri="{FF2B5EF4-FFF2-40B4-BE49-F238E27FC236}">
                          <a16:creationId xmlns:a16="http://schemas.microsoft.com/office/drawing/2014/main" id="{7494D228-C846-469C-9585-2A838859D67C}"/>
                        </a:ext>
                      </a:extLst>
                    </p:cNvPr>
                    <p:cNvGrpSpPr/>
                    <p:nvPr/>
                  </p:nvGrpSpPr>
                  <p:grpSpPr>
                    <a:xfrm rot="18837888">
                      <a:off x="1789768" y="223810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3742" name="Freeform: Shape 3741">
                        <a:extLst>
                          <a:ext uri="{FF2B5EF4-FFF2-40B4-BE49-F238E27FC236}">
                            <a16:creationId xmlns:a16="http://schemas.microsoft.com/office/drawing/2014/main" id="{E5A28B30-9871-426C-953D-4872723B8BB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743" name="Rectangle: Rounded Corners 3742">
                        <a:extLst>
                          <a:ext uri="{FF2B5EF4-FFF2-40B4-BE49-F238E27FC236}">
                            <a16:creationId xmlns:a16="http://schemas.microsoft.com/office/drawing/2014/main" id="{51B4170E-A9AE-436A-A166-5DA158DB11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682" name="Group 3681">
                      <a:extLst>
                        <a:ext uri="{FF2B5EF4-FFF2-40B4-BE49-F238E27FC236}">
                          <a16:creationId xmlns:a16="http://schemas.microsoft.com/office/drawing/2014/main" id="{0FAB6EBC-9F7D-410F-B974-B2394855D839}"/>
                        </a:ext>
                      </a:extLst>
                    </p:cNvPr>
                    <p:cNvGrpSpPr/>
                    <p:nvPr/>
                  </p:nvGrpSpPr>
                  <p:grpSpPr>
                    <a:xfrm rot="16200000">
                      <a:off x="563034" y="2429570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3740" name="Freeform: Shape 3739">
                        <a:extLst>
                          <a:ext uri="{FF2B5EF4-FFF2-40B4-BE49-F238E27FC236}">
                            <a16:creationId xmlns:a16="http://schemas.microsoft.com/office/drawing/2014/main" id="{AF5899FF-444B-4692-BDB5-11A3F249F80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741" name="Rectangle: Rounded Corners 3740">
                        <a:extLst>
                          <a:ext uri="{FF2B5EF4-FFF2-40B4-BE49-F238E27FC236}">
                            <a16:creationId xmlns:a16="http://schemas.microsoft.com/office/drawing/2014/main" id="{EFCBA01D-BB99-4D91-AEF5-9A5A43F12A0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683" name="Group 3682">
                      <a:extLst>
                        <a:ext uri="{FF2B5EF4-FFF2-40B4-BE49-F238E27FC236}">
                          <a16:creationId xmlns:a16="http://schemas.microsoft.com/office/drawing/2014/main" id="{8DCAC967-9934-4378-8A6A-92EFEDF3DA95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350328" y="442527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3738" name="Freeform: Shape 3737">
                        <a:extLst>
                          <a:ext uri="{FF2B5EF4-FFF2-40B4-BE49-F238E27FC236}">
                            <a16:creationId xmlns:a16="http://schemas.microsoft.com/office/drawing/2014/main" id="{5BDEF695-5435-4252-8F5E-8727E97DC0A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739" name="Rectangle: Rounded Corners 3738">
                        <a:extLst>
                          <a:ext uri="{FF2B5EF4-FFF2-40B4-BE49-F238E27FC236}">
                            <a16:creationId xmlns:a16="http://schemas.microsoft.com/office/drawing/2014/main" id="{FAE37D0F-26FD-426B-B2A6-8DF1419E45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684" name="Group 3683">
                      <a:extLst>
                        <a:ext uri="{FF2B5EF4-FFF2-40B4-BE49-F238E27FC236}">
                          <a16:creationId xmlns:a16="http://schemas.microsoft.com/office/drawing/2014/main" id="{4C745603-C402-4AF1-842E-C0662555368F}"/>
                        </a:ext>
                      </a:extLst>
                    </p:cNvPr>
                    <p:cNvGrpSpPr/>
                    <p:nvPr/>
                  </p:nvGrpSpPr>
                  <p:grpSpPr>
                    <a:xfrm rot="5880914">
                      <a:off x="789613" y="438062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3736" name="Freeform: Shape 3735">
                        <a:extLst>
                          <a:ext uri="{FF2B5EF4-FFF2-40B4-BE49-F238E27FC236}">
                            <a16:creationId xmlns:a16="http://schemas.microsoft.com/office/drawing/2014/main" id="{B7F3E3AC-2B63-4D7F-B2BA-D60C2F33AFD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737" name="Rectangle: Rounded Corners 3736">
                        <a:extLst>
                          <a:ext uri="{FF2B5EF4-FFF2-40B4-BE49-F238E27FC236}">
                            <a16:creationId xmlns:a16="http://schemas.microsoft.com/office/drawing/2014/main" id="{E0923A17-C1CC-4E20-AECE-581C0DD877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685" name="Group 3684">
                      <a:extLst>
                        <a:ext uri="{FF2B5EF4-FFF2-40B4-BE49-F238E27FC236}">
                          <a16:creationId xmlns:a16="http://schemas.microsoft.com/office/drawing/2014/main" id="{9382A3C6-105F-4F40-938A-72640AE1C51D}"/>
                        </a:ext>
                      </a:extLst>
                    </p:cNvPr>
                    <p:cNvGrpSpPr/>
                    <p:nvPr/>
                  </p:nvGrpSpPr>
                  <p:grpSpPr>
                    <a:xfrm rot="13587211">
                      <a:off x="651990" y="2929858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3734" name="Freeform: Shape 3733">
                        <a:extLst>
                          <a:ext uri="{FF2B5EF4-FFF2-40B4-BE49-F238E27FC236}">
                            <a16:creationId xmlns:a16="http://schemas.microsoft.com/office/drawing/2014/main" id="{25102750-7FA9-43B5-B962-9420A0F9E98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735" name="Rectangle: Rounded Corners 3734">
                        <a:extLst>
                          <a:ext uri="{FF2B5EF4-FFF2-40B4-BE49-F238E27FC236}">
                            <a16:creationId xmlns:a16="http://schemas.microsoft.com/office/drawing/2014/main" id="{8497F382-BC5F-42E0-9C3E-7D643D9F28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686" name="Group 3685">
                      <a:extLst>
                        <a:ext uri="{FF2B5EF4-FFF2-40B4-BE49-F238E27FC236}">
                          <a16:creationId xmlns:a16="http://schemas.microsoft.com/office/drawing/2014/main" id="{F633000D-E869-4CAE-A6BB-F7D8F38AADCE}"/>
                        </a:ext>
                      </a:extLst>
                    </p:cNvPr>
                    <p:cNvGrpSpPr/>
                    <p:nvPr/>
                  </p:nvGrpSpPr>
                  <p:grpSpPr>
                    <a:xfrm rot="11351284">
                      <a:off x="163719" y="3807693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3732" name="Freeform: Shape 3731">
                        <a:extLst>
                          <a:ext uri="{FF2B5EF4-FFF2-40B4-BE49-F238E27FC236}">
                            <a16:creationId xmlns:a16="http://schemas.microsoft.com/office/drawing/2014/main" id="{DEFC66AE-8D13-497C-B9BF-B9482FA82B6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733" name="Rectangle: Rounded Corners 3732">
                        <a:extLst>
                          <a:ext uri="{FF2B5EF4-FFF2-40B4-BE49-F238E27FC236}">
                            <a16:creationId xmlns:a16="http://schemas.microsoft.com/office/drawing/2014/main" id="{034AA7AD-3567-491B-858F-037C42EF08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687" name="Group 3686">
                      <a:extLst>
                        <a:ext uri="{FF2B5EF4-FFF2-40B4-BE49-F238E27FC236}">
                          <a16:creationId xmlns:a16="http://schemas.microsoft.com/office/drawing/2014/main" id="{43FB3D99-9945-4239-BAB7-EC65F7DD3C12}"/>
                        </a:ext>
                      </a:extLst>
                    </p:cNvPr>
                    <p:cNvGrpSpPr/>
                    <p:nvPr/>
                  </p:nvGrpSpPr>
                  <p:grpSpPr>
                    <a:xfrm rot="4193783">
                      <a:off x="2062756" y="4148262"/>
                      <a:ext cx="706454" cy="171076"/>
                      <a:chOff x="2620172" y="2546175"/>
                      <a:chExt cx="834986" cy="143092"/>
                    </a:xfrm>
                  </p:grpSpPr>
                  <p:sp>
                    <p:nvSpPr>
                      <p:cNvPr id="3730" name="Freeform: Shape 3729">
                        <a:extLst>
                          <a:ext uri="{FF2B5EF4-FFF2-40B4-BE49-F238E27FC236}">
                            <a16:creationId xmlns:a16="http://schemas.microsoft.com/office/drawing/2014/main" id="{84B27664-484E-4E28-BAD1-3E1CD0A2749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731" name="Rectangle: Rounded Corners 3730">
                        <a:extLst>
                          <a:ext uri="{FF2B5EF4-FFF2-40B4-BE49-F238E27FC236}">
                            <a16:creationId xmlns:a16="http://schemas.microsoft.com/office/drawing/2014/main" id="{9A0B2821-2A4B-41A1-906B-BE8003D8BD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688" name="Group 3687">
                      <a:extLst>
                        <a:ext uri="{FF2B5EF4-FFF2-40B4-BE49-F238E27FC236}">
                          <a16:creationId xmlns:a16="http://schemas.microsoft.com/office/drawing/2014/main" id="{3378E132-CC71-4982-B23E-81D7F0EFC43D}"/>
                        </a:ext>
                      </a:extLst>
                    </p:cNvPr>
                    <p:cNvGrpSpPr/>
                    <p:nvPr/>
                  </p:nvGrpSpPr>
                  <p:grpSpPr>
                    <a:xfrm rot="1837203">
                      <a:off x="2331692" y="387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3728" name="Freeform: Shape 3727">
                        <a:extLst>
                          <a:ext uri="{FF2B5EF4-FFF2-40B4-BE49-F238E27FC236}">
                            <a16:creationId xmlns:a16="http://schemas.microsoft.com/office/drawing/2014/main" id="{64C33A72-DE32-4C4B-88FB-1EA3D3192DE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729" name="Rectangle: Rounded Corners 3728">
                        <a:extLst>
                          <a:ext uri="{FF2B5EF4-FFF2-40B4-BE49-F238E27FC236}">
                            <a16:creationId xmlns:a16="http://schemas.microsoft.com/office/drawing/2014/main" id="{18CED708-0E02-4B28-B7AB-782077AD7E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689" name="Group 3688">
                      <a:extLst>
                        <a:ext uri="{FF2B5EF4-FFF2-40B4-BE49-F238E27FC236}">
                          <a16:creationId xmlns:a16="http://schemas.microsoft.com/office/drawing/2014/main" id="{1A12B295-6161-40E0-8CDC-91863A3F7A2C}"/>
                        </a:ext>
                      </a:extLst>
                    </p:cNvPr>
                    <p:cNvGrpSpPr/>
                    <p:nvPr/>
                  </p:nvGrpSpPr>
                  <p:grpSpPr>
                    <a:xfrm rot="932650">
                      <a:off x="2489621" y="310501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3726" name="Freeform: Shape 3725">
                        <a:extLst>
                          <a:ext uri="{FF2B5EF4-FFF2-40B4-BE49-F238E27FC236}">
                            <a16:creationId xmlns:a16="http://schemas.microsoft.com/office/drawing/2014/main" id="{1F6D57F5-7D37-4A55-80DA-A6FA35D7938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727" name="Rectangle: Rounded Corners 3726">
                        <a:extLst>
                          <a:ext uri="{FF2B5EF4-FFF2-40B4-BE49-F238E27FC236}">
                            <a16:creationId xmlns:a16="http://schemas.microsoft.com/office/drawing/2014/main" id="{26173062-CB40-4348-85C1-75B0EC6F3C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690" name="Group 3689">
                      <a:extLst>
                        <a:ext uri="{FF2B5EF4-FFF2-40B4-BE49-F238E27FC236}">
                          <a16:creationId xmlns:a16="http://schemas.microsoft.com/office/drawing/2014/main" id="{2F6A2427-2822-4492-A268-6C0DF5125313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686489" y="34904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3724" name="Freeform: Shape 3723">
                        <a:extLst>
                          <a:ext uri="{FF2B5EF4-FFF2-40B4-BE49-F238E27FC236}">
                            <a16:creationId xmlns:a16="http://schemas.microsoft.com/office/drawing/2014/main" id="{74C3EDF3-4286-4739-A064-2B3796F5890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725" name="Rectangle: Rounded Corners 3724">
                        <a:extLst>
                          <a:ext uri="{FF2B5EF4-FFF2-40B4-BE49-F238E27FC236}">
                            <a16:creationId xmlns:a16="http://schemas.microsoft.com/office/drawing/2014/main" id="{29CF4C3F-52CE-4A41-AC39-91F3727F1F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691" name="Group 3690">
                      <a:extLst>
                        <a:ext uri="{FF2B5EF4-FFF2-40B4-BE49-F238E27FC236}">
                          <a16:creationId xmlns:a16="http://schemas.microsoft.com/office/drawing/2014/main" id="{12AFDE6A-CD62-4133-9AC2-6F344C8817EE}"/>
                        </a:ext>
                      </a:extLst>
                    </p:cNvPr>
                    <p:cNvGrpSpPr/>
                    <p:nvPr/>
                  </p:nvGrpSpPr>
                  <p:grpSpPr>
                    <a:xfrm rot="16924252">
                      <a:off x="1635001" y="2371073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3722" name="Freeform: Shape 3721">
                        <a:extLst>
                          <a:ext uri="{FF2B5EF4-FFF2-40B4-BE49-F238E27FC236}">
                            <a16:creationId xmlns:a16="http://schemas.microsoft.com/office/drawing/2014/main" id="{6F086CB8-8163-4000-8F11-58D4B4874B0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723" name="Rectangle: Rounded Corners 3722">
                        <a:extLst>
                          <a:ext uri="{FF2B5EF4-FFF2-40B4-BE49-F238E27FC236}">
                            <a16:creationId xmlns:a16="http://schemas.microsoft.com/office/drawing/2014/main" id="{DE18C733-F017-4BF4-8B72-B120312655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692" name="Group 3691">
                      <a:extLst>
                        <a:ext uri="{FF2B5EF4-FFF2-40B4-BE49-F238E27FC236}">
                          <a16:creationId xmlns:a16="http://schemas.microsoft.com/office/drawing/2014/main" id="{508B1E04-A4ED-471E-8F22-C1D36A7AC825}"/>
                        </a:ext>
                      </a:extLst>
                    </p:cNvPr>
                    <p:cNvGrpSpPr/>
                    <p:nvPr/>
                  </p:nvGrpSpPr>
                  <p:grpSpPr>
                    <a:xfrm rot="15677156">
                      <a:off x="985517" y="2521255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3720" name="Freeform: Shape 3719">
                        <a:extLst>
                          <a:ext uri="{FF2B5EF4-FFF2-40B4-BE49-F238E27FC236}">
                            <a16:creationId xmlns:a16="http://schemas.microsoft.com/office/drawing/2014/main" id="{BB7BF1F2-14F2-4A16-B5C1-05F13C51B71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721" name="Rectangle: Rounded Corners 3720">
                        <a:extLst>
                          <a:ext uri="{FF2B5EF4-FFF2-40B4-BE49-F238E27FC236}">
                            <a16:creationId xmlns:a16="http://schemas.microsoft.com/office/drawing/2014/main" id="{DF70E6B2-4A95-4949-A012-FA20449DAC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693" name="Group 3692">
                      <a:extLst>
                        <a:ext uri="{FF2B5EF4-FFF2-40B4-BE49-F238E27FC236}">
                          <a16:creationId xmlns:a16="http://schemas.microsoft.com/office/drawing/2014/main" id="{BF3369B7-73F1-4C4E-A09D-95CCEC785893}"/>
                        </a:ext>
                      </a:extLst>
                    </p:cNvPr>
                    <p:cNvGrpSpPr/>
                    <p:nvPr/>
                  </p:nvGrpSpPr>
                  <p:grpSpPr>
                    <a:xfrm rot="14354853" flipV="1">
                      <a:off x="976412" y="243847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3718" name="Freeform: Shape 3717">
                        <a:extLst>
                          <a:ext uri="{FF2B5EF4-FFF2-40B4-BE49-F238E27FC236}">
                            <a16:creationId xmlns:a16="http://schemas.microsoft.com/office/drawing/2014/main" id="{18DC0E21-8A9C-4A3C-B6D3-5DE87E2131F4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719" name="Rectangle: Rounded Corners 3718">
                        <a:extLst>
                          <a:ext uri="{FF2B5EF4-FFF2-40B4-BE49-F238E27FC236}">
                            <a16:creationId xmlns:a16="http://schemas.microsoft.com/office/drawing/2014/main" id="{BED1F57F-9FC3-45ED-9508-18D3338B94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694" name="Group 3693">
                      <a:extLst>
                        <a:ext uri="{FF2B5EF4-FFF2-40B4-BE49-F238E27FC236}">
                          <a16:creationId xmlns:a16="http://schemas.microsoft.com/office/drawing/2014/main" id="{06B914D7-2C38-4D03-9BB5-3A6814260022}"/>
                        </a:ext>
                      </a:extLst>
                    </p:cNvPr>
                    <p:cNvGrpSpPr/>
                    <p:nvPr/>
                  </p:nvGrpSpPr>
                  <p:grpSpPr>
                    <a:xfrm rot="9793356" flipV="1">
                      <a:off x="215985" y="323790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3716" name="Freeform: Shape 3715">
                        <a:extLst>
                          <a:ext uri="{FF2B5EF4-FFF2-40B4-BE49-F238E27FC236}">
                            <a16:creationId xmlns:a16="http://schemas.microsoft.com/office/drawing/2014/main" id="{B0C8BFD6-F281-46C1-A7DD-3A082939B0A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717" name="Rectangle: Rounded Corners 3716">
                        <a:extLst>
                          <a:ext uri="{FF2B5EF4-FFF2-40B4-BE49-F238E27FC236}">
                            <a16:creationId xmlns:a16="http://schemas.microsoft.com/office/drawing/2014/main" id="{7D7DD8ED-8522-4468-9BCE-773D25716A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695" name="Group 3694">
                      <a:extLst>
                        <a:ext uri="{FF2B5EF4-FFF2-40B4-BE49-F238E27FC236}">
                          <a16:creationId xmlns:a16="http://schemas.microsoft.com/office/drawing/2014/main" id="{76424473-6F3A-4986-BCD9-044C4075BFB6}"/>
                        </a:ext>
                      </a:extLst>
                    </p:cNvPr>
                    <p:cNvGrpSpPr/>
                    <p:nvPr/>
                  </p:nvGrpSpPr>
                  <p:grpSpPr>
                    <a:xfrm rot="6907686" flipV="1">
                      <a:off x="692019" y="393196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3714" name="Freeform: Shape 3713">
                        <a:extLst>
                          <a:ext uri="{FF2B5EF4-FFF2-40B4-BE49-F238E27FC236}">
                            <a16:creationId xmlns:a16="http://schemas.microsoft.com/office/drawing/2014/main" id="{8373EDA1-B9E1-4B09-9EE3-0FDEDC06CBD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715" name="Rectangle: Rounded Corners 3714">
                        <a:extLst>
                          <a:ext uri="{FF2B5EF4-FFF2-40B4-BE49-F238E27FC236}">
                            <a16:creationId xmlns:a16="http://schemas.microsoft.com/office/drawing/2014/main" id="{87F7BE6A-2B11-441B-9183-EDFE75AFCE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696" name="Group 3695">
                      <a:extLst>
                        <a:ext uri="{FF2B5EF4-FFF2-40B4-BE49-F238E27FC236}">
                          <a16:creationId xmlns:a16="http://schemas.microsoft.com/office/drawing/2014/main" id="{373D062E-D2BF-459E-A9BD-3A83806DAF93}"/>
                        </a:ext>
                      </a:extLst>
                    </p:cNvPr>
                    <p:cNvGrpSpPr/>
                    <p:nvPr/>
                  </p:nvGrpSpPr>
                  <p:grpSpPr>
                    <a:xfrm rot="1465711" flipV="1">
                      <a:off x="2002734" y="340448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3712" name="Freeform: Shape 3711">
                        <a:extLst>
                          <a:ext uri="{FF2B5EF4-FFF2-40B4-BE49-F238E27FC236}">
                            <a16:creationId xmlns:a16="http://schemas.microsoft.com/office/drawing/2014/main" id="{BA0DCB51-C4FB-4937-A089-80E2014F8B9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713" name="Rectangle: Rounded Corners 3712">
                        <a:extLst>
                          <a:ext uri="{FF2B5EF4-FFF2-40B4-BE49-F238E27FC236}">
                            <a16:creationId xmlns:a16="http://schemas.microsoft.com/office/drawing/2014/main" id="{43C2EDEE-0F11-4E6A-9B64-C273CFE89A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697" name="Group 3696">
                      <a:extLst>
                        <a:ext uri="{FF2B5EF4-FFF2-40B4-BE49-F238E27FC236}">
                          <a16:creationId xmlns:a16="http://schemas.microsoft.com/office/drawing/2014/main" id="{C759DA00-419C-4F29-AFFE-EDF482AD63C2}"/>
                        </a:ext>
                      </a:extLst>
                    </p:cNvPr>
                    <p:cNvGrpSpPr/>
                    <p:nvPr/>
                  </p:nvGrpSpPr>
                  <p:grpSpPr>
                    <a:xfrm rot="19016516">
                      <a:off x="1733273" y="283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3710" name="Freeform: Shape 3709">
                        <a:extLst>
                          <a:ext uri="{FF2B5EF4-FFF2-40B4-BE49-F238E27FC236}">
                            <a16:creationId xmlns:a16="http://schemas.microsoft.com/office/drawing/2014/main" id="{01E49A8D-F1A2-4FEB-A592-88F2594C534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711" name="Rectangle: Rounded Corners 3710">
                        <a:extLst>
                          <a:ext uri="{FF2B5EF4-FFF2-40B4-BE49-F238E27FC236}">
                            <a16:creationId xmlns:a16="http://schemas.microsoft.com/office/drawing/2014/main" id="{8A0B5D7D-68E2-4FEA-BD1A-926E29BCCA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698" name="Group 3697">
                      <a:extLst>
                        <a:ext uri="{FF2B5EF4-FFF2-40B4-BE49-F238E27FC236}">
                          <a16:creationId xmlns:a16="http://schemas.microsoft.com/office/drawing/2014/main" id="{3ABD905B-831C-4DB6-9B4A-967983553EAD}"/>
                        </a:ext>
                      </a:extLst>
                    </p:cNvPr>
                    <p:cNvGrpSpPr/>
                    <p:nvPr/>
                  </p:nvGrpSpPr>
                  <p:grpSpPr>
                    <a:xfrm rot="19245075">
                      <a:off x="1632068" y="282541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3708" name="Freeform: Shape 3707">
                        <a:extLst>
                          <a:ext uri="{FF2B5EF4-FFF2-40B4-BE49-F238E27FC236}">
                            <a16:creationId xmlns:a16="http://schemas.microsoft.com/office/drawing/2014/main" id="{20F9867E-4671-403C-BAEA-7434BDB8971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709" name="Rectangle: Rounded Corners 3708">
                        <a:extLst>
                          <a:ext uri="{FF2B5EF4-FFF2-40B4-BE49-F238E27FC236}">
                            <a16:creationId xmlns:a16="http://schemas.microsoft.com/office/drawing/2014/main" id="{FFE8E986-710B-44CB-9F2F-125B1B0CDA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699" name="Group 3698">
                      <a:extLst>
                        <a:ext uri="{FF2B5EF4-FFF2-40B4-BE49-F238E27FC236}">
                          <a16:creationId xmlns:a16="http://schemas.microsoft.com/office/drawing/2014/main" id="{1EEE8346-680F-4987-9DDA-C1AD93C508B7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838889" y="36428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3706" name="Freeform: Shape 3705">
                        <a:extLst>
                          <a:ext uri="{FF2B5EF4-FFF2-40B4-BE49-F238E27FC236}">
                            <a16:creationId xmlns:a16="http://schemas.microsoft.com/office/drawing/2014/main" id="{2D4FFABB-4B9E-483F-8731-91BF7F11F954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707" name="Rectangle: Rounded Corners 3706">
                        <a:extLst>
                          <a:ext uri="{FF2B5EF4-FFF2-40B4-BE49-F238E27FC236}">
                            <a16:creationId xmlns:a16="http://schemas.microsoft.com/office/drawing/2014/main" id="{C82E25B4-04CB-4E42-AC18-D026141F85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700" name="Group 3699">
                      <a:extLst>
                        <a:ext uri="{FF2B5EF4-FFF2-40B4-BE49-F238E27FC236}">
                          <a16:creationId xmlns:a16="http://schemas.microsoft.com/office/drawing/2014/main" id="{73C9C09B-5F18-410C-A451-39F98ABCA120}"/>
                        </a:ext>
                      </a:extLst>
                    </p:cNvPr>
                    <p:cNvGrpSpPr/>
                    <p:nvPr/>
                  </p:nvGrpSpPr>
                  <p:grpSpPr>
                    <a:xfrm rot="15824399">
                      <a:off x="1224680" y="281893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3704" name="Freeform: Shape 3703">
                        <a:extLst>
                          <a:ext uri="{FF2B5EF4-FFF2-40B4-BE49-F238E27FC236}">
                            <a16:creationId xmlns:a16="http://schemas.microsoft.com/office/drawing/2014/main" id="{6F6D1DE4-9F1A-429B-8006-76A3076A77A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705" name="Rectangle: Rounded Corners 3704">
                        <a:extLst>
                          <a:ext uri="{FF2B5EF4-FFF2-40B4-BE49-F238E27FC236}">
                            <a16:creationId xmlns:a16="http://schemas.microsoft.com/office/drawing/2014/main" id="{9274EB9D-A85D-4C04-A74E-BC547A9AB2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701" name="Group 3700">
                      <a:extLst>
                        <a:ext uri="{FF2B5EF4-FFF2-40B4-BE49-F238E27FC236}">
                          <a16:creationId xmlns:a16="http://schemas.microsoft.com/office/drawing/2014/main" id="{6B623EB2-EB29-4D1C-B133-00E03F600C59}"/>
                        </a:ext>
                      </a:extLst>
                    </p:cNvPr>
                    <p:cNvGrpSpPr/>
                    <p:nvPr/>
                  </p:nvGrpSpPr>
                  <p:grpSpPr>
                    <a:xfrm rot="16697394">
                      <a:off x="1080028" y="2168448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3702" name="Freeform: Shape 3701">
                        <a:extLst>
                          <a:ext uri="{FF2B5EF4-FFF2-40B4-BE49-F238E27FC236}">
                            <a16:creationId xmlns:a16="http://schemas.microsoft.com/office/drawing/2014/main" id="{885031C9-56D6-45BA-8D69-9DAD32F07CF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703" name="Rectangle: Rounded Corners 3702">
                        <a:extLst>
                          <a:ext uri="{FF2B5EF4-FFF2-40B4-BE49-F238E27FC236}">
                            <a16:creationId xmlns:a16="http://schemas.microsoft.com/office/drawing/2014/main" id="{F3628979-BC2F-4EC2-AA2B-4F4B2C3F39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</p:grpSp>
              <p:sp>
                <p:nvSpPr>
                  <p:cNvPr id="3672" name="Freeform: Shape 3671">
                    <a:extLst>
                      <a:ext uri="{FF2B5EF4-FFF2-40B4-BE49-F238E27FC236}">
                        <a16:creationId xmlns:a16="http://schemas.microsoft.com/office/drawing/2014/main" id="{091C36B0-67C2-4978-9A85-58F416CFAAB9}"/>
                      </a:ext>
                    </a:extLst>
                  </p:cNvPr>
                  <p:cNvSpPr/>
                  <p:nvPr/>
                </p:nvSpPr>
                <p:spPr>
                  <a:xfrm rot="6017948" flipV="1">
                    <a:off x="1305755" y="4290452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3673" name="Freeform: Shape 3672">
                    <a:extLst>
                      <a:ext uri="{FF2B5EF4-FFF2-40B4-BE49-F238E27FC236}">
                        <a16:creationId xmlns:a16="http://schemas.microsoft.com/office/drawing/2014/main" id="{4BA1A674-8046-43B4-B9CF-9FAA38E50178}"/>
                      </a:ext>
                    </a:extLst>
                  </p:cNvPr>
                  <p:cNvSpPr/>
                  <p:nvPr/>
                </p:nvSpPr>
                <p:spPr>
                  <a:xfrm rot="21277659">
                    <a:off x="2517403" y="2906549"/>
                    <a:ext cx="690584" cy="235253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3674" name="Freeform: Shape 3673">
                    <a:extLst>
                      <a:ext uri="{FF2B5EF4-FFF2-40B4-BE49-F238E27FC236}">
                        <a16:creationId xmlns:a16="http://schemas.microsoft.com/office/drawing/2014/main" id="{198DD1D5-9938-4F39-B076-944572B30127}"/>
                      </a:ext>
                    </a:extLst>
                  </p:cNvPr>
                  <p:cNvSpPr/>
                  <p:nvPr/>
                </p:nvSpPr>
                <p:spPr>
                  <a:xfrm rot="11528244" flipV="1">
                    <a:off x="344853" y="2978311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</p:grpSp>
            <p:grpSp>
              <p:nvGrpSpPr>
                <p:cNvPr id="2207" name="Group 2206">
                  <a:extLst>
                    <a:ext uri="{FF2B5EF4-FFF2-40B4-BE49-F238E27FC236}">
                      <a16:creationId xmlns:a16="http://schemas.microsoft.com/office/drawing/2014/main" id="{8C1E1C5D-CA52-4935-870D-BE77026ECF99}"/>
                    </a:ext>
                  </a:extLst>
                </p:cNvPr>
                <p:cNvGrpSpPr/>
                <p:nvPr/>
              </p:nvGrpSpPr>
              <p:grpSpPr>
                <a:xfrm>
                  <a:off x="3962289" y="2103579"/>
                  <a:ext cx="531923" cy="573923"/>
                  <a:chOff x="163719" y="1822501"/>
                  <a:chExt cx="3062199" cy="3047160"/>
                </a:xfrm>
              </p:grpSpPr>
              <p:grpSp>
                <p:nvGrpSpPr>
                  <p:cNvPr id="3306" name="Group 3305">
                    <a:extLst>
                      <a:ext uri="{FF2B5EF4-FFF2-40B4-BE49-F238E27FC236}">
                        <a16:creationId xmlns:a16="http://schemas.microsoft.com/office/drawing/2014/main" id="{7782C518-2BCA-478A-AE49-24551246DE93}"/>
                      </a:ext>
                    </a:extLst>
                  </p:cNvPr>
                  <p:cNvGrpSpPr/>
                  <p:nvPr/>
                </p:nvGrpSpPr>
                <p:grpSpPr>
                  <a:xfrm>
                    <a:off x="163719" y="1822501"/>
                    <a:ext cx="3062199" cy="3047160"/>
                    <a:chOff x="163719" y="1822501"/>
                    <a:chExt cx="3062199" cy="3047160"/>
                  </a:xfrm>
                </p:grpSpPr>
                <p:grpSp>
                  <p:nvGrpSpPr>
                    <p:cNvPr id="3310" name="Group 3309">
                      <a:extLst>
                        <a:ext uri="{FF2B5EF4-FFF2-40B4-BE49-F238E27FC236}">
                          <a16:creationId xmlns:a16="http://schemas.microsoft.com/office/drawing/2014/main" id="{2D08886C-9011-485F-94A5-EB43D56AD631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683131" y="384412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3669" name="Freeform: Shape 3668">
                        <a:extLst>
                          <a:ext uri="{FF2B5EF4-FFF2-40B4-BE49-F238E27FC236}">
                            <a16:creationId xmlns:a16="http://schemas.microsoft.com/office/drawing/2014/main" id="{1F820E06-E1BE-48CF-B96A-727DAE2E0BA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670" name="Rectangle: Rounded Corners 3669">
                        <a:extLst>
                          <a:ext uri="{FF2B5EF4-FFF2-40B4-BE49-F238E27FC236}">
                            <a16:creationId xmlns:a16="http://schemas.microsoft.com/office/drawing/2014/main" id="{915B313A-F416-46EC-92A2-C532D2B440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311" name="Group 3310">
                      <a:extLst>
                        <a:ext uri="{FF2B5EF4-FFF2-40B4-BE49-F238E27FC236}">
                          <a16:creationId xmlns:a16="http://schemas.microsoft.com/office/drawing/2014/main" id="{70026DC4-1BC0-4BE2-B226-FE0622817268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123013" y="4110752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3667" name="Freeform: Shape 3666">
                        <a:extLst>
                          <a:ext uri="{FF2B5EF4-FFF2-40B4-BE49-F238E27FC236}">
                            <a16:creationId xmlns:a16="http://schemas.microsoft.com/office/drawing/2014/main" id="{5DF70152-A4AA-494F-82B1-A1D370AB775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668" name="Rectangle: Rounded Corners 3667">
                        <a:extLst>
                          <a:ext uri="{FF2B5EF4-FFF2-40B4-BE49-F238E27FC236}">
                            <a16:creationId xmlns:a16="http://schemas.microsoft.com/office/drawing/2014/main" id="{BE12F8FE-975A-4E79-8E6D-4FC82F47436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312" name="Group 3311">
                      <a:extLst>
                        <a:ext uri="{FF2B5EF4-FFF2-40B4-BE49-F238E27FC236}">
                          <a16:creationId xmlns:a16="http://schemas.microsoft.com/office/drawing/2014/main" id="{FB13FE45-9EC6-45B1-9C14-CC5FEA786B2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0260" y="2440902"/>
                      <a:ext cx="1730523" cy="1839492"/>
                      <a:chOff x="420511" y="1784768"/>
                      <a:chExt cx="1730523" cy="1839492"/>
                    </a:xfrm>
                  </p:grpSpPr>
                  <p:grpSp>
                    <p:nvGrpSpPr>
                      <p:cNvPr id="3385" name="Group 3384">
                        <a:extLst>
                          <a:ext uri="{FF2B5EF4-FFF2-40B4-BE49-F238E27FC236}">
                            <a16:creationId xmlns:a16="http://schemas.microsoft.com/office/drawing/2014/main" id="{0FB84D05-4930-4B50-9C3F-00897F2A3F5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69572" y="1784768"/>
                        <a:ext cx="1081462" cy="1476716"/>
                        <a:chOff x="2089993" y="1523034"/>
                        <a:chExt cx="1081462" cy="1476716"/>
                      </a:xfrm>
                    </p:grpSpPr>
                    <p:grpSp>
                      <p:nvGrpSpPr>
                        <p:cNvPr id="3606" name="Group 3605">
                          <a:extLst>
                            <a:ext uri="{FF2B5EF4-FFF2-40B4-BE49-F238E27FC236}">
                              <a16:creationId xmlns:a16="http://schemas.microsoft.com/office/drawing/2014/main" id="{7D984E5A-10D0-4C55-8DC4-2F10E12C93B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70705"/>
                          <a:ext cx="101484" cy="1016226"/>
                          <a:chOff x="1800622" y="2364951"/>
                          <a:chExt cx="101484" cy="1016226"/>
                        </a:xfrm>
                      </p:grpSpPr>
                      <p:sp>
                        <p:nvSpPr>
                          <p:cNvPr id="3663" name="Flowchart: Connector 3662">
                            <a:extLst>
                              <a:ext uri="{FF2B5EF4-FFF2-40B4-BE49-F238E27FC236}">
                                <a16:creationId xmlns:a16="http://schemas.microsoft.com/office/drawing/2014/main" id="{63A80D6A-7D5A-4183-AC15-10D6D9DD4AF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664" name="Flowchart: Connector 3663">
                            <a:extLst>
                              <a:ext uri="{FF2B5EF4-FFF2-40B4-BE49-F238E27FC236}">
                                <a16:creationId xmlns:a16="http://schemas.microsoft.com/office/drawing/2014/main" id="{DB67EBA0-23B0-4FD5-BEBF-E55B37977F2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665" name="Flowchart: Connector 3664">
                            <a:extLst>
                              <a:ext uri="{FF2B5EF4-FFF2-40B4-BE49-F238E27FC236}">
                                <a16:creationId xmlns:a16="http://schemas.microsoft.com/office/drawing/2014/main" id="{4741A282-1EC3-4C1A-AD7F-7D3AA637329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666" name="Flowchart: Connector 3665">
                            <a:extLst>
                              <a:ext uri="{FF2B5EF4-FFF2-40B4-BE49-F238E27FC236}">
                                <a16:creationId xmlns:a16="http://schemas.microsoft.com/office/drawing/2014/main" id="{C631047A-3EBB-4673-B59B-3E72E22BE9A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649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3607" name="Group 3606">
                          <a:extLst>
                            <a:ext uri="{FF2B5EF4-FFF2-40B4-BE49-F238E27FC236}">
                              <a16:creationId xmlns:a16="http://schemas.microsoft.com/office/drawing/2014/main" id="{AC8AF153-8802-4B7E-BE41-07A892D21B7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23034"/>
                          <a:ext cx="1057223" cy="1476716"/>
                          <a:chOff x="2114232" y="1523034"/>
                          <a:chExt cx="1057223" cy="1476716"/>
                        </a:xfrm>
                      </p:grpSpPr>
                      <p:grpSp>
                        <p:nvGrpSpPr>
                          <p:cNvPr id="3608" name="Group 3607">
                            <a:extLst>
                              <a:ext uri="{FF2B5EF4-FFF2-40B4-BE49-F238E27FC236}">
                                <a16:creationId xmlns:a16="http://schemas.microsoft.com/office/drawing/2014/main" id="{5D748CBF-314D-4C3F-9BA1-D5FBB1D78FE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47544" cy="539639"/>
                            <a:chOff x="3717189" y="1719497"/>
                            <a:chExt cx="1047544" cy="539639"/>
                          </a:xfrm>
                        </p:grpSpPr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656" name="3D Model 3655" descr="Sphere">
                                  <a:extLst>
                                    <a:ext uri="{FF2B5EF4-FFF2-40B4-BE49-F238E27FC236}">
                                      <a16:creationId xmlns:a16="http://schemas.microsoft.com/office/drawing/2014/main" id="{12B514BC-3413-456F-9FB2-AF3475D5955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34311077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657" name="Flowchart: Connector 3656">
                              <a:extLst>
                                <a:ext uri="{FF2B5EF4-FFF2-40B4-BE49-F238E27FC236}">
                                  <a16:creationId xmlns:a16="http://schemas.microsoft.com/office/drawing/2014/main" id="{9A728D2A-26E3-44A6-B480-EB28D832E9C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658" name="3D Model 3657" descr="Sphere">
                                  <a:extLst>
                                    <a:ext uri="{FF2B5EF4-FFF2-40B4-BE49-F238E27FC236}">
                                      <a16:creationId xmlns:a16="http://schemas.microsoft.com/office/drawing/2014/main" id="{A87B9632-6F40-4DB7-824F-E10C256F981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59180390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659" name="Flowchart: Connector 3658">
                              <a:extLst>
                                <a:ext uri="{FF2B5EF4-FFF2-40B4-BE49-F238E27FC236}">
                                  <a16:creationId xmlns:a16="http://schemas.microsoft.com/office/drawing/2014/main" id="{B20901F5-CE73-439D-8BCA-D63FA0A9FF2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660" name="3D Model 3659" descr="Sphere">
                                  <a:extLst>
                                    <a:ext uri="{FF2B5EF4-FFF2-40B4-BE49-F238E27FC236}">
                                      <a16:creationId xmlns:a16="http://schemas.microsoft.com/office/drawing/2014/main" id="{7ABAB8DD-1C8F-409D-900A-00E5FABA60B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04476067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661" name="Flowchart: Connector 3660">
                              <a:extLst>
                                <a:ext uri="{FF2B5EF4-FFF2-40B4-BE49-F238E27FC236}">
                                  <a16:creationId xmlns:a16="http://schemas.microsoft.com/office/drawing/2014/main" id="{9852DD94-1DA9-4A6B-A551-59E0F175F1C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662" name="3D Model 3661" descr="Sphere">
                                  <a:extLst>
                                    <a:ext uri="{FF2B5EF4-FFF2-40B4-BE49-F238E27FC236}">
                                      <a16:creationId xmlns:a16="http://schemas.microsoft.com/office/drawing/2014/main" id="{B25F424F-40AC-433F-8979-F1C6C338F31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968753386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3609" name="Group 3608">
                            <a:extLst>
                              <a:ext uri="{FF2B5EF4-FFF2-40B4-BE49-F238E27FC236}">
                                <a16:creationId xmlns:a16="http://schemas.microsoft.com/office/drawing/2014/main" id="{5F941AB3-3DF2-41E0-9825-DC2EA1EA378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3641" name="Flowchart: Connector 3640">
                              <a:extLst>
                                <a:ext uri="{FF2B5EF4-FFF2-40B4-BE49-F238E27FC236}">
                                  <a16:creationId xmlns:a16="http://schemas.microsoft.com/office/drawing/2014/main" id="{237B6B97-6344-48E3-8E00-88C356CB386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642" name="Flowchart: Connector 3641">
                              <a:extLst>
                                <a:ext uri="{FF2B5EF4-FFF2-40B4-BE49-F238E27FC236}">
                                  <a16:creationId xmlns:a16="http://schemas.microsoft.com/office/drawing/2014/main" id="{BE084636-CD98-42EC-BCDC-D13A0888BED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643" name="Flowchart: Connector 3642">
                              <a:extLst>
                                <a:ext uri="{FF2B5EF4-FFF2-40B4-BE49-F238E27FC236}">
                                  <a16:creationId xmlns:a16="http://schemas.microsoft.com/office/drawing/2014/main" id="{6339A0DF-269F-4E4E-BE75-32DD1F9DCE9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644" name="Flowchart: Connector 3643">
                              <a:extLst>
                                <a:ext uri="{FF2B5EF4-FFF2-40B4-BE49-F238E27FC236}">
                                  <a16:creationId xmlns:a16="http://schemas.microsoft.com/office/drawing/2014/main" id="{9C477829-743E-487F-8F9F-2CD0430AB9A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645" name="Flowchart: Connector 3644">
                              <a:extLst>
                                <a:ext uri="{FF2B5EF4-FFF2-40B4-BE49-F238E27FC236}">
                                  <a16:creationId xmlns:a16="http://schemas.microsoft.com/office/drawing/2014/main" id="{FB18B1C4-AD60-442A-B8D7-42AC6AC1CA0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646" name="Flowchart: Connector 3645">
                              <a:extLst>
                                <a:ext uri="{FF2B5EF4-FFF2-40B4-BE49-F238E27FC236}">
                                  <a16:creationId xmlns:a16="http://schemas.microsoft.com/office/drawing/2014/main" id="{18C6850C-788F-4004-AF3D-AD003D6494F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647" name="Flowchart: Connector 3646">
                              <a:extLst>
                                <a:ext uri="{FF2B5EF4-FFF2-40B4-BE49-F238E27FC236}">
                                  <a16:creationId xmlns:a16="http://schemas.microsoft.com/office/drawing/2014/main" id="{32152143-0F5B-4AD8-B97A-97FD08A9146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648" name="Flowchart: Connector 3647">
                              <a:extLst>
                                <a:ext uri="{FF2B5EF4-FFF2-40B4-BE49-F238E27FC236}">
                                  <a16:creationId xmlns:a16="http://schemas.microsoft.com/office/drawing/2014/main" id="{35C020BD-40F8-4DE9-9D6E-5424144768A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649" name="3D Model 3648" descr="Sphere">
                                  <a:extLst>
                                    <a:ext uri="{FF2B5EF4-FFF2-40B4-BE49-F238E27FC236}">
                                      <a16:creationId xmlns:a16="http://schemas.microsoft.com/office/drawing/2014/main" id="{83BE0B64-A22A-4094-BEA1-27879E6B438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8561694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650" name="Flowchart: Connector 3649">
                              <a:extLst>
                                <a:ext uri="{FF2B5EF4-FFF2-40B4-BE49-F238E27FC236}">
                                  <a16:creationId xmlns:a16="http://schemas.microsoft.com/office/drawing/2014/main" id="{D6617761-8D23-466B-ADD1-48512EE2D46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651" name="3D Model 3650" descr="Sphere">
                                  <a:extLst>
                                    <a:ext uri="{FF2B5EF4-FFF2-40B4-BE49-F238E27FC236}">
                                      <a16:creationId xmlns:a16="http://schemas.microsoft.com/office/drawing/2014/main" id="{65494EBA-E15F-4BE4-9501-7260A65668C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308703169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652" name="Flowchart: Connector 3651">
                              <a:extLst>
                                <a:ext uri="{FF2B5EF4-FFF2-40B4-BE49-F238E27FC236}">
                                  <a16:creationId xmlns:a16="http://schemas.microsoft.com/office/drawing/2014/main" id="{7F551A99-C3FC-4EE3-AB41-8404F3B6D59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653" name="3D Model 3652" descr="Sphere">
                                  <a:extLst>
                                    <a:ext uri="{FF2B5EF4-FFF2-40B4-BE49-F238E27FC236}">
                                      <a16:creationId xmlns:a16="http://schemas.microsoft.com/office/drawing/2014/main" id="{61762CD9-5BE4-47EF-8D1F-E6906141A89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437211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654" name="Flowchart: Connector 3653">
                              <a:extLst>
                                <a:ext uri="{FF2B5EF4-FFF2-40B4-BE49-F238E27FC236}">
                                  <a16:creationId xmlns:a16="http://schemas.microsoft.com/office/drawing/2014/main" id="{E5E02E69-B54C-4DBB-9B5B-BED4463DA15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655" name="3D Model 3654" descr="Sphere">
                                  <a:extLst>
                                    <a:ext uri="{FF2B5EF4-FFF2-40B4-BE49-F238E27FC236}">
                                      <a16:creationId xmlns:a16="http://schemas.microsoft.com/office/drawing/2014/main" id="{1CCBB7AD-4B63-42BE-8B2E-4D1C735236D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722850967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3610" name="Group 3609">
                            <a:extLst>
                              <a:ext uri="{FF2B5EF4-FFF2-40B4-BE49-F238E27FC236}">
                                <a16:creationId xmlns:a16="http://schemas.microsoft.com/office/drawing/2014/main" id="{F649A6A5-A87F-4D50-B01B-1340B62C3A0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3626" name="Flowchart: Connector 3625">
                              <a:extLst>
                                <a:ext uri="{FF2B5EF4-FFF2-40B4-BE49-F238E27FC236}">
                                  <a16:creationId xmlns:a16="http://schemas.microsoft.com/office/drawing/2014/main" id="{603EA0ED-E127-4FAA-9F13-8D6500E99D3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627" name="Flowchart: Connector 3626">
                              <a:extLst>
                                <a:ext uri="{FF2B5EF4-FFF2-40B4-BE49-F238E27FC236}">
                                  <a16:creationId xmlns:a16="http://schemas.microsoft.com/office/drawing/2014/main" id="{800EDDDB-9EEC-48F7-8425-520658B0AA8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628" name="Flowchart: Connector 3627">
                              <a:extLst>
                                <a:ext uri="{FF2B5EF4-FFF2-40B4-BE49-F238E27FC236}">
                                  <a16:creationId xmlns:a16="http://schemas.microsoft.com/office/drawing/2014/main" id="{D2509D3E-03AF-4458-A8A3-F42256E8C44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629" name="Flowchart: Connector 3628">
                              <a:extLst>
                                <a:ext uri="{FF2B5EF4-FFF2-40B4-BE49-F238E27FC236}">
                                  <a16:creationId xmlns:a16="http://schemas.microsoft.com/office/drawing/2014/main" id="{DC20DC42-B29C-4D48-B9E8-EE3AD494094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630" name="Flowchart: Connector 3629">
                              <a:extLst>
                                <a:ext uri="{FF2B5EF4-FFF2-40B4-BE49-F238E27FC236}">
                                  <a16:creationId xmlns:a16="http://schemas.microsoft.com/office/drawing/2014/main" id="{CAE3FAE7-2116-4A0E-A025-7EAE74D1A2D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631" name="Flowchart: Connector 3630">
                              <a:extLst>
                                <a:ext uri="{FF2B5EF4-FFF2-40B4-BE49-F238E27FC236}">
                                  <a16:creationId xmlns:a16="http://schemas.microsoft.com/office/drawing/2014/main" id="{FC787F87-3855-448B-B226-1075AE4EC0E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632" name="Flowchart: Connector 3631">
                              <a:extLst>
                                <a:ext uri="{FF2B5EF4-FFF2-40B4-BE49-F238E27FC236}">
                                  <a16:creationId xmlns:a16="http://schemas.microsoft.com/office/drawing/2014/main" id="{62E1461E-9DD1-4E2F-AA0A-39ECDC93BBF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633" name="Flowchart: Connector 3632">
                              <a:extLst>
                                <a:ext uri="{FF2B5EF4-FFF2-40B4-BE49-F238E27FC236}">
                                  <a16:creationId xmlns:a16="http://schemas.microsoft.com/office/drawing/2014/main" id="{72F51336-7D12-48BB-A755-64111A28E91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634" name="3D Model 3633" descr="Sphere">
                                  <a:extLst>
                                    <a:ext uri="{FF2B5EF4-FFF2-40B4-BE49-F238E27FC236}">
                                      <a16:creationId xmlns:a16="http://schemas.microsoft.com/office/drawing/2014/main" id="{0F4EF322-49BD-4B67-91D8-4EF6F53E411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063690576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635" name="Flowchart: Connector 3634">
                              <a:extLst>
                                <a:ext uri="{FF2B5EF4-FFF2-40B4-BE49-F238E27FC236}">
                                  <a16:creationId xmlns:a16="http://schemas.microsoft.com/office/drawing/2014/main" id="{DDF0E1B0-E299-4961-A589-29FE1FE0AA1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636" name="3D Model 3635" descr="Sphere">
                                  <a:extLst>
                                    <a:ext uri="{FF2B5EF4-FFF2-40B4-BE49-F238E27FC236}">
                                      <a16:creationId xmlns:a16="http://schemas.microsoft.com/office/drawing/2014/main" id="{F0CB2EA2-3558-441A-9030-68158562B5F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67232877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637" name="Flowchart: Connector 3636">
                              <a:extLst>
                                <a:ext uri="{FF2B5EF4-FFF2-40B4-BE49-F238E27FC236}">
                                  <a16:creationId xmlns:a16="http://schemas.microsoft.com/office/drawing/2014/main" id="{50294D08-7C3A-44DC-9D34-028BDA01292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638" name="3D Model 3637" descr="Sphere">
                                  <a:extLst>
                                    <a:ext uri="{FF2B5EF4-FFF2-40B4-BE49-F238E27FC236}">
                                      <a16:creationId xmlns:a16="http://schemas.microsoft.com/office/drawing/2014/main" id="{3EC473D6-30F3-41B1-9304-170122B2259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925242281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639" name="Flowchart: Connector 3638">
                              <a:extLst>
                                <a:ext uri="{FF2B5EF4-FFF2-40B4-BE49-F238E27FC236}">
                                  <a16:creationId xmlns:a16="http://schemas.microsoft.com/office/drawing/2014/main" id="{71ECFDAE-0A14-4CFD-A98C-1CB1E30CB13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640" name="3D Model 3639" descr="Sphere">
                                  <a:extLst>
                                    <a:ext uri="{FF2B5EF4-FFF2-40B4-BE49-F238E27FC236}">
                                      <a16:creationId xmlns:a16="http://schemas.microsoft.com/office/drawing/2014/main" id="{116341F4-AF68-48F2-A748-ED3B3BE94B2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238042655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3611" name="Flowchart: Connector 3610">
                            <a:extLst>
                              <a:ext uri="{FF2B5EF4-FFF2-40B4-BE49-F238E27FC236}">
                                <a16:creationId xmlns:a16="http://schemas.microsoft.com/office/drawing/2014/main" id="{85CBFA0F-7F30-4F9F-9E28-CD4AAA53357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612" name="Flowchart: Connector 3611">
                            <a:extLst>
                              <a:ext uri="{FF2B5EF4-FFF2-40B4-BE49-F238E27FC236}">
                                <a16:creationId xmlns:a16="http://schemas.microsoft.com/office/drawing/2014/main" id="{031A2217-8263-455A-A40E-09B2D14BF31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613" name="Flowchart: Connector 3612">
                            <a:extLst>
                              <a:ext uri="{FF2B5EF4-FFF2-40B4-BE49-F238E27FC236}">
                                <a16:creationId xmlns:a16="http://schemas.microsoft.com/office/drawing/2014/main" id="{E726ABB5-658B-4061-AC69-A3476CEC6A8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614" name="Flowchart: Connector 3613">
                            <a:extLst>
                              <a:ext uri="{FF2B5EF4-FFF2-40B4-BE49-F238E27FC236}">
                                <a16:creationId xmlns:a16="http://schemas.microsoft.com/office/drawing/2014/main" id="{D2D5F420-DAC6-48F6-91C7-134F7765D3D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615" name="Flowchart: Connector 3614">
                            <a:extLst>
                              <a:ext uri="{FF2B5EF4-FFF2-40B4-BE49-F238E27FC236}">
                                <a16:creationId xmlns:a16="http://schemas.microsoft.com/office/drawing/2014/main" id="{1631B6EC-9D9E-42AE-A5FB-0058982EE75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616" name="Flowchart: Connector 3615">
                            <a:extLst>
                              <a:ext uri="{FF2B5EF4-FFF2-40B4-BE49-F238E27FC236}">
                                <a16:creationId xmlns:a16="http://schemas.microsoft.com/office/drawing/2014/main" id="{586B761E-12BF-487D-86F0-A0FA801B7E9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617" name="Flowchart: Connector 3616">
                            <a:extLst>
                              <a:ext uri="{FF2B5EF4-FFF2-40B4-BE49-F238E27FC236}">
                                <a16:creationId xmlns:a16="http://schemas.microsoft.com/office/drawing/2014/main" id="{16D69FAD-B0DB-4C1E-B2AD-D6D6F9A7A45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618" name="Flowchart: Connector 3617">
                            <a:extLst>
                              <a:ext uri="{FF2B5EF4-FFF2-40B4-BE49-F238E27FC236}">
                                <a16:creationId xmlns:a16="http://schemas.microsoft.com/office/drawing/2014/main" id="{91E1C0E0-D4F6-4ED0-AC08-867D5E49D1F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619" name="3D Model 3618" descr="Sphere">
                                <a:extLst>
                                  <a:ext uri="{FF2B5EF4-FFF2-40B4-BE49-F238E27FC236}">
                                    <a16:creationId xmlns:a16="http://schemas.microsoft.com/office/drawing/2014/main" id="{65EC3E84-7148-42A3-803D-7F1F48D3B5F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130119313"/>
                                  </p:ext>
                                </p:extLst>
                              </p:nvPr>
                            </p:nvGraphicFramePr>
                            <p:xfrm>
                              <a:off x="2134543" y="1523034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419" name="3D Model 1418" descr="Sphere">
                                <a:extLst>
                                  <a:ext uri="{FF2B5EF4-FFF2-40B4-BE49-F238E27FC236}">
                                    <a16:creationId xmlns:a16="http://schemas.microsoft.com/office/drawing/2014/main" id="{7229CE40-5DC5-4D9D-A7D9-859629ED0F1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03767" y="222005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620" name="Flowchart: Connector 3619">
                            <a:extLst>
                              <a:ext uri="{FF2B5EF4-FFF2-40B4-BE49-F238E27FC236}">
                                <a16:creationId xmlns:a16="http://schemas.microsoft.com/office/drawing/2014/main" id="{2A56308C-4335-4FCD-955B-76A5F7A2376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621" name="3D Model 3620" descr="Sphere">
                                <a:extLst>
                                  <a:ext uri="{FF2B5EF4-FFF2-40B4-BE49-F238E27FC236}">
                                    <a16:creationId xmlns:a16="http://schemas.microsoft.com/office/drawing/2014/main" id="{1975196D-B8F5-4FAA-9AE8-486A9B72DB0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293052107"/>
                                  </p:ext>
                                </p:extLst>
                              </p:nvPr>
                            </p:nvGraphicFramePr>
                            <p:xfrm>
                              <a:off x="2371307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421" name="3D Model 1420" descr="Sphere">
                                <a:extLst>
                                  <a:ext uri="{FF2B5EF4-FFF2-40B4-BE49-F238E27FC236}">
                                    <a16:creationId xmlns:a16="http://schemas.microsoft.com/office/drawing/2014/main" id="{97350ED2-333A-46EE-AD93-D7BDDBE739F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44895" y="2230736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622" name="Flowchart: Connector 3621">
                            <a:extLst>
                              <a:ext uri="{FF2B5EF4-FFF2-40B4-BE49-F238E27FC236}">
                                <a16:creationId xmlns:a16="http://schemas.microsoft.com/office/drawing/2014/main" id="{3503A4E2-75D2-443E-93CF-4851220F385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4559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623" name="3D Model 3622" descr="Sphere">
                                <a:extLst>
                                  <a:ext uri="{FF2B5EF4-FFF2-40B4-BE49-F238E27FC236}">
                                    <a16:creationId xmlns:a16="http://schemas.microsoft.com/office/drawing/2014/main" id="{70681FF9-1DE8-4467-ABC5-8060AED72B1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08179611"/>
                                  </p:ext>
                                </p:extLst>
                              </p:nvPr>
                            </p:nvGraphicFramePr>
                            <p:xfrm>
                              <a:off x="2609177" y="164155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423" name="3D Model 1422" descr="Sphere">
                                <a:extLst>
                                  <a:ext uri="{FF2B5EF4-FFF2-40B4-BE49-F238E27FC236}">
                                    <a16:creationId xmlns:a16="http://schemas.microsoft.com/office/drawing/2014/main" id="{4127809F-7720-42F3-8F40-EDE8E5BBA65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86214" y="2242375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624" name="Flowchart: Connector 3623">
                            <a:extLst>
                              <a:ext uri="{FF2B5EF4-FFF2-40B4-BE49-F238E27FC236}">
                                <a16:creationId xmlns:a16="http://schemas.microsoft.com/office/drawing/2014/main" id="{C253F3AB-0F77-4FA9-B37D-D5339952A40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625" name="3D Model 3624" descr="Sphere">
                                <a:extLst>
                                  <a:ext uri="{FF2B5EF4-FFF2-40B4-BE49-F238E27FC236}">
                                    <a16:creationId xmlns:a16="http://schemas.microsoft.com/office/drawing/2014/main" id="{3EE013D7-1001-403A-9EC1-565C00A28DB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934442432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6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6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425" name="3D Model 1424" descr="Sphere">
                                <a:extLst>
                                  <a:ext uri="{FF2B5EF4-FFF2-40B4-BE49-F238E27FC236}">
                                    <a16:creationId xmlns:a16="http://schemas.microsoft.com/office/drawing/2014/main" id="{7A7252BE-764A-422C-BF13-66AACF3A455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332840" y="2258769"/>
                                <a:ext cx="51046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3386" name="Group 3385">
                        <a:extLst>
                          <a:ext uri="{FF2B5EF4-FFF2-40B4-BE49-F238E27FC236}">
                            <a16:creationId xmlns:a16="http://schemas.microsoft.com/office/drawing/2014/main" id="{C5EF89B1-7477-49FD-8AE4-53F2D1AA2D6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3325" y="2268938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3603" name="Flowchart: Connector 3602">
                          <a:extLst>
                            <a:ext uri="{FF2B5EF4-FFF2-40B4-BE49-F238E27FC236}">
                              <a16:creationId xmlns:a16="http://schemas.microsoft.com/office/drawing/2014/main" id="{5C354759-DFEF-4C19-A21C-9F620EA96BF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604" name="Flowchart: Connector 3603">
                          <a:extLst>
                            <a:ext uri="{FF2B5EF4-FFF2-40B4-BE49-F238E27FC236}">
                              <a16:creationId xmlns:a16="http://schemas.microsoft.com/office/drawing/2014/main" id="{8E66ECC4-C444-42A4-8B2C-66A8A800F18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605" name="Flowchart: Connector 3604">
                          <a:extLst>
                            <a:ext uri="{FF2B5EF4-FFF2-40B4-BE49-F238E27FC236}">
                              <a16:creationId xmlns:a16="http://schemas.microsoft.com/office/drawing/2014/main" id="{9757D8DB-2716-46CB-BEA0-D60C3EE2D83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3387" name="Flowchart: Connector 3386">
                        <a:extLst>
                          <a:ext uri="{FF2B5EF4-FFF2-40B4-BE49-F238E27FC236}">
                            <a16:creationId xmlns:a16="http://schemas.microsoft.com/office/drawing/2014/main" id="{5B89B25E-AC47-4891-92D1-168C31E7E3F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37026" y="201261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388" name="Flowchart: Connector 3387">
                        <a:extLst>
                          <a:ext uri="{FF2B5EF4-FFF2-40B4-BE49-F238E27FC236}">
                            <a16:creationId xmlns:a16="http://schemas.microsoft.com/office/drawing/2014/main" id="{A897FAF6-86F4-4F30-8C27-CEC4CEEC26D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588002" y="208727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3389" name="Group 3388">
                        <a:extLst>
                          <a:ext uri="{FF2B5EF4-FFF2-40B4-BE49-F238E27FC236}">
                            <a16:creationId xmlns:a16="http://schemas.microsoft.com/office/drawing/2014/main" id="{E7568D6B-6341-44B4-A2B3-06B31F983BDB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228750">
                        <a:off x="1171220" y="1918660"/>
                        <a:ext cx="698062" cy="387533"/>
                        <a:chOff x="854933" y="2290871"/>
                        <a:chExt cx="698062" cy="387533"/>
                      </a:xfrm>
                    </p:grpSpPr>
                    <p:sp>
                      <p:nvSpPr>
                        <p:cNvPr id="3600" name="Flowchart: Connector 3599">
                          <a:extLst>
                            <a:ext uri="{FF2B5EF4-FFF2-40B4-BE49-F238E27FC236}">
                              <a16:creationId xmlns:a16="http://schemas.microsoft.com/office/drawing/2014/main" id="{9C12078A-D90A-447C-B152-6C99AD894A1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3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601" name="Flowchart: Connector 3600">
                          <a:extLst>
                            <a:ext uri="{FF2B5EF4-FFF2-40B4-BE49-F238E27FC236}">
                              <a16:creationId xmlns:a16="http://schemas.microsoft.com/office/drawing/2014/main" id="{7F08305D-3CA3-4BA4-B22E-27785A64411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5206" y="2377897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602" name="Flowchart: Connector 3601">
                          <a:extLst>
                            <a:ext uri="{FF2B5EF4-FFF2-40B4-BE49-F238E27FC236}">
                              <a16:creationId xmlns:a16="http://schemas.microsoft.com/office/drawing/2014/main" id="{74243845-DC63-4BEB-BF87-D732FD0A4A2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41136" y="2462404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3390" name="Group 3389">
                        <a:extLst>
                          <a:ext uri="{FF2B5EF4-FFF2-40B4-BE49-F238E27FC236}">
                            <a16:creationId xmlns:a16="http://schemas.microsoft.com/office/drawing/2014/main" id="{89D5BCB7-4E87-4662-A3D3-B48760AC301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49741" y="1890320"/>
                        <a:ext cx="1098636" cy="1497980"/>
                        <a:chOff x="2089993" y="1501770"/>
                        <a:chExt cx="1098636" cy="1497980"/>
                      </a:xfrm>
                    </p:grpSpPr>
                    <p:grpSp>
                      <p:nvGrpSpPr>
                        <p:cNvPr id="3535" name="Group 3534">
                          <a:extLst>
                            <a:ext uri="{FF2B5EF4-FFF2-40B4-BE49-F238E27FC236}">
                              <a16:creationId xmlns:a16="http://schemas.microsoft.com/office/drawing/2014/main" id="{D943F1D1-349A-4401-B99C-226FE9AB9EC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34990"/>
                          <a:ext cx="101484" cy="1051941"/>
                          <a:chOff x="1800622" y="2329236"/>
                          <a:chExt cx="101484" cy="1051941"/>
                        </a:xfrm>
                      </p:grpSpPr>
                      <p:sp>
                        <p:nvSpPr>
                          <p:cNvPr id="3596" name="Flowchart: Connector 3595">
                            <a:extLst>
                              <a:ext uri="{FF2B5EF4-FFF2-40B4-BE49-F238E27FC236}">
                                <a16:creationId xmlns:a16="http://schemas.microsoft.com/office/drawing/2014/main" id="{E8FDA8B2-6D6D-4361-A506-290FEC6F2BE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597" name="Flowchart: Connector 3596">
                            <a:extLst>
                              <a:ext uri="{FF2B5EF4-FFF2-40B4-BE49-F238E27FC236}">
                                <a16:creationId xmlns:a16="http://schemas.microsoft.com/office/drawing/2014/main" id="{84176B71-CF90-4588-A3EF-E78221FA0B4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598" name="Flowchart: Connector 3597">
                            <a:extLst>
                              <a:ext uri="{FF2B5EF4-FFF2-40B4-BE49-F238E27FC236}">
                                <a16:creationId xmlns:a16="http://schemas.microsoft.com/office/drawing/2014/main" id="{1C4BA5CD-0833-48B0-B5C7-72A2C14D425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599" name="Flowchart: Connector 3598">
                            <a:extLst>
                              <a:ext uri="{FF2B5EF4-FFF2-40B4-BE49-F238E27FC236}">
                                <a16:creationId xmlns:a16="http://schemas.microsoft.com/office/drawing/2014/main" id="{50F08440-73C5-4A7B-8608-72DC90041E9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2923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3536" name="Group 3535">
                          <a:extLst>
                            <a:ext uri="{FF2B5EF4-FFF2-40B4-BE49-F238E27FC236}">
                              <a16:creationId xmlns:a16="http://schemas.microsoft.com/office/drawing/2014/main" id="{536437F2-E580-4A0B-A374-9BF7C85EEC5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01770"/>
                          <a:ext cx="1074397" cy="1497980"/>
                          <a:chOff x="2114232" y="1501770"/>
                          <a:chExt cx="1074397" cy="1497980"/>
                        </a:xfrm>
                      </p:grpSpPr>
                      <p:grpSp>
                        <p:nvGrpSpPr>
                          <p:cNvPr id="3537" name="Group 3536">
                            <a:extLst>
                              <a:ext uri="{FF2B5EF4-FFF2-40B4-BE49-F238E27FC236}">
                                <a16:creationId xmlns:a16="http://schemas.microsoft.com/office/drawing/2014/main" id="{30D2B918-6440-49C3-9911-FF76625E6A5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3588" name="Flowchart: Connector 3587">
                              <a:extLst>
                                <a:ext uri="{FF2B5EF4-FFF2-40B4-BE49-F238E27FC236}">
                                  <a16:creationId xmlns:a16="http://schemas.microsoft.com/office/drawing/2014/main" id="{0688C228-A935-4D08-86C6-467AEB7C94C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589" name="3D Model 3588" descr="Sphere">
                                  <a:extLst>
                                    <a:ext uri="{FF2B5EF4-FFF2-40B4-BE49-F238E27FC236}">
                                      <a16:creationId xmlns:a16="http://schemas.microsoft.com/office/drawing/2014/main" id="{CD42D754-11AD-45BD-AC0B-450ABE3076C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205275592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590" name="Flowchart: Connector 3589">
                              <a:extLst>
                                <a:ext uri="{FF2B5EF4-FFF2-40B4-BE49-F238E27FC236}">
                                  <a16:creationId xmlns:a16="http://schemas.microsoft.com/office/drawing/2014/main" id="{CA21C3B3-6904-4451-9DED-FDDDD3A6743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591" name="3D Model 3590" descr="Sphere">
                                  <a:extLst>
                                    <a:ext uri="{FF2B5EF4-FFF2-40B4-BE49-F238E27FC236}">
                                      <a16:creationId xmlns:a16="http://schemas.microsoft.com/office/drawing/2014/main" id="{863DCE50-D019-459F-B48D-BF8519986B6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297500084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592" name="Flowchart: Connector 3591">
                              <a:extLst>
                                <a:ext uri="{FF2B5EF4-FFF2-40B4-BE49-F238E27FC236}">
                                  <a16:creationId xmlns:a16="http://schemas.microsoft.com/office/drawing/2014/main" id="{7ACA82C8-F630-4675-A08E-998CE7C18C0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593" name="3D Model 3592" descr="Sphere">
                                  <a:extLst>
                                    <a:ext uri="{FF2B5EF4-FFF2-40B4-BE49-F238E27FC236}">
                                      <a16:creationId xmlns:a16="http://schemas.microsoft.com/office/drawing/2014/main" id="{938B2220-F004-4FC9-888C-36954CEBBBE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168592209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594" name="Flowchart: Connector 3593">
                              <a:extLst>
                                <a:ext uri="{FF2B5EF4-FFF2-40B4-BE49-F238E27FC236}">
                                  <a16:creationId xmlns:a16="http://schemas.microsoft.com/office/drawing/2014/main" id="{30A7F18D-036C-45C4-A6A3-3A0F20FDC78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595" name="3D Model 3594" descr="Sphere">
                                  <a:extLst>
                                    <a:ext uri="{FF2B5EF4-FFF2-40B4-BE49-F238E27FC236}">
                                      <a16:creationId xmlns:a16="http://schemas.microsoft.com/office/drawing/2014/main" id="{76323D52-8686-4704-8B52-B5DBF0B7255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071525789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3538" name="Group 3537">
                            <a:extLst>
                              <a:ext uri="{FF2B5EF4-FFF2-40B4-BE49-F238E27FC236}">
                                <a16:creationId xmlns:a16="http://schemas.microsoft.com/office/drawing/2014/main" id="{0BF4E3D3-8AC6-4EFF-810C-B27A62F3A27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3572" name="Flowchart: Connector 3571">
                              <a:extLst>
                                <a:ext uri="{FF2B5EF4-FFF2-40B4-BE49-F238E27FC236}">
                                  <a16:creationId xmlns:a16="http://schemas.microsoft.com/office/drawing/2014/main" id="{BCBA3275-A4A8-48A7-AF1F-0EAE9596268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573" name="Flowchart: Connector 3572">
                              <a:extLst>
                                <a:ext uri="{FF2B5EF4-FFF2-40B4-BE49-F238E27FC236}">
                                  <a16:creationId xmlns:a16="http://schemas.microsoft.com/office/drawing/2014/main" id="{84FFB049-ED97-42BC-8D9A-34EE9E9719C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574" name="Flowchart: Connector 3573">
                              <a:extLst>
                                <a:ext uri="{FF2B5EF4-FFF2-40B4-BE49-F238E27FC236}">
                                  <a16:creationId xmlns:a16="http://schemas.microsoft.com/office/drawing/2014/main" id="{00B5A1A4-756A-4C60-88C7-1E95F4A47E7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575" name="Flowchart: Connector 3574">
                              <a:extLst>
                                <a:ext uri="{FF2B5EF4-FFF2-40B4-BE49-F238E27FC236}">
                                  <a16:creationId xmlns:a16="http://schemas.microsoft.com/office/drawing/2014/main" id="{3B91CE80-26EA-4B8A-B218-583AA7C0FB0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576" name="Flowchart: Connector 3575">
                              <a:extLst>
                                <a:ext uri="{FF2B5EF4-FFF2-40B4-BE49-F238E27FC236}">
                                  <a16:creationId xmlns:a16="http://schemas.microsoft.com/office/drawing/2014/main" id="{6F744A24-C7C6-4C59-B97E-33254AF7F0E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577" name="Flowchart: Connector 3576">
                              <a:extLst>
                                <a:ext uri="{FF2B5EF4-FFF2-40B4-BE49-F238E27FC236}">
                                  <a16:creationId xmlns:a16="http://schemas.microsoft.com/office/drawing/2014/main" id="{F4C4C611-0E52-4AA7-B711-4227D8E5DE35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578" name="Flowchart: Connector 3577">
                              <a:extLst>
                                <a:ext uri="{FF2B5EF4-FFF2-40B4-BE49-F238E27FC236}">
                                  <a16:creationId xmlns:a16="http://schemas.microsoft.com/office/drawing/2014/main" id="{3B9AC997-E58E-498B-8961-CCA8F7492E3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579" name="Flowchart: Connector 3578">
                              <a:extLst>
                                <a:ext uri="{FF2B5EF4-FFF2-40B4-BE49-F238E27FC236}">
                                  <a16:creationId xmlns:a16="http://schemas.microsoft.com/office/drawing/2014/main" id="{855A7264-8561-4462-BB7F-FC86BD9035F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580" name="Flowchart: Connector 3579">
                              <a:extLst>
                                <a:ext uri="{FF2B5EF4-FFF2-40B4-BE49-F238E27FC236}">
                                  <a16:creationId xmlns:a16="http://schemas.microsoft.com/office/drawing/2014/main" id="{4AB1620B-AABE-404D-9724-F0C89BDA325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581" name="3D Model 3580" descr="Sphere">
                                  <a:extLst>
                                    <a:ext uri="{FF2B5EF4-FFF2-40B4-BE49-F238E27FC236}">
                                      <a16:creationId xmlns:a16="http://schemas.microsoft.com/office/drawing/2014/main" id="{70D35D58-098A-45AF-A11D-698326CB035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093698553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582" name="Flowchart: Connector 3581">
                              <a:extLst>
                                <a:ext uri="{FF2B5EF4-FFF2-40B4-BE49-F238E27FC236}">
                                  <a16:creationId xmlns:a16="http://schemas.microsoft.com/office/drawing/2014/main" id="{CA85207B-6739-4969-828B-A97F7A6E7FF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583" name="3D Model 3582" descr="Sphere">
                                  <a:extLst>
                                    <a:ext uri="{FF2B5EF4-FFF2-40B4-BE49-F238E27FC236}">
                                      <a16:creationId xmlns:a16="http://schemas.microsoft.com/office/drawing/2014/main" id="{966103E2-9EC3-4163-8927-25DD7863810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190264876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584" name="Flowchart: Connector 3583">
                              <a:extLst>
                                <a:ext uri="{FF2B5EF4-FFF2-40B4-BE49-F238E27FC236}">
                                  <a16:creationId xmlns:a16="http://schemas.microsoft.com/office/drawing/2014/main" id="{3392039D-9658-4064-AA0F-DCD65B55BE7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585" name="3D Model 3584" descr="Sphere">
                                  <a:extLst>
                                    <a:ext uri="{FF2B5EF4-FFF2-40B4-BE49-F238E27FC236}">
                                      <a16:creationId xmlns:a16="http://schemas.microsoft.com/office/drawing/2014/main" id="{4F4C8065-AC70-43FF-91CD-B85E8AC4542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37988394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586" name="Flowchart: Connector 3585">
                              <a:extLst>
                                <a:ext uri="{FF2B5EF4-FFF2-40B4-BE49-F238E27FC236}">
                                  <a16:creationId xmlns:a16="http://schemas.microsoft.com/office/drawing/2014/main" id="{544544F3-20A4-425A-A648-DB1120C3E71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587" name="3D Model 3586" descr="Sphere">
                                  <a:extLst>
                                    <a:ext uri="{FF2B5EF4-FFF2-40B4-BE49-F238E27FC236}">
                                      <a16:creationId xmlns:a16="http://schemas.microsoft.com/office/drawing/2014/main" id="{4925E055-4B8F-4FDE-B05A-9F895E0A0C8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70168046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3539" name="Group 3538">
                            <a:extLst>
                              <a:ext uri="{FF2B5EF4-FFF2-40B4-BE49-F238E27FC236}">
                                <a16:creationId xmlns:a16="http://schemas.microsoft.com/office/drawing/2014/main" id="{58643D68-48B3-4D45-9076-9206AC9D9C8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3556" name="Flowchart: Connector 3555">
                              <a:extLst>
                                <a:ext uri="{FF2B5EF4-FFF2-40B4-BE49-F238E27FC236}">
                                  <a16:creationId xmlns:a16="http://schemas.microsoft.com/office/drawing/2014/main" id="{3FDDD09A-1B3D-4C33-AEB5-A30E3D1E396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557" name="Flowchart: Connector 3556">
                              <a:extLst>
                                <a:ext uri="{FF2B5EF4-FFF2-40B4-BE49-F238E27FC236}">
                                  <a16:creationId xmlns:a16="http://schemas.microsoft.com/office/drawing/2014/main" id="{C63B2DF7-3C57-42E0-BAD8-9BDC327ACB8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558" name="Flowchart: Connector 3557">
                              <a:extLst>
                                <a:ext uri="{FF2B5EF4-FFF2-40B4-BE49-F238E27FC236}">
                                  <a16:creationId xmlns:a16="http://schemas.microsoft.com/office/drawing/2014/main" id="{FD519D9B-658C-4176-AC0E-383F11A1987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559" name="Flowchart: Connector 3558">
                              <a:extLst>
                                <a:ext uri="{FF2B5EF4-FFF2-40B4-BE49-F238E27FC236}">
                                  <a16:creationId xmlns:a16="http://schemas.microsoft.com/office/drawing/2014/main" id="{AECBF70B-57BD-40EF-AE71-D4E201748AC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560" name="Flowchart: Connector 3559">
                              <a:extLst>
                                <a:ext uri="{FF2B5EF4-FFF2-40B4-BE49-F238E27FC236}">
                                  <a16:creationId xmlns:a16="http://schemas.microsoft.com/office/drawing/2014/main" id="{7E2A1E10-9AB5-4471-9E45-8254676EE1B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561" name="Flowchart: Connector 3560">
                              <a:extLst>
                                <a:ext uri="{FF2B5EF4-FFF2-40B4-BE49-F238E27FC236}">
                                  <a16:creationId xmlns:a16="http://schemas.microsoft.com/office/drawing/2014/main" id="{5F42462D-7BC5-413C-BBA5-3433E66F480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562" name="Flowchart: Connector 3561">
                              <a:extLst>
                                <a:ext uri="{FF2B5EF4-FFF2-40B4-BE49-F238E27FC236}">
                                  <a16:creationId xmlns:a16="http://schemas.microsoft.com/office/drawing/2014/main" id="{17B72ED6-F138-42D2-9602-FF87071AC75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563" name="Flowchart: Connector 3562">
                              <a:extLst>
                                <a:ext uri="{FF2B5EF4-FFF2-40B4-BE49-F238E27FC236}">
                                  <a16:creationId xmlns:a16="http://schemas.microsoft.com/office/drawing/2014/main" id="{7711513A-C8B7-4908-8A01-F3D11E602D4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564" name="Flowchart: Connector 3563">
                              <a:extLst>
                                <a:ext uri="{FF2B5EF4-FFF2-40B4-BE49-F238E27FC236}">
                                  <a16:creationId xmlns:a16="http://schemas.microsoft.com/office/drawing/2014/main" id="{E124AD45-0681-4470-81FF-FC0A0083D02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565" name="3D Model 3564" descr="Sphere">
                                  <a:extLst>
                                    <a:ext uri="{FF2B5EF4-FFF2-40B4-BE49-F238E27FC236}">
                                      <a16:creationId xmlns:a16="http://schemas.microsoft.com/office/drawing/2014/main" id="{7A0A1625-6F93-4C98-B23E-788DDAB0849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159018779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566" name="Flowchart: Connector 3565">
                              <a:extLst>
                                <a:ext uri="{FF2B5EF4-FFF2-40B4-BE49-F238E27FC236}">
                                  <a16:creationId xmlns:a16="http://schemas.microsoft.com/office/drawing/2014/main" id="{58381751-CB26-4B04-A48A-B5E3C030E51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567" name="3D Model 3566" descr="Sphere">
                                  <a:extLst>
                                    <a:ext uri="{FF2B5EF4-FFF2-40B4-BE49-F238E27FC236}">
                                      <a16:creationId xmlns:a16="http://schemas.microsoft.com/office/drawing/2014/main" id="{182B6BF0-69D0-4901-BA3C-95373ABFE9A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134307513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568" name="Flowchart: Connector 3567">
                              <a:extLst>
                                <a:ext uri="{FF2B5EF4-FFF2-40B4-BE49-F238E27FC236}">
                                  <a16:creationId xmlns:a16="http://schemas.microsoft.com/office/drawing/2014/main" id="{46BA5E2A-F58B-4184-A1B9-8A9C50AA8AA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569" name="3D Model 3568" descr="Sphere">
                                  <a:extLst>
                                    <a:ext uri="{FF2B5EF4-FFF2-40B4-BE49-F238E27FC236}">
                                      <a16:creationId xmlns:a16="http://schemas.microsoft.com/office/drawing/2014/main" id="{E227FFC1-4815-4E31-8A4F-9261FA21E11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895352433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570" name="Flowchart: Connector 3569">
                              <a:extLst>
                                <a:ext uri="{FF2B5EF4-FFF2-40B4-BE49-F238E27FC236}">
                                  <a16:creationId xmlns:a16="http://schemas.microsoft.com/office/drawing/2014/main" id="{7C3F8964-694A-4249-8871-5C3FA81C6DD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571" name="3D Model 3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B35ACB1D-5D4E-4C9D-85E5-0522748BF07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817052469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3540" name="Flowchart: Connector 3539">
                            <a:extLst>
                              <a:ext uri="{FF2B5EF4-FFF2-40B4-BE49-F238E27FC236}">
                                <a16:creationId xmlns:a16="http://schemas.microsoft.com/office/drawing/2014/main" id="{463F7E26-2E15-4D1A-9F76-A6CF64B9EF3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541" name="Flowchart: Connector 3540">
                            <a:extLst>
                              <a:ext uri="{FF2B5EF4-FFF2-40B4-BE49-F238E27FC236}">
                                <a16:creationId xmlns:a16="http://schemas.microsoft.com/office/drawing/2014/main" id="{3A3C892F-01EB-4DC6-A641-6F39D64B942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542" name="Flowchart: Connector 3541">
                            <a:extLst>
                              <a:ext uri="{FF2B5EF4-FFF2-40B4-BE49-F238E27FC236}">
                                <a16:creationId xmlns:a16="http://schemas.microsoft.com/office/drawing/2014/main" id="{0E4A5E00-1FED-4126-9631-0B3C7AE3173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543" name="Flowchart: Connector 3542">
                            <a:extLst>
                              <a:ext uri="{FF2B5EF4-FFF2-40B4-BE49-F238E27FC236}">
                                <a16:creationId xmlns:a16="http://schemas.microsoft.com/office/drawing/2014/main" id="{00A12FB4-719B-4D3C-849C-1BD87281BF6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544" name="Flowchart: Connector 3543">
                            <a:extLst>
                              <a:ext uri="{FF2B5EF4-FFF2-40B4-BE49-F238E27FC236}">
                                <a16:creationId xmlns:a16="http://schemas.microsoft.com/office/drawing/2014/main" id="{787D4A2B-6C63-4A3C-B84D-A963382E75F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545" name="Flowchart: Connector 3544">
                            <a:extLst>
                              <a:ext uri="{FF2B5EF4-FFF2-40B4-BE49-F238E27FC236}">
                                <a16:creationId xmlns:a16="http://schemas.microsoft.com/office/drawing/2014/main" id="{4E5CF746-E2ED-454A-A35F-84EF16A98E5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546" name="Flowchart: Connector 3545">
                            <a:extLst>
                              <a:ext uri="{FF2B5EF4-FFF2-40B4-BE49-F238E27FC236}">
                                <a16:creationId xmlns:a16="http://schemas.microsoft.com/office/drawing/2014/main" id="{094AD91E-8A17-4973-B485-34F01427D1C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547" name="Flowchart: Connector 3546">
                            <a:extLst>
                              <a:ext uri="{FF2B5EF4-FFF2-40B4-BE49-F238E27FC236}">
                                <a16:creationId xmlns:a16="http://schemas.microsoft.com/office/drawing/2014/main" id="{9F73B443-10C3-4566-A614-5F485AAE5AA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548" name="Flowchart: Connector 3547">
                            <a:extLst>
                              <a:ext uri="{FF2B5EF4-FFF2-40B4-BE49-F238E27FC236}">
                                <a16:creationId xmlns:a16="http://schemas.microsoft.com/office/drawing/2014/main" id="{034F3AF1-72C0-4282-9BCD-5837DCEA9ED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549" name="3D Model 3548" descr="Sphere">
                                <a:extLst>
                                  <a:ext uri="{FF2B5EF4-FFF2-40B4-BE49-F238E27FC236}">
                                    <a16:creationId xmlns:a16="http://schemas.microsoft.com/office/drawing/2014/main" id="{1A309F6D-8593-4789-A37E-146EF2CB8A2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62448577"/>
                                  </p:ext>
                                </p:extLst>
                              </p:nvPr>
                            </p:nvGraphicFramePr>
                            <p:xfrm>
                              <a:off x="2123911" y="1501770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349" name="3D Model 1348" descr="Sphere">
                                <a:extLst>
                                  <a:ext uri="{FF2B5EF4-FFF2-40B4-BE49-F238E27FC236}">
                                    <a16:creationId xmlns:a16="http://schemas.microsoft.com/office/drawing/2014/main" id="{4395919B-9E14-47A0-ADC7-DA1EAA2D3C0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163734" y="223993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550" name="Flowchart: Connector 3549">
                            <a:extLst>
                              <a:ext uri="{FF2B5EF4-FFF2-40B4-BE49-F238E27FC236}">
                                <a16:creationId xmlns:a16="http://schemas.microsoft.com/office/drawing/2014/main" id="{66BA5AF9-BFBD-4AEB-BCD2-6DF10A1744B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551" name="3D Model 3550" descr="Sphere">
                                <a:extLst>
                                  <a:ext uri="{FF2B5EF4-FFF2-40B4-BE49-F238E27FC236}">
                                    <a16:creationId xmlns:a16="http://schemas.microsoft.com/office/drawing/2014/main" id="{9CF8BE3C-AD0E-47C6-89D8-483DC0A95C6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667257707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351" name="3D Model 1350" descr="Sphere">
                                <a:extLst>
                                  <a:ext uri="{FF2B5EF4-FFF2-40B4-BE49-F238E27FC236}">
                                    <a16:creationId xmlns:a16="http://schemas.microsoft.com/office/drawing/2014/main" id="{47A1AE26-2079-4736-9E83-4305685E21D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05558" y="2254621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552" name="Flowchart: Connector 3551">
                            <a:extLst>
                              <a:ext uri="{FF2B5EF4-FFF2-40B4-BE49-F238E27FC236}">
                                <a16:creationId xmlns:a16="http://schemas.microsoft.com/office/drawing/2014/main" id="{2A5BF77C-90B2-4C75-A276-89F8C96596C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93292" y="171776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553" name="3D Model 3552" descr="Sphere">
                                <a:extLst>
                                  <a:ext uri="{FF2B5EF4-FFF2-40B4-BE49-F238E27FC236}">
                                    <a16:creationId xmlns:a16="http://schemas.microsoft.com/office/drawing/2014/main" id="{7D8F3060-4E2F-411F-9F44-262791D955E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300989252"/>
                                  </p:ext>
                                </p:extLst>
                              </p:nvPr>
                            </p:nvGraphicFramePr>
                            <p:xfrm>
                              <a:off x="2622429" y="163823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353" name="3D Model 1352" descr="Sphere">
                                <a:extLst>
                                  <a:ext uri="{FF2B5EF4-FFF2-40B4-BE49-F238E27FC236}">
                                    <a16:creationId xmlns:a16="http://schemas.microsoft.com/office/drawing/2014/main" id="{E2505DDD-37A8-4CA9-B315-7854E04DEBE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50330" y="2265636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554" name="Flowchart: Connector 3553">
                            <a:extLst>
                              <a:ext uri="{FF2B5EF4-FFF2-40B4-BE49-F238E27FC236}">
                                <a16:creationId xmlns:a16="http://schemas.microsoft.com/office/drawing/2014/main" id="{A68FA9D0-E23C-4099-BC5B-CD173A37752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555" name="3D Model 3554" descr="Sphere">
                                <a:extLst>
                                  <a:ext uri="{FF2B5EF4-FFF2-40B4-BE49-F238E27FC236}">
                                    <a16:creationId xmlns:a16="http://schemas.microsoft.com/office/drawing/2014/main" id="{8A34E4DD-3CD3-4EC4-B737-3DE905B470D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448903559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355" name="3D Model 1354" descr="Sphere">
                                <a:extLst>
                                  <a:ext uri="{FF2B5EF4-FFF2-40B4-BE49-F238E27FC236}">
                                    <a16:creationId xmlns:a16="http://schemas.microsoft.com/office/drawing/2014/main" id="{E21BD0D0-B373-436E-BAAD-FEE3FBB8CE95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94654" y="2282654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3391" name="Group 3390">
                        <a:extLst>
                          <a:ext uri="{FF2B5EF4-FFF2-40B4-BE49-F238E27FC236}">
                            <a16:creationId xmlns:a16="http://schemas.microsoft.com/office/drawing/2014/main" id="{D091680E-885E-41C5-8AFB-FF8B2DEA420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547436" y="2361226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3532" name="Flowchart: Connector 3531">
                          <a:extLst>
                            <a:ext uri="{FF2B5EF4-FFF2-40B4-BE49-F238E27FC236}">
                              <a16:creationId xmlns:a16="http://schemas.microsoft.com/office/drawing/2014/main" id="{CA5239A8-6DDA-4954-95E5-67E6E0D6218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533" name="Flowchart: Connector 3532">
                          <a:extLst>
                            <a:ext uri="{FF2B5EF4-FFF2-40B4-BE49-F238E27FC236}">
                              <a16:creationId xmlns:a16="http://schemas.microsoft.com/office/drawing/2014/main" id="{432EF8BD-E942-4FE6-BB9E-BAE65507E36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534" name="Flowchart: Connector 3533">
                          <a:extLst>
                            <a:ext uri="{FF2B5EF4-FFF2-40B4-BE49-F238E27FC236}">
                              <a16:creationId xmlns:a16="http://schemas.microsoft.com/office/drawing/2014/main" id="{C4CDFE14-9CC4-40A9-805A-45290E3196D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3392" name="Flowchart: Connector 3391">
                        <a:extLst>
                          <a:ext uri="{FF2B5EF4-FFF2-40B4-BE49-F238E27FC236}">
                            <a16:creationId xmlns:a16="http://schemas.microsoft.com/office/drawing/2014/main" id="{E98C2223-6E63-4714-934C-F00475868AC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19794" y="212254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393" name="Flowchart: Connector 3392">
                        <a:extLst>
                          <a:ext uri="{FF2B5EF4-FFF2-40B4-BE49-F238E27FC236}">
                            <a16:creationId xmlns:a16="http://schemas.microsoft.com/office/drawing/2014/main" id="{14093D85-0B72-4158-AD1C-29EDF943287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74020" y="218539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3394" name="Group 3393">
                        <a:extLst>
                          <a:ext uri="{FF2B5EF4-FFF2-40B4-BE49-F238E27FC236}">
                            <a16:creationId xmlns:a16="http://schemas.microsoft.com/office/drawing/2014/main" id="{41D1B9D3-19B8-472D-95CA-ABB6D758DA2A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18957">
                        <a:off x="941432" y="2025443"/>
                        <a:ext cx="710250" cy="369080"/>
                        <a:chOff x="854932" y="2290871"/>
                        <a:chExt cx="710250" cy="369080"/>
                      </a:xfrm>
                    </p:grpSpPr>
                    <p:sp>
                      <p:nvSpPr>
                        <p:cNvPr id="3529" name="Flowchart: Connector 3528">
                          <a:extLst>
                            <a:ext uri="{FF2B5EF4-FFF2-40B4-BE49-F238E27FC236}">
                              <a16:creationId xmlns:a16="http://schemas.microsoft.com/office/drawing/2014/main" id="{2B897923-5E7D-4888-98E3-8E5A42328C2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2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530" name="Flowchart: Connector 3529">
                          <a:extLst>
                            <a:ext uri="{FF2B5EF4-FFF2-40B4-BE49-F238E27FC236}">
                              <a16:creationId xmlns:a16="http://schemas.microsoft.com/office/drawing/2014/main" id="{0E7509A7-A251-420E-AE5C-FE29C3C6FE0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1897" y="2377722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531" name="Flowchart: Connector 3530">
                          <a:extLst>
                            <a:ext uri="{FF2B5EF4-FFF2-40B4-BE49-F238E27FC236}">
                              <a16:creationId xmlns:a16="http://schemas.microsoft.com/office/drawing/2014/main" id="{1C616527-5B74-484A-8663-DFCC81636E7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53323" y="244395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3395" name="Group 3394">
                        <a:extLst>
                          <a:ext uri="{FF2B5EF4-FFF2-40B4-BE49-F238E27FC236}">
                            <a16:creationId xmlns:a16="http://schemas.microsoft.com/office/drawing/2014/main" id="{2A3C292B-1E19-4236-B2C1-3C9392048AC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21287" y="1995259"/>
                        <a:ext cx="1102917" cy="1484052"/>
                        <a:chOff x="2085712" y="1515698"/>
                        <a:chExt cx="1102917" cy="1484052"/>
                      </a:xfrm>
                    </p:grpSpPr>
                    <p:grpSp>
                      <p:nvGrpSpPr>
                        <p:cNvPr id="3464" name="Group 3463">
                          <a:extLst>
                            <a:ext uri="{FF2B5EF4-FFF2-40B4-BE49-F238E27FC236}">
                              <a16:creationId xmlns:a16="http://schemas.microsoft.com/office/drawing/2014/main" id="{AB769836-C2E4-4FD3-89FD-D0624241079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5712" y="1648950"/>
                          <a:ext cx="105765" cy="1037981"/>
                          <a:chOff x="1796341" y="2343196"/>
                          <a:chExt cx="105765" cy="1037981"/>
                        </a:xfrm>
                      </p:grpSpPr>
                      <p:sp>
                        <p:nvSpPr>
                          <p:cNvPr id="3525" name="Flowchart: Connector 3524">
                            <a:extLst>
                              <a:ext uri="{FF2B5EF4-FFF2-40B4-BE49-F238E27FC236}">
                                <a16:creationId xmlns:a16="http://schemas.microsoft.com/office/drawing/2014/main" id="{32206E43-AD81-4F98-AC6B-90ED1EFB64A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526" name="Flowchart: Connector 3525">
                            <a:extLst>
                              <a:ext uri="{FF2B5EF4-FFF2-40B4-BE49-F238E27FC236}">
                                <a16:creationId xmlns:a16="http://schemas.microsoft.com/office/drawing/2014/main" id="{389FE2B9-8484-459D-A2B8-D8F1CBB5815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527" name="Flowchart: Connector 3526">
                            <a:extLst>
                              <a:ext uri="{FF2B5EF4-FFF2-40B4-BE49-F238E27FC236}">
                                <a16:creationId xmlns:a16="http://schemas.microsoft.com/office/drawing/2014/main" id="{354AE723-3E58-4A02-B4A8-C4AE4AA8877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528" name="Flowchart: Connector 3527">
                            <a:extLst>
                              <a:ext uri="{FF2B5EF4-FFF2-40B4-BE49-F238E27FC236}">
                                <a16:creationId xmlns:a16="http://schemas.microsoft.com/office/drawing/2014/main" id="{2D3D0E39-629F-46BD-903C-866DD5435A8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796341" y="2343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3465" name="Group 3464">
                          <a:extLst>
                            <a:ext uri="{FF2B5EF4-FFF2-40B4-BE49-F238E27FC236}">
                              <a16:creationId xmlns:a16="http://schemas.microsoft.com/office/drawing/2014/main" id="{F5C95590-5391-44CA-A81F-5A8BE3B08A2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15698"/>
                          <a:ext cx="1074397" cy="1484052"/>
                          <a:chOff x="2114232" y="1515698"/>
                          <a:chExt cx="1074397" cy="1484052"/>
                        </a:xfrm>
                      </p:grpSpPr>
                      <p:grpSp>
                        <p:nvGrpSpPr>
                          <p:cNvPr id="3466" name="Group 3465">
                            <a:extLst>
                              <a:ext uri="{FF2B5EF4-FFF2-40B4-BE49-F238E27FC236}">
                                <a16:creationId xmlns:a16="http://schemas.microsoft.com/office/drawing/2014/main" id="{50C21193-5978-4C02-BC2A-6BF1C4409CB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3517" name="Flowchart: Connector 3516">
                              <a:extLst>
                                <a:ext uri="{FF2B5EF4-FFF2-40B4-BE49-F238E27FC236}">
                                  <a16:creationId xmlns:a16="http://schemas.microsoft.com/office/drawing/2014/main" id="{5B96635D-E566-4534-8DE1-96A028C75A7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518" name="3D Model 3517" descr="Sphere">
                                  <a:extLst>
                                    <a:ext uri="{FF2B5EF4-FFF2-40B4-BE49-F238E27FC236}">
                                      <a16:creationId xmlns:a16="http://schemas.microsoft.com/office/drawing/2014/main" id="{79D249F5-E815-46DC-AD1A-953A24B5AA8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122787965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519" name="Flowchart: Connector 3518">
                              <a:extLst>
                                <a:ext uri="{FF2B5EF4-FFF2-40B4-BE49-F238E27FC236}">
                                  <a16:creationId xmlns:a16="http://schemas.microsoft.com/office/drawing/2014/main" id="{6885AAA3-04B1-47DB-831B-F2E12E3C8B6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520" name="3D Model 3519" descr="Sphere">
                                  <a:extLst>
                                    <a:ext uri="{FF2B5EF4-FFF2-40B4-BE49-F238E27FC236}">
                                      <a16:creationId xmlns:a16="http://schemas.microsoft.com/office/drawing/2014/main" id="{03AD7684-9D56-42C6-9CA5-13F711F6ACB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800645409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521" name="Flowchart: Connector 3520">
                              <a:extLst>
                                <a:ext uri="{FF2B5EF4-FFF2-40B4-BE49-F238E27FC236}">
                                  <a16:creationId xmlns:a16="http://schemas.microsoft.com/office/drawing/2014/main" id="{A8EDE4FC-BFA3-4F69-B4A7-0979976E190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522" name="3D Model 3521" descr="Sphere">
                                  <a:extLst>
                                    <a:ext uri="{FF2B5EF4-FFF2-40B4-BE49-F238E27FC236}">
                                      <a16:creationId xmlns:a16="http://schemas.microsoft.com/office/drawing/2014/main" id="{ECA8F8D4-35CE-4AC0-AAFA-91E8E76A698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177494246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523" name="Flowchart: Connector 3522">
                              <a:extLst>
                                <a:ext uri="{FF2B5EF4-FFF2-40B4-BE49-F238E27FC236}">
                                  <a16:creationId xmlns:a16="http://schemas.microsoft.com/office/drawing/2014/main" id="{8C55CEEA-C0AD-4091-8AC5-6133664C772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524" name="3D Model 3523" descr="Sphere">
                                  <a:extLst>
                                    <a:ext uri="{FF2B5EF4-FFF2-40B4-BE49-F238E27FC236}">
                                      <a16:creationId xmlns:a16="http://schemas.microsoft.com/office/drawing/2014/main" id="{A4876EDF-0475-4CCE-BB8E-658EBC6AE90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588728136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3467" name="Group 3466">
                            <a:extLst>
                              <a:ext uri="{FF2B5EF4-FFF2-40B4-BE49-F238E27FC236}">
                                <a16:creationId xmlns:a16="http://schemas.microsoft.com/office/drawing/2014/main" id="{FA772805-C302-43BE-9144-AB2DAC213A0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3501" name="Flowchart: Connector 3500">
                              <a:extLst>
                                <a:ext uri="{FF2B5EF4-FFF2-40B4-BE49-F238E27FC236}">
                                  <a16:creationId xmlns:a16="http://schemas.microsoft.com/office/drawing/2014/main" id="{B5D779D5-E266-4C7D-A6E7-AE39ED329ED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502" name="Flowchart: Connector 3501">
                              <a:extLst>
                                <a:ext uri="{FF2B5EF4-FFF2-40B4-BE49-F238E27FC236}">
                                  <a16:creationId xmlns:a16="http://schemas.microsoft.com/office/drawing/2014/main" id="{92D02E43-4871-46A7-B617-451F9FF2DCB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503" name="Flowchart: Connector 3502">
                              <a:extLst>
                                <a:ext uri="{FF2B5EF4-FFF2-40B4-BE49-F238E27FC236}">
                                  <a16:creationId xmlns:a16="http://schemas.microsoft.com/office/drawing/2014/main" id="{C3BE3A87-1D03-4703-A580-8AE045CE596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504" name="Flowchart: Connector 3503">
                              <a:extLst>
                                <a:ext uri="{FF2B5EF4-FFF2-40B4-BE49-F238E27FC236}">
                                  <a16:creationId xmlns:a16="http://schemas.microsoft.com/office/drawing/2014/main" id="{B7BC8ECF-3FBA-4500-8A10-6803AF54ADF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505" name="Flowchart: Connector 3504">
                              <a:extLst>
                                <a:ext uri="{FF2B5EF4-FFF2-40B4-BE49-F238E27FC236}">
                                  <a16:creationId xmlns:a16="http://schemas.microsoft.com/office/drawing/2014/main" id="{5480ED19-144E-4E64-897D-CA407FED602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506" name="Flowchart: Connector 3505">
                              <a:extLst>
                                <a:ext uri="{FF2B5EF4-FFF2-40B4-BE49-F238E27FC236}">
                                  <a16:creationId xmlns:a16="http://schemas.microsoft.com/office/drawing/2014/main" id="{44EA6922-DE6B-40E6-A2E9-634E9FDA3F1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507" name="Flowchart: Connector 3506">
                              <a:extLst>
                                <a:ext uri="{FF2B5EF4-FFF2-40B4-BE49-F238E27FC236}">
                                  <a16:creationId xmlns:a16="http://schemas.microsoft.com/office/drawing/2014/main" id="{623A3AD7-68EA-487B-BD0C-F7CE6C58FE3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508" name="Flowchart: Connector 3507">
                              <a:extLst>
                                <a:ext uri="{FF2B5EF4-FFF2-40B4-BE49-F238E27FC236}">
                                  <a16:creationId xmlns:a16="http://schemas.microsoft.com/office/drawing/2014/main" id="{095B23C0-DC24-4391-A47A-E601484B07F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509" name="Flowchart: Connector 3508">
                              <a:extLst>
                                <a:ext uri="{FF2B5EF4-FFF2-40B4-BE49-F238E27FC236}">
                                  <a16:creationId xmlns:a16="http://schemas.microsoft.com/office/drawing/2014/main" id="{82A550BC-3BC5-43C6-AD58-C6DEDCFA205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510" name="3D Model 3509" descr="Sphere">
                                  <a:extLst>
                                    <a:ext uri="{FF2B5EF4-FFF2-40B4-BE49-F238E27FC236}">
                                      <a16:creationId xmlns:a16="http://schemas.microsoft.com/office/drawing/2014/main" id="{2CB0A1FB-F699-4C80-87FA-AF29E496702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934292899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511" name="Flowchart: Connector 3510">
                              <a:extLst>
                                <a:ext uri="{FF2B5EF4-FFF2-40B4-BE49-F238E27FC236}">
                                  <a16:creationId xmlns:a16="http://schemas.microsoft.com/office/drawing/2014/main" id="{A5BFBCAC-FAEA-4A92-97FE-1D15BEF4CEF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512" name="3D Model 3511" descr="Sphere">
                                  <a:extLst>
                                    <a:ext uri="{FF2B5EF4-FFF2-40B4-BE49-F238E27FC236}">
                                      <a16:creationId xmlns:a16="http://schemas.microsoft.com/office/drawing/2014/main" id="{985C5835-EAD7-4C65-9701-52FA8A3056F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825633606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513" name="Flowchart: Connector 3512">
                              <a:extLst>
                                <a:ext uri="{FF2B5EF4-FFF2-40B4-BE49-F238E27FC236}">
                                  <a16:creationId xmlns:a16="http://schemas.microsoft.com/office/drawing/2014/main" id="{B7EFD655-8DCA-4065-9E7A-68DC7A5C4DF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514" name="3D Model 3513" descr="Sphere">
                                  <a:extLst>
                                    <a:ext uri="{FF2B5EF4-FFF2-40B4-BE49-F238E27FC236}">
                                      <a16:creationId xmlns:a16="http://schemas.microsoft.com/office/drawing/2014/main" id="{89258DF1-AAF6-42B5-944B-9CD05916A6C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089110718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515" name="Flowchart: Connector 3514">
                              <a:extLst>
                                <a:ext uri="{FF2B5EF4-FFF2-40B4-BE49-F238E27FC236}">
                                  <a16:creationId xmlns:a16="http://schemas.microsoft.com/office/drawing/2014/main" id="{C4B5D483-A3E5-4638-962D-6B0C28E2535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516" name="3D Model 3515" descr="Sphere">
                                  <a:extLst>
                                    <a:ext uri="{FF2B5EF4-FFF2-40B4-BE49-F238E27FC236}">
                                      <a16:creationId xmlns:a16="http://schemas.microsoft.com/office/drawing/2014/main" id="{CDA15B4A-7DB4-4C01-B4C9-AF2B5898C69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925479472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3468" name="Group 3467">
                            <a:extLst>
                              <a:ext uri="{FF2B5EF4-FFF2-40B4-BE49-F238E27FC236}">
                                <a16:creationId xmlns:a16="http://schemas.microsoft.com/office/drawing/2014/main" id="{9F2967BE-CB62-4FB7-ABF0-B5B2B202B17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3485" name="Flowchart: Connector 3484">
                              <a:extLst>
                                <a:ext uri="{FF2B5EF4-FFF2-40B4-BE49-F238E27FC236}">
                                  <a16:creationId xmlns:a16="http://schemas.microsoft.com/office/drawing/2014/main" id="{5F7099DF-2E09-44AB-BB8B-25E5B3096D75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486" name="Flowchart: Connector 3485">
                              <a:extLst>
                                <a:ext uri="{FF2B5EF4-FFF2-40B4-BE49-F238E27FC236}">
                                  <a16:creationId xmlns:a16="http://schemas.microsoft.com/office/drawing/2014/main" id="{EA0C4B25-5C28-4562-83BC-DD2F1652A49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487" name="Flowchart: Connector 3486">
                              <a:extLst>
                                <a:ext uri="{FF2B5EF4-FFF2-40B4-BE49-F238E27FC236}">
                                  <a16:creationId xmlns:a16="http://schemas.microsoft.com/office/drawing/2014/main" id="{34284FF8-7FC2-401D-9B5F-138A5C962F4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488" name="Flowchart: Connector 3487">
                              <a:extLst>
                                <a:ext uri="{FF2B5EF4-FFF2-40B4-BE49-F238E27FC236}">
                                  <a16:creationId xmlns:a16="http://schemas.microsoft.com/office/drawing/2014/main" id="{D89C1925-2F96-4DEE-AF4B-E9B2190CA49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489" name="Flowchart: Connector 3488">
                              <a:extLst>
                                <a:ext uri="{FF2B5EF4-FFF2-40B4-BE49-F238E27FC236}">
                                  <a16:creationId xmlns:a16="http://schemas.microsoft.com/office/drawing/2014/main" id="{7DE80219-21A5-4B4D-9091-AF7AD869308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490" name="Flowchart: Connector 3489">
                              <a:extLst>
                                <a:ext uri="{FF2B5EF4-FFF2-40B4-BE49-F238E27FC236}">
                                  <a16:creationId xmlns:a16="http://schemas.microsoft.com/office/drawing/2014/main" id="{352E592D-B591-47AF-B218-16C6E9BFC85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491" name="Flowchart: Connector 3490">
                              <a:extLst>
                                <a:ext uri="{FF2B5EF4-FFF2-40B4-BE49-F238E27FC236}">
                                  <a16:creationId xmlns:a16="http://schemas.microsoft.com/office/drawing/2014/main" id="{D658B106-14CD-44EF-8EAF-5156763C8B6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492" name="Flowchart: Connector 3491">
                              <a:extLst>
                                <a:ext uri="{FF2B5EF4-FFF2-40B4-BE49-F238E27FC236}">
                                  <a16:creationId xmlns:a16="http://schemas.microsoft.com/office/drawing/2014/main" id="{E5E78405-B933-4F49-AE8E-9202A4EDB55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493" name="Flowchart: Connector 3492">
                              <a:extLst>
                                <a:ext uri="{FF2B5EF4-FFF2-40B4-BE49-F238E27FC236}">
                                  <a16:creationId xmlns:a16="http://schemas.microsoft.com/office/drawing/2014/main" id="{21544297-4BB9-4BCA-9BE6-E3A7D9A975E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494" name="3D Model 3493" descr="Sphere">
                                  <a:extLst>
                                    <a:ext uri="{FF2B5EF4-FFF2-40B4-BE49-F238E27FC236}">
                                      <a16:creationId xmlns:a16="http://schemas.microsoft.com/office/drawing/2014/main" id="{CF9DE5AC-B419-4E8B-A302-72EDB64F836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078380414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495" name="Flowchart: Connector 3494">
                              <a:extLst>
                                <a:ext uri="{FF2B5EF4-FFF2-40B4-BE49-F238E27FC236}">
                                  <a16:creationId xmlns:a16="http://schemas.microsoft.com/office/drawing/2014/main" id="{0C7147B3-6F49-4F13-A490-7453468C015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496" name="3D Model 3495" descr="Sphere">
                                  <a:extLst>
                                    <a:ext uri="{FF2B5EF4-FFF2-40B4-BE49-F238E27FC236}">
                                      <a16:creationId xmlns:a16="http://schemas.microsoft.com/office/drawing/2014/main" id="{A7F6C0E3-29FD-4DE3-9A4F-50B2B1632A8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394702927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497" name="Flowchart: Connector 3496">
                              <a:extLst>
                                <a:ext uri="{FF2B5EF4-FFF2-40B4-BE49-F238E27FC236}">
                                  <a16:creationId xmlns:a16="http://schemas.microsoft.com/office/drawing/2014/main" id="{0D45BB32-92E6-42B0-ADBB-3B6F6F3F92F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498" name="3D Model 3497" descr="Sphere">
                                  <a:extLst>
                                    <a:ext uri="{FF2B5EF4-FFF2-40B4-BE49-F238E27FC236}">
                                      <a16:creationId xmlns:a16="http://schemas.microsoft.com/office/drawing/2014/main" id="{6CBDEF6F-E590-464D-9FE8-B8093944036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429285680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499" name="Flowchart: Connector 3498">
                              <a:extLst>
                                <a:ext uri="{FF2B5EF4-FFF2-40B4-BE49-F238E27FC236}">
                                  <a16:creationId xmlns:a16="http://schemas.microsoft.com/office/drawing/2014/main" id="{F5CE3716-6258-46B2-88B1-2FE5B94ACF8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500" name="3D Model 3499" descr="Sphere">
                                  <a:extLst>
                                    <a:ext uri="{FF2B5EF4-FFF2-40B4-BE49-F238E27FC236}">
                                      <a16:creationId xmlns:a16="http://schemas.microsoft.com/office/drawing/2014/main" id="{E2FDF582-6CF7-4D34-9A26-038155569E2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31506763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3469" name="Flowchart: Connector 3468">
                            <a:extLst>
                              <a:ext uri="{FF2B5EF4-FFF2-40B4-BE49-F238E27FC236}">
                                <a16:creationId xmlns:a16="http://schemas.microsoft.com/office/drawing/2014/main" id="{9EEA091A-BD93-4F14-95F4-7A0BB0AF702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470" name="Flowchart: Connector 3469">
                            <a:extLst>
                              <a:ext uri="{FF2B5EF4-FFF2-40B4-BE49-F238E27FC236}">
                                <a16:creationId xmlns:a16="http://schemas.microsoft.com/office/drawing/2014/main" id="{340C88EF-3CFD-482B-BB6C-B0F8EE8D9D8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471" name="Flowchart: Connector 3470">
                            <a:extLst>
                              <a:ext uri="{FF2B5EF4-FFF2-40B4-BE49-F238E27FC236}">
                                <a16:creationId xmlns:a16="http://schemas.microsoft.com/office/drawing/2014/main" id="{E68843BE-6DB3-4688-BC05-BE53DD8585B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472" name="Flowchart: Connector 3471">
                            <a:extLst>
                              <a:ext uri="{FF2B5EF4-FFF2-40B4-BE49-F238E27FC236}">
                                <a16:creationId xmlns:a16="http://schemas.microsoft.com/office/drawing/2014/main" id="{8F825ABE-D743-4A17-9D6C-5B3DD37EA64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473" name="Flowchart: Connector 3472">
                            <a:extLst>
                              <a:ext uri="{FF2B5EF4-FFF2-40B4-BE49-F238E27FC236}">
                                <a16:creationId xmlns:a16="http://schemas.microsoft.com/office/drawing/2014/main" id="{CC171399-8EB7-4705-84F2-5CD63294EE8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474" name="Flowchart: Connector 3473">
                            <a:extLst>
                              <a:ext uri="{FF2B5EF4-FFF2-40B4-BE49-F238E27FC236}">
                                <a16:creationId xmlns:a16="http://schemas.microsoft.com/office/drawing/2014/main" id="{2CE5CA82-32AF-4381-80D3-FB1154DF33B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475" name="Flowchart: Connector 3474">
                            <a:extLst>
                              <a:ext uri="{FF2B5EF4-FFF2-40B4-BE49-F238E27FC236}">
                                <a16:creationId xmlns:a16="http://schemas.microsoft.com/office/drawing/2014/main" id="{4FEDD71E-12F3-4AFD-832A-63045E18010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476" name="Flowchart: Connector 3475">
                            <a:extLst>
                              <a:ext uri="{FF2B5EF4-FFF2-40B4-BE49-F238E27FC236}">
                                <a16:creationId xmlns:a16="http://schemas.microsoft.com/office/drawing/2014/main" id="{D048EE19-FE48-440D-81A0-B0C4EC553CA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477" name="Flowchart: Connector 3476">
                            <a:extLst>
                              <a:ext uri="{FF2B5EF4-FFF2-40B4-BE49-F238E27FC236}">
                                <a16:creationId xmlns:a16="http://schemas.microsoft.com/office/drawing/2014/main" id="{6A3BFA29-B566-49F0-B0B8-8D055E391F9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478" name="3D Model 3477" descr="Sphere">
                                <a:extLst>
                                  <a:ext uri="{FF2B5EF4-FFF2-40B4-BE49-F238E27FC236}">
                                    <a16:creationId xmlns:a16="http://schemas.microsoft.com/office/drawing/2014/main" id="{596FD4C6-8DE4-47E0-8F62-603B9E80BC3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426603579"/>
                                  </p:ext>
                                </p:extLst>
                              </p:nvPr>
                            </p:nvGraphicFramePr>
                            <p:xfrm>
                              <a:off x="2127272" y="1515698"/>
                              <a:ext cx="299738" cy="29973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7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4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78" name="3D Model 1277" descr="Sphere">
                                <a:extLst>
                                  <a:ext uri="{FF2B5EF4-FFF2-40B4-BE49-F238E27FC236}">
                                    <a16:creationId xmlns:a16="http://schemas.microsoft.com/office/drawing/2014/main" id="{72F01E67-6938-498B-8F3A-4826869DB5D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125378" y="2259698"/>
                                <a:ext cx="52067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479" name="Flowchart: Connector 3478">
                            <a:extLst>
                              <a:ext uri="{FF2B5EF4-FFF2-40B4-BE49-F238E27FC236}">
                                <a16:creationId xmlns:a16="http://schemas.microsoft.com/office/drawing/2014/main" id="{3880BAE3-E9F7-40B7-9954-12A206C9B9B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480" name="3D Model 3479" descr="Sphere">
                                <a:extLst>
                                  <a:ext uri="{FF2B5EF4-FFF2-40B4-BE49-F238E27FC236}">
                                    <a16:creationId xmlns:a16="http://schemas.microsoft.com/office/drawing/2014/main" id="{59A72572-F1A5-4CDF-A26B-4DD1B52A6D1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146179283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80" name="3D Model 1279" descr="Sphere">
                                <a:extLst>
                                  <a:ext uri="{FF2B5EF4-FFF2-40B4-BE49-F238E27FC236}">
                                    <a16:creationId xmlns:a16="http://schemas.microsoft.com/office/drawing/2014/main" id="{4C124C0B-3F81-4B37-AB15-0E5E4374124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166618" y="227176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481" name="Flowchart: Connector 3480">
                            <a:extLst>
                              <a:ext uri="{FF2B5EF4-FFF2-40B4-BE49-F238E27FC236}">
                                <a16:creationId xmlns:a16="http://schemas.microsoft.com/office/drawing/2014/main" id="{DFEBC7D9-7D1E-4A48-BCDE-1791565E984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6940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482" name="3D Model 3481" descr="Sphere">
                                <a:extLst>
                                  <a:ext uri="{FF2B5EF4-FFF2-40B4-BE49-F238E27FC236}">
                                    <a16:creationId xmlns:a16="http://schemas.microsoft.com/office/drawing/2014/main" id="{9DC3FC30-CAE8-4886-BDD1-2F7C7846769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286349419"/>
                                  </p:ext>
                                </p:extLst>
                              </p:nvPr>
                            </p:nvGraphicFramePr>
                            <p:xfrm>
                              <a:off x="2609177" y="164853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82" name="3D Model 1281" descr="Sphere">
                                <a:extLst>
                                  <a:ext uri="{FF2B5EF4-FFF2-40B4-BE49-F238E27FC236}">
                                    <a16:creationId xmlns:a16="http://schemas.microsoft.com/office/drawing/2014/main" id="{4FAEA037-38E5-4411-8709-FD4C9E435B0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09088" y="2284717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483" name="Flowchart: Connector 3482">
                            <a:extLst>
                              <a:ext uri="{FF2B5EF4-FFF2-40B4-BE49-F238E27FC236}">
                                <a16:creationId xmlns:a16="http://schemas.microsoft.com/office/drawing/2014/main" id="{E25202D1-8967-4CB3-94B0-11A4871A0D3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484" name="3D Model 3483" descr="Sphere">
                                <a:extLst>
                                  <a:ext uri="{FF2B5EF4-FFF2-40B4-BE49-F238E27FC236}">
                                    <a16:creationId xmlns:a16="http://schemas.microsoft.com/office/drawing/2014/main" id="{1D949EFA-E1D7-4120-B21C-3D789A78766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42794120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84" name="3D Model 1283" descr="Sphere">
                                <a:extLst>
                                  <a:ext uri="{FF2B5EF4-FFF2-40B4-BE49-F238E27FC236}">
                                    <a16:creationId xmlns:a16="http://schemas.microsoft.com/office/drawing/2014/main" id="{B24FD411-785C-4B35-A110-7DE7E3C7EC2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55714" y="2299796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sp>
                    <p:nvSpPr>
                      <p:cNvPr id="3396" name="Flowchart: Connector 3395">
                        <a:extLst>
                          <a:ext uri="{FF2B5EF4-FFF2-40B4-BE49-F238E27FC236}">
                            <a16:creationId xmlns:a16="http://schemas.microsoft.com/office/drawing/2014/main" id="{43F641A0-54DA-4CB4-BAFB-5A7E6DE1584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06374" y="21384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397" name="Flowchart: Connector 3396">
                        <a:extLst>
                          <a:ext uri="{FF2B5EF4-FFF2-40B4-BE49-F238E27FC236}">
                            <a16:creationId xmlns:a16="http://schemas.microsoft.com/office/drawing/2014/main" id="{0EDE6246-5902-4E79-84D5-DD15EC700E9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886236" y="22322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398" name="Flowchart: Connector 3397">
                        <a:extLst>
                          <a:ext uri="{FF2B5EF4-FFF2-40B4-BE49-F238E27FC236}">
                            <a16:creationId xmlns:a16="http://schemas.microsoft.com/office/drawing/2014/main" id="{F2F92A2A-494B-438C-A972-61A10392AEE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952806" y="22254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399" name="Flowchart: Connector 3398">
                        <a:extLst>
                          <a:ext uri="{FF2B5EF4-FFF2-40B4-BE49-F238E27FC236}">
                            <a16:creationId xmlns:a16="http://schemas.microsoft.com/office/drawing/2014/main" id="{EF21AD93-DE61-44CD-857C-F133C167E5A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0272" y="25040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400" name="Flowchart: Connector 3399">
                        <a:extLst>
                          <a:ext uri="{FF2B5EF4-FFF2-40B4-BE49-F238E27FC236}">
                            <a16:creationId xmlns:a16="http://schemas.microsoft.com/office/drawing/2014/main" id="{F5B90380-0A56-4E3B-8263-B3C6FE47DE2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20633" y="28301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401" name="Flowchart: Connector 3400">
                        <a:extLst>
                          <a:ext uri="{FF2B5EF4-FFF2-40B4-BE49-F238E27FC236}">
                            <a16:creationId xmlns:a16="http://schemas.microsoft.com/office/drawing/2014/main" id="{6717CC10-8063-47B9-B79A-0FE2B04457D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29128" y="231321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402" name="Flowchart: Connector 3401">
                        <a:extLst>
                          <a:ext uri="{FF2B5EF4-FFF2-40B4-BE49-F238E27FC236}">
                            <a16:creationId xmlns:a16="http://schemas.microsoft.com/office/drawing/2014/main" id="{F3CCC81B-2886-478D-BCDC-3DB22F90DBC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211385" y="230237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403" name="Flowchart: Connector 3402">
                        <a:extLst>
                          <a:ext uri="{FF2B5EF4-FFF2-40B4-BE49-F238E27FC236}">
                            <a16:creationId xmlns:a16="http://schemas.microsoft.com/office/drawing/2014/main" id="{D0C38C01-5041-447C-A419-8814E5FB791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1097" y="31484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grpSp>
                    <p:nvGrpSpPr>
                      <p:cNvPr id="3404" name="Group 3403">
                        <a:extLst>
                          <a:ext uri="{FF2B5EF4-FFF2-40B4-BE49-F238E27FC236}">
                            <a16:creationId xmlns:a16="http://schemas.microsoft.com/office/drawing/2014/main" id="{E941B6E3-5C8B-4D2E-87CD-B852C4E949F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20511" y="2127869"/>
                        <a:ext cx="1073693" cy="1496391"/>
                        <a:chOff x="2114936" y="1503359"/>
                        <a:chExt cx="1073693" cy="1496391"/>
                      </a:xfrm>
                    </p:grpSpPr>
                    <p:grpSp>
                      <p:nvGrpSpPr>
                        <p:cNvPr id="3405" name="Group 3404">
                          <a:extLst>
                            <a:ext uri="{FF2B5EF4-FFF2-40B4-BE49-F238E27FC236}">
                              <a16:creationId xmlns:a16="http://schemas.microsoft.com/office/drawing/2014/main" id="{EF7667C0-2494-4121-B30A-92153244C06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7974" y="2474038"/>
                          <a:ext cx="1060655" cy="525712"/>
                          <a:chOff x="3721252" y="1733424"/>
                          <a:chExt cx="1060655" cy="525712"/>
                        </a:xfrm>
                      </p:grpSpPr>
                      <p:sp>
                        <p:nvSpPr>
                          <p:cNvPr id="3456" name="Flowchart: Connector 3455">
                            <a:extLst>
                              <a:ext uri="{FF2B5EF4-FFF2-40B4-BE49-F238E27FC236}">
                                <a16:creationId xmlns:a16="http://schemas.microsoft.com/office/drawing/2014/main" id="{D03A06BC-408D-42F5-B5FC-CA7298F77B1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457" name="3D Model 3456" descr="Sphere">
                                <a:extLst>
                                  <a:ext uri="{FF2B5EF4-FFF2-40B4-BE49-F238E27FC236}">
                                    <a16:creationId xmlns:a16="http://schemas.microsoft.com/office/drawing/2014/main" id="{E66BFD06-9D01-4463-A3A3-55DF1B91452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271341660"/>
                                  </p:ext>
                                </p:extLst>
                              </p:nvPr>
                            </p:nvGraphicFramePr>
                            <p:xfrm>
                              <a:off x="3721252" y="1733424"/>
                              <a:ext cx="299739" cy="299738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6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57" name="3D Model 1256" descr="Sphere">
                                <a:extLst>
                                  <a:ext uri="{FF2B5EF4-FFF2-40B4-BE49-F238E27FC236}">
                                    <a16:creationId xmlns:a16="http://schemas.microsoft.com/office/drawing/2014/main" id="{EDCB272C-0163-435C-B639-6C211B09FA3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085548" y="2467500"/>
                                <a:ext cx="52066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458" name="Flowchart: Connector 3457">
                            <a:extLst>
                              <a:ext uri="{FF2B5EF4-FFF2-40B4-BE49-F238E27FC236}">
                                <a16:creationId xmlns:a16="http://schemas.microsoft.com/office/drawing/2014/main" id="{4322BE4B-6A30-465F-B87A-689F5619017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459" name="3D Model 3458" descr="Sphere">
                                <a:extLst>
                                  <a:ext uri="{FF2B5EF4-FFF2-40B4-BE49-F238E27FC236}">
                                    <a16:creationId xmlns:a16="http://schemas.microsoft.com/office/drawing/2014/main" id="{96B88399-0193-438E-BEC5-E940BD44E59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565849818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460" name="Flowchart: Connector 3459">
                            <a:extLst>
                              <a:ext uri="{FF2B5EF4-FFF2-40B4-BE49-F238E27FC236}">
                                <a16:creationId xmlns:a16="http://schemas.microsoft.com/office/drawing/2014/main" id="{C69490BF-95E4-4F9C-9577-0309CA53DFB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461" name="3D Model 3460" descr="Sphere">
                                <a:extLst>
                                  <a:ext uri="{FF2B5EF4-FFF2-40B4-BE49-F238E27FC236}">
                                    <a16:creationId xmlns:a16="http://schemas.microsoft.com/office/drawing/2014/main" id="{FD8A7B8A-F19E-48C0-B475-5D8ECF9CDBA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256653170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462" name="Flowchart: Connector 3461">
                            <a:extLst>
                              <a:ext uri="{FF2B5EF4-FFF2-40B4-BE49-F238E27FC236}">
                                <a16:creationId xmlns:a16="http://schemas.microsoft.com/office/drawing/2014/main" id="{711AD57F-CC88-42C2-87F9-79C471E3A7A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463" name="3D Model 3462" descr="Sphere">
                                <a:extLst>
                                  <a:ext uri="{FF2B5EF4-FFF2-40B4-BE49-F238E27FC236}">
                                    <a16:creationId xmlns:a16="http://schemas.microsoft.com/office/drawing/2014/main" id="{5928B99C-FF6F-496E-96FC-8C9FC99340F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128508992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8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3406" name="Group 3405">
                          <a:extLst>
                            <a:ext uri="{FF2B5EF4-FFF2-40B4-BE49-F238E27FC236}">
                              <a16:creationId xmlns:a16="http://schemas.microsoft.com/office/drawing/2014/main" id="{8DB219EF-4AB8-4DAE-A779-798C22CDF36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4615" y="2140429"/>
                          <a:ext cx="1064014" cy="637179"/>
                          <a:chOff x="3717893" y="1719497"/>
                          <a:chExt cx="1064014" cy="637179"/>
                        </a:xfrm>
                      </p:grpSpPr>
                      <p:sp>
                        <p:nvSpPr>
                          <p:cNvPr id="3440" name="Flowchart: Connector 3439">
                            <a:extLst>
                              <a:ext uri="{FF2B5EF4-FFF2-40B4-BE49-F238E27FC236}">
                                <a16:creationId xmlns:a16="http://schemas.microsoft.com/office/drawing/2014/main" id="{60EB87F8-F7B4-4A48-BF61-5F910F23F75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441" name="Flowchart: Connector 3440">
                            <a:extLst>
                              <a:ext uri="{FF2B5EF4-FFF2-40B4-BE49-F238E27FC236}">
                                <a16:creationId xmlns:a16="http://schemas.microsoft.com/office/drawing/2014/main" id="{3F8873E9-2D92-4C85-B32A-B6B1791B8B9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442" name="Flowchart: Connector 3441">
                            <a:extLst>
                              <a:ext uri="{FF2B5EF4-FFF2-40B4-BE49-F238E27FC236}">
                                <a16:creationId xmlns:a16="http://schemas.microsoft.com/office/drawing/2014/main" id="{57AC23B2-D850-4767-8E81-9F09CDC9CBD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443" name="Flowchart: Connector 3442">
                            <a:extLst>
                              <a:ext uri="{FF2B5EF4-FFF2-40B4-BE49-F238E27FC236}">
                                <a16:creationId xmlns:a16="http://schemas.microsoft.com/office/drawing/2014/main" id="{A2E93EEF-D7EB-4573-911F-EA561F4BA68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444" name="Flowchart: Connector 3443">
                            <a:extLst>
                              <a:ext uri="{FF2B5EF4-FFF2-40B4-BE49-F238E27FC236}">
                                <a16:creationId xmlns:a16="http://schemas.microsoft.com/office/drawing/2014/main" id="{811AF9F2-6419-40EE-AD43-BE4618C64E6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445" name="Flowchart: Connector 3444">
                            <a:extLst>
                              <a:ext uri="{FF2B5EF4-FFF2-40B4-BE49-F238E27FC236}">
                                <a16:creationId xmlns:a16="http://schemas.microsoft.com/office/drawing/2014/main" id="{C0E7CD47-00C0-401C-9F44-BAFDF401B0A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446" name="Flowchart: Connector 3445">
                            <a:extLst>
                              <a:ext uri="{FF2B5EF4-FFF2-40B4-BE49-F238E27FC236}">
                                <a16:creationId xmlns:a16="http://schemas.microsoft.com/office/drawing/2014/main" id="{35C64FF1-7E17-45DB-9945-6A1A790BF36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447" name="Flowchart: Connector 3446">
                            <a:extLst>
                              <a:ext uri="{FF2B5EF4-FFF2-40B4-BE49-F238E27FC236}">
                                <a16:creationId xmlns:a16="http://schemas.microsoft.com/office/drawing/2014/main" id="{FB3110E8-7F9A-44D9-A4A2-278596ABCE1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448" name="Flowchart: Connector 3447">
                            <a:extLst>
                              <a:ext uri="{FF2B5EF4-FFF2-40B4-BE49-F238E27FC236}">
                                <a16:creationId xmlns:a16="http://schemas.microsoft.com/office/drawing/2014/main" id="{FE61D4A7-2292-431A-9659-8F4942ED641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449" name="3D Model 3448" descr="Sphere">
                                <a:extLst>
                                  <a:ext uri="{FF2B5EF4-FFF2-40B4-BE49-F238E27FC236}">
                                    <a16:creationId xmlns:a16="http://schemas.microsoft.com/office/drawing/2014/main" id="{A9680F3D-68BA-4861-B391-7AA09555F8E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399926599"/>
                                  </p:ext>
                                </p:extLst>
                              </p:nvPr>
                            </p:nvGraphicFramePr>
                            <p:xfrm>
                              <a:off x="3717893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49" name="3D Model 1248" descr="Sphere">
                                <a:extLst>
                                  <a:ext uri="{FF2B5EF4-FFF2-40B4-BE49-F238E27FC236}">
                                    <a16:creationId xmlns:a16="http://schemas.microsoft.com/office/drawing/2014/main" id="{197D1DF2-ACD5-4650-B13F-20E00FAF0CE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084964" y="2404665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450" name="Flowchart: Connector 3449">
                            <a:extLst>
                              <a:ext uri="{FF2B5EF4-FFF2-40B4-BE49-F238E27FC236}">
                                <a16:creationId xmlns:a16="http://schemas.microsoft.com/office/drawing/2014/main" id="{0E0BD3DE-73AE-4A05-847B-62C41223E23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451" name="3D Model 3450" descr="Sphere">
                                <a:extLst>
                                  <a:ext uri="{FF2B5EF4-FFF2-40B4-BE49-F238E27FC236}">
                                    <a16:creationId xmlns:a16="http://schemas.microsoft.com/office/drawing/2014/main" id="{96B285BB-77CB-4EE1-B622-20A0EC34807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047324399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452" name="Flowchart: Connector 3451">
                            <a:extLst>
                              <a:ext uri="{FF2B5EF4-FFF2-40B4-BE49-F238E27FC236}">
                                <a16:creationId xmlns:a16="http://schemas.microsoft.com/office/drawing/2014/main" id="{BC6E58F5-B163-4230-9508-DBF2D07C8A3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453" name="3D Model 3452" descr="Sphere">
                                <a:extLst>
                                  <a:ext uri="{FF2B5EF4-FFF2-40B4-BE49-F238E27FC236}">
                                    <a16:creationId xmlns:a16="http://schemas.microsoft.com/office/drawing/2014/main" id="{4313725D-AFA8-4919-9592-CD9E882D353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168796646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454" name="Flowchart: Connector 3453">
                            <a:extLst>
                              <a:ext uri="{FF2B5EF4-FFF2-40B4-BE49-F238E27FC236}">
                                <a16:creationId xmlns:a16="http://schemas.microsoft.com/office/drawing/2014/main" id="{EB7B679E-2E4A-4778-A480-F02F86035E6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455" name="3D Model 3454" descr="Sphere">
                                <a:extLst>
                                  <a:ext uri="{FF2B5EF4-FFF2-40B4-BE49-F238E27FC236}">
                                    <a16:creationId xmlns:a16="http://schemas.microsoft.com/office/drawing/2014/main" id="{A61E0BBF-3E07-4F88-AB5C-87862A17544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67791689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3407" name="Group 3406">
                          <a:extLst>
                            <a:ext uri="{FF2B5EF4-FFF2-40B4-BE49-F238E27FC236}">
                              <a16:creationId xmlns:a16="http://schemas.microsoft.com/office/drawing/2014/main" id="{B1BC69BE-2108-48FB-B7B6-420207FC4FA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936" y="1817250"/>
                          <a:ext cx="1064014" cy="643455"/>
                          <a:chOff x="3717893" y="1713221"/>
                          <a:chExt cx="1064014" cy="643455"/>
                        </a:xfrm>
                      </p:grpSpPr>
                      <p:sp>
                        <p:nvSpPr>
                          <p:cNvPr id="3424" name="Flowchart: Connector 3423">
                            <a:extLst>
                              <a:ext uri="{FF2B5EF4-FFF2-40B4-BE49-F238E27FC236}">
                                <a16:creationId xmlns:a16="http://schemas.microsoft.com/office/drawing/2014/main" id="{0417462E-9A2B-4317-BED9-698B963C66B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425" name="Flowchart: Connector 3424">
                            <a:extLst>
                              <a:ext uri="{FF2B5EF4-FFF2-40B4-BE49-F238E27FC236}">
                                <a16:creationId xmlns:a16="http://schemas.microsoft.com/office/drawing/2014/main" id="{E0080D9F-FEFF-450B-A37D-EFB97774457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426" name="Flowchart: Connector 3425">
                            <a:extLst>
                              <a:ext uri="{FF2B5EF4-FFF2-40B4-BE49-F238E27FC236}">
                                <a16:creationId xmlns:a16="http://schemas.microsoft.com/office/drawing/2014/main" id="{7E776F5B-6DED-4C3B-9E31-F15424FBF93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427" name="Flowchart: Connector 3426">
                            <a:extLst>
                              <a:ext uri="{FF2B5EF4-FFF2-40B4-BE49-F238E27FC236}">
                                <a16:creationId xmlns:a16="http://schemas.microsoft.com/office/drawing/2014/main" id="{CF721AA3-199F-44AF-BCD0-990882E0883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428" name="Flowchart: Connector 3427">
                            <a:extLst>
                              <a:ext uri="{FF2B5EF4-FFF2-40B4-BE49-F238E27FC236}">
                                <a16:creationId xmlns:a16="http://schemas.microsoft.com/office/drawing/2014/main" id="{033C3F07-9950-4149-80C4-51EB41F69B7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429" name="Flowchart: Connector 3428">
                            <a:extLst>
                              <a:ext uri="{FF2B5EF4-FFF2-40B4-BE49-F238E27FC236}">
                                <a16:creationId xmlns:a16="http://schemas.microsoft.com/office/drawing/2014/main" id="{A7177690-02AB-473F-9AA7-D19D7666D10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430" name="Flowchart: Connector 3429">
                            <a:extLst>
                              <a:ext uri="{FF2B5EF4-FFF2-40B4-BE49-F238E27FC236}">
                                <a16:creationId xmlns:a16="http://schemas.microsoft.com/office/drawing/2014/main" id="{6021C065-DEB7-49DA-9AF4-3AB13086C37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431" name="Flowchart: Connector 3430">
                            <a:extLst>
                              <a:ext uri="{FF2B5EF4-FFF2-40B4-BE49-F238E27FC236}">
                                <a16:creationId xmlns:a16="http://schemas.microsoft.com/office/drawing/2014/main" id="{FA46E1DC-4F33-4153-AD8E-29327A0D1C3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432" name="Flowchart: Connector 3431">
                            <a:extLst>
                              <a:ext uri="{FF2B5EF4-FFF2-40B4-BE49-F238E27FC236}">
                                <a16:creationId xmlns:a16="http://schemas.microsoft.com/office/drawing/2014/main" id="{287AECAB-D814-46D8-983C-4C33143FC93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433" name="3D Model 3432" descr="Sphere">
                                <a:extLst>
                                  <a:ext uri="{FF2B5EF4-FFF2-40B4-BE49-F238E27FC236}">
                                    <a16:creationId xmlns:a16="http://schemas.microsoft.com/office/drawing/2014/main" id="{D688247B-4D85-4FDA-B40B-011FE07CF7B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862061319"/>
                                  </p:ext>
                                </p:extLst>
                              </p:nvPr>
                            </p:nvGraphicFramePr>
                            <p:xfrm>
                              <a:off x="3717893" y="171322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33" name="3D Model 1232" descr="Sphere">
                                <a:extLst>
                                  <a:ext uri="{FF2B5EF4-FFF2-40B4-BE49-F238E27FC236}">
                                    <a16:creationId xmlns:a16="http://schemas.microsoft.com/office/drawing/2014/main" id="{A8E59417-29E1-4DD1-AC6E-A49D1AB44B0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083283" y="2343795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434" name="Flowchart: Connector 3433">
                            <a:extLst>
                              <a:ext uri="{FF2B5EF4-FFF2-40B4-BE49-F238E27FC236}">
                                <a16:creationId xmlns:a16="http://schemas.microsoft.com/office/drawing/2014/main" id="{40276832-82FF-4CF0-A73D-70F75E2D738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435" name="3D Model 3434" descr="Sphere">
                                <a:extLst>
                                  <a:ext uri="{FF2B5EF4-FFF2-40B4-BE49-F238E27FC236}">
                                    <a16:creationId xmlns:a16="http://schemas.microsoft.com/office/drawing/2014/main" id="{243CD245-EEC2-4A3A-97F0-218826FB532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68652935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35" name="3D Model 1234" descr="Sphere">
                                <a:extLst>
                                  <a:ext uri="{FF2B5EF4-FFF2-40B4-BE49-F238E27FC236}">
                                    <a16:creationId xmlns:a16="http://schemas.microsoft.com/office/drawing/2014/main" id="{B02DFBF3-1E21-4D61-864E-0A94457DB315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124984" y="2359665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436" name="Flowchart: Connector 3435">
                            <a:extLst>
                              <a:ext uri="{FF2B5EF4-FFF2-40B4-BE49-F238E27FC236}">
                                <a16:creationId xmlns:a16="http://schemas.microsoft.com/office/drawing/2014/main" id="{4A275CDF-68F9-40B9-BEAE-82A9D1552FB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437" name="3D Model 3436" descr="Sphere">
                                <a:extLst>
                                  <a:ext uri="{FF2B5EF4-FFF2-40B4-BE49-F238E27FC236}">
                                    <a16:creationId xmlns:a16="http://schemas.microsoft.com/office/drawing/2014/main" id="{A4158D08-C4C4-4D17-96F2-A625DF7D18C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034116300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438" name="Flowchart: Connector 3437">
                            <a:extLst>
                              <a:ext uri="{FF2B5EF4-FFF2-40B4-BE49-F238E27FC236}">
                                <a16:creationId xmlns:a16="http://schemas.microsoft.com/office/drawing/2014/main" id="{6E53B485-D54A-4D84-83ED-CEA19F70EB2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439" name="3D Model 3438" descr="Sphere">
                                <a:extLst>
                                  <a:ext uri="{FF2B5EF4-FFF2-40B4-BE49-F238E27FC236}">
                                    <a16:creationId xmlns:a16="http://schemas.microsoft.com/office/drawing/2014/main" id="{17B50DAF-3A16-4C85-8D04-896BF6429A1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72330423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3408" name="Flowchart: Connector 3407">
                          <a:extLst>
                            <a:ext uri="{FF2B5EF4-FFF2-40B4-BE49-F238E27FC236}">
                              <a16:creationId xmlns:a16="http://schemas.microsoft.com/office/drawing/2014/main" id="{B57FB512-9737-48BB-AC37-5B12B10B482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409" name="Flowchart: Connector 3408">
                          <a:extLst>
                            <a:ext uri="{FF2B5EF4-FFF2-40B4-BE49-F238E27FC236}">
                              <a16:creationId xmlns:a16="http://schemas.microsoft.com/office/drawing/2014/main" id="{FEBB588A-70A5-44AD-889D-4FF0824380F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410" name="Flowchart: Connector 3409">
                          <a:extLst>
                            <a:ext uri="{FF2B5EF4-FFF2-40B4-BE49-F238E27FC236}">
                              <a16:creationId xmlns:a16="http://schemas.microsoft.com/office/drawing/2014/main" id="{BD30BF7E-B450-40AB-8E9E-80B68BCE193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26347" y="177334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411" name="Flowchart: Connector 3410">
                          <a:extLst>
                            <a:ext uri="{FF2B5EF4-FFF2-40B4-BE49-F238E27FC236}">
                              <a16:creationId xmlns:a16="http://schemas.microsoft.com/office/drawing/2014/main" id="{3A93000C-9FAF-40B8-9BB5-5150554F740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412" name="Flowchart: Connector 3411">
                          <a:extLst>
                            <a:ext uri="{FF2B5EF4-FFF2-40B4-BE49-F238E27FC236}">
                              <a16:creationId xmlns:a16="http://schemas.microsoft.com/office/drawing/2014/main" id="{4EE76AE6-B8BE-444D-9071-9DF4345D170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413" name="Flowchart: Connector 3412">
                          <a:extLst>
                            <a:ext uri="{FF2B5EF4-FFF2-40B4-BE49-F238E27FC236}">
                              <a16:creationId xmlns:a16="http://schemas.microsoft.com/office/drawing/2014/main" id="{DAC322FD-78BE-41D1-8222-A10A634C7E0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414" name="Flowchart: Connector 3413">
                          <a:extLst>
                            <a:ext uri="{FF2B5EF4-FFF2-40B4-BE49-F238E27FC236}">
                              <a16:creationId xmlns:a16="http://schemas.microsoft.com/office/drawing/2014/main" id="{2339572C-E721-4B97-B5DC-FC316F1B8C2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415" name="Flowchart: Connector 3414">
                          <a:extLst>
                            <a:ext uri="{FF2B5EF4-FFF2-40B4-BE49-F238E27FC236}">
                              <a16:creationId xmlns:a16="http://schemas.microsoft.com/office/drawing/2014/main" id="{2CC2AD26-F478-478D-B38C-39DB043448B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416" name="Flowchart: Connector 3415">
                          <a:extLst>
                            <a:ext uri="{FF2B5EF4-FFF2-40B4-BE49-F238E27FC236}">
                              <a16:creationId xmlns:a16="http://schemas.microsoft.com/office/drawing/2014/main" id="{C1F6AEF1-7AFB-4ADD-B666-B75624C84E4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417" name="3D Model 3416" descr="Sphere">
                              <a:extLst>
                                <a:ext uri="{FF2B5EF4-FFF2-40B4-BE49-F238E27FC236}">
                                  <a16:creationId xmlns:a16="http://schemas.microsoft.com/office/drawing/2014/main" id="{4F620DF6-ED73-41E4-A065-52BAA33F23E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116967964"/>
                                </p:ext>
                              </p:extLst>
                            </p:nvPr>
                          </p:nvGraphicFramePr>
                          <p:xfrm>
                            <a:off x="2122087" y="1503359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433448" ay="1433014" az="-1105299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7"/>
                                </am3d:raster>
                                <am3d:objViewport viewportSz="5757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217" name="3D Model 1216" descr="Sphere">
                              <a:extLst>
                                <a:ext uri="{FF2B5EF4-FFF2-40B4-BE49-F238E27FC236}">
                                  <a16:creationId xmlns:a16="http://schemas.microsoft.com/office/drawing/2014/main" id="{A6D9624E-C48A-4E30-BD09-824167EDBFDA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084525" y="2284675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418" name="Flowchart: Connector 3417">
                          <a:extLst>
                            <a:ext uri="{FF2B5EF4-FFF2-40B4-BE49-F238E27FC236}">
                              <a16:creationId xmlns:a16="http://schemas.microsoft.com/office/drawing/2014/main" id="{11762687-261B-4865-86AB-67BAAFA16BE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419" name="3D Model 3418" descr="Sphere">
                              <a:extLst>
                                <a:ext uri="{FF2B5EF4-FFF2-40B4-BE49-F238E27FC236}">
                                  <a16:creationId xmlns:a16="http://schemas.microsoft.com/office/drawing/2014/main" id="{FF60F980-9BC9-4112-8EA2-D19049807DF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393087304"/>
                                </p:ext>
                              </p:extLst>
                            </p:nvPr>
                          </p:nvGraphicFramePr>
                          <p:xfrm>
                            <a:off x="2368043" y="1593681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5"/>
                                </am3d:raster>
                                <am3d:objViewport viewportSz="5886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219" name="3D Model 1218" descr="Sphere">
                              <a:extLst>
                                <a:ext uri="{FF2B5EF4-FFF2-40B4-BE49-F238E27FC236}">
                                  <a16:creationId xmlns:a16="http://schemas.microsoft.com/office/drawing/2014/main" id="{2DAF861D-7B81-46B2-A855-CCFD59252CFE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127249" y="2301687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420" name="Flowchart: Connector 3419">
                          <a:extLst>
                            <a:ext uri="{FF2B5EF4-FFF2-40B4-BE49-F238E27FC236}">
                              <a16:creationId xmlns:a16="http://schemas.microsoft.com/office/drawing/2014/main" id="{B078EC07-01D0-480C-BA15-9B56D0B6501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421" name="3D Model 3420" descr="Sphere">
                              <a:extLst>
                                <a:ext uri="{FF2B5EF4-FFF2-40B4-BE49-F238E27FC236}">
                                  <a16:creationId xmlns:a16="http://schemas.microsoft.com/office/drawing/2014/main" id="{8B4443D7-B215-44A8-84A3-A06BCB679F2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034064352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3235" cy="6170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7"/>
                                </am3d:raster>
                                <am3d:objViewport viewportSz="6018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221" name="3D Model 1220" descr="Sphere">
                              <a:extLst>
                                <a:ext uri="{FF2B5EF4-FFF2-40B4-BE49-F238E27FC236}">
                                  <a16:creationId xmlns:a16="http://schemas.microsoft.com/office/drawing/2014/main" id="{58E82894-324A-4F57-BF30-11B8CD0D10C0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3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169136" y="2310703"/>
                              <a:ext cx="53235" cy="61702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422" name="Flowchart: Connector 3421">
                          <a:extLst>
                            <a:ext uri="{FF2B5EF4-FFF2-40B4-BE49-F238E27FC236}">
                              <a16:creationId xmlns:a16="http://schemas.microsoft.com/office/drawing/2014/main" id="{1BE1659A-A673-45AA-9052-E570C48FC20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423" name="3D Model 3422" descr="Sphere">
                              <a:extLst>
                                <a:ext uri="{FF2B5EF4-FFF2-40B4-BE49-F238E27FC236}">
                                  <a16:creationId xmlns:a16="http://schemas.microsoft.com/office/drawing/2014/main" id="{6AE1B248-B82B-4E85-BE1B-81E84CC5BF2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074360170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1045" cy="5891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9"/>
                                </am3d:raster>
                                <am3d:objViewport viewportSz="5955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223" name="3D Model 1222" descr="Sphere">
                              <a:extLst>
                                <a:ext uri="{FF2B5EF4-FFF2-40B4-BE49-F238E27FC236}">
                                  <a16:creationId xmlns:a16="http://schemas.microsoft.com/office/drawing/2014/main" id="{F1E59886-226A-42D2-AAB9-75EE9C1A6512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215762" y="2327097"/>
                              <a:ext cx="51045" cy="589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3313" name="Group 3312">
                      <a:extLst>
                        <a:ext uri="{FF2B5EF4-FFF2-40B4-BE49-F238E27FC236}">
                          <a16:creationId xmlns:a16="http://schemas.microsoft.com/office/drawing/2014/main" id="{4B5A310B-0378-4EB0-B8EB-57148437F8BB}"/>
                        </a:ext>
                      </a:extLst>
                    </p:cNvPr>
                    <p:cNvGrpSpPr/>
                    <p:nvPr/>
                  </p:nvGrpSpPr>
                  <p:grpSpPr>
                    <a:xfrm rot="18542409">
                      <a:off x="2257159" y="236280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3383" name="Freeform: Shape 3382">
                        <a:extLst>
                          <a:ext uri="{FF2B5EF4-FFF2-40B4-BE49-F238E27FC236}">
                            <a16:creationId xmlns:a16="http://schemas.microsoft.com/office/drawing/2014/main" id="{F076B634-3089-4048-89A2-0F382A355BA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384" name="Rectangle: Rounded Corners 3383">
                        <a:extLst>
                          <a:ext uri="{FF2B5EF4-FFF2-40B4-BE49-F238E27FC236}">
                            <a16:creationId xmlns:a16="http://schemas.microsoft.com/office/drawing/2014/main" id="{6FC83BDB-E509-4429-BBC2-D71ADE9A29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314" name="Group 3313">
                      <a:extLst>
                        <a:ext uri="{FF2B5EF4-FFF2-40B4-BE49-F238E27FC236}">
                          <a16:creationId xmlns:a16="http://schemas.microsoft.com/office/drawing/2014/main" id="{9FAF54E7-8053-4FEF-B2D5-EA9D49FFE9DC}"/>
                        </a:ext>
                      </a:extLst>
                    </p:cNvPr>
                    <p:cNvGrpSpPr/>
                    <p:nvPr/>
                  </p:nvGrpSpPr>
                  <p:grpSpPr>
                    <a:xfrm rot="17122200">
                      <a:off x="1187274" y="235013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3381" name="Freeform: Shape 3380">
                        <a:extLst>
                          <a:ext uri="{FF2B5EF4-FFF2-40B4-BE49-F238E27FC236}">
                            <a16:creationId xmlns:a16="http://schemas.microsoft.com/office/drawing/2014/main" id="{6598ED6A-E239-4EC5-8ECA-27A23BB47D5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382" name="Rectangle: Rounded Corners 3381">
                        <a:extLst>
                          <a:ext uri="{FF2B5EF4-FFF2-40B4-BE49-F238E27FC236}">
                            <a16:creationId xmlns:a16="http://schemas.microsoft.com/office/drawing/2014/main" id="{F8AACE83-7C8A-4BA6-A31A-F3EA2AE1CF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315" name="Group 3314">
                      <a:extLst>
                        <a:ext uri="{FF2B5EF4-FFF2-40B4-BE49-F238E27FC236}">
                          <a16:creationId xmlns:a16="http://schemas.microsoft.com/office/drawing/2014/main" id="{641146FF-DD35-47BE-ACB4-E68A0C8AA63D}"/>
                        </a:ext>
                      </a:extLst>
                    </p:cNvPr>
                    <p:cNvGrpSpPr/>
                    <p:nvPr/>
                  </p:nvGrpSpPr>
                  <p:grpSpPr>
                    <a:xfrm rot="658209">
                      <a:off x="2479276" y="3323586"/>
                      <a:ext cx="746642" cy="235253"/>
                      <a:chOff x="2620172" y="2546175"/>
                      <a:chExt cx="834986" cy="143092"/>
                    </a:xfrm>
                  </p:grpSpPr>
                  <p:sp>
                    <p:nvSpPr>
                      <p:cNvPr id="3379" name="Freeform: Shape 3378">
                        <a:extLst>
                          <a:ext uri="{FF2B5EF4-FFF2-40B4-BE49-F238E27FC236}">
                            <a16:creationId xmlns:a16="http://schemas.microsoft.com/office/drawing/2014/main" id="{E7054551-6DA5-4364-9A8D-1D7CB08028E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380" name="Rectangle: Rounded Corners 3379">
                        <a:extLst>
                          <a:ext uri="{FF2B5EF4-FFF2-40B4-BE49-F238E27FC236}">
                            <a16:creationId xmlns:a16="http://schemas.microsoft.com/office/drawing/2014/main" id="{78D02D45-FEA6-4158-98FF-FF72ACCCA6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316" name="Group 3315">
                      <a:extLst>
                        <a:ext uri="{FF2B5EF4-FFF2-40B4-BE49-F238E27FC236}">
                          <a16:creationId xmlns:a16="http://schemas.microsoft.com/office/drawing/2014/main" id="{F58535ED-E4C6-4D0C-B5EC-4ECA13596C03}"/>
                        </a:ext>
                      </a:extLst>
                    </p:cNvPr>
                    <p:cNvGrpSpPr/>
                    <p:nvPr/>
                  </p:nvGrpSpPr>
                  <p:grpSpPr>
                    <a:xfrm rot="18837888">
                      <a:off x="1789768" y="223810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3377" name="Freeform: Shape 3376">
                        <a:extLst>
                          <a:ext uri="{FF2B5EF4-FFF2-40B4-BE49-F238E27FC236}">
                            <a16:creationId xmlns:a16="http://schemas.microsoft.com/office/drawing/2014/main" id="{91BC0E5A-935C-4FB6-8B58-AD718F126AE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378" name="Rectangle: Rounded Corners 3377">
                        <a:extLst>
                          <a:ext uri="{FF2B5EF4-FFF2-40B4-BE49-F238E27FC236}">
                            <a16:creationId xmlns:a16="http://schemas.microsoft.com/office/drawing/2014/main" id="{CBE33F15-C31F-4C84-99B8-C1BBC5B79A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317" name="Group 3316">
                      <a:extLst>
                        <a:ext uri="{FF2B5EF4-FFF2-40B4-BE49-F238E27FC236}">
                          <a16:creationId xmlns:a16="http://schemas.microsoft.com/office/drawing/2014/main" id="{15E7DC4D-E33D-45A1-B57B-12177AC98EB7}"/>
                        </a:ext>
                      </a:extLst>
                    </p:cNvPr>
                    <p:cNvGrpSpPr/>
                    <p:nvPr/>
                  </p:nvGrpSpPr>
                  <p:grpSpPr>
                    <a:xfrm rot="16200000">
                      <a:off x="563034" y="2429570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3375" name="Freeform: Shape 3374">
                        <a:extLst>
                          <a:ext uri="{FF2B5EF4-FFF2-40B4-BE49-F238E27FC236}">
                            <a16:creationId xmlns:a16="http://schemas.microsoft.com/office/drawing/2014/main" id="{B8FD7A04-748A-4E12-950D-515E7B0A503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376" name="Rectangle: Rounded Corners 3375">
                        <a:extLst>
                          <a:ext uri="{FF2B5EF4-FFF2-40B4-BE49-F238E27FC236}">
                            <a16:creationId xmlns:a16="http://schemas.microsoft.com/office/drawing/2014/main" id="{A5F4B1E2-ABBF-4D38-A494-0352DC7837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318" name="Group 3317">
                      <a:extLst>
                        <a:ext uri="{FF2B5EF4-FFF2-40B4-BE49-F238E27FC236}">
                          <a16:creationId xmlns:a16="http://schemas.microsoft.com/office/drawing/2014/main" id="{BB09ED99-3F34-448A-AF7A-828508D2498A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350328" y="442527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3373" name="Freeform: Shape 3372">
                        <a:extLst>
                          <a:ext uri="{FF2B5EF4-FFF2-40B4-BE49-F238E27FC236}">
                            <a16:creationId xmlns:a16="http://schemas.microsoft.com/office/drawing/2014/main" id="{250874FF-F027-48AB-BCEC-3A500D73812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374" name="Rectangle: Rounded Corners 3373">
                        <a:extLst>
                          <a:ext uri="{FF2B5EF4-FFF2-40B4-BE49-F238E27FC236}">
                            <a16:creationId xmlns:a16="http://schemas.microsoft.com/office/drawing/2014/main" id="{D7AC726F-1E4D-49B7-8EA0-9B6A5A5EB5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319" name="Group 3318">
                      <a:extLst>
                        <a:ext uri="{FF2B5EF4-FFF2-40B4-BE49-F238E27FC236}">
                          <a16:creationId xmlns:a16="http://schemas.microsoft.com/office/drawing/2014/main" id="{D28D0062-82BC-4A12-9478-2FDC070803B3}"/>
                        </a:ext>
                      </a:extLst>
                    </p:cNvPr>
                    <p:cNvGrpSpPr/>
                    <p:nvPr/>
                  </p:nvGrpSpPr>
                  <p:grpSpPr>
                    <a:xfrm rot="5880914">
                      <a:off x="789613" y="438062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3371" name="Freeform: Shape 3370">
                        <a:extLst>
                          <a:ext uri="{FF2B5EF4-FFF2-40B4-BE49-F238E27FC236}">
                            <a16:creationId xmlns:a16="http://schemas.microsoft.com/office/drawing/2014/main" id="{92F4D94A-F48E-4DD2-A9B1-D101FA9A4A0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372" name="Rectangle: Rounded Corners 3371">
                        <a:extLst>
                          <a:ext uri="{FF2B5EF4-FFF2-40B4-BE49-F238E27FC236}">
                            <a16:creationId xmlns:a16="http://schemas.microsoft.com/office/drawing/2014/main" id="{927A9760-3A88-4BC9-A3D5-0768D7579BF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320" name="Group 3319">
                      <a:extLst>
                        <a:ext uri="{FF2B5EF4-FFF2-40B4-BE49-F238E27FC236}">
                          <a16:creationId xmlns:a16="http://schemas.microsoft.com/office/drawing/2014/main" id="{6380F563-01DC-4C12-A76B-18052CE58383}"/>
                        </a:ext>
                      </a:extLst>
                    </p:cNvPr>
                    <p:cNvGrpSpPr/>
                    <p:nvPr/>
                  </p:nvGrpSpPr>
                  <p:grpSpPr>
                    <a:xfrm rot="13587211">
                      <a:off x="651990" y="2929858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3369" name="Freeform: Shape 3368">
                        <a:extLst>
                          <a:ext uri="{FF2B5EF4-FFF2-40B4-BE49-F238E27FC236}">
                            <a16:creationId xmlns:a16="http://schemas.microsoft.com/office/drawing/2014/main" id="{DF78D3FC-D0D8-4980-BEAF-B61C5C86652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370" name="Rectangle: Rounded Corners 3369">
                        <a:extLst>
                          <a:ext uri="{FF2B5EF4-FFF2-40B4-BE49-F238E27FC236}">
                            <a16:creationId xmlns:a16="http://schemas.microsoft.com/office/drawing/2014/main" id="{AD0D3049-1E97-4AFB-9009-9BEE804955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321" name="Group 3320">
                      <a:extLst>
                        <a:ext uri="{FF2B5EF4-FFF2-40B4-BE49-F238E27FC236}">
                          <a16:creationId xmlns:a16="http://schemas.microsoft.com/office/drawing/2014/main" id="{DF18299C-A5DF-40E5-BBCF-5C696ACA4010}"/>
                        </a:ext>
                      </a:extLst>
                    </p:cNvPr>
                    <p:cNvGrpSpPr/>
                    <p:nvPr/>
                  </p:nvGrpSpPr>
                  <p:grpSpPr>
                    <a:xfrm rot="11351284">
                      <a:off x="163719" y="3807693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3367" name="Freeform: Shape 3366">
                        <a:extLst>
                          <a:ext uri="{FF2B5EF4-FFF2-40B4-BE49-F238E27FC236}">
                            <a16:creationId xmlns:a16="http://schemas.microsoft.com/office/drawing/2014/main" id="{98A6403A-B95E-4EB7-9F31-DE716EE3831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368" name="Rectangle: Rounded Corners 3367">
                        <a:extLst>
                          <a:ext uri="{FF2B5EF4-FFF2-40B4-BE49-F238E27FC236}">
                            <a16:creationId xmlns:a16="http://schemas.microsoft.com/office/drawing/2014/main" id="{4E8913AC-E0AD-405C-9053-3874D064E4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322" name="Group 3321">
                      <a:extLst>
                        <a:ext uri="{FF2B5EF4-FFF2-40B4-BE49-F238E27FC236}">
                          <a16:creationId xmlns:a16="http://schemas.microsoft.com/office/drawing/2014/main" id="{C09F8BE2-A6DB-439C-AAE1-A967691AA433}"/>
                        </a:ext>
                      </a:extLst>
                    </p:cNvPr>
                    <p:cNvGrpSpPr/>
                    <p:nvPr/>
                  </p:nvGrpSpPr>
                  <p:grpSpPr>
                    <a:xfrm rot="4193783">
                      <a:off x="2062756" y="4148262"/>
                      <a:ext cx="706454" cy="171076"/>
                      <a:chOff x="2620172" y="2546175"/>
                      <a:chExt cx="834986" cy="143092"/>
                    </a:xfrm>
                  </p:grpSpPr>
                  <p:sp>
                    <p:nvSpPr>
                      <p:cNvPr id="3365" name="Freeform: Shape 3364">
                        <a:extLst>
                          <a:ext uri="{FF2B5EF4-FFF2-40B4-BE49-F238E27FC236}">
                            <a16:creationId xmlns:a16="http://schemas.microsoft.com/office/drawing/2014/main" id="{9DF512CD-D326-4B86-956F-40058675F4D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366" name="Rectangle: Rounded Corners 3365">
                        <a:extLst>
                          <a:ext uri="{FF2B5EF4-FFF2-40B4-BE49-F238E27FC236}">
                            <a16:creationId xmlns:a16="http://schemas.microsoft.com/office/drawing/2014/main" id="{BBDBC866-FF8D-4625-9623-B56E62B478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323" name="Group 3322">
                      <a:extLst>
                        <a:ext uri="{FF2B5EF4-FFF2-40B4-BE49-F238E27FC236}">
                          <a16:creationId xmlns:a16="http://schemas.microsoft.com/office/drawing/2014/main" id="{871595B4-5031-45A8-91F6-A78FF7180EFE}"/>
                        </a:ext>
                      </a:extLst>
                    </p:cNvPr>
                    <p:cNvGrpSpPr/>
                    <p:nvPr/>
                  </p:nvGrpSpPr>
                  <p:grpSpPr>
                    <a:xfrm rot="1837203">
                      <a:off x="2331692" y="387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3363" name="Freeform: Shape 3362">
                        <a:extLst>
                          <a:ext uri="{FF2B5EF4-FFF2-40B4-BE49-F238E27FC236}">
                            <a16:creationId xmlns:a16="http://schemas.microsoft.com/office/drawing/2014/main" id="{720A8D52-6A2E-4E84-AC44-9FA06830D4F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364" name="Rectangle: Rounded Corners 3363">
                        <a:extLst>
                          <a:ext uri="{FF2B5EF4-FFF2-40B4-BE49-F238E27FC236}">
                            <a16:creationId xmlns:a16="http://schemas.microsoft.com/office/drawing/2014/main" id="{418746C1-0D59-4967-9269-F0F578B66D8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324" name="Group 3323">
                      <a:extLst>
                        <a:ext uri="{FF2B5EF4-FFF2-40B4-BE49-F238E27FC236}">
                          <a16:creationId xmlns:a16="http://schemas.microsoft.com/office/drawing/2014/main" id="{FFC8C879-5AD3-4BBB-9838-9F67D74FA111}"/>
                        </a:ext>
                      </a:extLst>
                    </p:cNvPr>
                    <p:cNvGrpSpPr/>
                    <p:nvPr/>
                  </p:nvGrpSpPr>
                  <p:grpSpPr>
                    <a:xfrm rot="932650">
                      <a:off x="2489621" y="310501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3361" name="Freeform: Shape 3360">
                        <a:extLst>
                          <a:ext uri="{FF2B5EF4-FFF2-40B4-BE49-F238E27FC236}">
                            <a16:creationId xmlns:a16="http://schemas.microsoft.com/office/drawing/2014/main" id="{DCDEBB3F-09B1-4050-BF85-1741458D1D3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362" name="Rectangle: Rounded Corners 3361">
                        <a:extLst>
                          <a:ext uri="{FF2B5EF4-FFF2-40B4-BE49-F238E27FC236}">
                            <a16:creationId xmlns:a16="http://schemas.microsoft.com/office/drawing/2014/main" id="{81A89E55-68B9-4D79-94C9-63B609A66A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325" name="Group 3324">
                      <a:extLst>
                        <a:ext uri="{FF2B5EF4-FFF2-40B4-BE49-F238E27FC236}">
                          <a16:creationId xmlns:a16="http://schemas.microsoft.com/office/drawing/2014/main" id="{54A9D56D-9723-438B-A18C-2536B94FB0F8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686489" y="34904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3359" name="Freeform: Shape 3358">
                        <a:extLst>
                          <a:ext uri="{FF2B5EF4-FFF2-40B4-BE49-F238E27FC236}">
                            <a16:creationId xmlns:a16="http://schemas.microsoft.com/office/drawing/2014/main" id="{67F911C9-D4E9-4E1E-8F69-84BC0E4CC0A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360" name="Rectangle: Rounded Corners 3359">
                        <a:extLst>
                          <a:ext uri="{FF2B5EF4-FFF2-40B4-BE49-F238E27FC236}">
                            <a16:creationId xmlns:a16="http://schemas.microsoft.com/office/drawing/2014/main" id="{6C89BD08-558F-4E1C-B2E6-448E575992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326" name="Group 3325">
                      <a:extLst>
                        <a:ext uri="{FF2B5EF4-FFF2-40B4-BE49-F238E27FC236}">
                          <a16:creationId xmlns:a16="http://schemas.microsoft.com/office/drawing/2014/main" id="{CF5CB518-5C09-4812-B6E4-91FF29685BCE}"/>
                        </a:ext>
                      </a:extLst>
                    </p:cNvPr>
                    <p:cNvGrpSpPr/>
                    <p:nvPr/>
                  </p:nvGrpSpPr>
                  <p:grpSpPr>
                    <a:xfrm rot="16924252">
                      <a:off x="1635001" y="2371073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3357" name="Freeform: Shape 3356">
                        <a:extLst>
                          <a:ext uri="{FF2B5EF4-FFF2-40B4-BE49-F238E27FC236}">
                            <a16:creationId xmlns:a16="http://schemas.microsoft.com/office/drawing/2014/main" id="{EC98BCB5-B9E9-4407-9840-E9FB1751D17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358" name="Rectangle: Rounded Corners 3357">
                        <a:extLst>
                          <a:ext uri="{FF2B5EF4-FFF2-40B4-BE49-F238E27FC236}">
                            <a16:creationId xmlns:a16="http://schemas.microsoft.com/office/drawing/2014/main" id="{01023B58-9113-493E-B49A-ED21C2AE12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327" name="Group 3326">
                      <a:extLst>
                        <a:ext uri="{FF2B5EF4-FFF2-40B4-BE49-F238E27FC236}">
                          <a16:creationId xmlns:a16="http://schemas.microsoft.com/office/drawing/2014/main" id="{9A6B213A-64BD-47AE-A181-4DB86895DAB9}"/>
                        </a:ext>
                      </a:extLst>
                    </p:cNvPr>
                    <p:cNvGrpSpPr/>
                    <p:nvPr/>
                  </p:nvGrpSpPr>
                  <p:grpSpPr>
                    <a:xfrm rot="15677156">
                      <a:off x="985517" y="2521255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3355" name="Freeform: Shape 3354">
                        <a:extLst>
                          <a:ext uri="{FF2B5EF4-FFF2-40B4-BE49-F238E27FC236}">
                            <a16:creationId xmlns:a16="http://schemas.microsoft.com/office/drawing/2014/main" id="{D4EFAD5B-7D75-4457-A248-65F71D0E032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356" name="Rectangle: Rounded Corners 3355">
                        <a:extLst>
                          <a:ext uri="{FF2B5EF4-FFF2-40B4-BE49-F238E27FC236}">
                            <a16:creationId xmlns:a16="http://schemas.microsoft.com/office/drawing/2014/main" id="{AE2DD6ED-9395-4718-B2F6-303E0BE96C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328" name="Group 3327">
                      <a:extLst>
                        <a:ext uri="{FF2B5EF4-FFF2-40B4-BE49-F238E27FC236}">
                          <a16:creationId xmlns:a16="http://schemas.microsoft.com/office/drawing/2014/main" id="{08F60EF9-0F14-46BD-A22A-568B29333A2C}"/>
                        </a:ext>
                      </a:extLst>
                    </p:cNvPr>
                    <p:cNvGrpSpPr/>
                    <p:nvPr/>
                  </p:nvGrpSpPr>
                  <p:grpSpPr>
                    <a:xfrm rot="14354853" flipV="1">
                      <a:off x="976412" y="243847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3353" name="Freeform: Shape 3352">
                        <a:extLst>
                          <a:ext uri="{FF2B5EF4-FFF2-40B4-BE49-F238E27FC236}">
                            <a16:creationId xmlns:a16="http://schemas.microsoft.com/office/drawing/2014/main" id="{E549A2C8-8138-45FC-8D76-2638DE884DF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354" name="Rectangle: Rounded Corners 3353">
                        <a:extLst>
                          <a:ext uri="{FF2B5EF4-FFF2-40B4-BE49-F238E27FC236}">
                            <a16:creationId xmlns:a16="http://schemas.microsoft.com/office/drawing/2014/main" id="{EFEF7D6C-3F9B-407D-B78F-C5EAC819DB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329" name="Group 3328">
                      <a:extLst>
                        <a:ext uri="{FF2B5EF4-FFF2-40B4-BE49-F238E27FC236}">
                          <a16:creationId xmlns:a16="http://schemas.microsoft.com/office/drawing/2014/main" id="{FA2E0487-25E2-480A-A622-A726612628A5}"/>
                        </a:ext>
                      </a:extLst>
                    </p:cNvPr>
                    <p:cNvGrpSpPr/>
                    <p:nvPr/>
                  </p:nvGrpSpPr>
                  <p:grpSpPr>
                    <a:xfrm rot="9793356" flipV="1">
                      <a:off x="215985" y="323790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3351" name="Freeform: Shape 3350">
                        <a:extLst>
                          <a:ext uri="{FF2B5EF4-FFF2-40B4-BE49-F238E27FC236}">
                            <a16:creationId xmlns:a16="http://schemas.microsoft.com/office/drawing/2014/main" id="{FE32F6BD-4D06-418B-B6CE-FAA665D9418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352" name="Rectangle: Rounded Corners 3351">
                        <a:extLst>
                          <a:ext uri="{FF2B5EF4-FFF2-40B4-BE49-F238E27FC236}">
                            <a16:creationId xmlns:a16="http://schemas.microsoft.com/office/drawing/2014/main" id="{04EDDA3A-5B88-4AF0-B51C-28B3988ECB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330" name="Group 3329">
                      <a:extLst>
                        <a:ext uri="{FF2B5EF4-FFF2-40B4-BE49-F238E27FC236}">
                          <a16:creationId xmlns:a16="http://schemas.microsoft.com/office/drawing/2014/main" id="{B7A3FC89-254A-49BC-9403-D1D89057666C}"/>
                        </a:ext>
                      </a:extLst>
                    </p:cNvPr>
                    <p:cNvGrpSpPr/>
                    <p:nvPr/>
                  </p:nvGrpSpPr>
                  <p:grpSpPr>
                    <a:xfrm rot="6907686" flipV="1">
                      <a:off x="692019" y="393196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3349" name="Freeform: Shape 3348">
                        <a:extLst>
                          <a:ext uri="{FF2B5EF4-FFF2-40B4-BE49-F238E27FC236}">
                            <a16:creationId xmlns:a16="http://schemas.microsoft.com/office/drawing/2014/main" id="{36352DC6-8828-4981-8B2F-B384216BBCB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350" name="Rectangle: Rounded Corners 3349">
                        <a:extLst>
                          <a:ext uri="{FF2B5EF4-FFF2-40B4-BE49-F238E27FC236}">
                            <a16:creationId xmlns:a16="http://schemas.microsoft.com/office/drawing/2014/main" id="{2FEE7D7E-8A80-4A8B-AE0F-9CC8D246C2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331" name="Group 3330">
                      <a:extLst>
                        <a:ext uri="{FF2B5EF4-FFF2-40B4-BE49-F238E27FC236}">
                          <a16:creationId xmlns:a16="http://schemas.microsoft.com/office/drawing/2014/main" id="{BD341CAC-D068-48C5-BB39-83942C181449}"/>
                        </a:ext>
                      </a:extLst>
                    </p:cNvPr>
                    <p:cNvGrpSpPr/>
                    <p:nvPr/>
                  </p:nvGrpSpPr>
                  <p:grpSpPr>
                    <a:xfrm rot="1465711" flipV="1">
                      <a:off x="2002734" y="340448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3347" name="Freeform: Shape 3346">
                        <a:extLst>
                          <a:ext uri="{FF2B5EF4-FFF2-40B4-BE49-F238E27FC236}">
                            <a16:creationId xmlns:a16="http://schemas.microsoft.com/office/drawing/2014/main" id="{2994EF46-C016-482A-B039-798B73505EC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348" name="Rectangle: Rounded Corners 3347">
                        <a:extLst>
                          <a:ext uri="{FF2B5EF4-FFF2-40B4-BE49-F238E27FC236}">
                            <a16:creationId xmlns:a16="http://schemas.microsoft.com/office/drawing/2014/main" id="{AE8776D1-F03F-4F52-8F89-B63A416048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332" name="Group 3331">
                      <a:extLst>
                        <a:ext uri="{FF2B5EF4-FFF2-40B4-BE49-F238E27FC236}">
                          <a16:creationId xmlns:a16="http://schemas.microsoft.com/office/drawing/2014/main" id="{983EA5E8-DDAE-4B8A-A29E-56442F9AE803}"/>
                        </a:ext>
                      </a:extLst>
                    </p:cNvPr>
                    <p:cNvGrpSpPr/>
                    <p:nvPr/>
                  </p:nvGrpSpPr>
                  <p:grpSpPr>
                    <a:xfrm rot="19016516">
                      <a:off x="1733273" y="283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3345" name="Freeform: Shape 3344">
                        <a:extLst>
                          <a:ext uri="{FF2B5EF4-FFF2-40B4-BE49-F238E27FC236}">
                            <a16:creationId xmlns:a16="http://schemas.microsoft.com/office/drawing/2014/main" id="{4E01393C-6622-4C62-BDB8-9F2909458DD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346" name="Rectangle: Rounded Corners 3345">
                        <a:extLst>
                          <a:ext uri="{FF2B5EF4-FFF2-40B4-BE49-F238E27FC236}">
                            <a16:creationId xmlns:a16="http://schemas.microsoft.com/office/drawing/2014/main" id="{CC46B514-5205-4418-BD40-D96E28C821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333" name="Group 3332">
                      <a:extLst>
                        <a:ext uri="{FF2B5EF4-FFF2-40B4-BE49-F238E27FC236}">
                          <a16:creationId xmlns:a16="http://schemas.microsoft.com/office/drawing/2014/main" id="{3A2A30D2-62C2-45F9-B251-D11E7F2E868F}"/>
                        </a:ext>
                      </a:extLst>
                    </p:cNvPr>
                    <p:cNvGrpSpPr/>
                    <p:nvPr/>
                  </p:nvGrpSpPr>
                  <p:grpSpPr>
                    <a:xfrm rot="19245075">
                      <a:off x="1632068" y="282541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3343" name="Freeform: Shape 3342">
                        <a:extLst>
                          <a:ext uri="{FF2B5EF4-FFF2-40B4-BE49-F238E27FC236}">
                            <a16:creationId xmlns:a16="http://schemas.microsoft.com/office/drawing/2014/main" id="{FE7436CD-2329-433A-8297-2E10A808630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344" name="Rectangle: Rounded Corners 3343">
                        <a:extLst>
                          <a:ext uri="{FF2B5EF4-FFF2-40B4-BE49-F238E27FC236}">
                            <a16:creationId xmlns:a16="http://schemas.microsoft.com/office/drawing/2014/main" id="{BE9AF2CE-3E55-4C80-8D5A-4DCCDFB202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334" name="Group 3333">
                      <a:extLst>
                        <a:ext uri="{FF2B5EF4-FFF2-40B4-BE49-F238E27FC236}">
                          <a16:creationId xmlns:a16="http://schemas.microsoft.com/office/drawing/2014/main" id="{CAA6B18F-8E98-45D3-B71E-D338DD5C4F46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838889" y="36428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3341" name="Freeform: Shape 3340">
                        <a:extLst>
                          <a:ext uri="{FF2B5EF4-FFF2-40B4-BE49-F238E27FC236}">
                            <a16:creationId xmlns:a16="http://schemas.microsoft.com/office/drawing/2014/main" id="{95D6DB86-2A73-4068-BCA8-F6150AC0B3B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342" name="Rectangle: Rounded Corners 3341">
                        <a:extLst>
                          <a:ext uri="{FF2B5EF4-FFF2-40B4-BE49-F238E27FC236}">
                            <a16:creationId xmlns:a16="http://schemas.microsoft.com/office/drawing/2014/main" id="{9DF435F1-5E7B-4C30-A598-7D6D03DC34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335" name="Group 3334">
                      <a:extLst>
                        <a:ext uri="{FF2B5EF4-FFF2-40B4-BE49-F238E27FC236}">
                          <a16:creationId xmlns:a16="http://schemas.microsoft.com/office/drawing/2014/main" id="{32E66070-8EE2-470C-A57E-EC6A9952954E}"/>
                        </a:ext>
                      </a:extLst>
                    </p:cNvPr>
                    <p:cNvGrpSpPr/>
                    <p:nvPr/>
                  </p:nvGrpSpPr>
                  <p:grpSpPr>
                    <a:xfrm rot="15824399">
                      <a:off x="1224680" y="281893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3339" name="Freeform: Shape 3338">
                        <a:extLst>
                          <a:ext uri="{FF2B5EF4-FFF2-40B4-BE49-F238E27FC236}">
                            <a16:creationId xmlns:a16="http://schemas.microsoft.com/office/drawing/2014/main" id="{061C5674-9ABB-45A5-94BB-A9B384A7B4B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340" name="Rectangle: Rounded Corners 3339">
                        <a:extLst>
                          <a:ext uri="{FF2B5EF4-FFF2-40B4-BE49-F238E27FC236}">
                            <a16:creationId xmlns:a16="http://schemas.microsoft.com/office/drawing/2014/main" id="{BC4E0DA7-9147-4081-B420-9CDDBC56F9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3336" name="Group 3335">
                      <a:extLst>
                        <a:ext uri="{FF2B5EF4-FFF2-40B4-BE49-F238E27FC236}">
                          <a16:creationId xmlns:a16="http://schemas.microsoft.com/office/drawing/2014/main" id="{0DFD3637-36CD-441F-AE2C-08F75AE11E6F}"/>
                        </a:ext>
                      </a:extLst>
                    </p:cNvPr>
                    <p:cNvGrpSpPr/>
                    <p:nvPr/>
                  </p:nvGrpSpPr>
                  <p:grpSpPr>
                    <a:xfrm rot="16697394">
                      <a:off x="1080028" y="2168448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3337" name="Freeform: Shape 3336">
                        <a:extLst>
                          <a:ext uri="{FF2B5EF4-FFF2-40B4-BE49-F238E27FC236}">
                            <a16:creationId xmlns:a16="http://schemas.microsoft.com/office/drawing/2014/main" id="{17595E2B-4BAD-4E2D-BE71-BCB5FA55C26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338" name="Rectangle: Rounded Corners 3337">
                        <a:extLst>
                          <a:ext uri="{FF2B5EF4-FFF2-40B4-BE49-F238E27FC236}">
                            <a16:creationId xmlns:a16="http://schemas.microsoft.com/office/drawing/2014/main" id="{5615935D-A5DA-4905-8CE7-1B86C73B20A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</p:grpSp>
              <p:sp>
                <p:nvSpPr>
                  <p:cNvPr id="3307" name="Freeform: Shape 3306">
                    <a:extLst>
                      <a:ext uri="{FF2B5EF4-FFF2-40B4-BE49-F238E27FC236}">
                        <a16:creationId xmlns:a16="http://schemas.microsoft.com/office/drawing/2014/main" id="{1DC21235-CAB1-49F4-A738-A7837B94CB36}"/>
                      </a:ext>
                    </a:extLst>
                  </p:cNvPr>
                  <p:cNvSpPr/>
                  <p:nvPr/>
                </p:nvSpPr>
                <p:spPr>
                  <a:xfrm rot="6017948" flipV="1">
                    <a:off x="1305755" y="4290452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3308" name="Freeform: Shape 3307">
                    <a:extLst>
                      <a:ext uri="{FF2B5EF4-FFF2-40B4-BE49-F238E27FC236}">
                        <a16:creationId xmlns:a16="http://schemas.microsoft.com/office/drawing/2014/main" id="{D4B518A1-E148-4ED3-ABE6-A907E0A20391}"/>
                      </a:ext>
                    </a:extLst>
                  </p:cNvPr>
                  <p:cNvSpPr/>
                  <p:nvPr/>
                </p:nvSpPr>
                <p:spPr>
                  <a:xfrm rot="21277659">
                    <a:off x="2517403" y="2906549"/>
                    <a:ext cx="690584" cy="235253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3309" name="Freeform: Shape 3308">
                    <a:extLst>
                      <a:ext uri="{FF2B5EF4-FFF2-40B4-BE49-F238E27FC236}">
                        <a16:creationId xmlns:a16="http://schemas.microsoft.com/office/drawing/2014/main" id="{88224606-64EB-4E63-8D96-77FB04488592}"/>
                      </a:ext>
                    </a:extLst>
                  </p:cNvPr>
                  <p:cNvSpPr/>
                  <p:nvPr/>
                </p:nvSpPr>
                <p:spPr>
                  <a:xfrm rot="11528244" flipV="1">
                    <a:off x="344853" y="2978311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</p:grpSp>
            <p:grpSp>
              <p:nvGrpSpPr>
                <p:cNvPr id="2208" name="Group 2207">
                  <a:extLst>
                    <a:ext uri="{FF2B5EF4-FFF2-40B4-BE49-F238E27FC236}">
                      <a16:creationId xmlns:a16="http://schemas.microsoft.com/office/drawing/2014/main" id="{9244D16D-1F47-46AD-9C52-7D6EC0E64504}"/>
                    </a:ext>
                  </a:extLst>
                </p:cNvPr>
                <p:cNvGrpSpPr/>
                <p:nvPr/>
              </p:nvGrpSpPr>
              <p:grpSpPr>
                <a:xfrm>
                  <a:off x="4334528" y="2095665"/>
                  <a:ext cx="531923" cy="573923"/>
                  <a:chOff x="163719" y="1822501"/>
                  <a:chExt cx="3062199" cy="3047160"/>
                </a:xfrm>
              </p:grpSpPr>
              <p:grpSp>
                <p:nvGrpSpPr>
                  <p:cNvPr id="2941" name="Group 2940">
                    <a:extLst>
                      <a:ext uri="{FF2B5EF4-FFF2-40B4-BE49-F238E27FC236}">
                        <a16:creationId xmlns:a16="http://schemas.microsoft.com/office/drawing/2014/main" id="{3607CE12-15B3-4AB8-9013-224C679A993E}"/>
                      </a:ext>
                    </a:extLst>
                  </p:cNvPr>
                  <p:cNvGrpSpPr/>
                  <p:nvPr/>
                </p:nvGrpSpPr>
                <p:grpSpPr>
                  <a:xfrm>
                    <a:off x="163719" y="1822501"/>
                    <a:ext cx="3062199" cy="3047160"/>
                    <a:chOff x="163719" y="1822501"/>
                    <a:chExt cx="3062199" cy="3047160"/>
                  </a:xfrm>
                </p:grpSpPr>
                <p:grpSp>
                  <p:nvGrpSpPr>
                    <p:cNvPr id="2945" name="Group 2944">
                      <a:extLst>
                        <a:ext uri="{FF2B5EF4-FFF2-40B4-BE49-F238E27FC236}">
                          <a16:creationId xmlns:a16="http://schemas.microsoft.com/office/drawing/2014/main" id="{38ED3628-AD54-424B-9DBD-2F1C88CB6208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683131" y="384412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3304" name="Freeform: Shape 3303">
                        <a:extLst>
                          <a:ext uri="{FF2B5EF4-FFF2-40B4-BE49-F238E27FC236}">
                            <a16:creationId xmlns:a16="http://schemas.microsoft.com/office/drawing/2014/main" id="{0B3F55E4-8378-4EF4-ACE9-ABA682579BF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305" name="Rectangle: Rounded Corners 3304">
                        <a:extLst>
                          <a:ext uri="{FF2B5EF4-FFF2-40B4-BE49-F238E27FC236}">
                            <a16:creationId xmlns:a16="http://schemas.microsoft.com/office/drawing/2014/main" id="{BD9229E5-E99E-4835-AA05-AC8A642232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946" name="Group 2945">
                      <a:extLst>
                        <a:ext uri="{FF2B5EF4-FFF2-40B4-BE49-F238E27FC236}">
                          <a16:creationId xmlns:a16="http://schemas.microsoft.com/office/drawing/2014/main" id="{F59BA00D-A80B-48A5-8196-F2D4C0ADD529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123013" y="4110752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3302" name="Freeform: Shape 3301">
                        <a:extLst>
                          <a:ext uri="{FF2B5EF4-FFF2-40B4-BE49-F238E27FC236}">
                            <a16:creationId xmlns:a16="http://schemas.microsoft.com/office/drawing/2014/main" id="{BCC74D5F-8F83-461D-A107-62FB77A6B6B4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303" name="Rectangle: Rounded Corners 3302">
                        <a:extLst>
                          <a:ext uri="{FF2B5EF4-FFF2-40B4-BE49-F238E27FC236}">
                            <a16:creationId xmlns:a16="http://schemas.microsoft.com/office/drawing/2014/main" id="{5729B921-951B-4D94-9401-611BB5872E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947" name="Group 2946">
                      <a:extLst>
                        <a:ext uri="{FF2B5EF4-FFF2-40B4-BE49-F238E27FC236}">
                          <a16:creationId xmlns:a16="http://schemas.microsoft.com/office/drawing/2014/main" id="{887E2CC9-9881-4A51-BBF6-5718FC19DA9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0260" y="2440902"/>
                      <a:ext cx="1730523" cy="1839492"/>
                      <a:chOff x="420511" y="1784768"/>
                      <a:chExt cx="1730523" cy="1839492"/>
                    </a:xfrm>
                  </p:grpSpPr>
                  <p:grpSp>
                    <p:nvGrpSpPr>
                      <p:cNvPr id="3020" name="Group 3019">
                        <a:extLst>
                          <a:ext uri="{FF2B5EF4-FFF2-40B4-BE49-F238E27FC236}">
                            <a16:creationId xmlns:a16="http://schemas.microsoft.com/office/drawing/2014/main" id="{96992101-D254-4E50-8DBA-89CB3E0E839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69572" y="1784768"/>
                        <a:ext cx="1081462" cy="1476716"/>
                        <a:chOff x="2089993" y="1523034"/>
                        <a:chExt cx="1081462" cy="1476716"/>
                      </a:xfrm>
                    </p:grpSpPr>
                    <p:grpSp>
                      <p:nvGrpSpPr>
                        <p:cNvPr id="3241" name="Group 3240">
                          <a:extLst>
                            <a:ext uri="{FF2B5EF4-FFF2-40B4-BE49-F238E27FC236}">
                              <a16:creationId xmlns:a16="http://schemas.microsoft.com/office/drawing/2014/main" id="{5898A4AE-64C8-4A07-8800-9D938398168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70705"/>
                          <a:ext cx="101484" cy="1016226"/>
                          <a:chOff x="1800622" y="2364951"/>
                          <a:chExt cx="101484" cy="1016226"/>
                        </a:xfrm>
                      </p:grpSpPr>
                      <p:sp>
                        <p:nvSpPr>
                          <p:cNvPr id="3298" name="Flowchart: Connector 3297">
                            <a:extLst>
                              <a:ext uri="{FF2B5EF4-FFF2-40B4-BE49-F238E27FC236}">
                                <a16:creationId xmlns:a16="http://schemas.microsoft.com/office/drawing/2014/main" id="{FBA199AC-B075-4E7E-87B2-12136D93B6F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299" name="Flowchart: Connector 3298">
                            <a:extLst>
                              <a:ext uri="{FF2B5EF4-FFF2-40B4-BE49-F238E27FC236}">
                                <a16:creationId xmlns:a16="http://schemas.microsoft.com/office/drawing/2014/main" id="{464DB35F-948E-4AD5-BA85-2E485574F1A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300" name="Flowchart: Connector 3299">
                            <a:extLst>
                              <a:ext uri="{FF2B5EF4-FFF2-40B4-BE49-F238E27FC236}">
                                <a16:creationId xmlns:a16="http://schemas.microsoft.com/office/drawing/2014/main" id="{1DA2CF05-7AFE-41B4-B4EA-413CD732293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301" name="Flowchart: Connector 3300">
                            <a:extLst>
                              <a:ext uri="{FF2B5EF4-FFF2-40B4-BE49-F238E27FC236}">
                                <a16:creationId xmlns:a16="http://schemas.microsoft.com/office/drawing/2014/main" id="{642A4046-111D-46D1-88F4-F8774E7189A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649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3242" name="Group 3241">
                          <a:extLst>
                            <a:ext uri="{FF2B5EF4-FFF2-40B4-BE49-F238E27FC236}">
                              <a16:creationId xmlns:a16="http://schemas.microsoft.com/office/drawing/2014/main" id="{8452F9B9-B474-4BC2-9E53-B7EAF274294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23034"/>
                          <a:ext cx="1057223" cy="1476716"/>
                          <a:chOff x="2114232" y="1523034"/>
                          <a:chExt cx="1057223" cy="1476716"/>
                        </a:xfrm>
                      </p:grpSpPr>
                      <p:grpSp>
                        <p:nvGrpSpPr>
                          <p:cNvPr id="3243" name="Group 3242">
                            <a:extLst>
                              <a:ext uri="{FF2B5EF4-FFF2-40B4-BE49-F238E27FC236}">
                                <a16:creationId xmlns:a16="http://schemas.microsoft.com/office/drawing/2014/main" id="{8FCB0648-7783-467C-BD23-97BBFD7B1E0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47544" cy="539639"/>
                            <a:chOff x="3717189" y="1719497"/>
                            <a:chExt cx="1047544" cy="539639"/>
                          </a:xfrm>
                        </p:grpSpPr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291" name="3D Model 3290" descr="Sphere">
                                  <a:extLst>
                                    <a:ext uri="{FF2B5EF4-FFF2-40B4-BE49-F238E27FC236}">
                                      <a16:creationId xmlns:a16="http://schemas.microsoft.com/office/drawing/2014/main" id="{0A9187EB-8BB7-41C5-82B2-E3F3B902C89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7581067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292" name="Flowchart: Connector 3291">
                              <a:extLst>
                                <a:ext uri="{FF2B5EF4-FFF2-40B4-BE49-F238E27FC236}">
                                  <a16:creationId xmlns:a16="http://schemas.microsoft.com/office/drawing/2014/main" id="{73E5A8A3-7F62-44D4-A330-877F8D0E86A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293" name="3D Model 3292" descr="Sphere">
                                  <a:extLst>
                                    <a:ext uri="{FF2B5EF4-FFF2-40B4-BE49-F238E27FC236}">
                                      <a16:creationId xmlns:a16="http://schemas.microsoft.com/office/drawing/2014/main" id="{184BF22E-1C6C-48CE-9D4D-3A0B3D76565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733579983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294" name="Flowchart: Connector 3293">
                              <a:extLst>
                                <a:ext uri="{FF2B5EF4-FFF2-40B4-BE49-F238E27FC236}">
                                  <a16:creationId xmlns:a16="http://schemas.microsoft.com/office/drawing/2014/main" id="{45C89492-F0F6-46F3-B5B7-86AFA4DE917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295" name="3D Model 3294" descr="Sphere">
                                  <a:extLst>
                                    <a:ext uri="{FF2B5EF4-FFF2-40B4-BE49-F238E27FC236}">
                                      <a16:creationId xmlns:a16="http://schemas.microsoft.com/office/drawing/2014/main" id="{F6BFB679-67E7-4679-A4CA-11FD451BB83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4668272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296" name="Flowchart: Connector 3295">
                              <a:extLst>
                                <a:ext uri="{FF2B5EF4-FFF2-40B4-BE49-F238E27FC236}">
                                  <a16:creationId xmlns:a16="http://schemas.microsoft.com/office/drawing/2014/main" id="{6B246F40-A910-44D3-982A-71FF7187C76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297" name="3D Model 3296" descr="Sphere">
                                  <a:extLst>
                                    <a:ext uri="{FF2B5EF4-FFF2-40B4-BE49-F238E27FC236}">
                                      <a16:creationId xmlns:a16="http://schemas.microsoft.com/office/drawing/2014/main" id="{9464201B-5D91-4ABF-8020-80473EA79FA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767694207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3244" name="Group 3243">
                            <a:extLst>
                              <a:ext uri="{FF2B5EF4-FFF2-40B4-BE49-F238E27FC236}">
                                <a16:creationId xmlns:a16="http://schemas.microsoft.com/office/drawing/2014/main" id="{2BAF11BF-3D14-4DBD-B9ED-63B662E86C9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3276" name="Flowchart: Connector 3275">
                              <a:extLst>
                                <a:ext uri="{FF2B5EF4-FFF2-40B4-BE49-F238E27FC236}">
                                  <a16:creationId xmlns:a16="http://schemas.microsoft.com/office/drawing/2014/main" id="{290191E9-6227-4257-89D2-C49E9F14CCA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277" name="Flowchart: Connector 3276">
                              <a:extLst>
                                <a:ext uri="{FF2B5EF4-FFF2-40B4-BE49-F238E27FC236}">
                                  <a16:creationId xmlns:a16="http://schemas.microsoft.com/office/drawing/2014/main" id="{4A81041B-7687-41A9-B557-38CA5DA76B2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278" name="Flowchart: Connector 3277">
                              <a:extLst>
                                <a:ext uri="{FF2B5EF4-FFF2-40B4-BE49-F238E27FC236}">
                                  <a16:creationId xmlns:a16="http://schemas.microsoft.com/office/drawing/2014/main" id="{F18DDA0C-D18D-45A4-8619-42B6AF42012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279" name="Flowchart: Connector 3278">
                              <a:extLst>
                                <a:ext uri="{FF2B5EF4-FFF2-40B4-BE49-F238E27FC236}">
                                  <a16:creationId xmlns:a16="http://schemas.microsoft.com/office/drawing/2014/main" id="{BFA0ACEC-8874-46B3-9E9D-8812ACE32A5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280" name="Flowchart: Connector 3279">
                              <a:extLst>
                                <a:ext uri="{FF2B5EF4-FFF2-40B4-BE49-F238E27FC236}">
                                  <a16:creationId xmlns:a16="http://schemas.microsoft.com/office/drawing/2014/main" id="{EF619CD7-7A45-424C-B2E5-A4C33F5E402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281" name="Flowchart: Connector 3280">
                              <a:extLst>
                                <a:ext uri="{FF2B5EF4-FFF2-40B4-BE49-F238E27FC236}">
                                  <a16:creationId xmlns:a16="http://schemas.microsoft.com/office/drawing/2014/main" id="{9F4A211C-A761-470F-A781-51B092E0D41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282" name="Flowchart: Connector 3281">
                              <a:extLst>
                                <a:ext uri="{FF2B5EF4-FFF2-40B4-BE49-F238E27FC236}">
                                  <a16:creationId xmlns:a16="http://schemas.microsoft.com/office/drawing/2014/main" id="{C84F4AB2-1A62-4CD8-835E-67D631E25A8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283" name="Flowchart: Connector 3282">
                              <a:extLst>
                                <a:ext uri="{FF2B5EF4-FFF2-40B4-BE49-F238E27FC236}">
                                  <a16:creationId xmlns:a16="http://schemas.microsoft.com/office/drawing/2014/main" id="{C455DD72-1C4D-4E26-B173-3ADB5E7533E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284" name="3D Model 3283" descr="Sphere">
                                  <a:extLst>
                                    <a:ext uri="{FF2B5EF4-FFF2-40B4-BE49-F238E27FC236}">
                                      <a16:creationId xmlns:a16="http://schemas.microsoft.com/office/drawing/2014/main" id="{ED863EDC-5013-4566-BA9B-0AF9823A323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786271103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285" name="Flowchart: Connector 3284">
                              <a:extLst>
                                <a:ext uri="{FF2B5EF4-FFF2-40B4-BE49-F238E27FC236}">
                                  <a16:creationId xmlns:a16="http://schemas.microsoft.com/office/drawing/2014/main" id="{2B75DD0D-BC5A-4654-B3FD-FFFDA5EB92E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286" name="3D Model 3285" descr="Sphere">
                                  <a:extLst>
                                    <a:ext uri="{FF2B5EF4-FFF2-40B4-BE49-F238E27FC236}">
                                      <a16:creationId xmlns:a16="http://schemas.microsoft.com/office/drawing/2014/main" id="{C04E0775-F19D-4F74-A3F8-CF1E55F418B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24178614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287" name="Flowchart: Connector 3286">
                              <a:extLst>
                                <a:ext uri="{FF2B5EF4-FFF2-40B4-BE49-F238E27FC236}">
                                  <a16:creationId xmlns:a16="http://schemas.microsoft.com/office/drawing/2014/main" id="{230D924C-31D9-41CB-AC10-B5B8FC0B054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288" name="3D Model 3287" descr="Sphere">
                                  <a:extLst>
                                    <a:ext uri="{FF2B5EF4-FFF2-40B4-BE49-F238E27FC236}">
                                      <a16:creationId xmlns:a16="http://schemas.microsoft.com/office/drawing/2014/main" id="{907262BD-F469-4E2E-867E-C05A305512E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586335266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289" name="Flowchart: Connector 3288">
                              <a:extLst>
                                <a:ext uri="{FF2B5EF4-FFF2-40B4-BE49-F238E27FC236}">
                                  <a16:creationId xmlns:a16="http://schemas.microsoft.com/office/drawing/2014/main" id="{F962E82A-951A-4057-B631-09E44DFBFDA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290" name="3D Model 3289" descr="Sphere">
                                  <a:extLst>
                                    <a:ext uri="{FF2B5EF4-FFF2-40B4-BE49-F238E27FC236}">
                                      <a16:creationId xmlns:a16="http://schemas.microsoft.com/office/drawing/2014/main" id="{E96B3F67-FF76-4F70-B0A8-9474C89B8C6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71855016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3245" name="Group 3244">
                            <a:extLst>
                              <a:ext uri="{FF2B5EF4-FFF2-40B4-BE49-F238E27FC236}">
                                <a16:creationId xmlns:a16="http://schemas.microsoft.com/office/drawing/2014/main" id="{9CCDF466-905A-45E2-ABC0-D0260F74160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3261" name="Flowchart: Connector 3260">
                              <a:extLst>
                                <a:ext uri="{FF2B5EF4-FFF2-40B4-BE49-F238E27FC236}">
                                  <a16:creationId xmlns:a16="http://schemas.microsoft.com/office/drawing/2014/main" id="{1132747D-1E6E-4AEB-A96E-B7A37DC56D3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262" name="Flowchart: Connector 3261">
                              <a:extLst>
                                <a:ext uri="{FF2B5EF4-FFF2-40B4-BE49-F238E27FC236}">
                                  <a16:creationId xmlns:a16="http://schemas.microsoft.com/office/drawing/2014/main" id="{29FD6026-5615-47C4-A085-AB499798E30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263" name="Flowchart: Connector 3262">
                              <a:extLst>
                                <a:ext uri="{FF2B5EF4-FFF2-40B4-BE49-F238E27FC236}">
                                  <a16:creationId xmlns:a16="http://schemas.microsoft.com/office/drawing/2014/main" id="{E5E69115-A696-4AB8-8948-C929A9C1B7E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264" name="Flowchart: Connector 3263">
                              <a:extLst>
                                <a:ext uri="{FF2B5EF4-FFF2-40B4-BE49-F238E27FC236}">
                                  <a16:creationId xmlns:a16="http://schemas.microsoft.com/office/drawing/2014/main" id="{1117AE4F-2C13-429A-9FD6-D02977CE7B0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265" name="Flowchart: Connector 3264">
                              <a:extLst>
                                <a:ext uri="{FF2B5EF4-FFF2-40B4-BE49-F238E27FC236}">
                                  <a16:creationId xmlns:a16="http://schemas.microsoft.com/office/drawing/2014/main" id="{B53E261D-0DD5-4B56-AD66-0A94D3D82B0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266" name="Flowchart: Connector 3265">
                              <a:extLst>
                                <a:ext uri="{FF2B5EF4-FFF2-40B4-BE49-F238E27FC236}">
                                  <a16:creationId xmlns:a16="http://schemas.microsoft.com/office/drawing/2014/main" id="{6EB6036B-A972-4535-8C57-5C88F518409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267" name="Flowchart: Connector 3266">
                              <a:extLst>
                                <a:ext uri="{FF2B5EF4-FFF2-40B4-BE49-F238E27FC236}">
                                  <a16:creationId xmlns:a16="http://schemas.microsoft.com/office/drawing/2014/main" id="{CFE8824B-AA10-434F-9583-FCE6B1953A4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268" name="Flowchart: Connector 3267">
                              <a:extLst>
                                <a:ext uri="{FF2B5EF4-FFF2-40B4-BE49-F238E27FC236}">
                                  <a16:creationId xmlns:a16="http://schemas.microsoft.com/office/drawing/2014/main" id="{4111B136-64BE-47C0-B7C7-2AA43738E50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269" name="3D Model 3268" descr="Sphere">
                                  <a:extLst>
                                    <a:ext uri="{FF2B5EF4-FFF2-40B4-BE49-F238E27FC236}">
                                      <a16:creationId xmlns:a16="http://schemas.microsoft.com/office/drawing/2014/main" id="{E19ECA0E-2DDC-4598-A73A-A4CE3A5B9FD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615094671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270" name="Flowchart: Connector 3269">
                              <a:extLst>
                                <a:ext uri="{FF2B5EF4-FFF2-40B4-BE49-F238E27FC236}">
                                  <a16:creationId xmlns:a16="http://schemas.microsoft.com/office/drawing/2014/main" id="{6C5EBBD0-6285-4057-8BC6-5C651B721C1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271" name="3D Model 3270" descr="Sphere">
                                  <a:extLst>
                                    <a:ext uri="{FF2B5EF4-FFF2-40B4-BE49-F238E27FC236}">
                                      <a16:creationId xmlns:a16="http://schemas.microsoft.com/office/drawing/2014/main" id="{1A42C4FB-F6CD-42DA-95FE-F69EF5AF39F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608039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272" name="Flowchart: Connector 3271">
                              <a:extLst>
                                <a:ext uri="{FF2B5EF4-FFF2-40B4-BE49-F238E27FC236}">
                                  <a16:creationId xmlns:a16="http://schemas.microsoft.com/office/drawing/2014/main" id="{99B8D212-792D-42E7-8C7B-8D0B11F33D7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273" name="3D Model 3272" descr="Sphere">
                                  <a:extLst>
                                    <a:ext uri="{FF2B5EF4-FFF2-40B4-BE49-F238E27FC236}">
                                      <a16:creationId xmlns:a16="http://schemas.microsoft.com/office/drawing/2014/main" id="{58724003-D0F9-4EEA-B00D-641262A7AB2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23204648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274" name="Flowchart: Connector 3273">
                              <a:extLst>
                                <a:ext uri="{FF2B5EF4-FFF2-40B4-BE49-F238E27FC236}">
                                  <a16:creationId xmlns:a16="http://schemas.microsoft.com/office/drawing/2014/main" id="{774F6032-095A-421B-B2EA-3DF122F3F58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275" name="3D Model 3274" descr="Sphere">
                                  <a:extLst>
                                    <a:ext uri="{FF2B5EF4-FFF2-40B4-BE49-F238E27FC236}">
                                      <a16:creationId xmlns:a16="http://schemas.microsoft.com/office/drawing/2014/main" id="{EFC1AF52-9EC5-4560-9867-3A652E32B13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64459501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3246" name="Flowchart: Connector 3245">
                            <a:extLst>
                              <a:ext uri="{FF2B5EF4-FFF2-40B4-BE49-F238E27FC236}">
                                <a16:creationId xmlns:a16="http://schemas.microsoft.com/office/drawing/2014/main" id="{86B312B7-25A5-44CF-8703-39A40174F36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247" name="Flowchart: Connector 3246">
                            <a:extLst>
                              <a:ext uri="{FF2B5EF4-FFF2-40B4-BE49-F238E27FC236}">
                                <a16:creationId xmlns:a16="http://schemas.microsoft.com/office/drawing/2014/main" id="{9C22A6CA-DE9B-4B43-A8CF-D7B7079B1FE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248" name="Flowchart: Connector 3247">
                            <a:extLst>
                              <a:ext uri="{FF2B5EF4-FFF2-40B4-BE49-F238E27FC236}">
                                <a16:creationId xmlns:a16="http://schemas.microsoft.com/office/drawing/2014/main" id="{41A98577-6424-4A23-8FC3-F6F67B38D4F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249" name="Flowchart: Connector 3248">
                            <a:extLst>
                              <a:ext uri="{FF2B5EF4-FFF2-40B4-BE49-F238E27FC236}">
                                <a16:creationId xmlns:a16="http://schemas.microsoft.com/office/drawing/2014/main" id="{52743D62-39C6-48E6-96F2-A20DEFD1FFB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250" name="Flowchart: Connector 3249">
                            <a:extLst>
                              <a:ext uri="{FF2B5EF4-FFF2-40B4-BE49-F238E27FC236}">
                                <a16:creationId xmlns:a16="http://schemas.microsoft.com/office/drawing/2014/main" id="{DBA6B0A5-204A-49BA-A193-EA0DF2F57FD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251" name="Flowchart: Connector 3250">
                            <a:extLst>
                              <a:ext uri="{FF2B5EF4-FFF2-40B4-BE49-F238E27FC236}">
                                <a16:creationId xmlns:a16="http://schemas.microsoft.com/office/drawing/2014/main" id="{9F573BE9-4D7A-442C-B3D6-AF242005E8D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252" name="Flowchart: Connector 3251">
                            <a:extLst>
                              <a:ext uri="{FF2B5EF4-FFF2-40B4-BE49-F238E27FC236}">
                                <a16:creationId xmlns:a16="http://schemas.microsoft.com/office/drawing/2014/main" id="{15BB2BF0-9573-486D-9FB6-AB08754F89B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253" name="Flowchart: Connector 3252">
                            <a:extLst>
                              <a:ext uri="{FF2B5EF4-FFF2-40B4-BE49-F238E27FC236}">
                                <a16:creationId xmlns:a16="http://schemas.microsoft.com/office/drawing/2014/main" id="{11A1EF03-7BD8-4AD7-8163-26B4D6687C2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254" name="3D Model 3253" descr="Sphere">
                                <a:extLst>
                                  <a:ext uri="{FF2B5EF4-FFF2-40B4-BE49-F238E27FC236}">
                                    <a16:creationId xmlns:a16="http://schemas.microsoft.com/office/drawing/2014/main" id="{7B131016-B4C8-44AE-A8E4-22D62D49587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514194200"/>
                                  </p:ext>
                                </p:extLst>
                              </p:nvPr>
                            </p:nvGraphicFramePr>
                            <p:xfrm>
                              <a:off x="2134543" y="1523034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85" name="3D Model 1784" descr="Sphere">
                                <a:extLst>
                                  <a:ext uri="{FF2B5EF4-FFF2-40B4-BE49-F238E27FC236}">
                                    <a16:creationId xmlns:a16="http://schemas.microsoft.com/office/drawing/2014/main" id="{6D8D156A-9212-40F8-AB71-FD05DB2D441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576006" y="2212139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255" name="Flowchart: Connector 3254">
                            <a:extLst>
                              <a:ext uri="{FF2B5EF4-FFF2-40B4-BE49-F238E27FC236}">
                                <a16:creationId xmlns:a16="http://schemas.microsoft.com/office/drawing/2014/main" id="{8242274A-4882-4A3F-A3B2-9C7D72F501A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256" name="3D Model 3255" descr="Sphere">
                                <a:extLst>
                                  <a:ext uri="{FF2B5EF4-FFF2-40B4-BE49-F238E27FC236}">
                                    <a16:creationId xmlns:a16="http://schemas.microsoft.com/office/drawing/2014/main" id="{507C33F0-983B-44BE-BF2A-1D5F0F7A180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596789976"/>
                                  </p:ext>
                                </p:extLst>
                              </p:nvPr>
                            </p:nvGraphicFramePr>
                            <p:xfrm>
                              <a:off x="2371307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87" name="3D Model 1786" descr="Sphere">
                                <a:extLst>
                                  <a:ext uri="{FF2B5EF4-FFF2-40B4-BE49-F238E27FC236}">
                                    <a16:creationId xmlns:a16="http://schemas.microsoft.com/office/drawing/2014/main" id="{5B9C11A0-A5EB-48E5-9C99-D6CC523E7C05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617134" y="222282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257" name="Flowchart: Connector 3256">
                            <a:extLst>
                              <a:ext uri="{FF2B5EF4-FFF2-40B4-BE49-F238E27FC236}">
                                <a16:creationId xmlns:a16="http://schemas.microsoft.com/office/drawing/2014/main" id="{2E8FFE90-DF7C-4BEF-94C7-B722271A847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4559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258" name="3D Model 3257" descr="Sphere">
                                <a:extLst>
                                  <a:ext uri="{FF2B5EF4-FFF2-40B4-BE49-F238E27FC236}">
                                    <a16:creationId xmlns:a16="http://schemas.microsoft.com/office/drawing/2014/main" id="{4A15D91A-A09D-48D6-8D5B-9C410289050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393833091"/>
                                  </p:ext>
                                </p:extLst>
                              </p:nvPr>
                            </p:nvGraphicFramePr>
                            <p:xfrm>
                              <a:off x="2609177" y="164155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89" name="3D Model 1788" descr="Sphere">
                                <a:extLst>
                                  <a:ext uri="{FF2B5EF4-FFF2-40B4-BE49-F238E27FC236}">
                                    <a16:creationId xmlns:a16="http://schemas.microsoft.com/office/drawing/2014/main" id="{1680DC85-ABFE-4B62-A3FF-460277F0C2B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658453" y="2234461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259" name="Flowchart: Connector 3258">
                            <a:extLst>
                              <a:ext uri="{FF2B5EF4-FFF2-40B4-BE49-F238E27FC236}">
                                <a16:creationId xmlns:a16="http://schemas.microsoft.com/office/drawing/2014/main" id="{1AE7A62C-7FA6-42AB-A5E3-666845C707E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260" name="3D Model 3259" descr="Sphere">
                                <a:extLst>
                                  <a:ext uri="{FF2B5EF4-FFF2-40B4-BE49-F238E27FC236}">
                                    <a16:creationId xmlns:a16="http://schemas.microsoft.com/office/drawing/2014/main" id="{5794BC4D-9142-4270-A0A4-085CEC54699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515245447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6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6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91" name="3D Model 1790" descr="Sphere">
                                <a:extLst>
                                  <a:ext uri="{FF2B5EF4-FFF2-40B4-BE49-F238E27FC236}">
                                    <a16:creationId xmlns:a16="http://schemas.microsoft.com/office/drawing/2014/main" id="{B554EB58-415D-4816-A746-1959796105FD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705079" y="2250855"/>
                                <a:ext cx="51046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3021" name="Group 3020">
                        <a:extLst>
                          <a:ext uri="{FF2B5EF4-FFF2-40B4-BE49-F238E27FC236}">
                            <a16:creationId xmlns:a16="http://schemas.microsoft.com/office/drawing/2014/main" id="{A43A2091-5ABB-480C-8313-C251BC56CAC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3325" y="2268938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3238" name="Flowchart: Connector 3237">
                          <a:extLst>
                            <a:ext uri="{FF2B5EF4-FFF2-40B4-BE49-F238E27FC236}">
                              <a16:creationId xmlns:a16="http://schemas.microsoft.com/office/drawing/2014/main" id="{BBFA8371-B0E5-4225-B3CB-2872F9EDF52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239" name="Flowchart: Connector 3238">
                          <a:extLst>
                            <a:ext uri="{FF2B5EF4-FFF2-40B4-BE49-F238E27FC236}">
                              <a16:creationId xmlns:a16="http://schemas.microsoft.com/office/drawing/2014/main" id="{BD0CA569-FB7F-4A6D-8EB4-591FC54A41D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240" name="Flowchart: Connector 3239">
                          <a:extLst>
                            <a:ext uri="{FF2B5EF4-FFF2-40B4-BE49-F238E27FC236}">
                              <a16:creationId xmlns:a16="http://schemas.microsoft.com/office/drawing/2014/main" id="{88FC709F-F819-4A53-B569-A6A490CC321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3022" name="Flowchart: Connector 3021">
                        <a:extLst>
                          <a:ext uri="{FF2B5EF4-FFF2-40B4-BE49-F238E27FC236}">
                            <a16:creationId xmlns:a16="http://schemas.microsoft.com/office/drawing/2014/main" id="{99B66BED-6C62-46E6-88C0-05C21E2F6F6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37026" y="201261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023" name="Flowchart: Connector 3022">
                        <a:extLst>
                          <a:ext uri="{FF2B5EF4-FFF2-40B4-BE49-F238E27FC236}">
                            <a16:creationId xmlns:a16="http://schemas.microsoft.com/office/drawing/2014/main" id="{77423661-E173-4359-B320-63CDB5F968B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588002" y="208727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3024" name="Group 3023">
                        <a:extLst>
                          <a:ext uri="{FF2B5EF4-FFF2-40B4-BE49-F238E27FC236}">
                            <a16:creationId xmlns:a16="http://schemas.microsoft.com/office/drawing/2014/main" id="{B357F487-DDE2-4034-AF9F-3C0248C28081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228750">
                        <a:off x="1171220" y="1918660"/>
                        <a:ext cx="698062" cy="387533"/>
                        <a:chOff x="854933" y="2290871"/>
                        <a:chExt cx="698062" cy="387533"/>
                      </a:xfrm>
                    </p:grpSpPr>
                    <p:sp>
                      <p:nvSpPr>
                        <p:cNvPr id="3235" name="Flowchart: Connector 3234">
                          <a:extLst>
                            <a:ext uri="{FF2B5EF4-FFF2-40B4-BE49-F238E27FC236}">
                              <a16:creationId xmlns:a16="http://schemas.microsoft.com/office/drawing/2014/main" id="{2C0425A8-1F2B-4AB8-A527-A022B629DB2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3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236" name="Flowchart: Connector 3235">
                          <a:extLst>
                            <a:ext uri="{FF2B5EF4-FFF2-40B4-BE49-F238E27FC236}">
                              <a16:creationId xmlns:a16="http://schemas.microsoft.com/office/drawing/2014/main" id="{A9147093-D88E-4665-9730-6A6EA46C619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5206" y="2377897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237" name="Flowchart: Connector 3236">
                          <a:extLst>
                            <a:ext uri="{FF2B5EF4-FFF2-40B4-BE49-F238E27FC236}">
                              <a16:creationId xmlns:a16="http://schemas.microsoft.com/office/drawing/2014/main" id="{0F22E7A9-96D3-4945-8D1F-9C6BB63A5C2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41136" y="2462404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3025" name="Group 3024">
                        <a:extLst>
                          <a:ext uri="{FF2B5EF4-FFF2-40B4-BE49-F238E27FC236}">
                            <a16:creationId xmlns:a16="http://schemas.microsoft.com/office/drawing/2014/main" id="{12633678-CA3D-4189-AE36-C9664AFFC59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49741" y="1890320"/>
                        <a:ext cx="1098636" cy="1497980"/>
                        <a:chOff x="2089993" y="1501770"/>
                        <a:chExt cx="1098636" cy="1497980"/>
                      </a:xfrm>
                    </p:grpSpPr>
                    <p:grpSp>
                      <p:nvGrpSpPr>
                        <p:cNvPr id="3170" name="Group 3169">
                          <a:extLst>
                            <a:ext uri="{FF2B5EF4-FFF2-40B4-BE49-F238E27FC236}">
                              <a16:creationId xmlns:a16="http://schemas.microsoft.com/office/drawing/2014/main" id="{041B140D-5AF8-460B-B3E2-ADA6B65D8F1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34990"/>
                          <a:ext cx="101484" cy="1051941"/>
                          <a:chOff x="1800622" y="2329236"/>
                          <a:chExt cx="101484" cy="1051941"/>
                        </a:xfrm>
                      </p:grpSpPr>
                      <p:sp>
                        <p:nvSpPr>
                          <p:cNvPr id="3231" name="Flowchart: Connector 3230">
                            <a:extLst>
                              <a:ext uri="{FF2B5EF4-FFF2-40B4-BE49-F238E27FC236}">
                                <a16:creationId xmlns:a16="http://schemas.microsoft.com/office/drawing/2014/main" id="{3AC573A0-9FFA-411A-A14A-0BE9B3A73AC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232" name="Flowchart: Connector 3231">
                            <a:extLst>
                              <a:ext uri="{FF2B5EF4-FFF2-40B4-BE49-F238E27FC236}">
                                <a16:creationId xmlns:a16="http://schemas.microsoft.com/office/drawing/2014/main" id="{7BA2B209-F4CC-41F8-9EE9-CA813057FF6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233" name="Flowchart: Connector 3232">
                            <a:extLst>
                              <a:ext uri="{FF2B5EF4-FFF2-40B4-BE49-F238E27FC236}">
                                <a16:creationId xmlns:a16="http://schemas.microsoft.com/office/drawing/2014/main" id="{B12BED4D-2D56-4052-9F04-6294E7793DC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234" name="Flowchart: Connector 3233">
                            <a:extLst>
                              <a:ext uri="{FF2B5EF4-FFF2-40B4-BE49-F238E27FC236}">
                                <a16:creationId xmlns:a16="http://schemas.microsoft.com/office/drawing/2014/main" id="{E3AFB293-D215-4616-B377-591FD795481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2923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3171" name="Group 3170">
                          <a:extLst>
                            <a:ext uri="{FF2B5EF4-FFF2-40B4-BE49-F238E27FC236}">
                              <a16:creationId xmlns:a16="http://schemas.microsoft.com/office/drawing/2014/main" id="{58615B3E-8E9D-4378-8C62-CB1C723AA14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01770"/>
                          <a:ext cx="1074397" cy="1497980"/>
                          <a:chOff x="2114232" y="1501770"/>
                          <a:chExt cx="1074397" cy="1497980"/>
                        </a:xfrm>
                      </p:grpSpPr>
                      <p:grpSp>
                        <p:nvGrpSpPr>
                          <p:cNvPr id="3172" name="Group 3171">
                            <a:extLst>
                              <a:ext uri="{FF2B5EF4-FFF2-40B4-BE49-F238E27FC236}">
                                <a16:creationId xmlns:a16="http://schemas.microsoft.com/office/drawing/2014/main" id="{54D5B1E9-5B50-4A2D-B23B-E3C5F2F7D01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3223" name="Flowchart: Connector 3222">
                              <a:extLst>
                                <a:ext uri="{FF2B5EF4-FFF2-40B4-BE49-F238E27FC236}">
                                  <a16:creationId xmlns:a16="http://schemas.microsoft.com/office/drawing/2014/main" id="{8BA45A13-5C93-4EB7-91B4-858CF653561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224" name="3D Model 3223" descr="Sphere">
                                  <a:extLst>
                                    <a:ext uri="{FF2B5EF4-FFF2-40B4-BE49-F238E27FC236}">
                                      <a16:creationId xmlns:a16="http://schemas.microsoft.com/office/drawing/2014/main" id="{8C8C4461-EE18-4BDC-B067-55B95EB480E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631350160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225" name="Flowchart: Connector 3224">
                              <a:extLst>
                                <a:ext uri="{FF2B5EF4-FFF2-40B4-BE49-F238E27FC236}">
                                  <a16:creationId xmlns:a16="http://schemas.microsoft.com/office/drawing/2014/main" id="{F8A707A8-F57A-4BF8-91C9-7D1821C97B1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226" name="3D Model 3225" descr="Sphere">
                                  <a:extLst>
                                    <a:ext uri="{FF2B5EF4-FFF2-40B4-BE49-F238E27FC236}">
                                      <a16:creationId xmlns:a16="http://schemas.microsoft.com/office/drawing/2014/main" id="{6FFE5403-148F-47AA-91EA-C64CBEED8EA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51349906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227" name="Flowchart: Connector 3226">
                              <a:extLst>
                                <a:ext uri="{FF2B5EF4-FFF2-40B4-BE49-F238E27FC236}">
                                  <a16:creationId xmlns:a16="http://schemas.microsoft.com/office/drawing/2014/main" id="{2F0C4A71-0797-4C32-BD3D-F549CABDB37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228" name="3D Model 3227" descr="Sphere">
                                  <a:extLst>
                                    <a:ext uri="{FF2B5EF4-FFF2-40B4-BE49-F238E27FC236}">
                                      <a16:creationId xmlns:a16="http://schemas.microsoft.com/office/drawing/2014/main" id="{D5F08A2F-9B10-4CE1-A73D-CB968C5CFFB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802819512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229" name="Flowchart: Connector 3228">
                              <a:extLst>
                                <a:ext uri="{FF2B5EF4-FFF2-40B4-BE49-F238E27FC236}">
                                  <a16:creationId xmlns:a16="http://schemas.microsoft.com/office/drawing/2014/main" id="{2D0555F3-CAF6-4795-8A15-B5364B4B40A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230" name="3D Model 3229" descr="Sphere">
                                  <a:extLst>
                                    <a:ext uri="{FF2B5EF4-FFF2-40B4-BE49-F238E27FC236}">
                                      <a16:creationId xmlns:a16="http://schemas.microsoft.com/office/drawing/2014/main" id="{CC200BF6-E6BC-4A2B-9EF6-7DED1E2DCF6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8389968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3173" name="Group 3172">
                            <a:extLst>
                              <a:ext uri="{FF2B5EF4-FFF2-40B4-BE49-F238E27FC236}">
                                <a16:creationId xmlns:a16="http://schemas.microsoft.com/office/drawing/2014/main" id="{510DD238-9730-47FB-AD10-A6EC5251183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3207" name="Flowchart: Connector 3206">
                              <a:extLst>
                                <a:ext uri="{FF2B5EF4-FFF2-40B4-BE49-F238E27FC236}">
                                  <a16:creationId xmlns:a16="http://schemas.microsoft.com/office/drawing/2014/main" id="{247C9746-A564-4137-87A7-76605E7DA64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208" name="Flowchart: Connector 3207">
                              <a:extLst>
                                <a:ext uri="{FF2B5EF4-FFF2-40B4-BE49-F238E27FC236}">
                                  <a16:creationId xmlns:a16="http://schemas.microsoft.com/office/drawing/2014/main" id="{2E237E4D-D787-4F29-8A9E-CC4910C7B35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209" name="Flowchart: Connector 3208">
                              <a:extLst>
                                <a:ext uri="{FF2B5EF4-FFF2-40B4-BE49-F238E27FC236}">
                                  <a16:creationId xmlns:a16="http://schemas.microsoft.com/office/drawing/2014/main" id="{0DB8EB8D-07E9-4BFF-831C-84ACAE8E90F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210" name="Flowchart: Connector 3209">
                              <a:extLst>
                                <a:ext uri="{FF2B5EF4-FFF2-40B4-BE49-F238E27FC236}">
                                  <a16:creationId xmlns:a16="http://schemas.microsoft.com/office/drawing/2014/main" id="{BC731633-AA85-4B3C-BF81-4544CE55835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211" name="Flowchart: Connector 3210">
                              <a:extLst>
                                <a:ext uri="{FF2B5EF4-FFF2-40B4-BE49-F238E27FC236}">
                                  <a16:creationId xmlns:a16="http://schemas.microsoft.com/office/drawing/2014/main" id="{D5BA3B3B-12AF-4CAB-8CEB-E7A42C1CB24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212" name="Flowchart: Connector 3211">
                              <a:extLst>
                                <a:ext uri="{FF2B5EF4-FFF2-40B4-BE49-F238E27FC236}">
                                  <a16:creationId xmlns:a16="http://schemas.microsoft.com/office/drawing/2014/main" id="{51DC22E8-F967-4D08-8AA8-3C52B2A53BD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213" name="Flowchart: Connector 3212">
                              <a:extLst>
                                <a:ext uri="{FF2B5EF4-FFF2-40B4-BE49-F238E27FC236}">
                                  <a16:creationId xmlns:a16="http://schemas.microsoft.com/office/drawing/2014/main" id="{92A88428-19DF-449D-B32C-46FC42329F6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214" name="Flowchart: Connector 3213">
                              <a:extLst>
                                <a:ext uri="{FF2B5EF4-FFF2-40B4-BE49-F238E27FC236}">
                                  <a16:creationId xmlns:a16="http://schemas.microsoft.com/office/drawing/2014/main" id="{2DD3D059-8053-49B0-BB7A-9E37B61AC78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215" name="Flowchart: Connector 3214">
                              <a:extLst>
                                <a:ext uri="{FF2B5EF4-FFF2-40B4-BE49-F238E27FC236}">
                                  <a16:creationId xmlns:a16="http://schemas.microsoft.com/office/drawing/2014/main" id="{06531FF5-56B6-42E8-90D2-0C06427B9C0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216" name="3D Model 3215" descr="Sphere">
                                  <a:extLst>
                                    <a:ext uri="{FF2B5EF4-FFF2-40B4-BE49-F238E27FC236}">
                                      <a16:creationId xmlns:a16="http://schemas.microsoft.com/office/drawing/2014/main" id="{A809B71D-B78B-46BE-B962-2E2035B694F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714870882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217" name="Flowchart: Connector 3216">
                              <a:extLst>
                                <a:ext uri="{FF2B5EF4-FFF2-40B4-BE49-F238E27FC236}">
                                  <a16:creationId xmlns:a16="http://schemas.microsoft.com/office/drawing/2014/main" id="{BE96A6B9-DCA5-475A-AD3A-DA877471D54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218" name="3D Model 3217" descr="Sphere">
                                  <a:extLst>
                                    <a:ext uri="{FF2B5EF4-FFF2-40B4-BE49-F238E27FC236}">
                                      <a16:creationId xmlns:a16="http://schemas.microsoft.com/office/drawing/2014/main" id="{5E5FC556-CF93-4899-9CF2-31AE9F18E1B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67724682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219" name="Flowchart: Connector 3218">
                              <a:extLst>
                                <a:ext uri="{FF2B5EF4-FFF2-40B4-BE49-F238E27FC236}">
                                  <a16:creationId xmlns:a16="http://schemas.microsoft.com/office/drawing/2014/main" id="{F58CED1D-4115-4AEB-BA67-423F79B14A8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220" name="3D Model 3219" descr="Sphere">
                                  <a:extLst>
                                    <a:ext uri="{FF2B5EF4-FFF2-40B4-BE49-F238E27FC236}">
                                      <a16:creationId xmlns:a16="http://schemas.microsoft.com/office/drawing/2014/main" id="{65D0F5C8-035B-42D7-9DCE-68DED1F7D7B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704185503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221" name="Flowchart: Connector 3220">
                              <a:extLst>
                                <a:ext uri="{FF2B5EF4-FFF2-40B4-BE49-F238E27FC236}">
                                  <a16:creationId xmlns:a16="http://schemas.microsoft.com/office/drawing/2014/main" id="{9A782A10-9B5B-454B-AC36-3E89ECAFDB0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222" name="3D Model 3221" descr="Sphere">
                                  <a:extLst>
                                    <a:ext uri="{FF2B5EF4-FFF2-40B4-BE49-F238E27FC236}">
                                      <a16:creationId xmlns:a16="http://schemas.microsoft.com/office/drawing/2014/main" id="{B8608FB5-F947-489D-B706-C02DC82AE90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796945813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3174" name="Group 3173">
                            <a:extLst>
                              <a:ext uri="{FF2B5EF4-FFF2-40B4-BE49-F238E27FC236}">
                                <a16:creationId xmlns:a16="http://schemas.microsoft.com/office/drawing/2014/main" id="{7BE43AD1-DEC2-4AF9-A4E5-652DB17DA1C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3191" name="Flowchart: Connector 3190">
                              <a:extLst>
                                <a:ext uri="{FF2B5EF4-FFF2-40B4-BE49-F238E27FC236}">
                                  <a16:creationId xmlns:a16="http://schemas.microsoft.com/office/drawing/2014/main" id="{91E37E9F-3549-4891-8303-F870907969B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192" name="Flowchart: Connector 3191">
                              <a:extLst>
                                <a:ext uri="{FF2B5EF4-FFF2-40B4-BE49-F238E27FC236}">
                                  <a16:creationId xmlns:a16="http://schemas.microsoft.com/office/drawing/2014/main" id="{41221275-8898-447E-AE7E-C4701DFFEE9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193" name="Flowchart: Connector 3192">
                              <a:extLst>
                                <a:ext uri="{FF2B5EF4-FFF2-40B4-BE49-F238E27FC236}">
                                  <a16:creationId xmlns:a16="http://schemas.microsoft.com/office/drawing/2014/main" id="{F9BF2BEE-8AFB-40C9-B970-3379DC8BCF7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194" name="Flowchart: Connector 3193">
                              <a:extLst>
                                <a:ext uri="{FF2B5EF4-FFF2-40B4-BE49-F238E27FC236}">
                                  <a16:creationId xmlns:a16="http://schemas.microsoft.com/office/drawing/2014/main" id="{E2ECC11A-1BE7-4B25-9F8A-68F8DBF2983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195" name="Flowchart: Connector 3194">
                              <a:extLst>
                                <a:ext uri="{FF2B5EF4-FFF2-40B4-BE49-F238E27FC236}">
                                  <a16:creationId xmlns:a16="http://schemas.microsoft.com/office/drawing/2014/main" id="{745218D6-3604-43F2-B10A-A66F72075CC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196" name="Flowchart: Connector 3195">
                              <a:extLst>
                                <a:ext uri="{FF2B5EF4-FFF2-40B4-BE49-F238E27FC236}">
                                  <a16:creationId xmlns:a16="http://schemas.microsoft.com/office/drawing/2014/main" id="{C50DB10C-0C18-4C01-BD7C-B1616D6D21B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197" name="Flowchart: Connector 3196">
                              <a:extLst>
                                <a:ext uri="{FF2B5EF4-FFF2-40B4-BE49-F238E27FC236}">
                                  <a16:creationId xmlns:a16="http://schemas.microsoft.com/office/drawing/2014/main" id="{EAC0CF1C-FFF5-4817-8EE6-E1B0B8E200F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198" name="Flowchart: Connector 3197">
                              <a:extLst>
                                <a:ext uri="{FF2B5EF4-FFF2-40B4-BE49-F238E27FC236}">
                                  <a16:creationId xmlns:a16="http://schemas.microsoft.com/office/drawing/2014/main" id="{307BA317-8CEA-4D6B-A4B8-69331892B17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199" name="Flowchart: Connector 3198">
                              <a:extLst>
                                <a:ext uri="{FF2B5EF4-FFF2-40B4-BE49-F238E27FC236}">
                                  <a16:creationId xmlns:a16="http://schemas.microsoft.com/office/drawing/2014/main" id="{14C50A41-72F0-4BDA-9A4D-D3912CAEF88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200" name="3D Model 3199" descr="Sphere">
                                  <a:extLst>
                                    <a:ext uri="{FF2B5EF4-FFF2-40B4-BE49-F238E27FC236}">
                                      <a16:creationId xmlns:a16="http://schemas.microsoft.com/office/drawing/2014/main" id="{79D8AB07-1955-4302-906C-024AD271F00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50266109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201" name="Flowchart: Connector 3200">
                              <a:extLst>
                                <a:ext uri="{FF2B5EF4-FFF2-40B4-BE49-F238E27FC236}">
                                  <a16:creationId xmlns:a16="http://schemas.microsoft.com/office/drawing/2014/main" id="{556BD6ED-C00E-4F52-BEB4-FAC350288FD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202" name="3D Model 3201" descr="Sphere">
                                  <a:extLst>
                                    <a:ext uri="{FF2B5EF4-FFF2-40B4-BE49-F238E27FC236}">
                                      <a16:creationId xmlns:a16="http://schemas.microsoft.com/office/drawing/2014/main" id="{519D2AD2-8E93-4629-BFD1-3296E60FEED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750345424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203" name="Flowchart: Connector 3202">
                              <a:extLst>
                                <a:ext uri="{FF2B5EF4-FFF2-40B4-BE49-F238E27FC236}">
                                  <a16:creationId xmlns:a16="http://schemas.microsoft.com/office/drawing/2014/main" id="{8D67EFD8-01F1-468E-9B96-C3BD56E87EB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204" name="3D Model 3203" descr="Sphere">
                                  <a:extLst>
                                    <a:ext uri="{FF2B5EF4-FFF2-40B4-BE49-F238E27FC236}">
                                      <a16:creationId xmlns:a16="http://schemas.microsoft.com/office/drawing/2014/main" id="{5EA173ED-4947-425D-9336-1D3DCD9367C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83143028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205" name="Flowchart: Connector 3204">
                              <a:extLst>
                                <a:ext uri="{FF2B5EF4-FFF2-40B4-BE49-F238E27FC236}">
                                  <a16:creationId xmlns:a16="http://schemas.microsoft.com/office/drawing/2014/main" id="{15B07B37-29C6-460E-A02D-5D62F2A7CB7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206" name="3D Model 3205" descr="Sphere">
                                  <a:extLst>
                                    <a:ext uri="{FF2B5EF4-FFF2-40B4-BE49-F238E27FC236}">
                                      <a16:creationId xmlns:a16="http://schemas.microsoft.com/office/drawing/2014/main" id="{94CEF290-FFE1-432B-8360-19B0E81C828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131010307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3175" name="Flowchart: Connector 3174">
                            <a:extLst>
                              <a:ext uri="{FF2B5EF4-FFF2-40B4-BE49-F238E27FC236}">
                                <a16:creationId xmlns:a16="http://schemas.microsoft.com/office/drawing/2014/main" id="{C94A29A6-1E70-430E-96A2-CB4B5082DE5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176" name="Flowchart: Connector 3175">
                            <a:extLst>
                              <a:ext uri="{FF2B5EF4-FFF2-40B4-BE49-F238E27FC236}">
                                <a16:creationId xmlns:a16="http://schemas.microsoft.com/office/drawing/2014/main" id="{DD07505C-3A61-4C5A-BDCE-EC6928ECEDD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177" name="Flowchart: Connector 3176">
                            <a:extLst>
                              <a:ext uri="{FF2B5EF4-FFF2-40B4-BE49-F238E27FC236}">
                                <a16:creationId xmlns:a16="http://schemas.microsoft.com/office/drawing/2014/main" id="{13E1E2C6-D4C2-472E-A338-7E4C3730FB8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178" name="Flowchart: Connector 3177">
                            <a:extLst>
                              <a:ext uri="{FF2B5EF4-FFF2-40B4-BE49-F238E27FC236}">
                                <a16:creationId xmlns:a16="http://schemas.microsoft.com/office/drawing/2014/main" id="{FCE329DB-3B80-43B0-8AD3-6BB32D476CB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179" name="Flowchart: Connector 3178">
                            <a:extLst>
                              <a:ext uri="{FF2B5EF4-FFF2-40B4-BE49-F238E27FC236}">
                                <a16:creationId xmlns:a16="http://schemas.microsoft.com/office/drawing/2014/main" id="{499AA90E-E548-4029-94BD-078F7BFC400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180" name="Flowchart: Connector 3179">
                            <a:extLst>
                              <a:ext uri="{FF2B5EF4-FFF2-40B4-BE49-F238E27FC236}">
                                <a16:creationId xmlns:a16="http://schemas.microsoft.com/office/drawing/2014/main" id="{23586760-17C4-485E-A34C-B4A9B11E2DD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181" name="Flowchart: Connector 3180">
                            <a:extLst>
                              <a:ext uri="{FF2B5EF4-FFF2-40B4-BE49-F238E27FC236}">
                                <a16:creationId xmlns:a16="http://schemas.microsoft.com/office/drawing/2014/main" id="{1720ECD4-BCB9-4466-A448-CE71B9BDEF6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182" name="Flowchart: Connector 3181">
                            <a:extLst>
                              <a:ext uri="{FF2B5EF4-FFF2-40B4-BE49-F238E27FC236}">
                                <a16:creationId xmlns:a16="http://schemas.microsoft.com/office/drawing/2014/main" id="{7E48F96A-8080-4F75-9AF2-9F1C1406897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183" name="Flowchart: Connector 3182">
                            <a:extLst>
                              <a:ext uri="{FF2B5EF4-FFF2-40B4-BE49-F238E27FC236}">
                                <a16:creationId xmlns:a16="http://schemas.microsoft.com/office/drawing/2014/main" id="{A1498C1F-4006-45BA-B372-9F1D8FF9B63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184" name="3D Model 3183" descr="Sphere">
                                <a:extLst>
                                  <a:ext uri="{FF2B5EF4-FFF2-40B4-BE49-F238E27FC236}">
                                    <a16:creationId xmlns:a16="http://schemas.microsoft.com/office/drawing/2014/main" id="{9D172512-EE47-4063-A6DE-EB7332A00B3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706802442"/>
                                  </p:ext>
                                </p:extLst>
                              </p:nvPr>
                            </p:nvGraphicFramePr>
                            <p:xfrm>
                              <a:off x="2123911" y="1501770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15" name="3D Model 1714" descr="Sphere">
                                <a:extLst>
                                  <a:ext uri="{FF2B5EF4-FFF2-40B4-BE49-F238E27FC236}">
                                    <a16:creationId xmlns:a16="http://schemas.microsoft.com/office/drawing/2014/main" id="{56C87A35-5B49-4097-84FB-F186523AEA9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535973" y="2232019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185" name="Flowchart: Connector 3184">
                            <a:extLst>
                              <a:ext uri="{FF2B5EF4-FFF2-40B4-BE49-F238E27FC236}">
                                <a16:creationId xmlns:a16="http://schemas.microsoft.com/office/drawing/2014/main" id="{B6098198-41C8-42C7-A0EE-7AB77E13759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186" name="3D Model 3185" descr="Sphere">
                                <a:extLst>
                                  <a:ext uri="{FF2B5EF4-FFF2-40B4-BE49-F238E27FC236}">
                                    <a16:creationId xmlns:a16="http://schemas.microsoft.com/office/drawing/2014/main" id="{82698F4C-F5B8-4514-AC2F-FCFAF965E8B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978832387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17" name="3D Model 1716" descr="Sphere">
                                <a:extLst>
                                  <a:ext uri="{FF2B5EF4-FFF2-40B4-BE49-F238E27FC236}">
                                    <a16:creationId xmlns:a16="http://schemas.microsoft.com/office/drawing/2014/main" id="{228A2B2A-4558-4B76-8BB0-230EBFC70EC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577797" y="2246707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187" name="Flowchart: Connector 3186">
                            <a:extLst>
                              <a:ext uri="{FF2B5EF4-FFF2-40B4-BE49-F238E27FC236}">
                                <a16:creationId xmlns:a16="http://schemas.microsoft.com/office/drawing/2014/main" id="{D3365EA1-05A6-4A7A-8D63-91F03F72315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93292" y="171776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188" name="3D Model 3187" descr="Sphere">
                                <a:extLst>
                                  <a:ext uri="{FF2B5EF4-FFF2-40B4-BE49-F238E27FC236}">
                                    <a16:creationId xmlns:a16="http://schemas.microsoft.com/office/drawing/2014/main" id="{6E7BF6D7-C5B9-4266-AA3D-9EDFD2432A0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99560847"/>
                                  </p:ext>
                                </p:extLst>
                              </p:nvPr>
                            </p:nvGraphicFramePr>
                            <p:xfrm>
                              <a:off x="2622429" y="163823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19" name="3D Model 1718" descr="Sphere">
                                <a:extLst>
                                  <a:ext uri="{FF2B5EF4-FFF2-40B4-BE49-F238E27FC236}">
                                    <a16:creationId xmlns:a16="http://schemas.microsoft.com/office/drawing/2014/main" id="{B745126E-C299-43E0-9008-F78BF3B1276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622569" y="225772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189" name="Flowchart: Connector 3188">
                            <a:extLst>
                              <a:ext uri="{FF2B5EF4-FFF2-40B4-BE49-F238E27FC236}">
                                <a16:creationId xmlns:a16="http://schemas.microsoft.com/office/drawing/2014/main" id="{C563649D-B522-4C34-8AD2-585CC947FE2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190" name="3D Model 3189" descr="Sphere">
                                <a:extLst>
                                  <a:ext uri="{FF2B5EF4-FFF2-40B4-BE49-F238E27FC236}">
                                    <a16:creationId xmlns:a16="http://schemas.microsoft.com/office/drawing/2014/main" id="{6C946740-3DF0-48C1-AB56-08F05CF70AD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899906624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21" name="3D Model 1720" descr="Sphere">
                                <a:extLst>
                                  <a:ext uri="{FF2B5EF4-FFF2-40B4-BE49-F238E27FC236}">
                                    <a16:creationId xmlns:a16="http://schemas.microsoft.com/office/drawing/2014/main" id="{0BA40E55-E9F1-4BE6-A7AF-07F141FBEEDA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666893" y="2274740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3026" name="Group 3025">
                        <a:extLst>
                          <a:ext uri="{FF2B5EF4-FFF2-40B4-BE49-F238E27FC236}">
                            <a16:creationId xmlns:a16="http://schemas.microsoft.com/office/drawing/2014/main" id="{A82A0F4D-1C8A-4606-8132-0C64835F3AC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547436" y="2361226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3167" name="Flowchart: Connector 3166">
                          <a:extLst>
                            <a:ext uri="{FF2B5EF4-FFF2-40B4-BE49-F238E27FC236}">
                              <a16:creationId xmlns:a16="http://schemas.microsoft.com/office/drawing/2014/main" id="{71D95AF5-3954-4F72-BC65-F09161854DF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168" name="Flowchart: Connector 3167">
                          <a:extLst>
                            <a:ext uri="{FF2B5EF4-FFF2-40B4-BE49-F238E27FC236}">
                              <a16:creationId xmlns:a16="http://schemas.microsoft.com/office/drawing/2014/main" id="{6B534ADC-00C2-433E-B1EA-84DDB0D72B3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169" name="Flowchart: Connector 3168">
                          <a:extLst>
                            <a:ext uri="{FF2B5EF4-FFF2-40B4-BE49-F238E27FC236}">
                              <a16:creationId xmlns:a16="http://schemas.microsoft.com/office/drawing/2014/main" id="{4690A070-01A2-46C8-B902-7D59A5FFA67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3027" name="Flowchart: Connector 3026">
                        <a:extLst>
                          <a:ext uri="{FF2B5EF4-FFF2-40B4-BE49-F238E27FC236}">
                            <a16:creationId xmlns:a16="http://schemas.microsoft.com/office/drawing/2014/main" id="{796D1C90-C792-440E-8815-2DD34275D67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19794" y="212254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028" name="Flowchart: Connector 3027">
                        <a:extLst>
                          <a:ext uri="{FF2B5EF4-FFF2-40B4-BE49-F238E27FC236}">
                            <a16:creationId xmlns:a16="http://schemas.microsoft.com/office/drawing/2014/main" id="{DD2EF006-6DDA-4C7A-8F57-51F83B2D530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74020" y="218539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3029" name="Group 3028">
                        <a:extLst>
                          <a:ext uri="{FF2B5EF4-FFF2-40B4-BE49-F238E27FC236}">
                            <a16:creationId xmlns:a16="http://schemas.microsoft.com/office/drawing/2014/main" id="{1F165F0D-3E95-42FB-97D2-B4D95F9DC134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18957">
                        <a:off x="941432" y="2025443"/>
                        <a:ext cx="710250" cy="369080"/>
                        <a:chOff x="854932" y="2290871"/>
                        <a:chExt cx="710250" cy="369080"/>
                      </a:xfrm>
                    </p:grpSpPr>
                    <p:sp>
                      <p:nvSpPr>
                        <p:cNvPr id="3164" name="Flowchart: Connector 3163">
                          <a:extLst>
                            <a:ext uri="{FF2B5EF4-FFF2-40B4-BE49-F238E27FC236}">
                              <a16:creationId xmlns:a16="http://schemas.microsoft.com/office/drawing/2014/main" id="{14E445BB-3EFF-4AAB-B1A5-42F4303A29C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2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165" name="Flowchart: Connector 3164">
                          <a:extLst>
                            <a:ext uri="{FF2B5EF4-FFF2-40B4-BE49-F238E27FC236}">
                              <a16:creationId xmlns:a16="http://schemas.microsoft.com/office/drawing/2014/main" id="{CF299B60-3EA5-4256-BA49-5A1C4896103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1897" y="2377722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166" name="Flowchart: Connector 3165">
                          <a:extLst>
                            <a:ext uri="{FF2B5EF4-FFF2-40B4-BE49-F238E27FC236}">
                              <a16:creationId xmlns:a16="http://schemas.microsoft.com/office/drawing/2014/main" id="{E9A1E3D0-616D-40AA-AEB0-965277201EF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53323" y="244395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3030" name="Group 3029">
                        <a:extLst>
                          <a:ext uri="{FF2B5EF4-FFF2-40B4-BE49-F238E27FC236}">
                            <a16:creationId xmlns:a16="http://schemas.microsoft.com/office/drawing/2014/main" id="{88D6D658-856A-4B1C-A7EA-496D2DF0729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21287" y="1995259"/>
                        <a:ext cx="1102917" cy="1484052"/>
                        <a:chOff x="2085712" y="1515698"/>
                        <a:chExt cx="1102917" cy="1484052"/>
                      </a:xfrm>
                    </p:grpSpPr>
                    <p:grpSp>
                      <p:nvGrpSpPr>
                        <p:cNvPr id="3099" name="Group 3098">
                          <a:extLst>
                            <a:ext uri="{FF2B5EF4-FFF2-40B4-BE49-F238E27FC236}">
                              <a16:creationId xmlns:a16="http://schemas.microsoft.com/office/drawing/2014/main" id="{1E96907F-204E-478F-81B0-AE2CF27D32B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5712" y="1648950"/>
                          <a:ext cx="105765" cy="1037981"/>
                          <a:chOff x="1796341" y="2343196"/>
                          <a:chExt cx="105765" cy="1037981"/>
                        </a:xfrm>
                      </p:grpSpPr>
                      <p:sp>
                        <p:nvSpPr>
                          <p:cNvPr id="3160" name="Flowchart: Connector 3159">
                            <a:extLst>
                              <a:ext uri="{FF2B5EF4-FFF2-40B4-BE49-F238E27FC236}">
                                <a16:creationId xmlns:a16="http://schemas.microsoft.com/office/drawing/2014/main" id="{9AEB8C34-3652-4702-AD69-D73062DB621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161" name="Flowchart: Connector 3160">
                            <a:extLst>
                              <a:ext uri="{FF2B5EF4-FFF2-40B4-BE49-F238E27FC236}">
                                <a16:creationId xmlns:a16="http://schemas.microsoft.com/office/drawing/2014/main" id="{C205DAA0-75C1-476B-8BBA-706214134EF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162" name="Flowchart: Connector 3161">
                            <a:extLst>
                              <a:ext uri="{FF2B5EF4-FFF2-40B4-BE49-F238E27FC236}">
                                <a16:creationId xmlns:a16="http://schemas.microsoft.com/office/drawing/2014/main" id="{EF423912-C97D-45A9-825C-0A75CF1E177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163" name="Flowchart: Connector 3162">
                            <a:extLst>
                              <a:ext uri="{FF2B5EF4-FFF2-40B4-BE49-F238E27FC236}">
                                <a16:creationId xmlns:a16="http://schemas.microsoft.com/office/drawing/2014/main" id="{AD4E12BE-415C-4A00-9F8E-7685FDBD5A1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796341" y="2343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3100" name="Group 3099">
                          <a:extLst>
                            <a:ext uri="{FF2B5EF4-FFF2-40B4-BE49-F238E27FC236}">
                              <a16:creationId xmlns:a16="http://schemas.microsoft.com/office/drawing/2014/main" id="{AD45CB48-F50A-4B74-AAE5-0B15ACC96AC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15698"/>
                          <a:ext cx="1074397" cy="1484052"/>
                          <a:chOff x="2114232" y="1515698"/>
                          <a:chExt cx="1074397" cy="1484052"/>
                        </a:xfrm>
                      </p:grpSpPr>
                      <p:grpSp>
                        <p:nvGrpSpPr>
                          <p:cNvPr id="3101" name="Group 3100">
                            <a:extLst>
                              <a:ext uri="{FF2B5EF4-FFF2-40B4-BE49-F238E27FC236}">
                                <a16:creationId xmlns:a16="http://schemas.microsoft.com/office/drawing/2014/main" id="{6A018C12-55A8-41A2-9C96-508280C252B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3152" name="Flowchart: Connector 3151">
                              <a:extLst>
                                <a:ext uri="{FF2B5EF4-FFF2-40B4-BE49-F238E27FC236}">
                                  <a16:creationId xmlns:a16="http://schemas.microsoft.com/office/drawing/2014/main" id="{C73962B4-434C-49C9-8145-09A8A187C24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153" name="3D Model 3152" descr="Sphere">
                                  <a:extLst>
                                    <a:ext uri="{FF2B5EF4-FFF2-40B4-BE49-F238E27FC236}">
                                      <a16:creationId xmlns:a16="http://schemas.microsoft.com/office/drawing/2014/main" id="{03A17545-E5F4-4251-8BDE-7F4547451A6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888786043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154" name="Flowchart: Connector 3153">
                              <a:extLst>
                                <a:ext uri="{FF2B5EF4-FFF2-40B4-BE49-F238E27FC236}">
                                  <a16:creationId xmlns:a16="http://schemas.microsoft.com/office/drawing/2014/main" id="{10AEF886-804C-4C48-8321-DD09EB1212D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155" name="3D Model 3154" descr="Sphere">
                                  <a:extLst>
                                    <a:ext uri="{FF2B5EF4-FFF2-40B4-BE49-F238E27FC236}">
                                      <a16:creationId xmlns:a16="http://schemas.microsoft.com/office/drawing/2014/main" id="{90947875-32DF-4670-AD8E-887F6B57B98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526224950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156" name="Flowchart: Connector 3155">
                              <a:extLst>
                                <a:ext uri="{FF2B5EF4-FFF2-40B4-BE49-F238E27FC236}">
                                  <a16:creationId xmlns:a16="http://schemas.microsoft.com/office/drawing/2014/main" id="{3A6EC7A3-DC30-4D40-AA78-CF9C1D4C710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157" name="3D Model 3156" descr="Sphere">
                                  <a:extLst>
                                    <a:ext uri="{FF2B5EF4-FFF2-40B4-BE49-F238E27FC236}">
                                      <a16:creationId xmlns:a16="http://schemas.microsoft.com/office/drawing/2014/main" id="{25AE2D5B-C266-475C-95E8-D43A572E18C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980444694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158" name="Flowchart: Connector 3157">
                              <a:extLst>
                                <a:ext uri="{FF2B5EF4-FFF2-40B4-BE49-F238E27FC236}">
                                  <a16:creationId xmlns:a16="http://schemas.microsoft.com/office/drawing/2014/main" id="{A52CD44C-469B-4F98-A5B5-EE52047C9D4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159" name="3D Model 3158" descr="Sphere">
                                  <a:extLst>
                                    <a:ext uri="{FF2B5EF4-FFF2-40B4-BE49-F238E27FC236}">
                                      <a16:creationId xmlns:a16="http://schemas.microsoft.com/office/drawing/2014/main" id="{C8E72E7E-9BD1-4834-B2F8-B0399897CC6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928233041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3102" name="Group 3101">
                            <a:extLst>
                              <a:ext uri="{FF2B5EF4-FFF2-40B4-BE49-F238E27FC236}">
                                <a16:creationId xmlns:a16="http://schemas.microsoft.com/office/drawing/2014/main" id="{6601717A-8F6B-441D-A1E2-E1C37DE26D2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3136" name="Flowchart: Connector 3135">
                              <a:extLst>
                                <a:ext uri="{FF2B5EF4-FFF2-40B4-BE49-F238E27FC236}">
                                  <a16:creationId xmlns:a16="http://schemas.microsoft.com/office/drawing/2014/main" id="{3E033636-F3B8-441F-9B2B-61BB1E407F5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137" name="Flowchart: Connector 3136">
                              <a:extLst>
                                <a:ext uri="{FF2B5EF4-FFF2-40B4-BE49-F238E27FC236}">
                                  <a16:creationId xmlns:a16="http://schemas.microsoft.com/office/drawing/2014/main" id="{36ED028C-EA12-4461-A2F0-D5DC973D02D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138" name="Flowchart: Connector 3137">
                              <a:extLst>
                                <a:ext uri="{FF2B5EF4-FFF2-40B4-BE49-F238E27FC236}">
                                  <a16:creationId xmlns:a16="http://schemas.microsoft.com/office/drawing/2014/main" id="{4304FEDC-CA3D-4D9E-945E-7DB54F00E9A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139" name="Flowchart: Connector 3138">
                              <a:extLst>
                                <a:ext uri="{FF2B5EF4-FFF2-40B4-BE49-F238E27FC236}">
                                  <a16:creationId xmlns:a16="http://schemas.microsoft.com/office/drawing/2014/main" id="{2B6F464C-DFCD-4ECE-9D39-41A2449CD95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140" name="Flowchart: Connector 3139">
                              <a:extLst>
                                <a:ext uri="{FF2B5EF4-FFF2-40B4-BE49-F238E27FC236}">
                                  <a16:creationId xmlns:a16="http://schemas.microsoft.com/office/drawing/2014/main" id="{3063BC0D-7416-4BD1-B6E6-FD831AD0ED1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141" name="Flowchart: Connector 3140">
                              <a:extLst>
                                <a:ext uri="{FF2B5EF4-FFF2-40B4-BE49-F238E27FC236}">
                                  <a16:creationId xmlns:a16="http://schemas.microsoft.com/office/drawing/2014/main" id="{C5374D13-E4F8-4750-BBEA-9E63A2F1F78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142" name="Flowchart: Connector 3141">
                              <a:extLst>
                                <a:ext uri="{FF2B5EF4-FFF2-40B4-BE49-F238E27FC236}">
                                  <a16:creationId xmlns:a16="http://schemas.microsoft.com/office/drawing/2014/main" id="{52C2B217-80A5-4E69-9A2F-5C6A89881B3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143" name="Flowchart: Connector 3142">
                              <a:extLst>
                                <a:ext uri="{FF2B5EF4-FFF2-40B4-BE49-F238E27FC236}">
                                  <a16:creationId xmlns:a16="http://schemas.microsoft.com/office/drawing/2014/main" id="{DCA4EBA6-5C9E-4FC7-9AD3-3386F860827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144" name="Flowchart: Connector 3143">
                              <a:extLst>
                                <a:ext uri="{FF2B5EF4-FFF2-40B4-BE49-F238E27FC236}">
                                  <a16:creationId xmlns:a16="http://schemas.microsoft.com/office/drawing/2014/main" id="{426BC61B-A11C-4A74-B39F-0151291E89E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145" name="3D Model 3144" descr="Sphere">
                                  <a:extLst>
                                    <a:ext uri="{FF2B5EF4-FFF2-40B4-BE49-F238E27FC236}">
                                      <a16:creationId xmlns:a16="http://schemas.microsoft.com/office/drawing/2014/main" id="{E3576D89-B9A9-475B-9779-1CD78794CB7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31712306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146" name="Flowchart: Connector 3145">
                              <a:extLst>
                                <a:ext uri="{FF2B5EF4-FFF2-40B4-BE49-F238E27FC236}">
                                  <a16:creationId xmlns:a16="http://schemas.microsoft.com/office/drawing/2014/main" id="{D137F8ED-100C-409A-90C4-9AC089650A0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147" name="3D Model 314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47E99A-DA8F-4F3C-9985-4C97163ED30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817298966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148" name="Flowchart: Connector 3147">
                              <a:extLst>
                                <a:ext uri="{FF2B5EF4-FFF2-40B4-BE49-F238E27FC236}">
                                  <a16:creationId xmlns:a16="http://schemas.microsoft.com/office/drawing/2014/main" id="{2FDAD461-CC1E-49FE-A878-3769BB2855B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149" name="3D Model 3148" descr="Sphere">
                                  <a:extLst>
                                    <a:ext uri="{FF2B5EF4-FFF2-40B4-BE49-F238E27FC236}">
                                      <a16:creationId xmlns:a16="http://schemas.microsoft.com/office/drawing/2014/main" id="{6CD5C768-7A0F-48E8-9CFA-F162C922952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77815705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150" name="Flowchart: Connector 3149">
                              <a:extLst>
                                <a:ext uri="{FF2B5EF4-FFF2-40B4-BE49-F238E27FC236}">
                                  <a16:creationId xmlns:a16="http://schemas.microsoft.com/office/drawing/2014/main" id="{FCCF1B24-A6A5-4089-A8AA-D29B5C3B184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151" name="3D Model 3150" descr="Sphere">
                                  <a:extLst>
                                    <a:ext uri="{FF2B5EF4-FFF2-40B4-BE49-F238E27FC236}">
                                      <a16:creationId xmlns:a16="http://schemas.microsoft.com/office/drawing/2014/main" id="{360EE8A3-C540-4417-B2DF-452E63D8922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84102893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3103" name="Group 3102">
                            <a:extLst>
                              <a:ext uri="{FF2B5EF4-FFF2-40B4-BE49-F238E27FC236}">
                                <a16:creationId xmlns:a16="http://schemas.microsoft.com/office/drawing/2014/main" id="{2822BE98-347B-4781-BA52-39B8523202F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3120" name="Flowchart: Connector 3119">
                              <a:extLst>
                                <a:ext uri="{FF2B5EF4-FFF2-40B4-BE49-F238E27FC236}">
                                  <a16:creationId xmlns:a16="http://schemas.microsoft.com/office/drawing/2014/main" id="{F256AA5E-0126-4A13-AA80-461FF9F30DA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121" name="Flowchart: Connector 3120">
                              <a:extLst>
                                <a:ext uri="{FF2B5EF4-FFF2-40B4-BE49-F238E27FC236}">
                                  <a16:creationId xmlns:a16="http://schemas.microsoft.com/office/drawing/2014/main" id="{3603BF11-9666-4CF3-A3C2-A80C0392590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122" name="Flowchart: Connector 3121">
                              <a:extLst>
                                <a:ext uri="{FF2B5EF4-FFF2-40B4-BE49-F238E27FC236}">
                                  <a16:creationId xmlns:a16="http://schemas.microsoft.com/office/drawing/2014/main" id="{539340D1-07C7-4B85-A43F-E6B0C83681E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123" name="Flowchart: Connector 3122">
                              <a:extLst>
                                <a:ext uri="{FF2B5EF4-FFF2-40B4-BE49-F238E27FC236}">
                                  <a16:creationId xmlns:a16="http://schemas.microsoft.com/office/drawing/2014/main" id="{E38863AC-54EF-4862-9417-C0D01E1F534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124" name="Flowchart: Connector 3123">
                              <a:extLst>
                                <a:ext uri="{FF2B5EF4-FFF2-40B4-BE49-F238E27FC236}">
                                  <a16:creationId xmlns:a16="http://schemas.microsoft.com/office/drawing/2014/main" id="{B0734CEA-DA5A-4EB2-9BC5-6A28EA9FC87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125" name="Flowchart: Connector 3124">
                              <a:extLst>
                                <a:ext uri="{FF2B5EF4-FFF2-40B4-BE49-F238E27FC236}">
                                  <a16:creationId xmlns:a16="http://schemas.microsoft.com/office/drawing/2014/main" id="{852B0F09-3AB8-4126-AE8A-A9BE4C6EF3D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126" name="Flowchart: Connector 3125">
                              <a:extLst>
                                <a:ext uri="{FF2B5EF4-FFF2-40B4-BE49-F238E27FC236}">
                                  <a16:creationId xmlns:a16="http://schemas.microsoft.com/office/drawing/2014/main" id="{873B2FE7-373C-4816-A5DF-9EC77CE5E25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127" name="Flowchart: Connector 3126">
                              <a:extLst>
                                <a:ext uri="{FF2B5EF4-FFF2-40B4-BE49-F238E27FC236}">
                                  <a16:creationId xmlns:a16="http://schemas.microsoft.com/office/drawing/2014/main" id="{841AF21B-1FFB-4A26-A2BE-DDD2730200A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3128" name="Flowchart: Connector 3127">
                              <a:extLst>
                                <a:ext uri="{FF2B5EF4-FFF2-40B4-BE49-F238E27FC236}">
                                  <a16:creationId xmlns:a16="http://schemas.microsoft.com/office/drawing/2014/main" id="{90B07E3F-451A-4D3D-B3EB-ED3CAFF999E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129" name="3D Model 3128" descr="Sphere">
                                  <a:extLst>
                                    <a:ext uri="{FF2B5EF4-FFF2-40B4-BE49-F238E27FC236}">
                                      <a16:creationId xmlns:a16="http://schemas.microsoft.com/office/drawing/2014/main" id="{4051A05F-A1C2-46AE-BED7-796D3F86ABB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968783114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130" name="Flowchart: Connector 3129">
                              <a:extLst>
                                <a:ext uri="{FF2B5EF4-FFF2-40B4-BE49-F238E27FC236}">
                                  <a16:creationId xmlns:a16="http://schemas.microsoft.com/office/drawing/2014/main" id="{64114906-E0D2-4A3F-AC9E-D7EFAB87068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131" name="3D Model 3130" descr="Sphere">
                                  <a:extLst>
                                    <a:ext uri="{FF2B5EF4-FFF2-40B4-BE49-F238E27FC236}">
                                      <a16:creationId xmlns:a16="http://schemas.microsoft.com/office/drawing/2014/main" id="{E41C2975-4B6D-48D9-8E21-0BFFC139CBD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935999767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132" name="Flowchart: Connector 3131">
                              <a:extLst>
                                <a:ext uri="{FF2B5EF4-FFF2-40B4-BE49-F238E27FC236}">
                                  <a16:creationId xmlns:a16="http://schemas.microsoft.com/office/drawing/2014/main" id="{28D01E91-D804-4216-BB48-039AFEFB658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133" name="3D Model 3132" descr="Sphere">
                                  <a:extLst>
                                    <a:ext uri="{FF2B5EF4-FFF2-40B4-BE49-F238E27FC236}">
                                      <a16:creationId xmlns:a16="http://schemas.microsoft.com/office/drawing/2014/main" id="{9D60659C-44B0-412D-AA50-EC0981D804B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7592285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3134" name="Flowchart: Connector 3133">
                              <a:extLst>
                                <a:ext uri="{FF2B5EF4-FFF2-40B4-BE49-F238E27FC236}">
                                  <a16:creationId xmlns:a16="http://schemas.microsoft.com/office/drawing/2014/main" id="{3A94E420-09CF-4FD4-86F5-BC4D0B4D88F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3135" name="3D Model 3134" descr="Sphere">
                                  <a:extLst>
                                    <a:ext uri="{FF2B5EF4-FFF2-40B4-BE49-F238E27FC236}">
                                      <a16:creationId xmlns:a16="http://schemas.microsoft.com/office/drawing/2014/main" id="{E5CB7F25-2D59-4F9A-90FD-F739B6BA353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816028049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3104" name="Flowchart: Connector 3103">
                            <a:extLst>
                              <a:ext uri="{FF2B5EF4-FFF2-40B4-BE49-F238E27FC236}">
                                <a16:creationId xmlns:a16="http://schemas.microsoft.com/office/drawing/2014/main" id="{9F884B94-2A41-404E-9301-4AB2AC42F95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105" name="Flowchart: Connector 3104">
                            <a:extLst>
                              <a:ext uri="{FF2B5EF4-FFF2-40B4-BE49-F238E27FC236}">
                                <a16:creationId xmlns:a16="http://schemas.microsoft.com/office/drawing/2014/main" id="{E8048DA7-20A9-47C0-8D51-15E293A8407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106" name="Flowchart: Connector 3105">
                            <a:extLst>
                              <a:ext uri="{FF2B5EF4-FFF2-40B4-BE49-F238E27FC236}">
                                <a16:creationId xmlns:a16="http://schemas.microsoft.com/office/drawing/2014/main" id="{8B2A4F36-E891-4F95-A3C7-11A98E7E1CF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107" name="Flowchart: Connector 3106">
                            <a:extLst>
                              <a:ext uri="{FF2B5EF4-FFF2-40B4-BE49-F238E27FC236}">
                                <a16:creationId xmlns:a16="http://schemas.microsoft.com/office/drawing/2014/main" id="{E29E0751-D833-4E02-A793-C5B7014B0F7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108" name="Flowchart: Connector 3107">
                            <a:extLst>
                              <a:ext uri="{FF2B5EF4-FFF2-40B4-BE49-F238E27FC236}">
                                <a16:creationId xmlns:a16="http://schemas.microsoft.com/office/drawing/2014/main" id="{6B6F07AC-4014-4797-ABC7-ACF199A85E9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109" name="Flowchart: Connector 3108">
                            <a:extLst>
                              <a:ext uri="{FF2B5EF4-FFF2-40B4-BE49-F238E27FC236}">
                                <a16:creationId xmlns:a16="http://schemas.microsoft.com/office/drawing/2014/main" id="{CEC79E57-A291-42FA-8FCB-384C30F5F60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110" name="Flowchart: Connector 3109">
                            <a:extLst>
                              <a:ext uri="{FF2B5EF4-FFF2-40B4-BE49-F238E27FC236}">
                                <a16:creationId xmlns:a16="http://schemas.microsoft.com/office/drawing/2014/main" id="{1D978451-7D9F-4E49-A4B5-52EED4F5500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111" name="Flowchart: Connector 3110">
                            <a:extLst>
                              <a:ext uri="{FF2B5EF4-FFF2-40B4-BE49-F238E27FC236}">
                                <a16:creationId xmlns:a16="http://schemas.microsoft.com/office/drawing/2014/main" id="{95705E80-6BFA-4FCF-85F7-86AE74327B5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112" name="Flowchart: Connector 3111">
                            <a:extLst>
                              <a:ext uri="{FF2B5EF4-FFF2-40B4-BE49-F238E27FC236}">
                                <a16:creationId xmlns:a16="http://schemas.microsoft.com/office/drawing/2014/main" id="{84C14421-7328-4DED-AA7C-60A1B82AEEB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113" name="3D Model 3112" descr="Sphere">
                                <a:extLst>
                                  <a:ext uri="{FF2B5EF4-FFF2-40B4-BE49-F238E27FC236}">
                                    <a16:creationId xmlns:a16="http://schemas.microsoft.com/office/drawing/2014/main" id="{91DCF619-129F-4C62-99E5-BC034D7048E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772654697"/>
                                  </p:ext>
                                </p:extLst>
                              </p:nvPr>
                            </p:nvGraphicFramePr>
                            <p:xfrm>
                              <a:off x="2127272" y="1515698"/>
                              <a:ext cx="299738" cy="29973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7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4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644" name="3D Model 1643" descr="Sphere">
                                <a:extLst>
                                  <a:ext uri="{FF2B5EF4-FFF2-40B4-BE49-F238E27FC236}">
                                    <a16:creationId xmlns:a16="http://schemas.microsoft.com/office/drawing/2014/main" id="{7E4F6838-405E-44C9-B6CF-1CF02C4F237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497617" y="2251784"/>
                                <a:ext cx="52067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114" name="Flowchart: Connector 3113">
                            <a:extLst>
                              <a:ext uri="{FF2B5EF4-FFF2-40B4-BE49-F238E27FC236}">
                                <a16:creationId xmlns:a16="http://schemas.microsoft.com/office/drawing/2014/main" id="{98E59452-616B-4224-83C6-50F37ED7645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115" name="3D Model 3114" descr="Sphere">
                                <a:extLst>
                                  <a:ext uri="{FF2B5EF4-FFF2-40B4-BE49-F238E27FC236}">
                                    <a16:creationId xmlns:a16="http://schemas.microsoft.com/office/drawing/2014/main" id="{3AFDB1D0-D4C6-4846-95E9-FB8CE840742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523763712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646" name="3D Model 1645" descr="Sphere">
                                <a:extLst>
                                  <a:ext uri="{FF2B5EF4-FFF2-40B4-BE49-F238E27FC236}">
                                    <a16:creationId xmlns:a16="http://schemas.microsoft.com/office/drawing/2014/main" id="{774F02B2-09D7-423F-B2E9-3AAC72078A4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538857" y="2263848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116" name="Flowchart: Connector 3115">
                            <a:extLst>
                              <a:ext uri="{FF2B5EF4-FFF2-40B4-BE49-F238E27FC236}">
                                <a16:creationId xmlns:a16="http://schemas.microsoft.com/office/drawing/2014/main" id="{3177C1BD-5770-4070-B919-B85249F3AEB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6940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117" name="3D Model 3116" descr="Sphere">
                                <a:extLst>
                                  <a:ext uri="{FF2B5EF4-FFF2-40B4-BE49-F238E27FC236}">
                                    <a16:creationId xmlns:a16="http://schemas.microsoft.com/office/drawing/2014/main" id="{CEAC4A22-8BE1-4B86-85A9-416E0807399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113045053"/>
                                  </p:ext>
                                </p:extLst>
                              </p:nvPr>
                            </p:nvGraphicFramePr>
                            <p:xfrm>
                              <a:off x="2609177" y="164853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648" name="3D Model 1647" descr="Sphere">
                                <a:extLst>
                                  <a:ext uri="{FF2B5EF4-FFF2-40B4-BE49-F238E27FC236}">
                                    <a16:creationId xmlns:a16="http://schemas.microsoft.com/office/drawing/2014/main" id="{C094AC19-6F03-4640-AB43-88A4981A063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581327" y="227680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118" name="Flowchart: Connector 3117">
                            <a:extLst>
                              <a:ext uri="{FF2B5EF4-FFF2-40B4-BE49-F238E27FC236}">
                                <a16:creationId xmlns:a16="http://schemas.microsoft.com/office/drawing/2014/main" id="{E447F913-2AA6-4811-8D3F-AAD6F221654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119" name="3D Model 3118" descr="Sphere">
                                <a:extLst>
                                  <a:ext uri="{FF2B5EF4-FFF2-40B4-BE49-F238E27FC236}">
                                    <a16:creationId xmlns:a16="http://schemas.microsoft.com/office/drawing/2014/main" id="{DD0ED23F-4A37-46BE-8E5F-3DB59BA743E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683098049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650" name="3D Model 1649" descr="Sphere">
                                <a:extLst>
                                  <a:ext uri="{FF2B5EF4-FFF2-40B4-BE49-F238E27FC236}">
                                    <a16:creationId xmlns:a16="http://schemas.microsoft.com/office/drawing/2014/main" id="{F8F2993A-B007-4F17-9117-08B2E75F88E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627953" y="2291882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sp>
                    <p:nvSpPr>
                      <p:cNvPr id="3031" name="Flowchart: Connector 3030">
                        <a:extLst>
                          <a:ext uri="{FF2B5EF4-FFF2-40B4-BE49-F238E27FC236}">
                            <a16:creationId xmlns:a16="http://schemas.microsoft.com/office/drawing/2014/main" id="{F7F7CF63-2E9D-4883-92B1-9A08FA24F37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06374" y="21384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032" name="Flowchart: Connector 3031">
                        <a:extLst>
                          <a:ext uri="{FF2B5EF4-FFF2-40B4-BE49-F238E27FC236}">
                            <a16:creationId xmlns:a16="http://schemas.microsoft.com/office/drawing/2014/main" id="{DCEA6EA4-8E7A-4BD5-A5BE-BD167AD53F5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886236" y="22322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033" name="Flowchart: Connector 3032">
                        <a:extLst>
                          <a:ext uri="{FF2B5EF4-FFF2-40B4-BE49-F238E27FC236}">
                            <a16:creationId xmlns:a16="http://schemas.microsoft.com/office/drawing/2014/main" id="{FF551734-3B35-436D-A2E9-5A634FD50B5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952806" y="22254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034" name="Flowchart: Connector 3033">
                        <a:extLst>
                          <a:ext uri="{FF2B5EF4-FFF2-40B4-BE49-F238E27FC236}">
                            <a16:creationId xmlns:a16="http://schemas.microsoft.com/office/drawing/2014/main" id="{6CF6C617-C14E-41F8-B097-8B8FEBA431E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0272" y="25040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035" name="Flowchart: Connector 3034">
                        <a:extLst>
                          <a:ext uri="{FF2B5EF4-FFF2-40B4-BE49-F238E27FC236}">
                            <a16:creationId xmlns:a16="http://schemas.microsoft.com/office/drawing/2014/main" id="{18E76636-217C-49FB-983A-25C917C9FE0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20633" y="28301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036" name="Flowchart: Connector 3035">
                        <a:extLst>
                          <a:ext uri="{FF2B5EF4-FFF2-40B4-BE49-F238E27FC236}">
                            <a16:creationId xmlns:a16="http://schemas.microsoft.com/office/drawing/2014/main" id="{89D6CF99-FAE6-47E2-BEC3-6BC576648EC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29128" y="231321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037" name="Flowchart: Connector 3036">
                        <a:extLst>
                          <a:ext uri="{FF2B5EF4-FFF2-40B4-BE49-F238E27FC236}">
                            <a16:creationId xmlns:a16="http://schemas.microsoft.com/office/drawing/2014/main" id="{1754B653-A763-406F-8232-89A0F8F72E9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211385" y="230237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038" name="Flowchart: Connector 3037">
                        <a:extLst>
                          <a:ext uri="{FF2B5EF4-FFF2-40B4-BE49-F238E27FC236}">
                            <a16:creationId xmlns:a16="http://schemas.microsoft.com/office/drawing/2014/main" id="{B72D720E-83BE-40AC-874B-D34CD79D8E3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1097" y="31484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grpSp>
                    <p:nvGrpSpPr>
                      <p:cNvPr id="3039" name="Group 3038">
                        <a:extLst>
                          <a:ext uri="{FF2B5EF4-FFF2-40B4-BE49-F238E27FC236}">
                            <a16:creationId xmlns:a16="http://schemas.microsoft.com/office/drawing/2014/main" id="{2A741501-B162-429F-A94A-3E8C6E7D7A8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20511" y="2127869"/>
                        <a:ext cx="1073693" cy="1496391"/>
                        <a:chOff x="2114936" y="1503359"/>
                        <a:chExt cx="1073693" cy="1496391"/>
                      </a:xfrm>
                    </p:grpSpPr>
                    <p:grpSp>
                      <p:nvGrpSpPr>
                        <p:cNvPr id="3040" name="Group 3039">
                          <a:extLst>
                            <a:ext uri="{FF2B5EF4-FFF2-40B4-BE49-F238E27FC236}">
                              <a16:creationId xmlns:a16="http://schemas.microsoft.com/office/drawing/2014/main" id="{5CDCA394-2C88-4DE4-B76A-A2A4A38F848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7974" y="2474038"/>
                          <a:ext cx="1060655" cy="525712"/>
                          <a:chOff x="3721252" y="1733424"/>
                          <a:chExt cx="1060655" cy="525712"/>
                        </a:xfrm>
                      </p:grpSpPr>
                      <p:sp>
                        <p:nvSpPr>
                          <p:cNvPr id="3091" name="Flowchart: Connector 3090">
                            <a:extLst>
                              <a:ext uri="{FF2B5EF4-FFF2-40B4-BE49-F238E27FC236}">
                                <a16:creationId xmlns:a16="http://schemas.microsoft.com/office/drawing/2014/main" id="{777ACFA7-74AC-4250-B697-6E5CD2B8A51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092" name="3D Model 3091" descr="Sphere">
                                <a:extLst>
                                  <a:ext uri="{FF2B5EF4-FFF2-40B4-BE49-F238E27FC236}">
                                    <a16:creationId xmlns:a16="http://schemas.microsoft.com/office/drawing/2014/main" id="{6D5ED915-9001-4948-AFA3-DC1A66F28EC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092689395"/>
                                  </p:ext>
                                </p:extLst>
                              </p:nvPr>
                            </p:nvGraphicFramePr>
                            <p:xfrm>
                              <a:off x="3721252" y="1733424"/>
                              <a:ext cx="299739" cy="299738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6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623" name="3D Model 1622" descr="Sphere">
                                <a:extLst>
                                  <a:ext uri="{FF2B5EF4-FFF2-40B4-BE49-F238E27FC236}">
                                    <a16:creationId xmlns:a16="http://schemas.microsoft.com/office/drawing/2014/main" id="{60D60A07-EFFE-4CB2-81F4-253A8685786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457787" y="2459586"/>
                                <a:ext cx="52066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093" name="Flowchart: Connector 3092">
                            <a:extLst>
                              <a:ext uri="{FF2B5EF4-FFF2-40B4-BE49-F238E27FC236}">
                                <a16:creationId xmlns:a16="http://schemas.microsoft.com/office/drawing/2014/main" id="{D1739393-8F06-4FFC-8508-08117226071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094" name="3D Model 3093" descr="Sphere">
                                <a:extLst>
                                  <a:ext uri="{FF2B5EF4-FFF2-40B4-BE49-F238E27FC236}">
                                    <a16:creationId xmlns:a16="http://schemas.microsoft.com/office/drawing/2014/main" id="{D7E146B5-7E57-4809-BB97-B2600AE65AF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758301402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095" name="Flowchart: Connector 3094">
                            <a:extLst>
                              <a:ext uri="{FF2B5EF4-FFF2-40B4-BE49-F238E27FC236}">
                                <a16:creationId xmlns:a16="http://schemas.microsoft.com/office/drawing/2014/main" id="{240643E2-4623-4D84-B22E-B24FBC97CE7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096" name="3D Model 3095" descr="Sphere">
                                <a:extLst>
                                  <a:ext uri="{FF2B5EF4-FFF2-40B4-BE49-F238E27FC236}">
                                    <a16:creationId xmlns:a16="http://schemas.microsoft.com/office/drawing/2014/main" id="{047D48CD-BAE6-45DB-95DD-BFEF11A5DAB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011238946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097" name="Flowchart: Connector 3096">
                            <a:extLst>
                              <a:ext uri="{FF2B5EF4-FFF2-40B4-BE49-F238E27FC236}">
                                <a16:creationId xmlns:a16="http://schemas.microsoft.com/office/drawing/2014/main" id="{86E37373-DD21-4A56-B38B-C96D00DAC3C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098" name="3D Model 3097" descr="Sphere">
                                <a:extLst>
                                  <a:ext uri="{FF2B5EF4-FFF2-40B4-BE49-F238E27FC236}">
                                    <a16:creationId xmlns:a16="http://schemas.microsoft.com/office/drawing/2014/main" id="{F11300F8-9B54-4CA7-B150-3A12D76094A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639752029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8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3041" name="Group 3040">
                          <a:extLst>
                            <a:ext uri="{FF2B5EF4-FFF2-40B4-BE49-F238E27FC236}">
                              <a16:creationId xmlns:a16="http://schemas.microsoft.com/office/drawing/2014/main" id="{113DE282-E65D-4626-9925-153A1AD702E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4615" y="2140429"/>
                          <a:ext cx="1064014" cy="637179"/>
                          <a:chOff x="3717893" y="1719497"/>
                          <a:chExt cx="1064014" cy="637179"/>
                        </a:xfrm>
                      </p:grpSpPr>
                      <p:sp>
                        <p:nvSpPr>
                          <p:cNvPr id="3075" name="Flowchart: Connector 3074">
                            <a:extLst>
                              <a:ext uri="{FF2B5EF4-FFF2-40B4-BE49-F238E27FC236}">
                                <a16:creationId xmlns:a16="http://schemas.microsoft.com/office/drawing/2014/main" id="{7B928ED6-BAB8-46B4-BC6C-E586E76B5DC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076" name="Flowchart: Connector 3075">
                            <a:extLst>
                              <a:ext uri="{FF2B5EF4-FFF2-40B4-BE49-F238E27FC236}">
                                <a16:creationId xmlns:a16="http://schemas.microsoft.com/office/drawing/2014/main" id="{4B7737DA-50E3-40E2-8B46-B21191358B6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077" name="Flowchart: Connector 3076">
                            <a:extLst>
                              <a:ext uri="{FF2B5EF4-FFF2-40B4-BE49-F238E27FC236}">
                                <a16:creationId xmlns:a16="http://schemas.microsoft.com/office/drawing/2014/main" id="{D09A9E74-CFB0-4978-93C7-84C97BA4635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078" name="Flowchart: Connector 3077">
                            <a:extLst>
                              <a:ext uri="{FF2B5EF4-FFF2-40B4-BE49-F238E27FC236}">
                                <a16:creationId xmlns:a16="http://schemas.microsoft.com/office/drawing/2014/main" id="{AF9A00A9-7D69-4220-B774-0D211D71DF3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079" name="Flowchart: Connector 3078">
                            <a:extLst>
                              <a:ext uri="{FF2B5EF4-FFF2-40B4-BE49-F238E27FC236}">
                                <a16:creationId xmlns:a16="http://schemas.microsoft.com/office/drawing/2014/main" id="{2897FD90-214A-42E2-8705-009DD1F4A18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080" name="Flowchart: Connector 3079">
                            <a:extLst>
                              <a:ext uri="{FF2B5EF4-FFF2-40B4-BE49-F238E27FC236}">
                                <a16:creationId xmlns:a16="http://schemas.microsoft.com/office/drawing/2014/main" id="{CBC246E5-E6D7-4C0C-A56A-706C237BF9B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081" name="Flowchart: Connector 3080">
                            <a:extLst>
                              <a:ext uri="{FF2B5EF4-FFF2-40B4-BE49-F238E27FC236}">
                                <a16:creationId xmlns:a16="http://schemas.microsoft.com/office/drawing/2014/main" id="{4A4FACD9-BFA2-4FFD-B8CA-9069B695C6D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082" name="Flowchart: Connector 3081">
                            <a:extLst>
                              <a:ext uri="{FF2B5EF4-FFF2-40B4-BE49-F238E27FC236}">
                                <a16:creationId xmlns:a16="http://schemas.microsoft.com/office/drawing/2014/main" id="{0E0F7517-2AF5-4746-8C76-FFCC53A0B10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083" name="Flowchart: Connector 3082">
                            <a:extLst>
                              <a:ext uri="{FF2B5EF4-FFF2-40B4-BE49-F238E27FC236}">
                                <a16:creationId xmlns:a16="http://schemas.microsoft.com/office/drawing/2014/main" id="{74A8AB01-93B4-4D75-852E-4FD8B504AD9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084" name="3D Model 3083" descr="Sphere">
                                <a:extLst>
                                  <a:ext uri="{FF2B5EF4-FFF2-40B4-BE49-F238E27FC236}">
                                    <a16:creationId xmlns:a16="http://schemas.microsoft.com/office/drawing/2014/main" id="{1805FD88-25CC-4F37-B486-1DC2FF9F3EE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71399174"/>
                                  </p:ext>
                                </p:extLst>
                              </p:nvPr>
                            </p:nvGraphicFramePr>
                            <p:xfrm>
                              <a:off x="3717893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615" name="3D Model 1614" descr="Sphere">
                                <a:extLst>
                                  <a:ext uri="{FF2B5EF4-FFF2-40B4-BE49-F238E27FC236}">
                                    <a16:creationId xmlns:a16="http://schemas.microsoft.com/office/drawing/2014/main" id="{A25BF9BF-9D18-439B-8289-387D4D30D31A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457203" y="2396751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085" name="Flowchart: Connector 3084">
                            <a:extLst>
                              <a:ext uri="{FF2B5EF4-FFF2-40B4-BE49-F238E27FC236}">
                                <a16:creationId xmlns:a16="http://schemas.microsoft.com/office/drawing/2014/main" id="{F7EB0212-2DE4-4EA6-848F-AF31A03A588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086" name="3D Model 3085" descr="Sphere">
                                <a:extLst>
                                  <a:ext uri="{FF2B5EF4-FFF2-40B4-BE49-F238E27FC236}">
                                    <a16:creationId xmlns:a16="http://schemas.microsoft.com/office/drawing/2014/main" id="{38A7079C-2CA4-4B46-9051-F466004CBBB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165631798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087" name="Flowchart: Connector 3086">
                            <a:extLst>
                              <a:ext uri="{FF2B5EF4-FFF2-40B4-BE49-F238E27FC236}">
                                <a16:creationId xmlns:a16="http://schemas.microsoft.com/office/drawing/2014/main" id="{3F89F445-2955-4B80-83D5-C4770B48FB8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088" name="3D Model 3087" descr="Sphere">
                                <a:extLst>
                                  <a:ext uri="{FF2B5EF4-FFF2-40B4-BE49-F238E27FC236}">
                                    <a16:creationId xmlns:a16="http://schemas.microsoft.com/office/drawing/2014/main" id="{7491C6A8-6FC6-4C6F-AEB1-63B85FAA53A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49331244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089" name="Flowchart: Connector 3088">
                            <a:extLst>
                              <a:ext uri="{FF2B5EF4-FFF2-40B4-BE49-F238E27FC236}">
                                <a16:creationId xmlns:a16="http://schemas.microsoft.com/office/drawing/2014/main" id="{737F3C3F-9384-4A88-A9E4-2C4E67DBA55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090" name="3D Model 3089" descr="Sphere">
                                <a:extLst>
                                  <a:ext uri="{FF2B5EF4-FFF2-40B4-BE49-F238E27FC236}">
                                    <a16:creationId xmlns:a16="http://schemas.microsoft.com/office/drawing/2014/main" id="{5A039FFA-DD1D-45D6-8C04-F5448330CF8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201986125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3042" name="Group 3041">
                          <a:extLst>
                            <a:ext uri="{FF2B5EF4-FFF2-40B4-BE49-F238E27FC236}">
                              <a16:creationId xmlns:a16="http://schemas.microsoft.com/office/drawing/2014/main" id="{AEFBBD81-CD8A-4B53-AB38-BE76CB49EB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936" y="1817250"/>
                          <a:ext cx="1064014" cy="643455"/>
                          <a:chOff x="3717893" y="1713221"/>
                          <a:chExt cx="1064014" cy="643455"/>
                        </a:xfrm>
                      </p:grpSpPr>
                      <p:sp>
                        <p:nvSpPr>
                          <p:cNvPr id="3059" name="Flowchart: Connector 3058">
                            <a:extLst>
                              <a:ext uri="{FF2B5EF4-FFF2-40B4-BE49-F238E27FC236}">
                                <a16:creationId xmlns:a16="http://schemas.microsoft.com/office/drawing/2014/main" id="{65CFBD27-9255-4D83-B5DE-00B5C31423E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060" name="Flowchart: Connector 3059">
                            <a:extLst>
                              <a:ext uri="{FF2B5EF4-FFF2-40B4-BE49-F238E27FC236}">
                                <a16:creationId xmlns:a16="http://schemas.microsoft.com/office/drawing/2014/main" id="{C05C8CE5-502F-49C5-887E-AB486680ABB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061" name="Flowchart: Connector 3060">
                            <a:extLst>
                              <a:ext uri="{FF2B5EF4-FFF2-40B4-BE49-F238E27FC236}">
                                <a16:creationId xmlns:a16="http://schemas.microsoft.com/office/drawing/2014/main" id="{7316DB09-4766-4CE0-A282-DF619427336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062" name="Flowchart: Connector 3061">
                            <a:extLst>
                              <a:ext uri="{FF2B5EF4-FFF2-40B4-BE49-F238E27FC236}">
                                <a16:creationId xmlns:a16="http://schemas.microsoft.com/office/drawing/2014/main" id="{584E4DA5-372C-432C-8ADE-AE9B6A50264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063" name="Flowchart: Connector 3062">
                            <a:extLst>
                              <a:ext uri="{FF2B5EF4-FFF2-40B4-BE49-F238E27FC236}">
                                <a16:creationId xmlns:a16="http://schemas.microsoft.com/office/drawing/2014/main" id="{83976D19-F542-4100-9231-C1B55C74573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064" name="Flowchart: Connector 3063">
                            <a:extLst>
                              <a:ext uri="{FF2B5EF4-FFF2-40B4-BE49-F238E27FC236}">
                                <a16:creationId xmlns:a16="http://schemas.microsoft.com/office/drawing/2014/main" id="{95479CE2-8242-453C-993A-D630E88BCC8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065" name="Flowchart: Connector 3064">
                            <a:extLst>
                              <a:ext uri="{FF2B5EF4-FFF2-40B4-BE49-F238E27FC236}">
                                <a16:creationId xmlns:a16="http://schemas.microsoft.com/office/drawing/2014/main" id="{48C8DCD8-909F-4999-B50A-4143B70C7D2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066" name="Flowchart: Connector 3065">
                            <a:extLst>
                              <a:ext uri="{FF2B5EF4-FFF2-40B4-BE49-F238E27FC236}">
                                <a16:creationId xmlns:a16="http://schemas.microsoft.com/office/drawing/2014/main" id="{37BBB223-6FA8-451C-A2E5-A64B27D8A0B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3067" name="Flowchart: Connector 3066">
                            <a:extLst>
                              <a:ext uri="{FF2B5EF4-FFF2-40B4-BE49-F238E27FC236}">
                                <a16:creationId xmlns:a16="http://schemas.microsoft.com/office/drawing/2014/main" id="{2C50E795-339E-412A-B74E-A9E82461E4E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068" name="3D Model 3067" descr="Sphere">
                                <a:extLst>
                                  <a:ext uri="{FF2B5EF4-FFF2-40B4-BE49-F238E27FC236}">
                                    <a16:creationId xmlns:a16="http://schemas.microsoft.com/office/drawing/2014/main" id="{9050352D-DCE5-4E4A-BE32-99985788F5D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13574790"/>
                                  </p:ext>
                                </p:extLst>
                              </p:nvPr>
                            </p:nvGraphicFramePr>
                            <p:xfrm>
                              <a:off x="3717893" y="171322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599" name="3D Model 1598" descr="Sphere">
                                <a:extLst>
                                  <a:ext uri="{FF2B5EF4-FFF2-40B4-BE49-F238E27FC236}">
                                    <a16:creationId xmlns:a16="http://schemas.microsoft.com/office/drawing/2014/main" id="{65F4613F-BA2E-4D19-92B6-DD90C6B413C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455522" y="2335881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069" name="Flowchart: Connector 3068">
                            <a:extLst>
                              <a:ext uri="{FF2B5EF4-FFF2-40B4-BE49-F238E27FC236}">
                                <a16:creationId xmlns:a16="http://schemas.microsoft.com/office/drawing/2014/main" id="{9475AF36-A3EF-41CA-94BE-CCEF874D2AE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070" name="3D Model 3069" descr="Sphere">
                                <a:extLst>
                                  <a:ext uri="{FF2B5EF4-FFF2-40B4-BE49-F238E27FC236}">
                                    <a16:creationId xmlns:a16="http://schemas.microsoft.com/office/drawing/2014/main" id="{45A9EF8E-4644-406F-9E7F-8E737411909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676377942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601" name="3D Model 1600" descr="Sphere">
                                <a:extLst>
                                  <a:ext uri="{FF2B5EF4-FFF2-40B4-BE49-F238E27FC236}">
                                    <a16:creationId xmlns:a16="http://schemas.microsoft.com/office/drawing/2014/main" id="{D6E5EE4C-3068-4057-8CA8-50136651EC6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497223" y="2351751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071" name="Flowchart: Connector 3070">
                            <a:extLst>
                              <a:ext uri="{FF2B5EF4-FFF2-40B4-BE49-F238E27FC236}">
                                <a16:creationId xmlns:a16="http://schemas.microsoft.com/office/drawing/2014/main" id="{9497C3D3-EE84-4C19-B59B-53B4AB138B3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072" name="3D Model 3071" descr="Sphere">
                                <a:extLst>
                                  <a:ext uri="{FF2B5EF4-FFF2-40B4-BE49-F238E27FC236}">
                                    <a16:creationId xmlns:a16="http://schemas.microsoft.com/office/drawing/2014/main" id="{DFB75C1A-5753-4648-9DB9-C14990479CC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35560764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3073" name="Flowchart: Connector 3072">
                            <a:extLst>
                              <a:ext uri="{FF2B5EF4-FFF2-40B4-BE49-F238E27FC236}">
                                <a16:creationId xmlns:a16="http://schemas.microsoft.com/office/drawing/2014/main" id="{8FDF8400-B213-4938-A9D6-174E04B68DE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3074" name="3D Model 3073" descr="Sphere">
                                <a:extLst>
                                  <a:ext uri="{FF2B5EF4-FFF2-40B4-BE49-F238E27FC236}">
                                    <a16:creationId xmlns:a16="http://schemas.microsoft.com/office/drawing/2014/main" id="{961678E4-95C1-4B51-A0BA-85D5689D438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72768551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3043" name="Flowchart: Connector 3042">
                          <a:extLst>
                            <a:ext uri="{FF2B5EF4-FFF2-40B4-BE49-F238E27FC236}">
                              <a16:creationId xmlns:a16="http://schemas.microsoft.com/office/drawing/2014/main" id="{4A15834C-D60F-45DB-A5A0-CB0C79ABFAB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044" name="Flowchart: Connector 3043">
                          <a:extLst>
                            <a:ext uri="{FF2B5EF4-FFF2-40B4-BE49-F238E27FC236}">
                              <a16:creationId xmlns:a16="http://schemas.microsoft.com/office/drawing/2014/main" id="{BD717F1F-DF3B-4913-8554-1B973ECD0A7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045" name="Flowchart: Connector 3044">
                          <a:extLst>
                            <a:ext uri="{FF2B5EF4-FFF2-40B4-BE49-F238E27FC236}">
                              <a16:creationId xmlns:a16="http://schemas.microsoft.com/office/drawing/2014/main" id="{7450F3FA-B154-44C4-A092-A53CCBB943E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26347" y="177334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046" name="Flowchart: Connector 3045">
                          <a:extLst>
                            <a:ext uri="{FF2B5EF4-FFF2-40B4-BE49-F238E27FC236}">
                              <a16:creationId xmlns:a16="http://schemas.microsoft.com/office/drawing/2014/main" id="{49D704C8-2009-4751-B4B4-1792753C13A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047" name="Flowchart: Connector 3046">
                          <a:extLst>
                            <a:ext uri="{FF2B5EF4-FFF2-40B4-BE49-F238E27FC236}">
                              <a16:creationId xmlns:a16="http://schemas.microsoft.com/office/drawing/2014/main" id="{7792E276-57D4-4BE5-827F-B3B0893EFF5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048" name="Flowchart: Connector 3047">
                          <a:extLst>
                            <a:ext uri="{FF2B5EF4-FFF2-40B4-BE49-F238E27FC236}">
                              <a16:creationId xmlns:a16="http://schemas.microsoft.com/office/drawing/2014/main" id="{28012CA7-057F-4B74-AC77-4503D5AB1D5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049" name="Flowchart: Connector 3048">
                          <a:extLst>
                            <a:ext uri="{FF2B5EF4-FFF2-40B4-BE49-F238E27FC236}">
                              <a16:creationId xmlns:a16="http://schemas.microsoft.com/office/drawing/2014/main" id="{85F2DC72-60CC-4C12-A679-203AE107C70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050" name="Flowchart: Connector 3049">
                          <a:extLst>
                            <a:ext uri="{FF2B5EF4-FFF2-40B4-BE49-F238E27FC236}">
                              <a16:creationId xmlns:a16="http://schemas.microsoft.com/office/drawing/2014/main" id="{820DFE6E-26DD-40E1-8C1C-A65E65C4596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051" name="Flowchart: Connector 3050">
                          <a:extLst>
                            <a:ext uri="{FF2B5EF4-FFF2-40B4-BE49-F238E27FC236}">
                              <a16:creationId xmlns:a16="http://schemas.microsoft.com/office/drawing/2014/main" id="{76A15CBE-6FBF-4804-A6A3-A1449FAD7C0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052" name="3D Model 3051" descr="Sphere">
                              <a:extLst>
                                <a:ext uri="{FF2B5EF4-FFF2-40B4-BE49-F238E27FC236}">
                                  <a16:creationId xmlns:a16="http://schemas.microsoft.com/office/drawing/2014/main" id="{393A0B10-B88F-443C-8C80-F959C27E176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35446510"/>
                                </p:ext>
                              </p:extLst>
                            </p:nvPr>
                          </p:nvGraphicFramePr>
                          <p:xfrm>
                            <a:off x="2122087" y="1503359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433448" ay="1433014" az="-1105299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7"/>
                                </am3d:raster>
                                <am3d:objViewport viewportSz="5757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583" name="3D Model 1582" descr="Sphere">
                              <a:extLst>
                                <a:ext uri="{FF2B5EF4-FFF2-40B4-BE49-F238E27FC236}">
                                  <a16:creationId xmlns:a16="http://schemas.microsoft.com/office/drawing/2014/main" id="{FAEF2B25-A843-4C17-96E6-2326F5086280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456764" y="2276761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053" name="Flowchart: Connector 3052">
                          <a:extLst>
                            <a:ext uri="{FF2B5EF4-FFF2-40B4-BE49-F238E27FC236}">
                              <a16:creationId xmlns:a16="http://schemas.microsoft.com/office/drawing/2014/main" id="{BA06245C-68DA-4D2E-9901-25AEF03ADC8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054" name="3D Model 3053" descr="Sphere">
                              <a:extLst>
                                <a:ext uri="{FF2B5EF4-FFF2-40B4-BE49-F238E27FC236}">
                                  <a16:creationId xmlns:a16="http://schemas.microsoft.com/office/drawing/2014/main" id="{6E60ADFB-5611-42C8-9291-12074975C6F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61278927"/>
                                </p:ext>
                              </p:extLst>
                            </p:nvPr>
                          </p:nvGraphicFramePr>
                          <p:xfrm>
                            <a:off x="2368043" y="1593681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5"/>
                                </am3d:raster>
                                <am3d:objViewport viewportSz="5886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585" name="3D Model 1584" descr="Sphere">
                              <a:extLst>
                                <a:ext uri="{FF2B5EF4-FFF2-40B4-BE49-F238E27FC236}">
                                  <a16:creationId xmlns:a16="http://schemas.microsoft.com/office/drawing/2014/main" id="{1A48DAB0-96E9-49A7-8F43-87B8AB828CE3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499488" y="2293773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055" name="Flowchart: Connector 3054">
                          <a:extLst>
                            <a:ext uri="{FF2B5EF4-FFF2-40B4-BE49-F238E27FC236}">
                              <a16:creationId xmlns:a16="http://schemas.microsoft.com/office/drawing/2014/main" id="{5DAE68F6-59DE-4D79-872A-89F447D4241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056" name="3D Model 3055" descr="Sphere">
                              <a:extLst>
                                <a:ext uri="{FF2B5EF4-FFF2-40B4-BE49-F238E27FC236}">
                                  <a16:creationId xmlns:a16="http://schemas.microsoft.com/office/drawing/2014/main" id="{0832CEE4-8229-40E5-B824-A40226DAF53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92796789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3235" cy="6170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7"/>
                                </am3d:raster>
                                <am3d:objViewport viewportSz="6018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587" name="3D Model 1586" descr="Sphere">
                              <a:extLst>
                                <a:ext uri="{FF2B5EF4-FFF2-40B4-BE49-F238E27FC236}">
                                  <a16:creationId xmlns:a16="http://schemas.microsoft.com/office/drawing/2014/main" id="{4A9E232F-1EA8-4405-8501-404ABAFC62E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3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541375" y="2302789"/>
                              <a:ext cx="53235" cy="61702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057" name="Flowchart: Connector 3056">
                          <a:extLst>
                            <a:ext uri="{FF2B5EF4-FFF2-40B4-BE49-F238E27FC236}">
                              <a16:creationId xmlns:a16="http://schemas.microsoft.com/office/drawing/2014/main" id="{8616EA53-5C6E-4A8E-B406-1D60CB34273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058" name="3D Model 3057" descr="Sphere">
                              <a:extLst>
                                <a:ext uri="{FF2B5EF4-FFF2-40B4-BE49-F238E27FC236}">
                                  <a16:creationId xmlns:a16="http://schemas.microsoft.com/office/drawing/2014/main" id="{EA228896-CD27-48C8-B5F9-4E69944C571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58257460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1045" cy="5891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9"/>
                                </am3d:raster>
                                <am3d:objViewport viewportSz="5955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589" name="3D Model 1588" descr="Sphere">
                              <a:extLst>
                                <a:ext uri="{FF2B5EF4-FFF2-40B4-BE49-F238E27FC236}">
                                  <a16:creationId xmlns:a16="http://schemas.microsoft.com/office/drawing/2014/main" id="{4614BFF0-34DE-485F-8555-3EBF46C0817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588001" y="2319183"/>
                              <a:ext cx="51045" cy="589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2948" name="Group 2947">
                      <a:extLst>
                        <a:ext uri="{FF2B5EF4-FFF2-40B4-BE49-F238E27FC236}">
                          <a16:creationId xmlns:a16="http://schemas.microsoft.com/office/drawing/2014/main" id="{5AB7400C-497D-4E55-B96E-52ADEF5E62E8}"/>
                        </a:ext>
                      </a:extLst>
                    </p:cNvPr>
                    <p:cNvGrpSpPr/>
                    <p:nvPr/>
                  </p:nvGrpSpPr>
                  <p:grpSpPr>
                    <a:xfrm rot="18542409">
                      <a:off x="2257159" y="236280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3018" name="Freeform: Shape 3017">
                        <a:extLst>
                          <a:ext uri="{FF2B5EF4-FFF2-40B4-BE49-F238E27FC236}">
                            <a16:creationId xmlns:a16="http://schemas.microsoft.com/office/drawing/2014/main" id="{9C654F8C-E68B-4142-8372-A01703E46BD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019" name="Rectangle: Rounded Corners 3018">
                        <a:extLst>
                          <a:ext uri="{FF2B5EF4-FFF2-40B4-BE49-F238E27FC236}">
                            <a16:creationId xmlns:a16="http://schemas.microsoft.com/office/drawing/2014/main" id="{EA093995-F38E-4239-B4CA-17A702F99F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949" name="Group 2948">
                      <a:extLst>
                        <a:ext uri="{FF2B5EF4-FFF2-40B4-BE49-F238E27FC236}">
                          <a16:creationId xmlns:a16="http://schemas.microsoft.com/office/drawing/2014/main" id="{E86489E1-8AF4-4092-AF6D-DD30A54B4276}"/>
                        </a:ext>
                      </a:extLst>
                    </p:cNvPr>
                    <p:cNvGrpSpPr/>
                    <p:nvPr/>
                  </p:nvGrpSpPr>
                  <p:grpSpPr>
                    <a:xfrm rot="17122200">
                      <a:off x="1187274" y="235013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3016" name="Freeform: Shape 3015">
                        <a:extLst>
                          <a:ext uri="{FF2B5EF4-FFF2-40B4-BE49-F238E27FC236}">
                            <a16:creationId xmlns:a16="http://schemas.microsoft.com/office/drawing/2014/main" id="{BEA804E9-A978-41C9-8BA6-C2EC933C028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017" name="Rectangle: Rounded Corners 3016">
                        <a:extLst>
                          <a:ext uri="{FF2B5EF4-FFF2-40B4-BE49-F238E27FC236}">
                            <a16:creationId xmlns:a16="http://schemas.microsoft.com/office/drawing/2014/main" id="{20E9F761-FF29-48D1-B1B3-068A01421C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950" name="Group 2949">
                      <a:extLst>
                        <a:ext uri="{FF2B5EF4-FFF2-40B4-BE49-F238E27FC236}">
                          <a16:creationId xmlns:a16="http://schemas.microsoft.com/office/drawing/2014/main" id="{6E167689-1FFA-49D7-BA6C-6E630423D6D3}"/>
                        </a:ext>
                      </a:extLst>
                    </p:cNvPr>
                    <p:cNvGrpSpPr/>
                    <p:nvPr/>
                  </p:nvGrpSpPr>
                  <p:grpSpPr>
                    <a:xfrm rot="658209">
                      <a:off x="2479276" y="3323586"/>
                      <a:ext cx="746642" cy="235253"/>
                      <a:chOff x="2620172" y="2546175"/>
                      <a:chExt cx="834986" cy="143092"/>
                    </a:xfrm>
                  </p:grpSpPr>
                  <p:sp>
                    <p:nvSpPr>
                      <p:cNvPr id="3014" name="Freeform: Shape 3013">
                        <a:extLst>
                          <a:ext uri="{FF2B5EF4-FFF2-40B4-BE49-F238E27FC236}">
                            <a16:creationId xmlns:a16="http://schemas.microsoft.com/office/drawing/2014/main" id="{7490AD9B-0216-42FC-B74B-9122961F5FA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015" name="Rectangle: Rounded Corners 3014">
                        <a:extLst>
                          <a:ext uri="{FF2B5EF4-FFF2-40B4-BE49-F238E27FC236}">
                            <a16:creationId xmlns:a16="http://schemas.microsoft.com/office/drawing/2014/main" id="{50AAFA4A-91FA-4042-A68B-746615D7EA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951" name="Group 2950">
                      <a:extLst>
                        <a:ext uri="{FF2B5EF4-FFF2-40B4-BE49-F238E27FC236}">
                          <a16:creationId xmlns:a16="http://schemas.microsoft.com/office/drawing/2014/main" id="{35663F4F-C996-4F69-8CFF-AE67FB91C329}"/>
                        </a:ext>
                      </a:extLst>
                    </p:cNvPr>
                    <p:cNvGrpSpPr/>
                    <p:nvPr/>
                  </p:nvGrpSpPr>
                  <p:grpSpPr>
                    <a:xfrm rot="18837888">
                      <a:off x="1789768" y="223810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3012" name="Freeform: Shape 3011">
                        <a:extLst>
                          <a:ext uri="{FF2B5EF4-FFF2-40B4-BE49-F238E27FC236}">
                            <a16:creationId xmlns:a16="http://schemas.microsoft.com/office/drawing/2014/main" id="{CC0F1442-A34E-4AF5-9B48-999FD7D3C5B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013" name="Rectangle: Rounded Corners 3012">
                        <a:extLst>
                          <a:ext uri="{FF2B5EF4-FFF2-40B4-BE49-F238E27FC236}">
                            <a16:creationId xmlns:a16="http://schemas.microsoft.com/office/drawing/2014/main" id="{239AE304-6712-400F-A8A0-6E6E525C92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952" name="Group 2951">
                      <a:extLst>
                        <a:ext uri="{FF2B5EF4-FFF2-40B4-BE49-F238E27FC236}">
                          <a16:creationId xmlns:a16="http://schemas.microsoft.com/office/drawing/2014/main" id="{FFB137AF-B5C4-432B-B3D6-518B4FE5F2DE}"/>
                        </a:ext>
                      </a:extLst>
                    </p:cNvPr>
                    <p:cNvGrpSpPr/>
                    <p:nvPr/>
                  </p:nvGrpSpPr>
                  <p:grpSpPr>
                    <a:xfrm rot="16200000">
                      <a:off x="563034" y="2429570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3010" name="Freeform: Shape 3009">
                        <a:extLst>
                          <a:ext uri="{FF2B5EF4-FFF2-40B4-BE49-F238E27FC236}">
                            <a16:creationId xmlns:a16="http://schemas.microsoft.com/office/drawing/2014/main" id="{6D993BE6-6F12-441E-B712-8DD50F57B9F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011" name="Rectangle: Rounded Corners 3010">
                        <a:extLst>
                          <a:ext uri="{FF2B5EF4-FFF2-40B4-BE49-F238E27FC236}">
                            <a16:creationId xmlns:a16="http://schemas.microsoft.com/office/drawing/2014/main" id="{9A52E2C2-6C6D-46C5-BA9D-50A8FD03E8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953" name="Group 2952">
                      <a:extLst>
                        <a:ext uri="{FF2B5EF4-FFF2-40B4-BE49-F238E27FC236}">
                          <a16:creationId xmlns:a16="http://schemas.microsoft.com/office/drawing/2014/main" id="{24F07E38-951F-404C-8295-C96EEBFDBEBA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350328" y="442527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3008" name="Freeform: Shape 3007">
                        <a:extLst>
                          <a:ext uri="{FF2B5EF4-FFF2-40B4-BE49-F238E27FC236}">
                            <a16:creationId xmlns:a16="http://schemas.microsoft.com/office/drawing/2014/main" id="{21506661-4671-4C83-B59F-AE4791FBACC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009" name="Rectangle: Rounded Corners 3008">
                        <a:extLst>
                          <a:ext uri="{FF2B5EF4-FFF2-40B4-BE49-F238E27FC236}">
                            <a16:creationId xmlns:a16="http://schemas.microsoft.com/office/drawing/2014/main" id="{B87D2F55-31D5-44AF-85FE-03433F11AA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954" name="Group 2953">
                      <a:extLst>
                        <a:ext uri="{FF2B5EF4-FFF2-40B4-BE49-F238E27FC236}">
                          <a16:creationId xmlns:a16="http://schemas.microsoft.com/office/drawing/2014/main" id="{13CCC32B-695D-43FC-937D-83BD1E79B6D4}"/>
                        </a:ext>
                      </a:extLst>
                    </p:cNvPr>
                    <p:cNvGrpSpPr/>
                    <p:nvPr/>
                  </p:nvGrpSpPr>
                  <p:grpSpPr>
                    <a:xfrm rot="5880914">
                      <a:off x="789613" y="438062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3006" name="Freeform: Shape 3005">
                        <a:extLst>
                          <a:ext uri="{FF2B5EF4-FFF2-40B4-BE49-F238E27FC236}">
                            <a16:creationId xmlns:a16="http://schemas.microsoft.com/office/drawing/2014/main" id="{0E464471-43DD-45AD-9BB5-557AF294661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007" name="Rectangle: Rounded Corners 3006">
                        <a:extLst>
                          <a:ext uri="{FF2B5EF4-FFF2-40B4-BE49-F238E27FC236}">
                            <a16:creationId xmlns:a16="http://schemas.microsoft.com/office/drawing/2014/main" id="{E8EEE830-E387-4A03-92E5-E00FA6EE75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955" name="Group 2954">
                      <a:extLst>
                        <a:ext uri="{FF2B5EF4-FFF2-40B4-BE49-F238E27FC236}">
                          <a16:creationId xmlns:a16="http://schemas.microsoft.com/office/drawing/2014/main" id="{C13780E5-8AA7-41C9-90F0-88C998A9EAE4}"/>
                        </a:ext>
                      </a:extLst>
                    </p:cNvPr>
                    <p:cNvGrpSpPr/>
                    <p:nvPr/>
                  </p:nvGrpSpPr>
                  <p:grpSpPr>
                    <a:xfrm rot="13587211">
                      <a:off x="651990" y="2929858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3004" name="Freeform: Shape 3003">
                        <a:extLst>
                          <a:ext uri="{FF2B5EF4-FFF2-40B4-BE49-F238E27FC236}">
                            <a16:creationId xmlns:a16="http://schemas.microsoft.com/office/drawing/2014/main" id="{2266FA28-CEDA-437D-A7E2-E361C8BE715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005" name="Rectangle: Rounded Corners 3004">
                        <a:extLst>
                          <a:ext uri="{FF2B5EF4-FFF2-40B4-BE49-F238E27FC236}">
                            <a16:creationId xmlns:a16="http://schemas.microsoft.com/office/drawing/2014/main" id="{8652CA83-D2BA-4D22-AC9A-41A3FE7844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956" name="Group 2955">
                      <a:extLst>
                        <a:ext uri="{FF2B5EF4-FFF2-40B4-BE49-F238E27FC236}">
                          <a16:creationId xmlns:a16="http://schemas.microsoft.com/office/drawing/2014/main" id="{9746B172-1186-4AF4-BD4D-9C19EA0A20AB}"/>
                        </a:ext>
                      </a:extLst>
                    </p:cNvPr>
                    <p:cNvGrpSpPr/>
                    <p:nvPr/>
                  </p:nvGrpSpPr>
                  <p:grpSpPr>
                    <a:xfrm rot="11351284">
                      <a:off x="163719" y="3807693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3002" name="Freeform: Shape 3001">
                        <a:extLst>
                          <a:ext uri="{FF2B5EF4-FFF2-40B4-BE49-F238E27FC236}">
                            <a16:creationId xmlns:a16="http://schemas.microsoft.com/office/drawing/2014/main" id="{92A96B95-B040-43ED-AB45-3395EC4C8DD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003" name="Rectangle: Rounded Corners 3002">
                        <a:extLst>
                          <a:ext uri="{FF2B5EF4-FFF2-40B4-BE49-F238E27FC236}">
                            <a16:creationId xmlns:a16="http://schemas.microsoft.com/office/drawing/2014/main" id="{9BC9ED24-A09D-4D99-96B9-4A25F0A949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957" name="Group 2956">
                      <a:extLst>
                        <a:ext uri="{FF2B5EF4-FFF2-40B4-BE49-F238E27FC236}">
                          <a16:creationId xmlns:a16="http://schemas.microsoft.com/office/drawing/2014/main" id="{8D2342B8-9FE6-49C9-BD09-017FA7D96AA1}"/>
                        </a:ext>
                      </a:extLst>
                    </p:cNvPr>
                    <p:cNvGrpSpPr/>
                    <p:nvPr/>
                  </p:nvGrpSpPr>
                  <p:grpSpPr>
                    <a:xfrm rot="4193783">
                      <a:off x="2062756" y="4148262"/>
                      <a:ext cx="706454" cy="171076"/>
                      <a:chOff x="2620172" y="2546175"/>
                      <a:chExt cx="834986" cy="143092"/>
                    </a:xfrm>
                  </p:grpSpPr>
                  <p:sp>
                    <p:nvSpPr>
                      <p:cNvPr id="3000" name="Freeform: Shape 2999">
                        <a:extLst>
                          <a:ext uri="{FF2B5EF4-FFF2-40B4-BE49-F238E27FC236}">
                            <a16:creationId xmlns:a16="http://schemas.microsoft.com/office/drawing/2014/main" id="{801C1667-2938-4E6B-A2ED-933E3539D40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3001" name="Rectangle: Rounded Corners 3000">
                        <a:extLst>
                          <a:ext uri="{FF2B5EF4-FFF2-40B4-BE49-F238E27FC236}">
                            <a16:creationId xmlns:a16="http://schemas.microsoft.com/office/drawing/2014/main" id="{AEA60B63-51A0-4C66-84F5-A4AEA5F2DA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958" name="Group 2957">
                      <a:extLst>
                        <a:ext uri="{FF2B5EF4-FFF2-40B4-BE49-F238E27FC236}">
                          <a16:creationId xmlns:a16="http://schemas.microsoft.com/office/drawing/2014/main" id="{B21F12A4-F132-4909-AF7A-D14C5B1F0A01}"/>
                        </a:ext>
                      </a:extLst>
                    </p:cNvPr>
                    <p:cNvGrpSpPr/>
                    <p:nvPr/>
                  </p:nvGrpSpPr>
                  <p:grpSpPr>
                    <a:xfrm rot="1837203">
                      <a:off x="2331692" y="387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2998" name="Freeform: Shape 2997">
                        <a:extLst>
                          <a:ext uri="{FF2B5EF4-FFF2-40B4-BE49-F238E27FC236}">
                            <a16:creationId xmlns:a16="http://schemas.microsoft.com/office/drawing/2014/main" id="{36FBB358-5A0A-418D-BC1C-0CA34251B40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999" name="Rectangle: Rounded Corners 2998">
                        <a:extLst>
                          <a:ext uri="{FF2B5EF4-FFF2-40B4-BE49-F238E27FC236}">
                            <a16:creationId xmlns:a16="http://schemas.microsoft.com/office/drawing/2014/main" id="{79ACDD31-DFCC-4848-A4E3-E45F947990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959" name="Group 2958">
                      <a:extLst>
                        <a:ext uri="{FF2B5EF4-FFF2-40B4-BE49-F238E27FC236}">
                          <a16:creationId xmlns:a16="http://schemas.microsoft.com/office/drawing/2014/main" id="{9AC28999-77EA-4EC7-9EF3-C9A4F370371A}"/>
                        </a:ext>
                      </a:extLst>
                    </p:cNvPr>
                    <p:cNvGrpSpPr/>
                    <p:nvPr/>
                  </p:nvGrpSpPr>
                  <p:grpSpPr>
                    <a:xfrm rot="932650">
                      <a:off x="2489621" y="310501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2996" name="Freeform: Shape 2995">
                        <a:extLst>
                          <a:ext uri="{FF2B5EF4-FFF2-40B4-BE49-F238E27FC236}">
                            <a16:creationId xmlns:a16="http://schemas.microsoft.com/office/drawing/2014/main" id="{422457EB-2533-419C-AB0B-0B8D08659BE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997" name="Rectangle: Rounded Corners 2996">
                        <a:extLst>
                          <a:ext uri="{FF2B5EF4-FFF2-40B4-BE49-F238E27FC236}">
                            <a16:creationId xmlns:a16="http://schemas.microsoft.com/office/drawing/2014/main" id="{B33D79FC-2C56-4CAE-B563-F76894AE7E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960" name="Group 2959">
                      <a:extLst>
                        <a:ext uri="{FF2B5EF4-FFF2-40B4-BE49-F238E27FC236}">
                          <a16:creationId xmlns:a16="http://schemas.microsoft.com/office/drawing/2014/main" id="{D2269FA6-677C-4EEA-BCEE-D2E941181C49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686489" y="34904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2994" name="Freeform: Shape 2993">
                        <a:extLst>
                          <a:ext uri="{FF2B5EF4-FFF2-40B4-BE49-F238E27FC236}">
                            <a16:creationId xmlns:a16="http://schemas.microsoft.com/office/drawing/2014/main" id="{49B5DEE6-0413-42E8-8CEC-D2C88F80F25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995" name="Rectangle: Rounded Corners 2994">
                        <a:extLst>
                          <a:ext uri="{FF2B5EF4-FFF2-40B4-BE49-F238E27FC236}">
                            <a16:creationId xmlns:a16="http://schemas.microsoft.com/office/drawing/2014/main" id="{2D0EABD4-B02D-417E-A8BE-FEA27F961E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961" name="Group 2960">
                      <a:extLst>
                        <a:ext uri="{FF2B5EF4-FFF2-40B4-BE49-F238E27FC236}">
                          <a16:creationId xmlns:a16="http://schemas.microsoft.com/office/drawing/2014/main" id="{819B3169-344C-41CE-AB38-2C5247C0C42B}"/>
                        </a:ext>
                      </a:extLst>
                    </p:cNvPr>
                    <p:cNvGrpSpPr/>
                    <p:nvPr/>
                  </p:nvGrpSpPr>
                  <p:grpSpPr>
                    <a:xfrm rot="16924252">
                      <a:off x="1635001" y="2371073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2992" name="Freeform: Shape 2991">
                        <a:extLst>
                          <a:ext uri="{FF2B5EF4-FFF2-40B4-BE49-F238E27FC236}">
                            <a16:creationId xmlns:a16="http://schemas.microsoft.com/office/drawing/2014/main" id="{7841C993-F698-4683-A499-B8F9DE97177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993" name="Rectangle: Rounded Corners 2992">
                        <a:extLst>
                          <a:ext uri="{FF2B5EF4-FFF2-40B4-BE49-F238E27FC236}">
                            <a16:creationId xmlns:a16="http://schemas.microsoft.com/office/drawing/2014/main" id="{090B774F-6632-4686-954A-ECC60B4979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962" name="Group 2961">
                      <a:extLst>
                        <a:ext uri="{FF2B5EF4-FFF2-40B4-BE49-F238E27FC236}">
                          <a16:creationId xmlns:a16="http://schemas.microsoft.com/office/drawing/2014/main" id="{8553E493-3913-4432-9E02-689E76DFDCE6}"/>
                        </a:ext>
                      </a:extLst>
                    </p:cNvPr>
                    <p:cNvGrpSpPr/>
                    <p:nvPr/>
                  </p:nvGrpSpPr>
                  <p:grpSpPr>
                    <a:xfrm rot="15677156">
                      <a:off x="985517" y="2521255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2990" name="Freeform: Shape 2989">
                        <a:extLst>
                          <a:ext uri="{FF2B5EF4-FFF2-40B4-BE49-F238E27FC236}">
                            <a16:creationId xmlns:a16="http://schemas.microsoft.com/office/drawing/2014/main" id="{76179829-6B66-4079-B7D4-3C9D6B6ED32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991" name="Rectangle: Rounded Corners 2990">
                        <a:extLst>
                          <a:ext uri="{FF2B5EF4-FFF2-40B4-BE49-F238E27FC236}">
                            <a16:creationId xmlns:a16="http://schemas.microsoft.com/office/drawing/2014/main" id="{13A67802-A090-4435-A29B-031551A3A3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963" name="Group 2962">
                      <a:extLst>
                        <a:ext uri="{FF2B5EF4-FFF2-40B4-BE49-F238E27FC236}">
                          <a16:creationId xmlns:a16="http://schemas.microsoft.com/office/drawing/2014/main" id="{AD7643C2-DEF0-4894-B3CC-5076209E1039}"/>
                        </a:ext>
                      </a:extLst>
                    </p:cNvPr>
                    <p:cNvGrpSpPr/>
                    <p:nvPr/>
                  </p:nvGrpSpPr>
                  <p:grpSpPr>
                    <a:xfrm rot="14354853" flipV="1">
                      <a:off x="976412" y="243847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2988" name="Freeform: Shape 2987">
                        <a:extLst>
                          <a:ext uri="{FF2B5EF4-FFF2-40B4-BE49-F238E27FC236}">
                            <a16:creationId xmlns:a16="http://schemas.microsoft.com/office/drawing/2014/main" id="{DD0CCD03-1216-4673-8A23-999AB0112DA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989" name="Rectangle: Rounded Corners 2988">
                        <a:extLst>
                          <a:ext uri="{FF2B5EF4-FFF2-40B4-BE49-F238E27FC236}">
                            <a16:creationId xmlns:a16="http://schemas.microsoft.com/office/drawing/2014/main" id="{635D3340-03E0-4589-983F-38A9E1B26D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964" name="Group 2963">
                      <a:extLst>
                        <a:ext uri="{FF2B5EF4-FFF2-40B4-BE49-F238E27FC236}">
                          <a16:creationId xmlns:a16="http://schemas.microsoft.com/office/drawing/2014/main" id="{5FF5AA2D-33D6-485F-BDBA-AEF3AE88C21E}"/>
                        </a:ext>
                      </a:extLst>
                    </p:cNvPr>
                    <p:cNvGrpSpPr/>
                    <p:nvPr/>
                  </p:nvGrpSpPr>
                  <p:grpSpPr>
                    <a:xfrm rot="9793356" flipV="1">
                      <a:off x="215985" y="323790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2986" name="Freeform: Shape 2985">
                        <a:extLst>
                          <a:ext uri="{FF2B5EF4-FFF2-40B4-BE49-F238E27FC236}">
                            <a16:creationId xmlns:a16="http://schemas.microsoft.com/office/drawing/2014/main" id="{2EE34DDA-193D-4AF5-BDA0-6F19F833161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987" name="Rectangle: Rounded Corners 2986">
                        <a:extLst>
                          <a:ext uri="{FF2B5EF4-FFF2-40B4-BE49-F238E27FC236}">
                            <a16:creationId xmlns:a16="http://schemas.microsoft.com/office/drawing/2014/main" id="{CDC94B47-D9A1-4681-9677-BFD552773B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965" name="Group 2964">
                      <a:extLst>
                        <a:ext uri="{FF2B5EF4-FFF2-40B4-BE49-F238E27FC236}">
                          <a16:creationId xmlns:a16="http://schemas.microsoft.com/office/drawing/2014/main" id="{11C8C73B-9086-4779-9AD8-2FA25F2068B9}"/>
                        </a:ext>
                      </a:extLst>
                    </p:cNvPr>
                    <p:cNvGrpSpPr/>
                    <p:nvPr/>
                  </p:nvGrpSpPr>
                  <p:grpSpPr>
                    <a:xfrm rot="6907686" flipV="1">
                      <a:off x="692019" y="393196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2984" name="Freeform: Shape 2983">
                        <a:extLst>
                          <a:ext uri="{FF2B5EF4-FFF2-40B4-BE49-F238E27FC236}">
                            <a16:creationId xmlns:a16="http://schemas.microsoft.com/office/drawing/2014/main" id="{99262A92-868E-4EF1-8E00-B2EFE77BD16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985" name="Rectangle: Rounded Corners 2984">
                        <a:extLst>
                          <a:ext uri="{FF2B5EF4-FFF2-40B4-BE49-F238E27FC236}">
                            <a16:creationId xmlns:a16="http://schemas.microsoft.com/office/drawing/2014/main" id="{BF023ED4-2CCE-4FD3-ACAA-5755FEBBEC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966" name="Group 2965">
                      <a:extLst>
                        <a:ext uri="{FF2B5EF4-FFF2-40B4-BE49-F238E27FC236}">
                          <a16:creationId xmlns:a16="http://schemas.microsoft.com/office/drawing/2014/main" id="{DFD9DC0A-07A0-4D86-BAF4-6D57A2EB38E9}"/>
                        </a:ext>
                      </a:extLst>
                    </p:cNvPr>
                    <p:cNvGrpSpPr/>
                    <p:nvPr/>
                  </p:nvGrpSpPr>
                  <p:grpSpPr>
                    <a:xfrm rot="1465711" flipV="1">
                      <a:off x="2002734" y="340448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2982" name="Freeform: Shape 2981">
                        <a:extLst>
                          <a:ext uri="{FF2B5EF4-FFF2-40B4-BE49-F238E27FC236}">
                            <a16:creationId xmlns:a16="http://schemas.microsoft.com/office/drawing/2014/main" id="{000D5656-429C-4F63-9E51-0C3B11B4631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983" name="Rectangle: Rounded Corners 2982">
                        <a:extLst>
                          <a:ext uri="{FF2B5EF4-FFF2-40B4-BE49-F238E27FC236}">
                            <a16:creationId xmlns:a16="http://schemas.microsoft.com/office/drawing/2014/main" id="{2D73CFB1-10FB-4F84-98A9-A39646A5A0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967" name="Group 2966">
                      <a:extLst>
                        <a:ext uri="{FF2B5EF4-FFF2-40B4-BE49-F238E27FC236}">
                          <a16:creationId xmlns:a16="http://schemas.microsoft.com/office/drawing/2014/main" id="{736CED15-2BE5-4938-A625-C5FA4CAD6073}"/>
                        </a:ext>
                      </a:extLst>
                    </p:cNvPr>
                    <p:cNvGrpSpPr/>
                    <p:nvPr/>
                  </p:nvGrpSpPr>
                  <p:grpSpPr>
                    <a:xfrm rot="19016516">
                      <a:off x="1733273" y="283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2980" name="Freeform: Shape 2979">
                        <a:extLst>
                          <a:ext uri="{FF2B5EF4-FFF2-40B4-BE49-F238E27FC236}">
                            <a16:creationId xmlns:a16="http://schemas.microsoft.com/office/drawing/2014/main" id="{56DB65C0-488C-4CD4-A437-0E9431F1D3C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981" name="Rectangle: Rounded Corners 2980">
                        <a:extLst>
                          <a:ext uri="{FF2B5EF4-FFF2-40B4-BE49-F238E27FC236}">
                            <a16:creationId xmlns:a16="http://schemas.microsoft.com/office/drawing/2014/main" id="{73C328B7-BD76-4000-AE9A-3F5492AF6E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968" name="Group 2967">
                      <a:extLst>
                        <a:ext uri="{FF2B5EF4-FFF2-40B4-BE49-F238E27FC236}">
                          <a16:creationId xmlns:a16="http://schemas.microsoft.com/office/drawing/2014/main" id="{8163DD9A-06C8-488A-8A2A-19773EE91F63}"/>
                        </a:ext>
                      </a:extLst>
                    </p:cNvPr>
                    <p:cNvGrpSpPr/>
                    <p:nvPr/>
                  </p:nvGrpSpPr>
                  <p:grpSpPr>
                    <a:xfrm rot="19245075">
                      <a:off x="1632068" y="282541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2978" name="Freeform: Shape 2977">
                        <a:extLst>
                          <a:ext uri="{FF2B5EF4-FFF2-40B4-BE49-F238E27FC236}">
                            <a16:creationId xmlns:a16="http://schemas.microsoft.com/office/drawing/2014/main" id="{DD80E7B4-AF18-4BE4-9E24-724B5A66ACB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979" name="Rectangle: Rounded Corners 2978">
                        <a:extLst>
                          <a:ext uri="{FF2B5EF4-FFF2-40B4-BE49-F238E27FC236}">
                            <a16:creationId xmlns:a16="http://schemas.microsoft.com/office/drawing/2014/main" id="{BA816D70-D18D-4323-B819-2EF5EC8D0E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969" name="Group 2968">
                      <a:extLst>
                        <a:ext uri="{FF2B5EF4-FFF2-40B4-BE49-F238E27FC236}">
                          <a16:creationId xmlns:a16="http://schemas.microsoft.com/office/drawing/2014/main" id="{37E4D509-9E59-4CC3-9C42-35EE34320C4A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838889" y="36428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2976" name="Freeform: Shape 2975">
                        <a:extLst>
                          <a:ext uri="{FF2B5EF4-FFF2-40B4-BE49-F238E27FC236}">
                            <a16:creationId xmlns:a16="http://schemas.microsoft.com/office/drawing/2014/main" id="{8C7DEB8E-1945-4C86-BAF0-790806D39CC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977" name="Rectangle: Rounded Corners 2976">
                        <a:extLst>
                          <a:ext uri="{FF2B5EF4-FFF2-40B4-BE49-F238E27FC236}">
                            <a16:creationId xmlns:a16="http://schemas.microsoft.com/office/drawing/2014/main" id="{3FF5EACA-81D2-48BB-8785-03AE7A139F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970" name="Group 2969">
                      <a:extLst>
                        <a:ext uri="{FF2B5EF4-FFF2-40B4-BE49-F238E27FC236}">
                          <a16:creationId xmlns:a16="http://schemas.microsoft.com/office/drawing/2014/main" id="{5E970E32-FD91-4954-9B23-23A252A14AA0}"/>
                        </a:ext>
                      </a:extLst>
                    </p:cNvPr>
                    <p:cNvGrpSpPr/>
                    <p:nvPr/>
                  </p:nvGrpSpPr>
                  <p:grpSpPr>
                    <a:xfrm rot="15824399">
                      <a:off x="1224680" y="281893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2974" name="Freeform: Shape 2973">
                        <a:extLst>
                          <a:ext uri="{FF2B5EF4-FFF2-40B4-BE49-F238E27FC236}">
                            <a16:creationId xmlns:a16="http://schemas.microsoft.com/office/drawing/2014/main" id="{66788A85-A595-4438-BE4F-ED7700B64FF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975" name="Rectangle: Rounded Corners 2974">
                        <a:extLst>
                          <a:ext uri="{FF2B5EF4-FFF2-40B4-BE49-F238E27FC236}">
                            <a16:creationId xmlns:a16="http://schemas.microsoft.com/office/drawing/2014/main" id="{07E17177-4D9B-4AB7-864B-97EC9C5B77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971" name="Group 2970">
                      <a:extLst>
                        <a:ext uri="{FF2B5EF4-FFF2-40B4-BE49-F238E27FC236}">
                          <a16:creationId xmlns:a16="http://schemas.microsoft.com/office/drawing/2014/main" id="{7F0FBA27-27D1-4F8C-895E-99465DF40ECD}"/>
                        </a:ext>
                      </a:extLst>
                    </p:cNvPr>
                    <p:cNvGrpSpPr/>
                    <p:nvPr/>
                  </p:nvGrpSpPr>
                  <p:grpSpPr>
                    <a:xfrm rot="16697394">
                      <a:off x="1080028" y="2168448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2972" name="Freeform: Shape 2971">
                        <a:extLst>
                          <a:ext uri="{FF2B5EF4-FFF2-40B4-BE49-F238E27FC236}">
                            <a16:creationId xmlns:a16="http://schemas.microsoft.com/office/drawing/2014/main" id="{7B525A9D-DB67-432D-9CC9-F69227703DC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973" name="Rectangle: Rounded Corners 2972">
                        <a:extLst>
                          <a:ext uri="{FF2B5EF4-FFF2-40B4-BE49-F238E27FC236}">
                            <a16:creationId xmlns:a16="http://schemas.microsoft.com/office/drawing/2014/main" id="{A0ED8A73-6A04-4BE5-9713-614433FD73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</p:grpSp>
              <p:sp>
                <p:nvSpPr>
                  <p:cNvPr id="2942" name="Freeform: Shape 2941">
                    <a:extLst>
                      <a:ext uri="{FF2B5EF4-FFF2-40B4-BE49-F238E27FC236}">
                        <a16:creationId xmlns:a16="http://schemas.microsoft.com/office/drawing/2014/main" id="{1BDE998C-AE57-4FCD-B4EA-C8A49CCEA0AA}"/>
                      </a:ext>
                    </a:extLst>
                  </p:cNvPr>
                  <p:cNvSpPr/>
                  <p:nvPr/>
                </p:nvSpPr>
                <p:spPr>
                  <a:xfrm rot="6017948" flipV="1">
                    <a:off x="1305755" y="4290452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2943" name="Freeform: Shape 2942">
                    <a:extLst>
                      <a:ext uri="{FF2B5EF4-FFF2-40B4-BE49-F238E27FC236}">
                        <a16:creationId xmlns:a16="http://schemas.microsoft.com/office/drawing/2014/main" id="{3163AF52-F444-4AE8-8016-2AA8DEEA8BB7}"/>
                      </a:ext>
                    </a:extLst>
                  </p:cNvPr>
                  <p:cNvSpPr/>
                  <p:nvPr/>
                </p:nvSpPr>
                <p:spPr>
                  <a:xfrm rot="21277659">
                    <a:off x="2517403" y="2906549"/>
                    <a:ext cx="690584" cy="235253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2944" name="Freeform: Shape 2943">
                    <a:extLst>
                      <a:ext uri="{FF2B5EF4-FFF2-40B4-BE49-F238E27FC236}">
                        <a16:creationId xmlns:a16="http://schemas.microsoft.com/office/drawing/2014/main" id="{9E250A0C-1DD7-4430-9B7B-F08670867877}"/>
                      </a:ext>
                    </a:extLst>
                  </p:cNvPr>
                  <p:cNvSpPr/>
                  <p:nvPr/>
                </p:nvSpPr>
                <p:spPr>
                  <a:xfrm rot="11528244" flipV="1">
                    <a:off x="344853" y="2978311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</p:grpSp>
            <p:grpSp>
              <p:nvGrpSpPr>
                <p:cNvPr id="2209" name="Group 2208">
                  <a:extLst>
                    <a:ext uri="{FF2B5EF4-FFF2-40B4-BE49-F238E27FC236}">
                      <a16:creationId xmlns:a16="http://schemas.microsoft.com/office/drawing/2014/main" id="{C62AA37E-2198-4D9F-83D6-83E8AAC34E29}"/>
                    </a:ext>
                  </a:extLst>
                </p:cNvPr>
                <p:cNvGrpSpPr/>
                <p:nvPr/>
              </p:nvGrpSpPr>
              <p:grpSpPr>
                <a:xfrm>
                  <a:off x="4765972" y="2095226"/>
                  <a:ext cx="531923" cy="573923"/>
                  <a:chOff x="163719" y="1822501"/>
                  <a:chExt cx="3062199" cy="3047160"/>
                </a:xfrm>
              </p:grpSpPr>
              <p:grpSp>
                <p:nvGrpSpPr>
                  <p:cNvPr id="2576" name="Group 2575">
                    <a:extLst>
                      <a:ext uri="{FF2B5EF4-FFF2-40B4-BE49-F238E27FC236}">
                        <a16:creationId xmlns:a16="http://schemas.microsoft.com/office/drawing/2014/main" id="{23686507-D0E0-446F-89D9-ECD2759DD9B0}"/>
                      </a:ext>
                    </a:extLst>
                  </p:cNvPr>
                  <p:cNvGrpSpPr/>
                  <p:nvPr/>
                </p:nvGrpSpPr>
                <p:grpSpPr>
                  <a:xfrm>
                    <a:off x="163719" y="1822501"/>
                    <a:ext cx="3062199" cy="3047160"/>
                    <a:chOff x="163719" y="1822501"/>
                    <a:chExt cx="3062199" cy="3047160"/>
                  </a:xfrm>
                </p:grpSpPr>
                <p:grpSp>
                  <p:nvGrpSpPr>
                    <p:cNvPr id="2580" name="Group 2579">
                      <a:extLst>
                        <a:ext uri="{FF2B5EF4-FFF2-40B4-BE49-F238E27FC236}">
                          <a16:creationId xmlns:a16="http://schemas.microsoft.com/office/drawing/2014/main" id="{AE19D79C-14EF-4463-A6CC-9DE685E2C8A0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683131" y="384412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2939" name="Freeform: Shape 2938">
                        <a:extLst>
                          <a:ext uri="{FF2B5EF4-FFF2-40B4-BE49-F238E27FC236}">
                            <a16:creationId xmlns:a16="http://schemas.microsoft.com/office/drawing/2014/main" id="{D0885399-7BF5-4E7F-AC08-340D8D35DED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940" name="Rectangle: Rounded Corners 2939">
                        <a:extLst>
                          <a:ext uri="{FF2B5EF4-FFF2-40B4-BE49-F238E27FC236}">
                            <a16:creationId xmlns:a16="http://schemas.microsoft.com/office/drawing/2014/main" id="{E65ABE59-BCF6-4977-9EAB-D26A6CD3EC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581" name="Group 2580">
                      <a:extLst>
                        <a:ext uri="{FF2B5EF4-FFF2-40B4-BE49-F238E27FC236}">
                          <a16:creationId xmlns:a16="http://schemas.microsoft.com/office/drawing/2014/main" id="{C91DF33F-7B5E-4210-ADB2-0A3898F345E6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123013" y="4110752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2937" name="Freeform: Shape 2936">
                        <a:extLst>
                          <a:ext uri="{FF2B5EF4-FFF2-40B4-BE49-F238E27FC236}">
                            <a16:creationId xmlns:a16="http://schemas.microsoft.com/office/drawing/2014/main" id="{F7A1999A-645F-46F0-BFDF-E264F62BA36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938" name="Rectangle: Rounded Corners 2937">
                        <a:extLst>
                          <a:ext uri="{FF2B5EF4-FFF2-40B4-BE49-F238E27FC236}">
                            <a16:creationId xmlns:a16="http://schemas.microsoft.com/office/drawing/2014/main" id="{482262D8-C960-4B32-B6D0-99BB6B5BFF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582" name="Group 2581">
                      <a:extLst>
                        <a:ext uri="{FF2B5EF4-FFF2-40B4-BE49-F238E27FC236}">
                          <a16:creationId xmlns:a16="http://schemas.microsoft.com/office/drawing/2014/main" id="{AEEA5FEE-6A6E-4D6F-AF0E-AC7DAC8FAEC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0260" y="2440902"/>
                      <a:ext cx="1730523" cy="1839492"/>
                      <a:chOff x="420511" y="1784768"/>
                      <a:chExt cx="1730523" cy="1839492"/>
                    </a:xfrm>
                  </p:grpSpPr>
                  <p:grpSp>
                    <p:nvGrpSpPr>
                      <p:cNvPr id="2655" name="Group 2654">
                        <a:extLst>
                          <a:ext uri="{FF2B5EF4-FFF2-40B4-BE49-F238E27FC236}">
                            <a16:creationId xmlns:a16="http://schemas.microsoft.com/office/drawing/2014/main" id="{9DB0DBF1-DDDD-4DF9-BDC5-BA8FAACD6FC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69572" y="1784768"/>
                        <a:ext cx="1081462" cy="1476716"/>
                        <a:chOff x="2089993" y="1523034"/>
                        <a:chExt cx="1081462" cy="1476716"/>
                      </a:xfrm>
                    </p:grpSpPr>
                    <p:grpSp>
                      <p:nvGrpSpPr>
                        <p:cNvPr id="2876" name="Group 2875">
                          <a:extLst>
                            <a:ext uri="{FF2B5EF4-FFF2-40B4-BE49-F238E27FC236}">
                              <a16:creationId xmlns:a16="http://schemas.microsoft.com/office/drawing/2014/main" id="{6632020E-BDA5-40A0-BE28-6A6DF4FD963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70705"/>
                          <a:ext cx="101484" cy="1016226"/>
                          <a:chOff x="1800622" y="2364951"/>
                          <a:chExt cx="101484" cy="1016226"/>
                        </a:xfrm>
                      </p:grpSpPr>
                      <p:sp>
                        <p:nvSpPr>
                          <p:cNvPr id="2933" name="Flowchart: Connector 2932">
                            <a:extLst>
                              <a:ext uri="{FF2B5EF4-FFF2-40B4-BE49-F238E27FC236}">
                                <a16:creationId xmlns:a16="http://schemas.microsoft.com/office/drawing/2014/main" id="{89D4F512-5DAE-4D5C-B635-F617D1006FC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934" name="Flowchart: Connector 2933">
                            <a:extLst>
                              <a:ext uri="{FF2B5EF4-FFF2-40B4-BE49-F238E27FC236}">
                                <a16:creationId xmlns:a16="http://schemas.microsoft.com/office/drawing/2014/main" id="{F81F26C6-96A2-48AB-BC9E-18BDB34F028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935" name="Flowchart: Connector 2934">
                            <a:extLst>
                              <a:ext uri="{FF2B5EF4-FFF2-40B4-BE49-F238E27FC236}">
                                <a16:creationId xmlns:a16="http://schemas.microsoft.com/office/drawing/2014/main" id="{66F53A8A-92B7-4606-BAEB-E092B54C062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936" name="Flowchart: Connector 2935">
                            <a:extLst>
                              <a:ext uri="{FF2B5EF4-FFF2-40B4-BE49-F238E27FC236}">
                                <a16:creationId xmlns:a16="http://schemas.microsoft.com/office/drawing/2014/main" id="{6C5AD489-7DCF-489E-9B0A-B51878D12EB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649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2877" name="Group 2876">
                          <a:extLst>
                            <a:ext uri="{FF2B5EF4-FFF2-40B4-BE49-F238E27FC236}">
                              <a16:creationId xmlns:a16="http://schemas.microsoft.com/office/drawing/2014/main" id="{DFEB0468-23CC-4851-9A69-64C42607D3E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23034"/>
                          <a:ext cx="1057223" cy="1476716"/>
                          <a:chOff x="2114232" y="1523034"/>
                          <a:chExt cx="1057223" cy="1476716"/>
                        </a:xfrm>
                      </p:grpSpPr>
                      <p:grpSp>
                        <p:nvGrpSpPr>
                          <p:cNvPr id="2878" name="Group 2877">
                            <a:extLst>
                              <a:ext uri="{FF2B5EF4-FFF2-40B4-BE49-F238E27FC236}">
                                <a16:creationId xmlns:a16="http://schemas.microsoft.com/office/drawing/2014/main" id="{C8393321-49B9-43CF-9269-0F695837E15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47544" cy="539639"/>
                            <a:chOff x="3717189" y="1719497"/>
                            <a:chExt cx="1047544" cy="539639"/>
                          </a:xfrm>
                        </p:grpSpPr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926" name="3D Model 2925" descr="Sphere">
                                  <a:extLst>
                                    <a:ext uri="{FF2B5EF4-FFF2-40B4-BE49-F238E27FC236}">
                                      <a16:creationId xmlns:a16="http://schemas.microsoft.com/office/drawing/2014/main" id="{C810F92F-5041-4E61-A57D-AC5B884A5E7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99214267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927" name="Flowchart: Connector 2926">
                              <a:extLst>
                                <a:ext uri="{FF2B5EF4-FFF2-40B4-BE49-F238E27FC236}">
                                  <a16:creationId xmlns:a16="http://schemas.microsoft.com/office/drawing/2014/main" id="{8E60CF3A-916A-431E-AC24-1260478E720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928" name="3D Model 2927" descr="Sphere">
                                  <a:extLst>
                                    <a:ext uri="{FF2B5EF4-FFF2-40B4-BE49-F238E27FC236}">
                                      <a16:creationId xmlns:a16="http://schemas.microsoft.com/office/drawing/2014/main" id="{CA2E9EA5-1B49-4BB9-8609-720ECE0F4F8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181859358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929" name="Flowchart: Connector 2928">
                              <a:extLst>
                                <a:ext uri="{FF2B5EF4-FFF2-40B4-BE49-F238E27FC236}">
                                  <a16:creationId xmlns:a16="http://schemas.microsoft.com/office/drawing/2014/main" id="{335325D9-6409-441E-8A2D-0B8860F7987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930" name="3D Model 2929" descr="Sphere">
                                  <a:extLst>
                                    <a:ext uri="{FF2B5EF4-FFF2-40B4-BE49-F238E27FC236}">
                                      <a16:creationId xmlns:a16="http://schemas.microsoft.com/office/drawing/2014/main" id="{3F860018-42E4-4BD7-8D04-6D6EAD20DDC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714886365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931" name="Flowchart: Connector 2930">
                              <a:extLst>
                                <a:ext uri="{FF2B5EF4-FFF2-40B4-BE49-F238E27FC236}">
                                  <a16:creationId xmlns:a16="http://schemas.microsoft.com/office/drawing/2014/main" id="{5130582C-FF07-4218-B6B4-C8500D0DD01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932" name="3D Model 2931" descr="Sphere">
                                  <a:extLst>
                                    <a:ext uri="{FF2B5EF4-FFF2-40B4-BE49-F238E27FC236}">
                                      <a16:creationId xmlns:a16="http://schemas.microsoft.com/office/drawing/2014/main" id="{EF909C6F-CDCA-4A60-9250-BAD4430890A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46349257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2879" name="Group 2878">
                            <a:extLst>
                              <a:ext uri="{FF2B5EF4-FFF2-40B4-BE49-F238E27FC236}">
                                <a16:creationId xmlns:a16="http://schemas.microsoft.com/office/drawing/2014/main" id="{E0FE54AE-D4C5-4510-910E-36ED478D3D6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2911" name="Flowchart: Connector 2910">
                              <a:extLst>
                                <a:ext uri="{FF2B5EF4-FFF2-40B4-BE49-F238E27FC236}">
                                  <a16:creationId xmlns:a16="http://schemas.microsoft.com/office/drawing/2014/main" id="{C63BEE9A-9148-448E-85FA-1A000D4101E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912" name="Flowchart: Connector 2911">
                              <a:extLst>
                                <a:ext uri="{FF2B5EF4-FFF2-40B4-BE49-F238E27FC236}">
                                  <a16:creationId xmlns:a16="http://schemas.microsoft.com/office/drawing/2014/main" id="{B3C065C3-EBDA-4CBA-BDF9-CBDE83A86D1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913" name="Flowchart: Connector 2912">
                              <a:extLst>
                                <a:ext uri="{FF2B5EF4-FFF2-40B4-BE49-F238E27FC236}">
                                  <a16:creationId xmlns:a16="http://schemas.microsoft.com/office/drawing/2014/main" id="{6D958C1F-74FE-4F9C-BBBF-C7F412D54BC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914" name="Flowchart: Connector 2913">
                              <a:extLst>
                                <a:ext uri="{FF2B5EF4-FFF2-40B4-BE49-F238E27FC236}">
                                  <a16:creationId xmlns:a16="http://schemas.microsoft.com/office/drawing/2014/main" id="{F8D11019-626F-4DDC-B9C2-D6FBDF03321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915" name="Flowchart: Connector 2914">
                              <a:extLst>
                                <a:ext uri="{FF2B5EF4-FFF2-40B4-BE49-F238E27FC236}">
                                  <a16:creationId xmlns:a16="http://schemas.microsoft.com/office/drawing/2014/main" id="{0A452DD0-17C6-4DF9-9D7E-A4ACADA4E7C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916" name="Flowchart: Connector 2915">
                              <a:extLst>
                                <a:ext uri="{FF2B5EF4-FFF2-40B4-BE49-F238E27FC236}">
                                  <a16:creationId xmlns:a16="http://schemas.microsoft.com/office/drawing/2014/main" id="{EBA0D3FA-118D-4154-AEF3-8ED66AEFB78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917" name="Flowchart: Connector 2916">
                              <a:extLst>
                                <a:ext uri="{FF2B5EF4-FFF2-40B4-BE49-F238E27FC236}">
                                  <a16:creationId xmlns:a16="http://schemas.microsoft.com/office/drawing/2014/main" id="{0D3DD1C0-FC85-4548-8496-EC5E9F77B5D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918" name="Flowchart: Connector 2917">
                              <a:extLst>
                                <a:ext uri="{FF2B5EF4-FFF2-40B4-BE49-F238E27FC236}">
                                  <a16:creationId xmlns:a16="http://schemas.microsoft.com/office/drawing/2014/main" id="{15C91F05-71FF-4695-8AD1-352C74433C1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919" name="3D Model 2918" descr="Sphere">
                                  <a:extLst>
                                    <a:ext uri="{FF2B5EF4-FFF2-40B4-BE49-F238E27FC236}">
                                      <a16:creationId xmlns:a16="http://schemas.microsoft.com/office/drawing/2014/main" id="{E08514F6-0333-4A0A-B5F6-5639BFCF019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11868284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920" name="Flowchart: Connector 2919">
                              <a:extLst>
                                <a:ext uri="{FF2B5EF4-FFF2-40B4-BE49-F238E27FC236}">
                                  <a16:creationId xmlns:a16="http://schemas.microsoft.com/office/drawing/2014/main" id="{CFA22764-4CDC-4BDA-BB5D-1A1D5CD017A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921" name="3D Model 2920" descr="Sphere">
                                  <a:extLst>
                                    <a:ext uri="{FF2B5EF4-FFF2-40B4-BE49-F238E27FC236}">
                                      <a16:creationId xmlns:a16="http://schemas.microsoft.com/office/drawing/2014/main" id="{FE23BEF2-5BD4-402E-A618-39A506D2119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730583928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922" name="Flowchart: Connector 2921">
                              <a:extLst>
                                <a:ext uri="{FF2B5EF4-FFF2-40B4-BE49-F238E27FC236}">
                                  <a16:creationId xmlns:a16="http://schemas.microsoft.com/office/drawing/2014/main" id="{114C1081-0FFD-4C52-8154-613EAF1DF30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923" name="3D Model 2922" descr="Sphere">
                                  <a:extLst>
                                    <a:ext uri="{FF2B5EF4-FFF2-40B4-BE49-F238E27FC236}">
                                      <a16:creationId xmlns:a16="http://schemas.microsoft.com/office/drawing/2014/main" id="{E1D62B85-4B4B-41CF-A0FB-9018499DE30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378100212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924" name="Flowchart: Connector 2923">
                              <a:extLst>
                                <a:ext uri="{FF2B5EF4-FFF2-40B4-BE49-F238E27FC236}">
                                  <a16:creationId xmlns:a16="http://schemas.microsoft.com/office/drawing/2014/main" id="{45AC089A-12B2-416C-9760-C6494034A16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925" name="3D Model 2924" descr="Sphere">
                                  <a:extLst>
                                    <a:ext uri="{FF2B5EF4-FFF2-40B4-BE49-F238E27FC236}">
                                      <a16:creationId xmlns:a16="http://schemas.microsoft.com/office/drawing/2014/main" id="{6CC1CD7B-5F86-4AA9-A95F-EBBBCE170BC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95958607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2880" name="Group 2879">
                            <a:extLst>
                              <a:ext uri="{FF2B5EF4-FFF2-40B4-BE49-F238E27FC236}">
                                <a16:creationId xmlns:a16="http://schemas.microsoft.com/office/drawing/2014/main" id="{0116BF48-F6E3-485B-AAF0-4B16E9A3CB6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2896" name="Flowchart: Connector 2895">
                              <a:extLst>
                                <a:ext uri="{FF2B5EF4-FFF2-40B4-BE49-F238E27FC236}">
                                  <a16:creationId xmlns:a16="http://schemas.microsoft.com/office/drawing/2014/main" id="{20378F2B-3AD3-4147-9345-1DC15582D73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897" name="Flowchart: Connector 2896">
                              <a:extLst>
                                <a:ext uri="{FF2B5EF4-FFF2-40B4-BE49-F238E27FC236}">
                                  <a16:creationId xmlns:a16="http://schemas.microsoft.com/office/drawing/2014/main" id="{37C48967-BD15-436E-8FA1-04718825902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898" name="Flowchart: Connector 2897">
                              <a:extLst>
                                <a:ext uri="{FF2B5EF4-FFF2-40B4-BE49-F238E27FC236}">
                                  <a16:creationId xmlns:a16="http://schemas.microsoft.com/office/drawing/2014/main" id="{8013C930-6D14-4F9C-8789-D8937819622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899" name="Flowchart: Connector 2898">
                              <a:extLst>
                                <a:ext uri="{FF2B5EF4-FFF2-40B4-BE49-F238E27FC236}">
                                  <a16:creationId xmlns:a16="http://schemas.microsoft.com/office/drawing/2014/main" id="{13D17B35-0EC5-4DE6-92F2-68667A370CB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900" name="Flowchart: Connector 2899">
                              <a:extLst>
                                <a:ext uri="{FF2B5EF4-FFF2-40B4-BE49-F238E27FC236}">
                                  <a16:creationId xmlns:a16="http://schemas.microsoft.com/office/drawing/2014/main" id="{1180807E-D883-46BE-A384-BA189CC095C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901" name="Flowchart: Connector 2900">
                              <a:extLst>
                                <a:ext uri="{FF2B5EF4-FFF2-40B4-BE49-F238E27FC236}">
                                  <a16:creationId xmlns:a16="http://schemas.microsoft.com/office/drawing/2014/main" id="{3360E8ED-47ED-4479-87E6-285FC2D424D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902" name="Flowchart: Connector 2901">
                              <a:extLst>
                                <a:ext uri="{FF2B5EF4-FFF2-40B4-BE49-F238E27FC236}">
                                  <a16:creationId xmlns:a16="http://schemas.microsoft.com/office/drawing/2014/main" id="{E7520871-D727-4E6E-A08D-89CE65BD158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903" name="Flowchart: Connector 2902">
                              <a:extLst>
                                <a:ext uri="{FF2B5EF4-FFF2-40B4-BE49-F238E27FC236}">
                                  <a16:creationId xmlns:a16="http://schemas.microsoft.com/office/drawing/2014/main" id="{43A18E3E-FEDC-47A9-B36E-BCEB3DAD1B0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904" name="3D Model 2903" descr="Sphere">
                                  <a:extLst>
                                    <a:ext uri="{FF2B5EF4-FFF2-40B4-BE49-F238E27FC236}">
                                      <a16:creationId xmlns:a16="http://schemas.microsoft.com/office/drawing/2014/main" id="{9DF9452C-7765-4667-988C-4768756A626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78140118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905" name="Flowchart: Connector 2904">
                              <a:extLst>
                                <a:ext uri="{FF2B5EF4-FFF2-40B4-BE49-F238E27FC236}">
                                  <a16:creationId xmlns:a16="http://schemas.microsoft.com/office/drawing/2014/main" id="{80AC3347-78A1-4110-9290-AD1C95598D0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906" name="3D Model 2905" descr="Sphere">
                                  <a:extLst>
                                    <a:ext uri="{FF2B5EF4-FFF2-40B4-BE49-F238E27FC236}">
                                      <a16:creationId xmlns:a16="http://schemas.microsoft.com/office/drawing/2014/main" id="{38EFCDA4-02F2-4B8F-AECB-C0803A20840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268545644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907" name="Flowchart: Connector 2906">
                              <a:extLst>
                                <a:ext uri="{FF2B5EF4-FFF2-40B4-BE49-F238E27FC236}">
                                  <a16:creationId xmlns:a16="http://schemas.microsoft.com/office/drawing/2014/main" id="{0F2FC64F-22E3-4F68-B32C-D336194B3E3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908" name="3D Model 2907" descr="Sphere">
                                  <a:extLst>
                                    <a:ext uri="{FF2B5EF4-FFF2-40B4-BE49-F238E27FC236}">
                                      <a16:creationId xmlns:a16="http://schemas.microsoft.com/office/drawing/2014/main" id="{61E6A2D3-5FE8-4CED-BC6D-A0BF34C2586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208430646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909" name="Flowchart: Connector 2908">
                              <a:extLst>
                                <a:ext uri="{FF2B5EF4-FFF2-40B4-BE49-F238E27FC236}">
                                  <a16:creationId xmlns:a16="http://schemas.microsoft.com/office/drawing/2014/main" id="{C1B6DB47-39A2-497A-941E-F811DA81D6A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910" name="3D Model 2909" descr="Sphere">
                                  <a:extLst>
                                    <a:ext uri="{FF2B5EF4-FFF2-40B4-BE49-F238E27FC236}">
                                      <a16:creationId xmlns:a16="http://schemas.microsoft.com/office/drawing/2014/main" id="{7CDBD9E6-3DC9-4DD5-A2C0-C9B8410D7B6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226309857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2881" name="Flowchart: Connector 2880">
                            <a:extLst>
                              <a:ext uri="{FF2B5EF4-FFF2-40B4-BE49-F238E27FC236}">
                                <a16:creationId xmlns:a16="http://schemas.microsoft.com/office/drawing/2014/main" id="{31817C74-D4D9-4CA4-A050-5CF0D8C8AA3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882" name="Flowchart: Connector 2881">
                            <a:extLst>
                              <a:ext uri="{FF2B5EF4-FFF2-40B4-BE49-F238E27FC236}">
                                <a16:creationId xmlns:a16="http://schemas.microsoft.com/office/drawing/2014/main" id="{55D49C0B-F137-45B9-A2A9-F62B53CB102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883" name="Flowchart: Connector 2882">
                            <a:extLst>
                              <a:ext uri="{FF2B5EF4-FFF2-40B4-BE49-F238E27FC236}">
                                <a16:creationId xmlns:a16="http://schemas.microsoft.com/office/drawing/2014/main" id="{B2850683-CD72-4C10-A8C1-6B7F4ED5455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884" name="Flowchart: Connector 2883">
                            <a:extLst>
                              <a:ext uri="{FF2B5EF4-FFF2-40B4-BE49-F238E27FC236}">
                                <a16:creationId xmlns:a16="http://schemas.microsoft.com/office/drawing/2014/main" id="{8A460787-E125-47A7-80F8-77DE0E20E62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885" name="Flowchart: Connector 2884">
                            <a:extLst>
                              <a:ext uri="{FF2B5EF4-FFF2-40B4-BE49-F238E27FC236}">
                                <a16:creationId xmlns:a16="http://schemas.microsoft.com/office/drawing/2014/main" id="{E09DA0EE-55B5-4B82-A00B-31E48CEFEEF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886" name="Flowchart: Connector 2885">
                            <a:extLst>
                              <a:ext uri="{FF2B5EF4-FFF2-40B4-BE49-F238E27FC236}">
                                <a16:creationId xmlns:a16="http://schemas.microsoft.com/office/drawing/2014/main" id="{6556C9F5-E9A7-4518-8A82-596C5401606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887" name="Flowchart: Connector 2886">
                            <a:extLst>
                              <a:ext uri="{FF2B5EF4-FFF2-40B4-BE49-F238E27FC236}">
                                <a16:creationId xmlns:a16="http://schemas.microsoft.com/office/drawing/2014/main" id="{98FFFDE7-058A-45CE-97CB-C10F0CB6339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888" name="Flowchart: Connector 2887">
                            <a:extLst>
                              <a:ext uri="{FF2B5EF4-FFF2-40B4-BE49-F238E27FC236}">
                                <a16:creationId xmlns:a16="http://schemas.microsoft.com/office/drawing/2014/main" id="{D66DB700-8D79-43BD-AFA3-6B4F9EEB0E3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889" name="3D Model 2888" descr="Sphere">
                                <a:extLst>
                                  <a:ext uri="{FF2B5EF4-FFF2-40B4-BE49-F238E27FC236}">
                                    <a16:creationId xmlns:a16="http://schemas.microsoft.com/office/drawing/2014/main" id="{2F0A1146-563C-457D-A1AD-C52DD7572E8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159556827"/>
                                  </p:ext>
                                </p:extLst>
                              </p:nvPr>
                            </p:nvGraphicFramePr>
                            <p:xfrm>
                              <a:off x="2134543" y="1523034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151" name="3D Model 2150" descr="Sphere">
                                <a:extLst>
                                  <a:ext uri="{FF2B5EF4-FFF2-40B4-BE49-F238E27FC236}">
                                    <a16:creationId xmlns:a16="http://schemas.microsoft.com/office/drawing/2014/main" id="{CD7E91E2-01A9-4E2C-AF8C-F2CB07347B3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07450" y="2211700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890" name="Flowchart: Connector 2889">
                            <a:extLst>
                              <a:ext uri="{FF2B5EF4-FFF2-40B4-BE49-F238E27FC236}">
                                <a16:creationId xmlns:a16="http://schemas.microsoft.com/office/drawing/2014/main" id="{FD0123BE-02BB-4C2F-930D-AFE56BA1CC9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891" name="3D Model 2890" descr="Sphere">
                                <a:extLst>
                                  <a:ext uri="{FF2B5EF4-FFF2-40B4-BE49-F238E27FC236}">
                                    <a16:creationId xmlns:a16="http://schemas.microsoft.com/office/drawing/2014/main" id="{4C52FFE3-B7A0-4481-82D7-476661942D6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944605794"/>
                                  </p:ext>
                                </p:extLst>
                              </p:nvPr>
                            </p:nvGraphicFramePr>
                            <p:xfrm>
                              <a:off x="2371307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153" name="3D Model 2152" descr="Sphere">
                                <a:extLst>
                                  <a:ext uri="{FF2B5EF4-FFF2-40B4-BE49-F238E27FC236}">
                                    <a16:creationId xmlns:a16="http://schemas.microsoft.com/office/drawing/2014/main" id="{9D317D21-F788-4C2D-899D-DAFF242CDD1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48578" y="222238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892" name="Flowchart: Connector 2891">
                            <a:extLst>
                              <a:ext uri="{FF2B5EF4-FFF2-40B4-BE49-F238E27FC236}">
                                <a16:creationId xmlns:a16="http://schemas.microsoft.com/office/drawing/2014/main" id="{90494DAB-DA0A-4C83-B816-DF2CC530165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4559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893" name="3D Model 2892" descr="Sphere">
                                <a:extLst>
                                  <a:ext uri="{FF2B5EF4-FFF2-40B4-BE49-F238E27FC236}">
                                    <a16:creationId xmlns:a16="http://schemas.microsoft.com/office/drawing/2014/main" id="{9FC3F415-FC6E-4A35-BB04-2F3BCC5BCD7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310108012"/>
                                  </p:ext>
                                </p:extLst>
                              </p:nvPr>
                            </p:nvGraphicFramePr>
                            <p:xfrm>
                              <a:off x="2609177" y="164155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155" name="3D Model 2154" descr="Sphere">
                                <a:extLst>
                                  <a:ext uri="{FF2B5EF4-FFF2-40B4-BE49-F238E27FC236}">
                                    <a16:creationId xmlns:a16="http://schemas.microsoft.com/office/drawing/2014/main" id="{5529AA52-A46B-47B4-AAC2-246AF1B78AC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89897" y="223402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894" name="Flowchart: Connector 2893">
                            <a:extLst>
                              <a:ext uri="{FF2B5EF4-FFF2-40B4-BE49-F238E27FC236}">
                                <a16:creationId xmlns:a16="http://schemas.microsoft.com/office/drawing/2014/main" id="{18AC625E-A13E-4DB1-B9BD-ADDC99E200D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895" name="3D Model 2894" descr="Sphere">
                                <a:extLst>
                                  <a:ext uri="{FF2B5EF4-FFF2-40B4-BE49-F238E27FC236}">
                                    <a16:creationId xmlns:a16="http://schemas.microsoft.com/office/drawing/2014/main" id="{B3E9F12A-D371-45F6-9DBA-7E0948C5183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650638728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6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6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157" name="3D Model 2156" descr="Sphere">
                                <a:extLst>
                                  <a:ext uri="{FF2B5EF4-FFF2-40B4-BE49-F238E27FC236}">
                                    <a16:creationId xmlns:a16="http://schemas.microsoft.com/office/drawing/2014/main" id="{11EA1A91-8B75-48A3-B089-8191363D0BF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136523" y="2250416"/>
                                <a:ext cx="51046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2656" name="Group 2655">
                        <a:extLst>
                          <a:ext uri="{FF2B5EF4-FFF2-40B4-BE49-F238E27FC236}">
                            <a16:creationId xmlns:a16="http://schemas.microsoft.com/office/drawing/2014/main" id="{46E7150E-2889-4933-9DF3-80BE4EBA579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3325" y="2268938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2873" name="Flowchart: Connector 2872">
                          <a:extLst>
                            <a:ext uri="{FF2B5EF4-FFF2-40B4-BE49-F238E27FC236}">
                              <a16:creationId xmlns:a16="http://schemas.microsoft.com/office/drawing/2014/main" id="{00756F09-C716-4F1F-9EAB-B818D26284B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2874" name="Flowchart: Connector 2873">
                          <a:extLst>
                            <a:ext uri="{FF2B5EF4-FFF2-40B4-BE49-F238E27FC236}">
                              <a16:creationId xmlns:a16="http://schemas.microsoft.com/office/drawing/2014/main" id="{8973B156-46C8-4ACC-9ED0-B078291A0DE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2875" name="Flowchart: Connector 2874">
                          <a:extLst>
                            <a:ext uri="{FF2B5EF4-FFF2-40B4-BE49-F238E27FC236}">
                              <a16:creationId xmlns:a16="http://schemas.microsoft.com/office/drawing/2014/main" id="{91758A25-4B68-45F7-A6B0-03ED84AAEC5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2657" name="Flowchart: Connector 2656">
                        <a:extLst>
                          <a:ext uri="{FF2B5EF4-FFF2-40B4-BE49-F238E27FC236}">
                            <a16:creationId xmlns:a16="http://schemas.microsoft.com/office/drawing/2014/main" id="{60EBC83D-C8B4-4BF8-8BD8-4194C281A44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37026" y="201261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658" name="Flowchart: Connector 2657">
                        <a:extLst>
                          <a:ext uri="{FF2B5EF4-FFF2-40B4-BE49-F238E27FC236}">
                            <a16:creationId xmlns:a16="http://schemas.microsoft.com/office/drawing/2014/main" id="{74F86524-7118-4CDE-95F2-407FD46DCF8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588002" y="208727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2659" name="Group 2658">
                        <a:extLst>
                          <a:ext uri="{FF2B5EF4-FFF2-40B4-BE49-F238E27FC236}">
                            <a16:creationId xmlns:a16="http://schemas.microsoft.com/office/drawing/2014/main" id="{6C8A0EC6-A099-4AE3-B95D-918B82A775F0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228750">
                        <a:off x="1171220" y="1918660"/>
                        <a:ext cx="698062" cy="387533"/>
                        <a:chOff x="854933" y="2290871"/>
                        <a:chExt cx="698062" cy="387533"/>
                      </a:xfrm>
                    </p:grpSpPr>
                    <p:sp>
                      <p:nvSpPr>
                        <p:cNvPr id="2870" name="Flowchart: Connector 2869">
                          <a:extLst>
                            <a:ext uri="{FF2B5EF4-FFF2-40B4-BE49-F238E27FC236}">
                              <a16:creationId xmlns:a16="http://schemas.microsoft.com/office/drawing/2014/main" id="{129E3676-6902-4517-81C4-DEE205BEDD8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3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2871" name="Flowchart: Connector 2870">
                          <a:extLst>
                            <a:ext uri="{FF2B5EF4-FFF2-40B4-BE49-F238E27FC236}">
                              <a16:creationId xmlns:a16="http://schemas.microsoft.com/office/drawing/2014/main" id="{56F32BDC-083C-4596-BDE7-7A7821DB542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5206" y="2377897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2872" name="Flowchart: Connector 2871">
                          <a:extLst>
                            <a:ext uri="{FF2B5EF4-FFF2-40B4-BE49-F238E27FC236}">
                              <a16:creationId xmlns:a16="http://schemas.microsoft.com/office/drawing/2014/main" id="{BAB28A5B-359B-4CD8-9A65-C61DFE74291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41136" y="2462404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2660" name="Group 2659">
                        <a:extLst>
                          <a:ext uri="{FF2B5EF4-FFF2-40B4-BE49-F238E27FC236}">
                            <a16:creationId xmlns:a16="http://schemas.microsoft.com/office/drawing/2014/main" id="{8A64CE85-6654-4B0A-8FC7-DB1AD53B3DA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49741" y="1890320"/>
                        <a:ext cx="1098636" cy="1497980"/>
                        <a:chOff x="2089993" y="1501770"/>
                        <a:chExt cx="1098636" cy="1497980"/>
                      </a:xfrm>
                    </p:grpSpPr>
                    <p:grpSp>
                      <p:nvGrpSpPr>
                        <p:cNvPr id="2805" name="Group 2804">
                          <a:extLst>
                            <a:ext uri="{FF2B5EF4-FFF2-40B4-BE49-F238E27FC236}">
                              <a16:creationId xmlns:a16="http://schemas.microsoft.com/office/drawing/2014/main" id="{839349A0-87D5-4E58-90F1-B31165BABA6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34990"/>
                          <a:ext cx="101484" cy="1051941"/>
                          <a:chOff x="1800622" y="2329236"/>
                          <a:chExt cx="101484" cy="1051941"/>
                        </a:xfrm>
                      </p:grpSpPr>
                      <p:sp>
                        <p:nvSpPr>
                          <p:cNvPr id="2866" name="Flowchart: Connector 2865">
                            <a:extLst>
                              <a:ext uri="{FF2B5EF4-FFF2-40B4-BE49-F238E27FC236}">
                                <a16:creationId xmlns:a16="http://schemas.microsoft.com/office/drawing/2014/main" id="{2A2CED54-8640-434B-A887-B19035D2179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867" name="Flowchart: Connector 2866">
                            <a:extLst>
                              <a:ext uri="{FF2B5EF4-FFF2-40B4-BE49-F238E27FC236}">
                                <a16:creationId xmlns:a16="http://schemas.microsoft.com/office/drawing/2014/main" id="{082CD9CD-81CA-4801-B80B-70DF61A22D7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868" name="Flowchart: Connector 2867">
                            <a:extLst>
                              <a:ext uri="{FF2B5EF4-FFF2-40B4-BE49-F238E27FC236}">
                                <a16:creationId xmlns:a16="http://schemas.microsoft.com/office/drawing/2014/main" id="{CB9D207E-E3B9-4A35-8C7A-57C94427317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869" name="Flowchart: Connector 2868">
                            <a:extLst>
                              <a:ext uri="{FF2B5EF4-FFF2-40B4-BE49-F238E27FC236}">
                                <a16:creationId xmlns:a16="http://schemas.microsoft.com/office/drawing/2014/main" id="{2C9CDDBA-00A9-4107-AAA9-B08DD50EED1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2923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2806" name="Group 2805">
                          <a:extLst>
                            <a:ext uri="{FF2B5EF4-FFF2-40B4-BE49-F238E27FC236}">
                              <a16:creationId xmlns:a16="http://schemas.microsoft.com/office/drawing/2014/main" id="{D495F358-A75D-49DD-8783-B1B500BD921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01770"/>
                          <a:ext cx="1074397" cy="1497980"/>
                          <a:chOff x="2114232" y="1501770"/>
                          <a:chExt cx="1074397" cy="1497980"/>
                        </a:xfrm>
                      </p:grpSpPr>
                      <p:grpSp>
                        <p:nvGrpSpPr>
                          <p:cNvPr id="2807" name="Group 2806">
                            <a:extLst>
                              <a:ext uri="{FF2B5EF4-FFF2-40B4-BE49-F238E27FC236}">
                                <a16:creationId xmlns:a16="http://schemas.microsoft.com/office/drawing/2014/main" id="{2D196410-14ED-43F6-B826-86F75CFA0F0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2858" name="Flowchart: Connector 2857">
                              <a:extLst>
                                <a:ext uri="{FF2B5EF4-FFF2-40B4-BE49-F238E27FC236}">
                                  <a16:creationId xmlns:a16="http://schemas.microsoft.com/office/drawing/2014/main" id="{FB9C6607-DD6F-4FCA-AD84-253BF451619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859" name="3D Model 2858" descr="Sphere">
                                  <a:extLst>
                                    <a:ext uri="{FF2B5EF4-FFF2-40B4-BE49-F238E27FC236}">
                                      <a16:creationId xmlns:a16="http://schemas.microsoft.com/office/drawing/2014/main" id="{416E7B54-A360-41D7-BD6C-CB1F6A1A563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44995855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860" name="Flowchart: Connector 2859">
                              <a:extLst>
                                <a:ext uri="{FF2B5EF4-FFF2-40B4-BE49-F238E27FC236}">
                                  <a16:creationId xmlns:a16="http://schemas.microsoft.com/office/drawing/2014/main" id="{F8A198CD-37C7-4482-B393-FF30D6278AC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861" name="3D Model 2860" descr="Sphere">
                                  <a:extLst>
                                    <a:ext uri="{FF2B5EF4-FFF2-40B4-BE49-F238E27FC236}">
                                      <a16:creationId xmlns:a16="http://schemas.microsoft.com/office/drawing/2014/main" id="{1F93BB89-0E87-44C9-BB75-AC5A002B029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077557676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862" name="Flowchart: Connector 2861">
                              <a:extLst>
                                <a:ext uri="{FF2B5EF4-FFF2-40B4-BE49-F238E27FC236}">
                                  <a16:creationId xmlns:a16="http://schemas.microsoft.com/office/drawing/2014/main" id="{FFD3AD79-7E3E-46D2-89F6-81A0A74F4C1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863" name="3D Model 2862" descr="Sphere">
                                  <a:extLst>
                                    <a:ext uri="{FF2B5EF4-FFF2-40B4-BE49-F238E27FC236}">
                                      <a16:creationId xmlns:a16="http://schemas.microsoft.com/office/drawing/2014/main" id="{FE635A38-F789-402B-BF33-096D6EBA13A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706811933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864" name="Flowchart: Connector 2863">
                              <a:extLst>
                                <a:ext uri="{FF2B5EF4-FFF2-40B4-BE49-F238E27FC236}">
                                  <a16:creationId xmlns:a16="http://schemas.microsoft.com/office/drawing/2014/main" id="{FC521EE7-05E3-40F1-823F-8A0AD393753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865" name="3D Model 2864" descr="Sphere">
                                  <a:extLst>
                                    <a:ext uri="{FF2B5EF4-FFF2-40B4-BE49-F238E27FC236}">
                                      <a16:creationId xmlns:a16="http://schemas.microsoft.com/office/drawing/2014/main" id="{9219100B-BC28-4F0B-AEAB-730755C239E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157120977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2808" name="Group 2807">
                            <a:extLst>
                              <a:ext uri="{FF2B5EF4-FFF2-40B4-BE49-F238E27FC236}">
                                <a16:creationId xmlns:a16="http://schemas.microsoft.com/office/drawing/2014/main" id="{D6CDF800-2DCC-4010-832A-511FFB78235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2842" name="Flowchart: Connector 2841">
                              <a:extLst>
                                <a:ext uri="{FF2B5EF4-FFF2-40B4-BE49-F238E27FC236}">
                                  <a16:creationId xmlns:a16="http://schemas.microsoft.com/office/drawing/2014/main" id="{D413DAC5-7F02-4C4D-B5A3-D3350F748F7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843" name="Flowchart: Connector 2842">
                              <a:extLst>
                                <a:ext uri="{FF2B5EF4-FFF2-40B4-BE49-F238E27FC236}">
                                  <a16:creationId xmlns:a16="http://schemas.microsoft.com/office/drawing/2014/main" id="{06AE26EC-50CA-41A1-9CC9-DFC8E348A44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844" name="Flowchart: Connector 2843">
                              <a:extLst>
                                <a:ext uri="{FF2B5EF4-FFF2-40B4-BE49-F238E27FC236}">
                                  <a16:creationId xmlns:a16="http://schemas.microsoft.com/office/drawing/2014/main" id="{F4D4E9F8-0FDB-47B9-880D-1C2315F6842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845" name="Flowchart: Connector 2844">
                              <a:extLst>
                                <a:ext uri="{FF2B5EF4-FFF2-40B4-BE49-F238E27FC236}">
                                  <a16:creationId xmlns:a16="http://schemas.microsoft.com/office/drawing/2014/main" id="{E7FE919D-DDD1-43C6-B2ED-33C108D6AC0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846" name="Flowchart: Connector 2845">
                              <a:extLst>
                                <a:ext uri="{FF2B5EF4-FFF2-40B4-BE49-F238E27FC236}">
                                  <a16:creationId xmlns:a16="http://schemas.microsoft.com/office/drawing/2014/main" id="{30F7F653-A668-4F4B-918D-373E7C45E33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847" name="Flowchart: Connector 2846">
                              <a:extLst>
                                <a:ext uri="{FF2B5EF4-FFF2-40B4-BE49-F238E27FC236}">
                                  <a16:creationId xmlns:a16="http://schemas.microsoft.com/office/drawing/2014/main" id="{045BF389-FD44-4295-B38E-AED4A86D1E0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848" name="Flowchart: Connector 2847">
                              <a:extLst>
                                <a:ext uri="{FF2B5EF4-FFF2-40B4-BE49-F238E27FC236}">
                                  <a16:creationId xmlns:a16="http://schemas.microsoft.com/office/drawing/2014/main" id="{78084B45-384D-4E5E-B196-E35B30B7D3F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849" name="Flowchart: Connector 2848">
                              <a:extLst>
                                <a:ext uri="{FF2B5EF4-FFF2-40B4-BE49-F238E27FC236}">
                                  <a16:creationId xmlns:a16="http://schemas.microsoft.com/office/drawing/2014/main" id="{857DA51B-A983-4473-95B0-B4CC28FB808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850" name="Flowchart: Connector 2849">
                              <a:extLst>
                                <a:ext uri="{FF2B5EF4-FFF2-40B4-BE49-F238E27FC236}">
                                  <a16:creationId xmlns:a16="http://schemas.microsoft.com/office/drawing/2014/main" id="{7FA0C4F4-48E7-44CD-9F21-3D638DC3B7D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851" name="3D Model 2850" descr="Sphere">
                                  <a:extLst>
                                    <a:ext uri="{FF2B5EF4-FFF2-40B4-BE49-F238E27FC236}">
                                      <a16:creationId xmlns:a16="http://schemas.microsoft.com/office/drawing/2014/main" id="{65632E9C-0E85-4970-B28B-88F9AB68B14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94759239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852" name="Flowchart: Connector 2851">
                              <a:extLst>
                                <a:ext uri="{FF2B5EF4-FFF2-40B4-BE49-F238E27FC236}">
                                  <a16:creationId xmlns:a16="http://schemas.microsoft.com/office/drawing/2014/main" id="{CD2E8D7E-5BEE-4D63-AA12-31BF3270FCB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853" name="3D Model 2852" descr="Sphere">
                                  <a:extLst>
                                    <a:ext uri="{FF2B5EF4-FFF2-40B4-BE49-F238E27FC236}">
                                      <a16:creationId xmlns:a16="http://schemas.microsoft.com/office/drawing/2014/main" id="{2DBDAE72-E1F9-4575-B680-D38994F9CBE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115635357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854" name="Flowchart: Connector 2853">
                              <a:extLst>
                                <a:ext uri="{FF2B5EF4-FFF2-40B4-BE49-F238E27FC236}">
                                  <a16:creationId xmlns:a16="http://schemas.microsoft.com/office/drawing/2014/main" id="{4DBDE0C7-F4C3-4FA8-9E39-C44262C7364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855" name="3D Model 2854" descr="Sphere">
                                  <a:extLst>
                                    <a:ext uri="{FF2B5EF4-FFF2-40B4-BE49-F238E27FC236}">
                                      <a16:creationId xmlns:a16="http://schemas.microsoft.com/office/drawing/2014/main" id="{6A6B8032-6B6F-4E96-BE0F-CA9A206C23B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69803397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856" name="Flowchart: Connector 2855">
                              <a:extLst>
                                <a:ext uri="{FF2B5EF4-FFF2-40B4-BE49-F238E27FC236}">
                                  <a16:creationId xmlns:a16="http://schemas.microsoft.com/office/drawing/2014/main" id="{ACDCF820-C779-417A-9179-789EBB6FBDE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857" name="3D Model 2856" descr="Sphere">
                                  <a:extLst>
                                    <a:ext uri="{FF2B5EF4-FFF2-40B4-BE49-F238E27FC236}">
                                      <a16:creationId xmlns:a16="http://schemas.microsoft.com/office/drawing/2014/main" id="{73215FB9-87C4-4A72-9A53-A77FEA14EA3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62557968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2809" name="Group 2808">
                            <a:extLst>
                              <a:ext uri="{FF2B5EF4-FFF2-40B4-BE49-F238E27FC236}">
                                <a16:creationId xmlns:a16="http://schemas.microsoft.com/office/drawing/2014/main" id="{24CAC09A-1D7D-4ABE-A2DF-B3C2E9476DF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2826" name="Flowchart: Connector 2825">
                              <a:extLst>
                                <a:ext uri="{FF2B5EF4-FFF2-40B4-BE49-F238E27FC236}">
                                  <a16:creationId xmlns:a16="http://schemas.microsoft.com/office/drawing/2014/main" id="{7E692BC8-4851-4B7F-954E-0BA0ABCCA5E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827" name="Flowchart: Connector 2826">
                              <a:extLst>
                                <a:ext uri="{FF2B5EF4-FFF2-40B4-BE49-F238E27FC236}">
                                  <a16:creationId xmlns:a16="http://schemas.microsoft.com/office/drawing/2014/main" id="{49D60070-8C7B-4DA3-A57D-5C03EADA032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828" name="Flowchart: Connector 2827">
                              <a:extLst>
                                <a:ext uri="{FF2B5EF4-FFF2-40B4-BE49-F238E27FC236}">
                                  <a16:creationId xmlns:a16="http://schemas.microsoft.com/office/drawing/2014/main" id="{7E97C0F7-025E-4697-9188-2734418F700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829" name="Flowchart: Connector 2828">
                              <a:extLst>
                                <a:ext uri="{FF2B5EF4-FFF2-40B4-BE49-F238E27FC236}">
                                  <a16:creationId xmlns:a16="http://schemas.microsoft.com/office/drawing/2014/main" id="{E3E4EE8F-4B6B-4348-83C0-BB8A62DB403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830" name="Flowchart: Connector 2829">
                              <a:extLst>
                                <a:ext uri="{FF2B5EF4-FFF2-40B4-BE49-F238E27FC236}">
                                  <a16:creationId xmlns:a16="http://schemas.microsoft.com/office/drawing/2014/main" id="{79FEEC4B-AA72-4489-9C72-9D08F556AC6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831" name="Flowchart: Connector 2830">
                              <a:extLst>
                                <a:ext uri="{FF2B5EF4-FFF2-40B4-BE49-F238E27FC236}">
                                  <a16:creationId xmlns:a16="http://schemas.microsoft.com/office/drawing/2014/main" id="{6B881EF1-FEF2-47A9-99D6-8C01F4B138E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832" name="Flowchart: Connector 2831">
                              <a:extLst>
                                <a:ext uri="{FF2B5EF4-FFF2-40B4-BE49-F238E27FC236}">
                                  <a16:creationId xmlns:a16="http://schemas.microsoft.com/office/drawing/2014/main" id="{5B32E99A-AB31-4228-9D1C-CB3937CB399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833" name="Flowchart: Connector 2832">
                              <a:extLst>
                                <a:ext uri="{FF2B5EF4-FFF2-40B4-BE49-F238E27FC236}">
                                  <a16:creationId xmlns:a16="http://schemas.microsoft.com/office/drawing/2014/main" id="{CF948FBA-4DB1-4748-8E5E-B7017CEAC8E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834" name="Flowchart: Connector 2833">
                              <a:extLst>
                                <a:ext uri="{FF2B5EF4-FFF2-40B4-BE49-F238E27FC236}">
                                  <a16:creationId xmlns:a16="http://schemas.microsoft.com/office/drawing/2014/main" id="{FB9D7B38-457C-46FC-A374-2BADCA03321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835" name="3D Model 2834" descr="Sphere">
                                  <a:extLst>
                                    <a:ext uri="{FF2B5EF4-FFF2-40B4-BE49-F238E27FC236}">
                                      <a16:creationId xmlns:a16="http://schemas.microsoft.com/office/drawing/2014/main" id="{3F51B56F-9C33-4FE3-9A00-94446AC37F4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44002552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836" name="Flowchart: Connector 2835">
                              <a:extLst>
                                <a:ext uri="{FF2B5EF4-FFF2-40B4-BE49-F238E27FC236}">
                                  <a16:creationId xmlns:a16="http://schemas.microsoft.com/office/drawing/2014/main" id="{5628B9BE-757F-4294-9EF6-5964F86922C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837" name="3D Model 2836" descr="Sphere">
                                  <a:extLst>
                                    <a:ext uri="{FF2B5EF4-FFF2-40B4-BE49-F238E27FC236}">
                                      <a16:creationId xmlns:a16="http://schemas.microsoft.com/office/drawing/2014/main" id="{087998DA-7EA2-45CD-B05E-AE0C19A909F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14178841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838" name="Flowchart: Connector 2837">
                              <a:extLst>
                                <a:ext uri="{FF2B5EF4-FFF2-40B4-BE49-F238E27FC236}">
                                  <a16:creationId xmlns:a16="http://schemas.microsoft.com/office/drawing/2014/main" id="{CB12D898-4147-4FE2-87BF-01A173FB9F3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839" name="3D Model 2838" descr="Sphere">
                                  <a:extLst>
                                    <a:ext uri="{FF2B5EF4-FFF2-40B4-BE49-F238E27FC236}">
                                      <a16:creationId xmlns:a16="http://schemas.microsoft.com/office/drawing/2014/main" id="{CBAA5845-0458-4686-803A-912F7CCEC04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16944874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840" name="Flowchart: Connector 2839">
                              <a:extLst>
                                <a:ext uri="{FF2B5EF4-FFF2-40B4-BE49-F238E27FC236}">
                                  <a16:creationId xmlns:a16="http://schemas.microsoft.com/office/drawing/2014/main" id="{D66A1566-8AD3-456D-86D1-A2F9D3672D2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841" name="3D Model 2840" descr="Sphere">
                                  <a:extLst>
                                    <a:ext uri="{FF2B5EF4-FFF2-40B4-BE49-F238E27FC236}">
                                      <a16:creationId xmlns:a16="http://schemas.microsoft.com/office/drawing/2014/main" id="{46DAA933-E49D-409B-A781-AB2AE30A3E0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723279593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2810" name="Flowchart: Connector 2809">
                            <a:extLst>
                              <a:ext uri="{FF2B5EF4-FFF2-40B4-BE49-F238E27FC236}">
                                <a16:creationId xmlns:a16="http://schemas.microsoft.com/office/drawing/2014/main" id="{83F1FAFF-8573-47A3-B359-03004C9694E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811" name="Flowchart: Connector 2810">
                            <a:extLst>
                              <a:ext uri="{FF2B5EF4-FFF2-40B4-BE49-F238E27FC236}">
                                <a16:creationId xmlns:a16="http://schemas.microsoft.com/office/drawing/2014/main" id="{1784E0AD-FB28-47CD-B5A9-35A72A053A7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812" name="Flowchart: Connector 2811">
                            <a:extLst>
                              <a:ext uri="{FF2B5EF4-FFF2-40B4-BE49-F238E27FC236}">
                                <a16:creationId xmlns:a16="http://schemas.microsoft.com/office/drawing/2014/main" id="{D83B8797-9A8C-456D-BFF5-9B6BBEEB3AA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813" name="Flowchart: Connector 2812">
                            <a:extLst>
                              <a:ext uri="{FF2B5EF4-FFF2-40B4-BE49-F238E27FC236}">
                                <a16:creationId xmlns:a16="http://schemas.microsoft.com/office/drawing/2014/main" id="{8E5DCEF1-2304-4F86-AAD0-5B18A36D560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814" name="Flowchart: Connector 2813">
                            <a:extLst>
                              <a:ext uri="{FF2B5EF4-FFF2-40B4-BE49-F238E27FC236}">
                                <a16:creationId xmlns:a16="http://schemas.microsoft.com/office/drawing/2014/main" id="{727DE4A3-6C50-4E60-8CAC-C2409074A73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815" name="Flowchart: Connector 2814">
                            <a:extLst>
                              <a:ext uri="{FF2B5EF4-FFF2-40B4-BE49-F238E27FC236}">
                                <a16:creationId xmlns:a16="http://schemas.microsoft.com/office/drawing/2014/main" id="{08EAFD8C-AD16-4FDD-B810-2659CC88F71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816" name="Flowchart: Connector 2815">
                            <a:extLst>
                              <a:ext uri="{FF2B5EF4-FFF2-40B4-BE49-F238E27FC236}">
                                <a16:creationId xmlns:a16="http://schemas.microsoft.com/office/drawing/2014/main" id="{E87EBF32-B03B-4247-9235-975798FFFA3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817" name="Flowchart: Connector 2816">
                            <a:extLst>
                              <a:ext uri="{FF2B5EF4-FFF2-40B4-BE49-F238E27FC236}">
                                <a16:creationId xmlns:a16="http://schemas.microsoft.com/office/drawing/2014/main" id="{A8C3E2FB-18C7-4DAF-ABDA-B4894774779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818" name="Flowchart: Connector 2817">
                            <a:extLst>
                              <a:ext uri="{FF2B5EF4-FFF2-40B4-BE49-F238E27FC236}">
                                <a16:creationId xmlns:a16="http://schemas.microsoft.com/office/drawing/2014/main" id="{3D777CB6-9F57-491D-A60C-F04FB88AE1A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819" name="3D Model 2818" descr="Sphere">
                                <a:extLst>
                                  <a:ext uri="{FF2B5EF4-FFF2-40B4-BE49-F238E27FC236}">
                                    <a16:creationId xmlns:a16="http://schemas.microsoft.com/office/drawing/2014/main" id="{EC3052BF-768F-4546-981E-4CC9FF0D592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268922106"/>
                                  </p:ext>
                                </p:extLst>
                              </p:nvPr>
                            </p:nvGraphicFramePr>
                            <p:xfrm>
                              <a:off x="2123911" y="1501770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81" name="3D Model 2080" descr="Sphere">
                                <a:extLst>
                                  <a:ext uri="{FF2B5EF4-FFF2-40B4-BE49-F238E27FC236}">
                                    <a16:creationId xmlns:a16="http://schemas.microsoft.com/office/drawing/2014/main" id="{BBAAC3A5-BED9-484D-8304-B5CF970DFBB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967417" y="2231580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820" name="Flowchart: Connector 2819">
                            <a:extLst>
                              <a:ext uri="{FF2B5EF4-FFF2-40B4-BE49-F238E27FC236}">
                                <a16:creationId xmlns:a16="http://schemas.microsoft.com/office/drawing/2014/main" id="{87023CE4-6D2D-4ADC-8B20-1784F64D638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821" name="3D Model 2820" descr="Sphere">
                                <a:extLst>
                                  <a:ext uri="{FF2B5EF4-FFF2-40B4-BE49-F238E27FC236}">
                                    <a16:creationId xmlns:a16="http://schemas.microsoft.com/office/drawing/2014/main" id="{19481163-D93C-43DA-BAC8-5E46898C0AD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925497456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83" name="3D Model 2082" descr="Sphere">
                                <a:extLst>
                                  <a:ext uri="{FF2B5EF4-FFF2-40B4-BE49-F238E27FC236}">
                                    <a16:creationId xmlns:a16="http://schemas.microsoft.com/office/drawing/2014/main" id="{7F26FC5C-FF6C-4333-97E0-272A413FF94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09241" y="2246268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822" name="Flowchart: Connector 2821">
                            <a:extLst>
                              <a:ext uri="{FF2B5EF4-FFF2-40B4-BE49-F238E27FC236}">
                                <a16:creationId xmlns:a16="http://schemas.microsoft.com/office/drawing/2014/main" id="{54175EAF-6D6D-4B81-A25C-9FDA3E23F29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93292" y="171776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823" name="3D Model 2822" descr="Sphere">
                                <a:extLst>
                                  <a:ext uri="{FF2B5EF4-FFF2-40B4-BE49-F238E27FC236}">
                                    <a16:creationId xmlns:a16="http://schemas.microsoft.com/office/drawing/2014/main" id="{3B9FCC5D-DA40-41AA-BB79-D8F744B669F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051991342"/>
                                  </p:ext>
                                </p:extLst>
                              </p:nvPr>
                            </p:nvGraphicFramePr>
                            <p:xfrm>
                              <a:off x="2622429" y="163823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85" name="3D Model 2084" descr="Sphere">
                                <a:extLst>
                                  <a:ext uri="{FF2B5EF4-FFF2-40B4-BE49-F238E27FC236}">
                                    <a16:creationId xmlns:a16="http://schemas.microsoft.com/office/drawing/2014/main" id="{9E0852C6-70C9-4F0E-8452-5D6F744047C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54013" y="225728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824" name="Flowchart: Connector 2823">
                            <a:extLst>
                              <a:ext uri="{FF2B5EF4-FFF2-40B4-BE49-F238E27FC236}">
                                <a16:creationId xmlns:a16="http://schemas.microsoft.com/office/drawing/2014/main" id="{7E58C8B3-DFC9-49E7-A597-8EB0FD8C70A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825" name="3D Model 2824" descr="Sphere">
                                <a:extLst>
                                  <a:ext uri="{FF2B5EF4-FFF2-40B4-BE49-F238E27FC236}">
                                    <a16:creationId xmlns:a16="http://schemas.microsoft.com/office/drawing/2014/main" id="{E27AB852-7148-4819-9128-E02568B55D6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76603706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87" name="3D Model 2086" descr="Sphere">
                                <a:extLst>
                                  <a:ext uri="{FF2B5EF4-FFF2-40B4-BE49-F238E27FC236}">
                                    <a16:creationId xmlns:a16="http://schemas.microsoft.com/office/drawing/2014/main" id="{2AC3B5A0-E1C4-4789-8D7D-123C72E426F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98337" y="2274301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2661" name="Group 2660">
                        <a:extLst>
                          <a:ext uri="{FF2B5EF4-FFF2-40B4-BE49-F238E27FC236}">
                            <a16:creationId xmlns:a16="http://schemas.microsoft.com/office/drawing/2014/main" id="{C964480D-46EA-4761-AB69-0295874D6BE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547436" y="2361226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2802" name="Flowchart: Connector 2801">
                          <a:extLst>
                            <a:ext uri="{FF2B5EF4-FFF2-40B4-BE49-F238E27FC236}">
                              <a16:creationId xmlns:a16="http://schemas.microsoft.com/office/drawing/2014/main" id="{202DF8BA-E00F-4DB6-8441-1F1DD6EB9CB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2803" name="Flowchart: Connector 2802">
                          <a:extLst>
                            <a:ext uri="{FF2B5EF4-FFF2-40B4-BE49-F238E27FC236}">
                              <a16:creationId xmlns:a16="http://schemas.microsoft.com/office/drawing/2014/main" id="{99B1A1EC-59AF-43B8-BFF8-B787CAC3B5F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2804" name="Flowchart: Connector 2803">
                          <a:extLst>
                            <a:ext uri="{FF2B5EF4-FFF2-40B4-BE49-F238E27FC236}">
                              <a16:creationId xmlns:a16="http://schemas.microsoft.com/office/drawing/2014/main" id="{1D1DC5C0-321E-4901-826D-2716D107229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2662" name="Flowchart: Connector 2661">
                        <a:extLst>
                          <a:ext uri="{FF2B5EF4-FFF2-40B4-BE49-F238E27FC236}">
                            <a16:creationId xmlns:a16="http://schemas.microsoft.com/office/drawing/2014/main" id="{C9A116E0-F053-40D8-A598-1896773B66B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19794" y="212254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663" name="Flowchart: Connector 2662">
                        <a:extLst>
                          <a:ext uri="{FF2B5EF4-FFF2-40B4-BE49-F238E27FC236}">
                            <a16:creationId xmlns:a16="http://schemas.microsoft.com/office/drawing/2014/main" id="{61E8717E-5022-4769-9C95-7918A42E9ED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74020" y="218539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2664" name="Group 2663">
                        <a:extLst>
                          <a:ext uri="{FF2B5EF4-FFF2-40B4-BE49-F238E27FC236}">
                            <a16:creationId xmlns:a16="http://schemas.microsoft.com/office/drawing/2014/main" id="{9F0A17BC-B667-4710-8F2F-0156023AAEE3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18957">
                        <a:off x="941432" y="2025443"/>
                        <a:ext cx="710250" cy="369080"/>
                        <a:chOff x="854932" y="2290871"/>
                        <a:chExt cx="710250" cy="369080"/>
                      </a:xfrm>
                    </p:grpSpPr>
                    <p:sp>
                      <p:nvSpPr>
                        <p:cNvPr id="2799" name="Flowchart: Connector 2798">
                          <a:extLst>
                            <a:ext uri="{FF2B5EF4-FFF2-40B4-BE49-F238E27FC236}">
                              <a16:creationId xmlns:a16="http://schemas.microsoft.com/office/drawing/2014/main" id="{3BF5BA02-710F-468A-A593-64F6193CABC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2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2800" name="Flowchart: Connector 2799">
                          <a:extLst>
                            <a:ext uri="{FF2B5EF4-FFF2-40B4-BE49-F238E27FC236}">
                              <a16:creationId xmlns:a16="http://schemas.microsoft.com/office/drawing/2014/main" id="{58EF4CC4-5A26-44FA-A10E-9DF198736C6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1897" y="2377722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2801" name="Flowchart: Connector 2800">
                          <a:extLst>
                            <a:ext uri="{FF2B5EF4-FFF2-40B4-BE49-F238E27FC236}">
                              <a16:creationId xmlns:a16="http://schemas.microsoft.com/office/drawing/2014/main" id="{2B887378-F106-4615-A78B-5ED283FD7E6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53323" y="244395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2665" name="Group 2664">
                        <a:extLst>
                          <a:ext uri="{FF2B5EF4-FFF2-40B4-BE49-F238E27FC236}">
                            <a16:creationId xmlns:a16="http://schemas.microsoft.com/office/drawing/2014/main" id="{688C8A71-5ABE-4AC6-97EF-8049683B51C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21287" y="1995259"/>
                        <a:ext cx="1102917" cy="1484052"/>
                        <a:chOff x="2085712" y="1515698"/>
                        <a:chExt cx="1102917" cy="1484052"/>
                      </a:xfrm>
                    </p:grpSpPr>
                    <p:grpSp>
                      <p:nvGrpSpPr>
                        <p:cNvPr id="2734" name="Group 2733">
                          <a:extLst>
                            <a:ext uri="{FF2B5EF4-FFF2-40B4-BE49-F238E27FC236}">
                              <a16:creationId xmlns:a16="http://schemas.microsoft.com/office/drawing/2014/main" id="{C41C4403-361C-4F13-A965-F8EE6B7EA25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5712" y="1648950"/>
                          <a:ext cx="105765" cy="1037981"/>
                          <a:chOff x="1796341" y="2343196"/>
                          <a:chExt cx="105765" cy="1037981"/>
                        </a:xfrm>
                      </p:grpSpPr>
                      <p:sp>
                        <p:nvSpPr>
                          <p:cNvPr id="2795" name="Flowchart: Connector 2794">
                            <a:extLst>
                              <a:ext uri="{FF2B5EF4-FFF2-40B4-BE49-F238E27FC236}">
                                <a16:creationId xmlns:a16="http://schemas.microsoft.com/office/drawing/2014/main" id="{13FFFA0E-1A79-4003-B7CC-42B6186D2B8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796" name="Flowchart: Connector 2795">
                            <a:extLst>
                              <a:ext uri="{FF2B5EF4-FFF2-40B4-BE49-F238E27FC236}">
                                <a16:creationId xmlns:a16="http://schemas.microsoft.com/office/drawing/2014/main" id="{A1CDD124-FECB-4830-A033-44B26DDA86E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797" name="Flowchart: Connector 2796">
                            <a:extLst>
                              <a:ext uri="{FF2B5EF4-FFF2-40B4-BE49-F238E27FC236}">
                                <a16:creationId xmlns:a16="http://schemas.microsoft.com/office/drawing/2014/main" id="{53D9BD12-2B5D-41AE-B277-6584CBB9230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798" name="Flowchart: Connector 2797">
                            <a:extLst>
                              <a:ext uri="{FF2B5EF4-FFF2-40B4-BE49-F238E27FC236}">
                                <a16:creationId xmlns:a16="http://schemas.microsoft.com/office/drawing/2014/main" id="{CAC27327-9B76-4BEC-9120-3EDD904C2D5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796341" y="2343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2735" name="Group 2734">
                          <a:extLst>
                            <a:ext uri="{FF2B5EF4-FFF2-40B4-BE49-F238E27FC236}">
                              <a16:creationId xmlns:a16="http://schemas.microsoft.com/office/drawing/2014/main" id="{66A8EA6E-7E57-42C2-A191-C12A547F364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15698"/>
                          <a:ext cx="1074397" cy="1484052"/>
                          <a:chOff x="2114232" y="1515698"/>
                          <a:chExt cx="1074397" cy="1484052"/>
                        </a:xfrm>
                      </p:grpSpPr>
                      <p:grpSp>
                        <p:nvGrpSpPr>
                          <p:cNvPr id="2736" name="Group 2735">
                            <a:extLst>
                              <a:ext uri="{FF2B5EF4-FFF2-40B4-BE49-F238E27FC236}">
                                <a16:creationId xmlns:a16="http://schemas.microsoft.com/office/drawing/2014/main" id="{58FF20A7-C2BD-422A-AD2C-3CDEBE774D9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2787" name="Flowchart: Connector 2786">
                              <a:extLst>
                                <a:ext uri="{FF2B5EF4-FFF2-40B4-BE49-F238E27FC236}">
                                  <a16:creationId xmlns:a16="http://schemas.microsoft.com/office/drawing/2014/main" id="{C30E7090-8A68-470D-B396-87DD4F1587C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788" name="3D Model 2787" descr="Sphere">
                                  <a:extLst>
                                    <a:ext uri="{FF2B5EF4-FFF2-40B4-BE49-F238E27FC236}">
                                      <a16:creationId xmlns:a16="http://schemas.microsoft.com/office/drawing/2014/main" id="{35EEF5B7-34E2-4665-886C-7CEA721547B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416660805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789" name="Flowchart: Connector 2788">
                              <a:extLst>
                                <a:ext uri="{FF2B5EF4-FFF2-40B4-BE49-F238E27FC236}">
                                  <a16:creationId xmlns:a16="http://schemas.microsoft.com/office/drawing/2014/main" id="{A9F67F7A-9649-4A70-BFDA-BF157235618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790" name="3D Model 2789" descr="Sphere">
                                  <a:extLst>
                                    <a:ext uri="{FF2B5EF4-FFF2-40B4-BE49-F238E27FC236}">
                                      <a16:creationId xmlns:a16="http://schemas.microsoft.com/office/drawing/2014/main" id="{BE46128E-3ACB-4268-B84F-E714A6DD5A7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7199854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791" name="Flowchart: Connector 2790">
                              <a:extLst>
                                <a:ext uri="{FF2B5EF4-FFF2-40B4-BE49-F238E27FC236}">
                                  <a16:creationId xmlns:a16="http://schemas.microsoft.com/office/drawing/2014/main" id="{4A6D70A6-C1D9-4335-B7CB-E140589057D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792" name="3D Model 2791" descr="Sphere">
                                  <a:extLst>
                                    <a:ext uri="{FF2B5EF4-FFF2-40B4-BE49-F238E27FC236}">
                                      <a16:creationId xmlns:a16="http://schemas.microsoft.com/office/drawing/2014/main" id="{C7547C6D-6AEB-491D-96F6-44E5135DFFD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70034737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793" name="Flowchart: Connector 2792">
                              <a:extLst>
                                <a:ext uri="{FF2B5EF4-FFF2-40B4-BE49-F238E27FC236}">
                                  <a16:creationId xmlns:a16="http://schemas.microsoft.com/office/drawing/2014/main" id="{14428B6F-00AE-4BC1-A7F9-5B385489977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794" name="3D Model 2793" descr="Sphere">
                                  <a:extLst>
                                    <a:ext uri="{FF2B5EF4-FFF2-40B4-BE49-F238E27FC236}">
                                      <a16:creationId xmlns:a16="http://schemas.microsoft.com/office/drawing/2014/main" id="{8DF74EF0-595F-4044-B2A2-BB0A76841B4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20887018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2737" name="Group 2736">
                            <a:extLst>
                              <a:ext uri="{FF2B5EF4-FFF2-40B4-BE49-F238E27FC236}">
                                <a16:creationId xmlns:a16="http://schemas.microsoft.com/office/drawing/2014/main" id="{69C1F548-20F8-48CF-8992-E89E262BA7F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2771" name="Flowchart: Connector 2770">
                              <a:extLst>
                                <a:ext uri="{FF2B5EF4-FFF2-40B4-BE49-F238E27FC236}">
                                  <a16:creationId xmlns:a16="http://schemas.microsoft.com/office/drawing/2014/main" id="{085DC0C3-78DC-4EB6-9142-43C4DED330B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772" name="Flowchart: Connector 2771">
                              <a:extLst>
                                <a:ext uri="{FF2B5EF4-FFF2-40B4-BE49-F238E27FC236}">
                                  <a16:creationId xmlns:a16="http://schemas.microsoft.com/office/drawing/2014/main" id="{87422D2D-E2A3-4722-AC90-1B334CFB738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773" name="Flowchart: Connector 2772">
                              <a:extLst>
                                <a:ext uri="{FF2B5EF4-FFF2-40B4-BE49-F238E27FC236}">
                                  <a16:creationId xmlns:a16="http://schemas.microsoft.com/office/drawing/2014/main" id="{61B439B7-63B5-4957-A645-E7E45582E1C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774" name="Flowchart: Connector 2773">
                              <a:extLst>
                                <a:ext uri="{FF2B5EF4-FFF2-40B4-BE49-F238E27FC236}">
                                  <a16:creationId xmlns:a16="http://schemas.microsoft.com/office/drawing/2014/main" id="{E6F4A3D8-FC6F-4F83-9E81-BF2A1245C2E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775" name="Flowchart: Connector 2774">
                              <a:extLst>
                                <a:ext uri="{FF2B5EF4-FFF2-40B4-BE49-F238E27FC236}">
                                  <a16:creationId xmlns:a16="http://schemas.microsoft.com/office/drawing/2014/main" id="{D280B277-3705-4393-9B41-DEB058A4979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776" name="Flowchart: Connector 2775">
                              <a:extLst>
                                <a:ext uri="{FF2B5EF4-FFF2-40B4-BE49-F238E27FC236}">
                                  <a16:creationId xmlns:a16="http://schemas.microsoft.com/office/drawing/2014/main" id="{F4C37A26-6554-48A8-BDC3-CC788845E2B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777" name="Flowchart: Connector 2776">
                              <a:extLst>
                                <a:ext uri="{FF2B5EF4-FFF2-40B4-BE49-F238E27FC236}">
                                  <a16:creationId xmlns:a16="http://schemas.microsoft.com/office/drawing/2014/main" id="{594F8E6F-C104-48BD-A2AC-9FA181DAD4D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778" name="Flowchart: Connector 2777">
                              <a:extLst>
                                <a:ext uri="{FF2B5EF4-FFF2-40B4-BE49-F238E27FC236}">
                                  <a16:creationId xmlns:a16="http://schemas.microsoft.com/office/drawing/2014/main" id="{399B1DA4-C2D9-4359-9992-C095DDBA506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779" name="Flowchart: Connector 2778">
                              <a:extLst>
                                <a:ext uri="{FF2B5EF4-FFF2-40B4-BE49-F238E27FC236}">
                                  <a16:creationId xmlns:a16="http://schemas.microsoft.com/office/drawing/2014/main" id="{45080AF6-B2DA-497F-9303-75154E659F6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780" name="3D Model 2779" descr="Sphere">
                                  <a:extLst>
                                    <a:ext uri="{FF2B5EF4-FFF2-40B4-BE49-F238E27FC236}">
                                      <a16:creationId xmlns:a16="http://schemas.microsoft.com/office/drawing/2014/main" id="{C13E62EF-DA35-47BE-9CFC-FD2DD2D63CF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122827889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781" name="Flowchart: Connector 2780">
                              <a:extLst>
                                <a:ext uri="{FF2B5EF4-FFF2-40B4-BE49-F238E27FC236}">
                                  <a16:creationId xmlns:a16="http://schemas.microsoft.com/office/drawing/2014/main" id="{6B7037B5-53FE-4948-874F-CE63341DFE7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782" name="3D Model 2781" descr="Sphere">
                                  <a:extLst>
                                    <a:ext uri="{FF2B5EF4-FFF2-40B4-BE49-F238E27FC236}">
                                      <a16:creationId xmlns:a16="http://schemas.microsoft.com/office/drawing/2014/main" id="{AA601653-E86F-4759-9CD5-EB48084FA44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359374708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783" name="Flowchart: Connector 2782">
                              <a:extLst>
                                <a:ext uri="{FF2B5EF4-FFF2-40B4-BE49-F238E27FC236}">
                                  <a16:creationId xmlns:a16="http://schemas.microsoft.com/office/drawing/2014/main" id="{F2BD05BB-08AA-4B1E-AE02-31098E2AD56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784" name="3D Model 2783" descr="Sphere">
                                  <a:extLst>
                                    <a:ext uri="{FF2B5EF4-FFF2-40B4-BE49-F238E27FC236}">
                                      <a16:creationId xmlns:a16="http://schemas.microsoft.com/office/drawing/2014/main" id="{60620093-A360-4FF2-9574-AE4801E4AEC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171007651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785" name="Flowchart: Connector 2784">
                              <a:extLst>
                                <a:ext uri="{FF2B5EF4-FFF2-40B4-BE49-F238E27FC236}">
                                  <a16:creationId xmlns:a16="http://schemas.microsoft.com/office/drawing/2014/main" id="{A5BDEE7C-A4C7-4A38-929F-3B9D0751A56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786" name="3D Model 2785" descr="Sphere">
                                  <a:extLst>
                                    <a:ext uri="{FF2B5EF4-FFF2-40B4-BE49-F238E27FC236}">
                                      <a16:creationId xmlns:a16="http://schemas.microsoft.com/office/drawing/2014/main" id="{C1504978-0C81-407D-802B-24D61B43254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560817857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2738" name="Group 2737">
                            <a:extLst>
                              <a:ext uri="{FF2B5EF4-FFF2-40B4-BE49-F238E27FC236}">
                                <a16:creationId xmlns:a16="http://schemas.microsoft.com/office/drawing/2014/main" id="{1AC487D7-D8B9-4B07-9D03-F4B0D1D9497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2755" name="Flowchart: Connector 2754">
                              <a:extLst>
                                <a:ext uri="{FF2B5EF4-FFF2-40B4-BE49-F238E27FC236}">
                                  <a16:creationId xmlns:a16="http://schemas.microsoft.com/office/drawing/2014/main" id="{AABD00EE-A694-4050-9A12-3500A456272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756" name="Flowchart: Connector 2755">
                              <a:extLst>
                                <a:ext uri="{FF2B5EF4-FFF2-40B4-BE49-F238E27FC236}">
                                  <a16:creationId xmlns:a16="http://schemas.microsoft.com/office/drawing/2014/main" id="{CADB985E-A9B5-418C-B788-D2A8CFE4792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757" name="Flowchart: Connector 2756">
                              <a:extLst>
                                <a:ext uri="{FF2B5EF4-FFF2-40B4-BE49-F238E27FC236}">
                                  <a16:creationId xmlns:a16="http://schemas.microsoft.com/office/drawing/2014/main" id="{D4557153-F43C-4CCF-9F8C-C4E6F0AE5BA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758" name="Flowchart: Connector 2757">
                              <a:extLst>
                                <a:ext uri="{FF2B5EF4-FFF2-40B4-BE49-F238E27FC236}">
                                  <a16:creationId xmlns:a16="http://schemas.microsoft.com/office/drawing/2014/main" id="{78DB97C0-39DB-4129-BD27-6A4E3EB4D69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759" name="Flowchart: Connector 2758">
                              <a:extLst>
                                <a:ext uri="{FF2B5EF4-FFF2-40B4-BE49-F238E27FC236}">
                                  <a16:creationId xmlns:a16="http://schemas.microsoft.com/office/drawing/2014/main" id="{24970C36-5868-4385-8888-016EAE8F6F2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760" name="Flowchart: Connector 2759">
                              <a:extLst>
                                <a:ext uri="{FF2B5EF4-FFF2-40B4-BE49-F238E27FC236}">
                                  <a16:creationId xmlns:a16="http://schemas.microsoft.com/office/drawing/2014/main" id="{F7F34A6D-19E0-4462-88BC-001963A712A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761" name="Flowchart: Connector 2760">
                              <a:extLst>
                                <a:ext uri="{FF2B5EF4-FFF2-40B4-BE49-F238E27FC236}">
                                  <a16:creationId xmlns:a16="http://schemas.microsoft.com/office/drawing/2014/main" id="{63B7AB17-7905-47BF-8D0B-53FC66400CB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762" name="Flowchart: Connector 2761">
                              <a:extLst>
                                <a:ext uri="{FF2B5EF4-FFF2-40B4-BE49-F238E27FC236}">
                                  <a16:creationId xmlns:a16="http://schemas.microsoft.com/office/drawing/2014/main" id="{8189B08F-A5BA-449B-9D44-956FE0D9220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763" name="Flowchart: Connector 2762">
                              <a:extLst>
                                <a:ext uri="{FF2B5EF4-FFF2-40B4-BE49-F238E27FC236}">
                                  <a16:creationId xmlns:a16="http://schemas.microsoft.com/office/drawing/2014/main" id="{EB1202A1-27C3-443A-94D4-22EA26B46F2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764" name="3D Model 2763" descr="Sphere">
                                  <a:extLst>
                                    <a:ext uri="{FF2B5EF4-FFF2-40B4-BE49-F238E27FC236}">
                                      <a16:creationId xmlns:a16="http://schemas.microsoft.com/office/drawing/2014/main" id="{EE6CBE35-DC3D-451D-8822-56449EEB93B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51603761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765" name="Flowchart: Connector 2764">
                              <a:extLst>
                                <a:ext uri="{FF2B5EF4-FFF2-40B4-BE49-F238E27FC236}">
                                  <a16:creationId xmlns:a16="http://schemas.microsoft.com/office/drawing/2014/main" id="{6A50095B-C1E8-4766-9D38-10B4F90CFB9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766" name="3D Model 2765" descr="Sphere">
                                  <a:extLst>
                                    <a:ext uri="{FF2B5EF4-FFF2-40B4-BE49-F238E27FC236}">
                                      <a16:creationId xmlns:a16="http://schemas.microsoft.com/office/drawing/2014/main" id="{F7FA1A88-6C15-42F2-A0EF-FE79A2CD951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254586798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767" name="Flowchart: Connector 2766">
                              <a:extLst>
                                <a:ext uri="{FF2B5EF4-FFF2-40B4-BE49-F238E27FC236}">
                                  <a16:creationId xmlns:a16="http://schemas.microsoft.com/office/drawing/2014/main" id="{4F4EC6D9-EB9F-424E-BF0F-0E6D46DC20C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768" name="3D Model 2767" descr="Sphere">
                                  <a:extLst>
                                    <a:ext uri="{FF2B5EF4-FFF2-40B4-BE49-F238E27FC236}">
                                      <a16:creationId xmlns:a16="http://schemas.microsoft.com/office/drawing/2014/main" id="{5D1A9502-744D-4385-BF9A-60296737C24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22104128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769" name="Flowchart: Connector 2768">
                              <a:extLst>
                                <a:ext uri="{FF2B5EF4-FFF2-40B4-BE49-F238E27FC236}">
                                  <a16:creationId xmlns:a16="http://schemas.microsoft.com/office/drawing/2014/main" id="{639E8C5B-2AF3-4209-9628-169E585D023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770" name="3D Model 2769" descr="Sphere">
                                  <a:extLst>
                                    <a:ext uri="{FF2B5EF4-FFF2-40B4-BE49-F238E27FC236}">
                                      <a16:creationId xmlns:a16="http://schemas.microsoft.com/office/drawing/2014/main" id="{48ABD5D1-CDE5-42B4-AD28-BF5AEA884B0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271176941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2739" name="Flowchart: Connector 2738">
                            <a:extLst>
                              <a:ext uri="{FF2B5EF4-FFF2-40B4-BE49-F238E27FC236}">
                                <a16:creationId xmlns:a16="http://schemas.microsoft.com/office/drawing/2014/main" id="{71DCBDDE-13E9-4973-8AC3-66D3AD0E5D8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740" name="Flowchart: Connector 2739">
                            <a:extLst>
                              <a:ext uri="{FF2B5EF4-FFF2-40B4-BE49-F238E27FC236}">
                                <a16:creationId xmlns:a16="http://schemas.microsoft.com/office/drawing/2014/main" id="{69FC4CD3-AA78-4DBC-9CD9-46D12AB2FE7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741" name="Flowchart: Connector 2740">
                            <a:extLst>
                              <a:ext uri="{FF2B5EF4-FFF2-40B4-BE49-F238E27FC236}">
                                <a16:creationId xmlns:a16="http://schemas.microsoft.com/office/drawing/2014/main" id="{9FB57F70-5294-4857-BCE3-44824BD50F2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742" name="Flowchart: Connector 2741">
                            <a:extLst>
                              <a:ext uri="{FF2B5EF4-FFF2-40B4-BE49-F238E27FC236}">
                                <a16:creationId xmlns:a16="http://schemas.microsoft.com/office/drawing/2014/main" id="{E507B272-7F10-42A1-9A86-BFEB7CE8280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743" name="Flowchart: Connector 2742">
                            <a:extLst>
                              <a:ext uri="{FF2B5EF4-FFF2-40B4-BE49-F238E27FC236}">
                                <a16:creationId xmlns:a16="http://schemas.microsoft.com/office/drawing/2014/main" id="{CE3F33E1-BCDC-4BBC-AF23-B806ACCCDFB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744" name="Flowchart: Connector 2743">
                            <a:extLst>
                              <a:ext uri="{FF2B5EF4-FFF2-40B4-BE49-F238E27FC236}">
                                <a16:creationId xmlns:a16="http://schemas.microsoft.com/office/drawing/2014/main" id="{CCA13250-1264-427E-9D45-B56939ED92C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745" name="Flowchart: Connector 2744">
                            <a:extLst>
                              <a:ext uri="{FF2B5EF4-FFF2-40B4-BE49-F238E27FC236}">
                                <a16:creationId xmlns:a16="http://schemas.microsoft.com/office/drawing/2014/main" id="{1DF1FE15-20D9-43FB-9D47-B810DCF01EC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746" name="Flowchart: Connector 2745">
                            <a:extLst>
                              <a:ext uri="{FF2B5EF4-FFF2-40B4-BE49-F238E27FC236}">
                                <a16:creationId xmlns:a16="http://schemas.microsoft.com/office/drawing/2014/main" id="{2D77719A-52C7-4431-BC40-6D6DD616EAD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747" name="Flowchart: Connector 2746">
                            <a:extLst>
                              <a:ext uri="{FF2B5EF4-FFF2-40B4-BE49-F238E27FC236}">
                                <a16:creationId xmlns:a16="http://schemas.microsoft.com/office/drawing/2014/main" id="{51CC7056-8498-4809-B97E-A5B67E90574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748" name="3D Model 2747" descr="Sphere">
                                <a:extLst>
                                  <a:ext uri="{FF2B5EF4-FFF2-40B4-BE49-F238E27FC236}">
                                    <a16:creationId xmlns:a16="http://schemas.microsoft.com/office/drawing/2014/main" id="{37185717-CD71-4219-98F1-EAB8C634B7A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365501577"/>
                                  </p:ext>
                                </p:extLst>
                              </p:nvPr>
                            </p:nvGraphicFramePr>
                            <p:xfrm>
                              <a:off x="2127272" y="1515698"/>
                              <a:ext cx="299738" cy="29973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7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4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10" name="3D Model 2009" descr="Sphere">
                                <a:extLst>
                                  <a:ext uri="{FF2B5EF4-FFF2-40B4-BE49-F238E27FC236}">
                                    <a16:creationId xmlns:a16="http://schemas.microsoft.com/office/drawing/2014/main" id="{71FCEC8E-86F4-4519-A136-94668103656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929061" y="2251345"/>
                                <a:ext cx="52067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749" name="Flowchart: Connector 2748">
                            <a:extLst>
                              <a:ext uri="{FF2B5EF4-FFF2-40B4-BE49-F238E27FC236}">
                                <a16:creationId xmlns:a16="http://schemas.microsoft.com/office/drawing/2014/main" id="{505DC75D-3B62-4AD8-8B52-0EC101ADC79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750" name="3D Model 2749" descr="Sphere">
                                <a:extLst>
                                  <a:ext uri="{FF2B5EF4-FFF2-40B4-BE49-F238E27FC236}">
                                    <a16:creationId xmlns:a16="http://schemas.microsoft.com/office/drawing/2014/main" id="{5BAFDAB2-8EC9-4D65-A774-5330C4CDFEF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41873606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12" name="3D Model 2011" descr="Sphere">
                                <a:extLst>
                                  <a:ext uri="{FF2B5EF4-FFF2-40B4-BE49-F238E27FC236}">
                                    <a16:creationId xmlns:a16="http://schemas.microsoft.com/office/drawing/2014/main" id="{788F27E3-2BFB-47D9-938E-4075BE76CAAA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970301" y="2263409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751" name="Flowchart: Connector 2750">
                            <a:extLst>
                              <a:ext uri="{FF2B5EF4-FFF2-40B4-BE49-F238E27FC236}">
                                <a16:creationId xmlns:a16="http://schemas.microsoft.com/office/drawing/2014/main" id="{03AD4D26-88EB-45C6-B5E3-B1FA2A97F69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6940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752" name="3D Model 2751" descr="Sphere">
                                <a:extLst>
                                  <a:ext uri="{FF2B5EF4-FFF2-40B4-BE49-F238E27FC236}">
                                    <a16:creationId xmlns:a16="http://schemas.microsoft.com/office/drawing/2014/main" id="{F1B8BDD6-AE7F-4174-AFBC-881C966982D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553904026"/>
                                  </p:ext>
                                </p:extLst>
                              </p:nvPr>
                            </p:nvGraphicFramePr>
                            <p:xfrm>
                              <a:off x="2609177" y="164853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14" name="3D Model 2013" descr="Sphere">
                                <a:extLst>
                                  <a:ext uri="{FF2B5EF4-FFF2-40B4-BE49-F238E27FC236}">
                                    <a16:creationId xmlns:a16="http://schemas.microsoft.com/office/drawing/2014/main" id="{DC34F8CE-4DD0-42E3-B1B7-88AE23A51C5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12771" y="227636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753" name="Flowchart: Connector 2752">
                            <a:extLst>
                              <a:ext uri="{FF2B5EF4-FFF2-40B4-BE49-F238E27FC236}">
                                <a16:creationId xmlns:a16="http://schemas.microsoft.com/office/drawing/2014/main" id="{9C5209E1-497E-41A5-91BA-1E5067425D8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754" name="3D Model 2753" descr="Sphere">
                                <a:extLst>
                                  <a:ext uri="{FF2B5EF4-FFF2-40B4-BE49-F238E27FC236}">
                                    <a16:creationId xmlns:a16="http://schemas.microsoft.com/office/drawing/2014/main" id="{A6BF156B-06B0-4335-B3A2-584C12A74F8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995667149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16" name="3D Model 2015" descr="Sphere">
                                <a:extLst>
                                  <a:ext uri="{FF2B5EF4-FFF2-40B4-BE49-F238E27FC236}">
                                    <a16:creationId xmlns:a16="http://schemas.microsoft.com/office/drawing/2014/main" id="{10744BAC-FCCF-4132-AEE4-D2CDDC78840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59397" y="2291443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sp>
                    <p:nvSpPr>
                      <p:cNvPr id="2666" name="Flowchart: Connector 2665">
                        <a:extLst>
                          <a:ext uri="{FF2B5EF4-FFF2-40B4-BE49-F238E27FC236}">
                            <a16:creationId xmlns:a16="http://schemas.microsoft.com/office/drawing/2014/main" id="{C2DD7223-3B33-4DC1-965B-E0E1BF321C1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06374" y="21384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667" name="Flowchart: Connector 2666">
                        <a:extLst>
                          <a:ext uri="{FF2B5EF4-FFF2-40B4-BE49-F238E27FC236}">
                            <a16:creationId xmlns:a16="http://schemas.microsoft.com/office/drawing/2014/main" id="{CB04FA85-1423-421D-921B-EA707DCC3F3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886236" y="22322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668" name="Flowchart: Connector 2667">
                        <a:extLst>
                          <a:ext uri="{FF2B5EF4-FFF2-40B4-BE49-F238E27FC236}">
                            <a16:creationId xmlns:a16="http://schemas.microsoft.com/office/drawing/2014/main" id="{6DF9C2CC-E4FD-4BB4-8A1B-000921E60FA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952806" y="22254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669" name="Flowchart: Connector 2668">
                        <a:extLst>
                          <a:ext uri="{FF2B5EF4-FFF2-40B4-BE49-F238E27FC236}">
                            <a16:creationId xmlns:a16="http://schemas.microsoft.com/office/drawing/2014/main" id="{4908060F-4A82-4636-9337-1FB1429C377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0272" y="25040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670" name="Flowchart: Connector 2669">
                        <a:extLst>
                          <a:ext uri="{FF2B5EF4-FFF2-40B4-BE49-F238E27FC236}">
                            <a16:creationId xmlns:a16="http://schemas.microsoft.com/office/drawing/2014/main" id="{69A57A82-8287-4607-A0E9-0931901C8D5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20633" y="28301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671" name="Flowchart: Connector 2670">
                        <a:extLst>
                          <a:ext uri="{FF2B5EF4-FFF2-40B4-BE49-F238E27FC236}">
                            <a16:creationId xmlns:a16="http://schemas.microsoft.com/office/drawing/2014/main" id="{57308DD6-3CF0-44F6-9563-63897F3472D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29128" y="231321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672" name="Flowchart: Connector 2671">
                        <a:extLst>
                          <a:ext uri="{FF2B5EF4-FFF2-40B4-BE49-F238E27FC236}">
                            <a16:creationId xmlns:a16="http://schemas.microsoft.com/office/drawing/2014/main" id="{620708E6-55CE-4360-BB29-2B451107075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211385" y="230237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673" name="Flowchart: Connector 2672">
                        <a:extLst>
                          <a:ext uri="{FF2B5EF4-FFF2-40B4-BE49-F238E27FC236}">
                            <a16:creationId xmlns:a16="http://schemas.microsoft.com/office/drawing/2014/main" id="{79754EF1-A5CE-412A-BDAC-87097D1AA10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1097" y="31484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grpSp>
                    <p:nvGrpSpPr>
                      <p:cNvPr id="2674" name="Group 2673">
                        <a:extLst>
                          <a:ext uri="{FF2B5EF4-FFF2-40B4-BE49-F238E27FC236}">
                            <a16:creationId xmlns:a16="http://schemas.microsoft.com/office/drawing/2014/main" id="{40B14E2F-D2BB-4D9C-B683-0DD9560F7D5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20511" y="2127869"/>
                        <a:ext cx="1073693" cy="1496391"/>
                        <a:chOff x="2114936" y="1503359"/>
                        <a:chExt cx="1073693" cy="1496391"/>
                      </a:xfrm>
                    </p:grpSpPr>
                    <p:grpSp>
                      <p:nvGrpSpPr>
                        <p:cNvPr id="2675" name="Group 2674">
                          <a:extLst>
                            <a:ext uri="{FF2B5EF4-FFF2-40B4-BE49-F238E27FC236}">
                              <a16:creationId xmlns:a16="http://schemas.microsoft.com/office/drawing/2014/main" id="{DB03F1C0-DD11-4CE5-8AB2-10F65CB75EE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7974" y="2474038"/>
                          <a:ext cx="1060655" cy="525712"/>
                          <a:chOff x="3721252" y="1733424"/>
                          <a:chExt cx="1060655" cy="525712"/>
                        </a:xfrm>
                      </p:grpSpPr>
                      <p:sp>
                        <p:nvSpPr>
                          <p:cNvPr id="2726" name="Flowchart: Connector 2725">
                            <a:extLst>
                              <a:ext uri="{FF2B5EF4-FFF2-40B4-BE49-F238E27FC236}">
                                <a16:creationId xmlns:a16="http://schemas.microsoft.com/office/drawing/2014/main" id="{D5833ED9-3FF2-415F-8CA8-788D8585EB2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727" name="3D Model 2726" descr="Sphere">
                                <a:extLst>
                                  <a:ext uri="{FF2B5EF4-FFF2-40B4-BE49-F238E27FC236}">
                                    <a16:creationId xmlns:a16="http://schemas.microsoft.com/office/drawing/2014/main" id="{86E01C7E-05C7-4843-B1A0-B84B9BF1D22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772533413"/>
                                  </p:ext>
                                </p:extLst>
                              </p:nvPr>
                            </p:nvGraphicFramePr>
                            <p:xfrm>
                              <a:off x="3721252" y="1733424"/>
                              <a:ext cx="299739" cy="299738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6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989" name="3D Model 1988" descr="Sphere">
                                <a:extLst>
                                  <a:ext uri="{FF2B5EF4-FFF2-40B4-BE49-F238E27FC236}">
                                    <a16:creationId xmlns:a16="http://schemas.microsoft.com/office/drawing/2014/main" id="{3882A904-D027-4C5F-A2FC-FDF2A97747E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889231" y="2459147"/>
                                <a:ext cx="52066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728" name="Flowchart: Connector 2727">
                            <a:extLst>
                              <a:ext uri="{FF2B5EF4-FFF2-40B4-BE49-F238E27FC236}">
                                <a16:creationId xmlns:a16="http://schemas.microsoft.com/office/drawing/2014/main" id="{9A406012-101D-491F-926A-A31CA6EE8D7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729" name="3D Model 2728" descr="Sphere">
                                <a:extLst>
                                  <a:ext uri="{FF2B5EF4-FFF2-40B4-BE49-F238E27FC236}">
                                    <a16:creationId xmlns:a16="http://schemas.microsoft.com/office/drawing/2014/main" id="{E4683A88-372E-4D92-A98B-E0081C34BD7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179345547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730" name="Flowchart: Connector 2729">
                            <a:extLst>
                              <a:ext uri="{FF2B5EF4-FFF2-40B4-BE49-F238E27FC236}">
                                <a16:creationId xmlns:a16="http://schemas.microsoft.com/office/drawing/2014/main" id="{69AD1456-B34F-4DD3-B178-5D48748A837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731" name="3D Model 2730" descr="Sphere">
                                <a:extLst>
                                  <a:ext uri="{FF2B5EF4-FFF2-40B4-BE49-F238E27FC236}">
                                    <a16:creationId xmlns:a16="http://schemas.microsoft.com/office/drawing/2014/main" id="{B7EFD684-CDEC-4B59-A0DC-B88407614F4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101764837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732" name="Flowchart: Connector 2731">
                            <a:extLst>
                              <a:ext uri="{FF2B5EF4-FFF2-40B4-BE49-F238E27FC236}">
                                <a16:creationId xmlns:a16="http://schemas.microsoft.com/office/drawing/2014/main" id="{1DBC73F0-368C-42A1-BD19-57BBA21CA52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733" name="3D Model 2732" descr="Sphere">
                                <a:extLst>
                                  <a:ext uri="{FF2B5EF4-FFF2-40B4-BE49-F238E27FC236}">
                                    <a16:creationId xmlns:a16="http://schemas.microsoft.com/office/drawing/2014/main" id="{1805C9AF-FB76-452A-86FA-42D76CD2ED5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87060347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8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2676" name="Group 2675">
                          <a:extLst>
                            <a:ext uri="{FF2B5EF4-FFF2-40B4-BE49-F238E27FC236}">
                              <a16:creationId xmlns:a16="http://schemas.microsoft.com/office/drawing/2014/main" id="{B9F1B26F-0B24-4690-9B7A-CE587CD5F91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4615" y="2140429"/>
                          <a:ext cx="1064014" cy="637179"/>
                          <a:chOff x="3717893" y="1719497"/>
                          <a:chExt cx="1064014" cy="637179"/>
                        </a:xfrm>
                      </p:grpSpPr>
                      <p:sp>
                        <p:nvSpPr>
                          <p:cNvPr id="2710" name="Flowchart: Connector 2709">
                            <a:extLst>
                              <a:ext uri="{FF2B5EF4-FFF2-40B4-BE49-F238E27FC236}">
                                <a16:creationId xmlns:a16="http://schemas.microsoft.com/office/drawing/2014/main" id="{E47258EF-7EB7-4013-8A32-65A652CA44E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711" name="Flowchart: Connector 2710">
                            <a:extLst>
                              <a:ext uri="{FF2B5EF4-FFF2-40B4-BE49-F238E27FC236}">
                                <a16:creationId xmlns:a16="http://schemas.microsoft.com/office/drawing/2014/main" id="{F4796394-6B75-4FC0-9664-C58CF8F88D1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712" name="Flowchart: Connector 2711">
                            <a:extLst>
                              <a:ext uri="{FF2B5EF4-FFF2-40B4-BE49-F238E27FC236}">
                                <a16:creationId xmlns:a16="http://schemas.microsoft.com/office/drawing/2014/main" id="{63B074F9-3A10-4BBE-B718-89B1ED1E29E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713" name="Flowchart: Connector 2712">
                            <a:extLst>
                              <a:ext uri="{FF2B5EF4-FFF2-40B4-BE49-F238E27FC236}">
                                <a16:creationId xmlns:a16="http://schemas.microsoft.com/office/drawing/2014/main" id="{4F44D75C-F1A9-4E37-A9B8-99CFF9DCDA7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714" name="Flowchart: Connector 2713">
                            <a:extLst>
                              <a:ext uri="{FF2B5EF4-FFF2-40B4-BE49-F238E27FC236}">
                                <a16:creationId xmlns:a16="http://schemas.microsoft.com/office/drawing/2014/main" id="{23E9B4D1-C939-4C59-81E4-7DDFAEE832B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715" name="Flowchart: Connector 2714">
                            <a:extLst>
                              <a:ext uri="{FF2B5EF4-FFF2-40B4-BE49-F238E27FC236}">
                                <a16:creationId xmlns:a16="http://schemas.microsoft.com/office/drawing/2014/main" id="{ED8C332A-C04B-44E4-A59E-B8D53862B38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716" name="Flowchart: Connector 2715">
                            <a:extLst>
                              <a:ext uri="{FF2B5EF4-FFF2-40B4-BE49-F238E27FC236}">
                                <a16:creationId xmlns:a16="http://schemas.microsoft.com/office/drawing/2014/main" id="{697F0117-2E9E-4387-8600-0414B91C1A6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717" name="Flowchart: Connector 2716">
                            <a:extLst>
                              <a:ext uri="{FF2B5EF4-FFF2-40B4-BE49-F238E27FC236}">
                                <a16:creationId xmlns:a16="http://schemas.microsoft.com/office/drawing/2014/main" id="{BFF98F3A-7F1F-4833-9312-2119727C033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718" name="Flowchart: Connector 2717">
                            <a:extLst>
                              <a:ext uri="{FF2B5EF4-FFF2-40B4-BE49-F238E27FC236}">
                                <a16:creationId xmlns:a16="http://schemas.microsoft.com/office/drawing/2014/main" id="{F07C77D0-BA40-480D-B43A-D434055B7BE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719" name="3D Model 2718" descr="Sphere">
                                <a:extLst>
                                  <a:ext uri="{FF2B5EF4-FFF2-40B4-BE49-F238E27FC236}">
                                    <a16:creationId xmlns:a16="http://schemas.microsoft.com/office/drawing/2014/main" id="{7CA68C3D-B6E2-4AFF-8A96-84CBDE076ED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485279136"/>
                                  </p:ext>
                                </p:extLst>
                              </p:nvPr>
                            </p:nvGraphicFramePr>
                            <p:xfrm>
                              <a:off x="3717893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981" name="3D Model 1980" descr="Sphere">
                                <a:extLst>
                                  <a:ext uri="{FF2B5EF4-FFF2-40B4-BE49-F238E27FC236}">
                                    <a16:creationId xmlns:a16="http://schemas.microsoft.com/office/drawing/2014/main" id="{A03C3A75-C275-4B6C-A458-29EA069001C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888647" y="239631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720" name="Flowchart: Connector 2719">
                            <a:extLst>
                              <a:ext uri="{FF2B5EF4-FFF2-40B4-BE49-F238E27FC236}">
                                <a16:creationId xmlns:a16="http://schemas.microsoft.com/office/drawing/2014/main" id="{41745593-1FD7-434B-A6B2-620A333A888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721" name="3D Model 2720" descr="Sphere">
                                <a:extLst>
                                  <a:ext uri="{FF2B5EF4-FFF2-40B4-BE49-F238E27FC236}">
                                    <a16:creationId xmlns:a16="http://schemas.microsoft.com/office/drawing/2014/main" id="{CCD7F898-D569-4E63-8023-C587F26120C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281390984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722" name="Flowchart: Connector 2721">
                            <a:extLst>
                              <a:ext uri="{FF2B5EF4-FFF2-40B4-BE49-F238E27FC236}">
                                <a16:creationId xmlns:a16="http://schemas.microsoft.com/office/drawing/2014/main" id="{CC7156C9-2EF0-44DC-8933-F3F2AB52772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723" name="3D Model 2722" descr="Sphere">
                                <a:extLst>
                                  <a:ext uri="{FF2B5EF4-FFF2-40B4-BE49-F238E27FC236}">
                                    <a16:creationId xmlns:a16="http://schemas.microsoft.com/office/drawing/2014/main" id="{2EFBC29D-FAAA-4B8F-877E-0CE049276DA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27609581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724" name="Flowchart: Connector 2723">
                            <a:extLst>
                              <a:ext uri="{FF2B5EF4-FFF2-40B4-BE49-F238E27FC236}">
                                <a16:creationId xmlns:a16="http://schemas.microsoft.com/office/drawing/2014/main" id="{19247167-024E-469C-A3AB-36051B78566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725" name="3D Model 2724" descr="Sphere">
                                <a:extLst>
                                  <a:ext uri="{FF2B5EF4-FFF2-40B4-BE49-F238E27FC236}">
                                    <a16:creationId xmlns:a16="http://schemas.microsoft.com/office/drawing/2014/main" id="{3D6D1571-12C9-42FD-B312-3A6749ADD19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507542842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2677" name="Group 2676">
                          <a:extLst>
                            <a:ext uri="{FF2B5EF4-FFF2-40B4-BE49-F238E27FC236}">
                              <a16:creationId xmlns:a16="http://schemas.microsoft.com/office/drawing/2014/main" id="{8D50B8A7-6DB6-4EE6-9DB9-951FFC61499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936" y="1817250"/>
                          <a:ext cx="1064014" cy="643455"/>
                          <a:chOff x="3717893" y="1713221"/>
                          <a:chExt cx="1064014" cy="643455"/>
                        </a:xfrm>
                      </p:grpSpPr>
                      <p:sp>
                        <p:nvSpPr>
                          <p:cNvPr id="2694" name="Flowchart: Connector 2693">
                            <a:extLst>
                              <a:ext uri="{FF2B5EF4-FFF2-40B4-BE49-F238E27FC236}">
                                <a16:creationId xmlns:a16="http://schemas.microsoft.com/office/drawing/2014/main" id="{8721967E-E5D1-4095-B441-CB431D2CDFD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695" name="Flowchart: Connector 2694">
                            <a:extLst>
                              <a:ext uri="{FF2B5EF4-FFF2-40B4-BE49-F238E27FC236}">
                                <a16:creationId xmlns:a16="http://schemas.microsoft.com/office/drawing/2014/main" id="{14931323-FB64-42B6-8F5F-6FE6E6F6B00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696" name="Flowchart: Connector 2695">
                            <a:extLst>
                              <a:ext uri="{FF2B5EF4-FFF2-40B4-BE49-F238E27FC236}">
                                <a16:creationId xmlns:a16="http://schemas.microsoft.com/office/drawing/2014/main" id="{27E65175-5E4E-403D-B06F-94491947D3A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697" name="Flowchart: Connector 2696">
                            <a:extLst>
                              <a:ext uri="{FF2B5EF4-FFF2-40B4-BE49-F238E27FC236}">
                                <a16:creationId xmlns:a16="http://schemas.microsoft.com/office/drawing/2014/main" id="{ED2477B7-795F-4CD7-8C94-24CAFD40F80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698" name="Flowchart: Connector 2697">
                            <a:extLst>
                              <a:ext uri="{FF2B5EF4-FFF2-40B4-BE49-F238E27FC236}">
                                <a16:creationId xmlns:a16="http://schemas.microsoft.com/office/drawing/2014/main" id="{2DF71B12-73E9-4A95-B01D-6EECCE18D03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699" name="Flowchart: Connector 2698">
                            <a:extLst>
                              <a:ext uri="{FF2B5EF4-FFF2-40B4-BE49-F238E27FC236}">
                                <a16:creationId xmlns:a16="http://schemas.microsoft.com/office/drawing/2014/main" id="{82A4295F-2BB6-488F-B74F-7810EECE5A9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700" name="Flowchart: Connector 2699">
                            <a:extLst>
                              <a:ext uri="{FF2B5EF4-FFF2-40B4-BE49-F238E27FC236}">
                                <a16:creationId xmlns:a16="http://schemas.microsoft.com/office/drawing/2014/main" id="{CF38BC9F-A6FB-4DC3-9327-F1A5B34299F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701" name="Flowchart: Connector 2700">
                            <a:extLst>
                              <a:ext uri="{FF2B5EF4-FFF2-40B4-BE49-F238E27FC236}">
                                <a16:creationId xmlns:a16="http://schemas.microsoft.com/office/drawing/2014/main" id="{4A59A1FD-7624-40F8-A83B-295E8403C32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702" name="Flowchart: Connector 2701">
                            <a:extLst>
                              <a:ext uri="{FF2B5EF4-FFF2-40B4-BE49-F238E27FC236}">
                                <a16:creationId xmlns:a16="http://schemas.microsoft.com/office/drawing/2014/main" id="{9888C9C3-68D3-4168-9135-0B729A4FB84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703" name="3D Model 2702" descr="Sphere">
                                <a:extLst>
                                  <a:ext uri="{FF2B5EF4-FFF2-40B4-BE49-F238E27FC236}">
                                    <a16:creationId xmlns:a16="http://schemas.microsoft.com/office/drawing/2014/main" id="{E87C2DB9-7532-4D98-9313-DE4D4248B55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214033661"/>
                                  </p:ext>
                                </p:extLst>
                              </p:nvPr>
                            </p:nvGraphicFramePr>
                            <p:xfrm>
                              <a:off x="3717893" y="171322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965" name="3D Model 1964" descr="Sphere">
                                <a:extLst>
                                  <a:ext uri="{FF2B5EF4-FFF2-40B4-BE49-F238E27FC236}">
                                    <a16:creationId xmlns:a16="http://schemas.microsoft.com/office/drawing/2014/main" id="{7712D0F4-51F9-435D-8714-F237BFAD331D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886966" y="233544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704" name="Flowchart: Connector 2703">
                            <a:extLst>
                              <a:ext uri="{FF2B5EF4-FFF2-40B4-BE49-F238E27FC236}">
                                <a16:creationId xmlns:a16="http://schemas.microsoft.com/office/drawing/2014/main" id="{256A1655-5BA1-4481-836E-BD46E81AAD3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705" name="3D Model 2704" descr="Sphere">
                                <a:extLst>
                                  <a:ext uri="{FF2B5EF4-FFF2-40B4-BE49-F238E27FC236}">
                                    <a16:creationId xmlns:a16="http://schemas.microsoft.com/office/drawing/2014/main" id="{8CC730A0-CE21-4AB3-AFC4-2FF5D1C54CB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3143439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967" name="3D Model 1966" descr="Sphere">
                                <a:extLst>
                                  <a:ext uri="{FF2B5EF4-FFF2-40B4-BE49-F238E27FC236}">
                                    <a16:creationId xmlns:a16="http://schemas.microsoft.com/office/drawing/2014/main" id="{A4CEC350-ED3F-4BB3-9EDE-DDE31672F0F5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928667" y="235131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706" name="Flowchart: Connector 2705">
                            <a:extLst>
                              <a:ext uri="{FF2B5EF4-FFF2-40B4-BE49-F238E27FC236}">
                                <a16:creationId xmlns:a16="http://schemas.microsoft.com/office/drawing/2014/main" id="{1E3B3885-3102-4D5B-B0ED-49A84009AD4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707" name="3D Model 2706" descr="Sphere">
                                <a:extLst>
                                  <a:ext uri="{FF2B5EF4-FFF2-40B4-BE49-F238E27FC236}">
                                    <a16:creationId xmlns:a16="http://schemas.microsoft.com/office/drawing/2014/main" id="{3A5E9A40-9EB5-4BD1-89B6-98232617F80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808373243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708" name="Flowchart: Connector 2707">
                            <a:extLst>
                              <a:ext uri="{FF2B5EF4-FFF2-40B4-BE49-F238E27FC236}">
                                <a16:creationId xmlns:a16="http://schemas.microsoft.com/office/drawing/2014/main" id="{DCD53BB9-B1DD-4942-8971-4667AC3D50C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709" name="3D Model 2708" descr="Sphere">
                                <a:extLst>
                                  <a:ext uri="{FF2B5EF4-FFF2-40B4-BE49-F238E27FC236}">
                                    <a16:creationId xmlns:a16="http://schemas.microsoft.com/office/drawing/2014/main" id="{D7D7F483-1606-44AD-9160-4435EBFE89E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135744296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2678" name="Flowchart: Connector 2677">
                          <a:extLst>
                            <a:ext uri="{FF2B5EF4-FFF2-40B4-BE49-F238E27FC236}">
                              <a16:creationId xmlns:a16="http://schemas.microsoft.com/office/drawing/2014/main" id="{751B9038-F97A-4FD6-8B0B-A83B3205AA0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2679" name="Flowchart: Connector 2678">
                          <a:extLst>
                            <a:ext uri="{FF2B5EF4-FFF2-40B4-BE49-F238E27FC236}">
                              <a16:creationId xmlns:a16="http://schemas.microsoft.com/office/drawing/2014/main" id="{6C0E3442-FF2A-420C-BCC2-B6F48BEADAE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2680" name="Flowchart: Connector 2679">
                          <a:extLst>
                            <a:ext uri="{FF2B5EF4-FFF2-40B4-BE49-F238E27FC236}">
                              <a16:creationId xmlns:a16="http://schemas.microsoft.com/office/drawing/2014/main" id="{99A30749-05C0-45C7-AE07-77D3E05D2F2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26347" y="177334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2681" name="Flowchart: Connector 2680">
                          <a:extLst>
                            <a:ext uri="{FF2B5EF4-FFF2-40B4-BE49-F238E27FC236}">
                              <a16:creationId xmlns:a16="http://schemas.microsoft.com/office/drawing/2014/main" id="{D722121D-050D-4DF9-8BE2-198CD72475C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2682" name="Flowchart: Connector 2681">
                          <a:extLst>
                            <a:ext uri="{FF2B5EF4-FFF2-40B4-BE49-F238E27FC236}">
                              <a16:creationId xmlns:a16="http://schemas.microsoft.com/office/drawing/2014/main" id="{221F9D0E-EF29-4D20-BD23-B33056269C0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2683" name="Flowchart: Connector 2682">
                          <a:extLst>
                            <a:ext uri="{FF2B5EF4-FFF2-40B4-BE49-F238E27FC236}">
                              <a16:creationId xmlns:a16="http://schemas.microsoft.com/office/drawing/2014/main" id="{7196DC94-8AEB-4D8E-9027-AB97A1D3F32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2684" name="Flowchart: Connector 2683">
                          <a:extLst>
                            <a:ext uri="{FF2B5EF4-FFF2-40B4-BE49-F238E27FC236}">
                              <a16:creationId xmlns:a16="http://schemas.microsoft.com/office/drawing/2014/main" id="{63160304-B91E-450D-AF58-A8F060BD68B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2685" name="Flowchart: Connector 2684">
                          <a:extLst>
                            <a:ext uri="{FF2B5EF4-FFF2-40B4-BE49-F238E27FC236}">
                              <a16:creationId xmlns:a16="http://schemas.microsoft.com/office/drawing/2014/main" id="{D665C93C-B4B0-4980-B8C1-5C0B1BB002F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2686" name="Flowchart: Connector 2685">
                          <a:extLst>
                            <a:ext uri="{FF2B5EF4-FFF2-40B4-BE49-F238E27FC236}">
                              <a16:creationId xmlns:a16="http://schemas.microsoft.com/office/drawing/2014/main" id="{C01F44A1-F8D2-4EB2-B312-456399C09A1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2687" name="3D Model 2686" descr="Sphere">
                              <a:extLst>
                                <a:ext uri="{FF2B5EF4-FFF2-40B4-BE49-F238E27FC236}">
                                  <a16:creationId xmlns:a16="http://schemas.microsoft.com/office/drawing/2014/main" id="{44D4CCB7-8B0D-4E47-871E-F4E4F3FD386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296126860"/>
                                </p:ext>
                              </p:extLst>
                            </p:nvPr>
                          </p:nvGraphicFramePr>
                          <p:xfrm>
                            <a:off x="2122087" y="1503359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433448" ay="1433014" az="-1105299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7"/>
                                </am3d:raster>
                                <am3d:objViewport viewportSz="5757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949" name="3D Model 1948" descr="Sphere">
                              <a:extLst>
                                <a:ext uri="{FF2B5EF4-FFF2-40B4-BE49-F238E27FC236}">
                                  <a16:creationId xmlns:a16="http://schemas.microsoft.com/office/drawing/2014/main" id="{A8FFAB26-939D-46FC-86A1-EA4C4631BA7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888208" y="2276322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2688" name="Flowchart: Connector 2687">
                          <a:extLst>
                            <a:ext uri="{FF2B5EF4-FFF2-40B4-BE49-F238E27FC236}">
                              <a16:creationId xmlns:a16="http://schemas.microsoft.com/office/drawing/2014/main" id="{B597B9C9-F513-479C-9575-9861F2FE3D5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2689" name="3D Model 2688" descr="Sphere">
                              <a:extLst>
                                <a:ext uri="{FF2B5EF4-FFF2-40B4-BE49-F238E27FC236}">
                                  <a16:creationId xmlns:a16="http://schemas.microsoft.com/office/drawing/2014/main" id="{5CEB3E60-5EB9-477B-BA4A-B28F2D5228E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7050446"/>
                                </p:ext>
                              </p:extLst>
                            </p:nvPr>
                          </p:nvGraphicFramePr>
                          <p:xfrm>
                            <a:off x="2368043" y="1593681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5"/>
                                </am3d:raster>
                                <am3d:objViewport viewportSz="5886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951" name="3D Model 1950" descr="Sphere">
                              <a:extLst>
                                <a:ext uri="{FF2B5EF4-FFF2-40B4-BE49-F238E27FC236}">
                                  <a16:creationId xmlns:a16="http://schemas.microsoft.com/office/drawing/2014/main" id="{D47F8E2F-EB5F-407D-91A5-BEA56486F520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930932" y="2293334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2690" name="Flowchart: Connector 2689">
                          <a:extLst>
                            <a:ext uri="{FF2B5EF4-FFF2-40B4-BE49-F238E27FC236}">
                              <a16:creationId xmlns:a16="http://schemas.microsoft.com/office/drawing/2014/main" id="{87342023-024F-4EBC-A292-CAD8009BD97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2691" name="3D Model 2690" descr="Sphere">
                              <a:extLst>
                                <a:ext uri="{FF2B5EF4-FFF2-40B4-BE49-F238E27FC236}">
                                  <a16:creationId xmlns:a16="http://schemas.microsoft.com/office/drawing/2014/main" id="{68F252F3-66B6-4FDA-A185-D4847128C82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05899191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3235" cy="6170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7"/>
                                </am3d:raster>
                                <am3d:objViewport viewportSz="6018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953" name="3D Model 1952" descr="Sphere">
                              <a:extLst>
                                <a:ext uri="{FF2B5EF4-FFF2-40B4-BE49-F238E27FC236}">
                                  <a16:creationId xmlns:a16="http://schemas.microsoft.com/office/drawing/2014/main" id="{32BB398F-D69C-4A13-ADE8-EDEB0C5C4A83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3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972819" y="2302350"/>
                              <a:ext cx="53235" cy="61702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2692" name="Flowchart: Connector 2691">
                          <a:extLst>
                            <a:ext uri="{FF2B5EF4-FFF2-40B4-BE49-F238E27FC236}">
                              <a16:creationId xmlns:a16="http://schemas.microsoft.com/office/drawing/2014/main" id="{229CDD9A-C9B9-4ECC-A0EA-AE773BFDB39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2693" name="3D Model 2692" descr="Sphere">
                              <a:extLst>
                                <a:ext uri="{FF2B5EF4-FFF2-40B4-BE49-F238E27FC236}">
                                  <a16:creationId xmlns:a16="http://schemas.microsoft.com/office/drawing/2014/main" id="{CFDE222B-31B3-4AFE-95CC-6FF34BA5169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547115366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1045" cy="5891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9"/>
                                </am3d:raster>
                                <am3d:objViewport viewportSz="5955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955" name="3D Model 1954" descr="Sphere">
                              <a:extLst>
                                <a:ext uri="{FF2B5EF4-FFF2-40B4-BE49-F238E27FC236}">
                                  <a16:creationId xmlns:a16="http://schemas.microsoft.com/office/drawing/2014/main" id="{B747FCA4-549D-426C-8001-D17363962F6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5019445" y="2318744"/>
                              <a:ext cx="51045" cy="589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2583" name="Group 2582">
                      <a:extLst>
                        <a:ext uri="{FF2B5EF4-FFF2-40B4-BE49-F238E27FC236}">
                          <a16:creationId xmlns:a16="http://schemas.microsoft.com/office/drawing/2014/main" id="{D9D78DB0-282E-416B-923D-771DD1E22514}"/>
                        </a:ext>
                      </a:extLst>
                    </p:cNvPr>
                    <p:cNvGrpSpPr/>
                    <p:nvPr/>
                  </p:nvGrpSpPr>
                  <p:grpSpPr>
                    <a:xfrm rot="18542409">
                      <a:off x="2257159" y="236280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2653" name="Freeform: Shape 2652">
                        <a:extLst>
                          <a:ext uri="{FF2B5EF4-FFF2-40B4-BE49-F238E27FC236}">
                            <a16:creationId xmlns:a16="http://schemas.microsoft.com/office/drawing/2014/main" id="{365BB851-3D8A-4596-949B-C5FFB1DB92B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654" name="Rectangle: Rounded Corners 2653">
                        <a:extLst>
                          <a:ext uri="{FF2B5EF4-FFF2-40B4-BE49-F238E27FC236}">
                            <a16:creationId xmlns:a16="http://schemas.microsoft.com/office/drawing/2014/main" id="{444B9162-815B-4DAF-9790-5CC4766C91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584" name="Group 2583">
                      <a:extLst>
                        <a:ext uri="{FF2B5EF4-FFF2-40B4-BE49-F238E27FC236}">
                          <a16:creationId xmlns:a16="http://schemas.microsoft.com/office/drawing/2014/main" id="{2DA9B08D-2C1B-41C5-B11D-2F2A9DDFDAEE}"/>
                        </a:ext>
                      </a:extLst>
                    </p:cNvPr>
                    <p:cNvGrpSpPr/>
                    <p:nvPr/>
                  </p:nvGrpSpPr>
                  <p:grpSpPr>
                    <a:xfrm rot="17122200">
                      <a:off x="1187274" y="235013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2651" name="Freeform: Shape 2650">
                        <a:extLst>
                          <a:ext uri="{FF2B5EF4-FFF2-40B4-BE49-F238E27FC236}">
                            <a16:creationId xmlns:a16="http://schemas.microsoft.com/office/drawing/2014/main" id="{10193C9C-8A0C-4F96-954F-3E50B178C98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652" name="Rectangle: Rounded Corners 2651">
                        <a:extLst>
                          <a:ext uri="{FF2B5EF4-FFF2-40B4-BE49-F238E27FC236}">
                            <a16:creationId xmlns:a16="http://schemas.microsoft.com/office/drawing/2014/main" id="{A379C2C0-6307-4BF4-8435-D5C2EC3E416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585" name="Group 2584">
                      <a:extLst>
                        <a:ext uri="{FF2B5EF4-FFF2-40B4-BE49-F238E27FC236}">
                          <a16:creationId xmlns:a16="http://schemas.microsoft.com/office/drawing/2014/main" id="{7DB4CCEB-9561-4828-991D-7E50437ACCA5}"/>
                        </a:ext>
                      </a:extLst>
                    </p:cNvPr>
                    <p:cNvGrpSpPr/>
                    <p:nvPr/>
                  </p:nvGrpSpPr>
                  <p:grpSpPr>
                    <a:xfrm rot="658209">
                      <a:off x="2479276" y="3323586"/>
                      <a:ext cx="746642" cy="235253"/>
                      <a:chOff x="2620172" y="2546175"/>
                      <a:chExt cx="834986" cy="143092"/>
                    </a:xfrm>
                  </p:grpSpPr>
                  <p:sp>
                    <p:nvSpPr>
                      <p:cNvPr id="2649" name="Freeform: Shape 2648">
                        <a:extLst>
                          <a:ext uri="{FF2B5EF4-FFF2-40B4-BE49-F238E27FC236}">
                            <a16:creationId xmlns:a16="http://schemas.microsoft.com/office/drawing/2014/main" id="{A118E265-3F24-4BBF-8E55-2041AC568C2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650" name="Rectangle: Rounded Corners 2649">
                        <a:extLst>
                          <a:ext uri="{FF2B5EF4-FFF2-40B4-BE49-F238E27FC236}">
                            <a16:creationId xmlns:a16="http://schemas.microsoft.com/office/drawing/2014/main" id="{BB4B0F5C-5466-4217-B55A-DADFDC7AA6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586" name="Group 2585">
                      <a:extLst>
                        <a:ext uri="{FF2B5EF4-FFF2-40B4-BE49-F238E27FC236}">
                          <a16:creationId xmlns:a16="http://schemas.microsoft.com/office/drawing/2014/main" id="{738E6E6F-1789-46C5-B136-223E6532AB4C}"/>
                        </a:ext>
                      </a:extLst>
                    </p:cNvPr>
                    <p:cNvGrpSpPr/>
                    <p:nvPr/>
                  </p:nvGrpSpPr>
                  <p:grpSpPr>
                    <a:xfrm rot="18837888">
                      <a:off x="1789768" y="223810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2647" name="Freeform: Shape 2646">
                        <a:extLst>
                          <a:ext uri="{FF2B5EF4-FFF2-40B4-BE49-F238E27FC236}">
                            <a16:creationId xmlns:a16="http://schemas.microsoft.com/office/drawing/2014/main" id="{A3632AB9-6185-4C31-B005-31EB74A5549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648" name="Rectangle: Rounded Corners 2647">
                        <a:extLst>
                          <a:ext uri="{FF2B5EF4-FFF2-40B4-BE49-F238E27FC236}">
                            <a16:creationId xmlns:a16="http://schemas.microsoft.com/office/drawing/2014/main" id="{47FA9BBA-63B9-4C1D-A5DA-9D99109AA4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587" name="Group 2586">
                      <a:extLst>
                        <a:ext uri="{FF2B5EF4-FFF2-40B4-BE49-F238E27FC236}">
                          <a16:creationId xmlns:a16="http://schemas.microsoft.com/office/drawing/2014/main" id="{597FEFD6-3D4E-4589-B74D-D751EB166D4E}"/>
                        </a:ext>
                      </a:extLst>
                    </p:cNvPr>
                    <p:cNvGrpSpPr/>
                    <p:nvPr/>
                  </p:nvGrpSpPr>
                  <p:grpSpPr>
                    <a:xfrm rot="16200000">
                      <a:off x="563034" y="2429570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2645" name="Freeform: Shape 2644">
                        <a:extLst>
                          <a:ext uri="{FF2B5EF4-FFF2-40B4-BE49-F238E27FC236}">
                            <a16:creationId xmlns:a16="http://schemas.microsoft.com/office/drawing/2014/main" id="{BF29A85A-6553-4A15-920D-47F3DD907C7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646" name="Rectangle: Rounded Corners 2645">
                        <a:extLst>
                          <a:ext uri="{FF2B5EF4-FFF2-40B4-BE49-F238E27FC236}">
                            <a16:creationId xmlns:a16="http://schemas.microsoft.com/office/drawing/2014/main" id="{53EF4F99-8784-4760-B2E0-BF99BE4C1D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588" name="Group 2587">
                      <a:extLst>
                        <a:ext uri="{FF2B5EF4-FFF2-40B4-BE49-F238E27FC236}">
                          <a16:creationId xmlns:a16="http://schemas.microsoft.com/office/drawing/2014/main" id="{08722660-765B-481F-9805-92B91D3AE101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350328" y="442527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2643" name="Freeform: Shape 2642">
                        <a:extLst>
                          <a:ext uri="{FF2B5EF4-FFF2-40B4-BE49-F238E27FC236}">
                            <a16:creationId xmlns:a16="http://schemas.microsoft.com/office/drawing/2014/main" id="{68099E1F-B207-4C28-A949-4F28BD7F147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644" name="Rectangle: Rounded Corners 2643">
                        <a:extLst>
                          <a:ext uri="{FF2B5EF4-FFF2-40B4-BE49-F238E27FC236}">
                            <a16:creationId xmlns:a16="http://schemas.microsoft.com/office/drawing/2014/main" id="{42EA4E1D-BBF2-4CC3-9B60-7565F1E7AC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589" name="Group 2588">
                      <a:extLst>
                        <a:ext uri="{FF2B5EF4-FFF2-40B4-BE49-F238E27FC236}">
                          <a16:creationId xmlns:a16="http://schemas.microsoft.com/office/drawing/2014/main" id="{5CFC5A58-43BE-4EC0-8857-8FFD4A2639FD}"/>
                        </a:ext>
                      </a:extLst>
                    </p:cNvPr>
                    <p:cNvGrpSpPr/>
                    <p:nvPr/>
                  </p:nvGrpSpPr>
                  <p:grpSpPr>
                    <a:xfrm rot="5880914">
                      <a:off x="789613" y="438062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2641" name="Freeform: Shape 2640">
                        <a:extLst>
                          <a:ext uri="{FF2B5EF4-FFF2-40B4-BE49-F238E27FC236}">
                            <a16:creationId xmlns:a16="http://schemas.microsoft.com/office/drawing/2014/main" id="{1BBCD0E5-3E83-4C60-9F50-4A325BE62CC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642" name="Rectangle: Rounded Corners 2641">
                        <a:extLst>
                          <a:ext uri="{FF2B5EF4-FFF2-40B4-BE49-F238E27FC236}">
                            <a16:creationId xmlns:a16="http://schemas.microsoft.com/office/drawing/2014/main" id="{68EDDA21-5002-4164-B1B7-492DF8594B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590" name="Group 2589">
                      <a:extLst>
                        <a:ext uri="{FF2B5EF4-FFF2-40B4-BE49-F238E27FC236}">
                          <a16:creationId xmlns:a16="http://schemas.microsoft.com/office/drawing/2014/main" id="{B9268F2D-A885-4C09-86C8-C34AAE9833EF}"/>
                        </a:ext>
                      </a:extLst>
                    </p:cNvPr>
                    <p:cNvGrpSpPr/>
                    <p:nvPr/>
                  </p:nvGrpSpPr>
                  <p:grpSpPr>
                    <a:xfrm rot="13587211">
                      <a:off x="651990" y="2929858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2639" name="Freeform: Shape 2638">
                        <a:extLst>
                          <a:ext uri="{FF2B5EF4-FFF2-40B4-BE49-F238E27FC236}">
                            <a16:creationId xmlns:a16="http://schemas.microsoft.com/office/drawing/2014/main" id="{0D439FB6-4F84-4F86-A01B-E75A9F9D987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640" name="Rectangle: Rounded Corners 2639">
                        <a:extLst>
                          <a:ext uri="{FF2B5EF4-FFF2-40B4-BE49-F238E27FC236}">
                            <a16:creationId xmlns:a16="http://schemas.microsoft.com/office/drawing/2014/main" id="{75843192-BB25-4D1E-98AD-AC099A76C4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591" name="Group 2590">
                      <a:extLst>
                        <a:ext uri="{FF2B5EF4-FFF2-40B4-BE49-F238E27FC236}">
                          <a16:creationId xmlns:a16="http://schemas.microsoft.com/office/drawing/2014/main" id="{8D1005FC-58C2-48D0-A246-FC2EE0E8BA6A}"/>
                        </a:ext>
                      </a:extLst>
                    </p:cNvPr>
                    <p:cNvGrpSpPr/>
                    <p:nvPr/>
                  </p:nvGrpSpPr>
                  <p:grpSpPr>
                    <a:xfrm rot="11351284">
                      <a:off x="163719" y="3807693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2637" name="Freeform: Shape 2636">
                        <a:extLst>
                          <a:ext uri="{FF2B5EF4-FFF2-40B4-BE49-F238E27FC236}">
                            <a16:creationId xmlns:a16="http://schemas.microsoft.com/office/drawing/2014/main" id="{B12B7109-066E-400C-9E4D-7ECA20A7217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638" name="Rectangle: Rounded Corners 2637">
                        <a:extLst>
                          <a:ext uri="{FF2B5EF4-FFF2-40B4-BE49-F238E27FC236}">
                            <a16:creationId xmlns:a16="http://schemas.microsoft.com/office/drawing/2014/main" id="{23A97316-7507-4669-8A40-D6ECF15B10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592" name="Group 2591">
                      <a:extLst>
                        <a:ext uri="{FF2B5EF4-FFF2-40B4-BE49-F238E27FC236}">
                          <a16:creationId xmlns:a16="http://schemas.microsoft.com/office/drawing/2014/main" id="{D559686C-C867-47EC-B938-91F234A7AB59}"/>
                        </a:ext>
                      </a:extLst>
                    </p:cNvPr>
                    <p:cNvGrpSpPr/>
                    <p:nvPr/>
                  </p:nvGrpSpPr>
                  <p:grpSpPr>
                    <a:xfrm rot="4193783">
                      <a:off x="2062756" y="4148262"/>
                      <a:ext cx="706454" cy="171076"/>
                      <a:chOff x="2620172" y="2546175"/>
                      <a:chExt cx="834986" cy="143092"/>
                    </a:xfrm>
                  </p:grpSpPr>
                  <p:sp>
                    <p:nvSpPr>
                      <p:cNvPr id="2635" name="Freeform: Shape 2634">
                        <a:extLst>
                          <a:ext uri="{FF2B5EF4-FFF2-40B4-BE49-F238E27FC236}">
                            <a16:creationId xmlns:a16="http://schemas.microsoft.com/office/drawing/2014/main" id="{E7F4A67A-E824-46EC-B55F-D926FFA6765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636" name="Rectangle: Rounded Corners 2635">
                        <a:extLst>
                          <a:ext uri="{FF2B5EF4-FFF2-40B4-BE49-F238E27FC236}">
                            <a16:creationId xmlns:a16="http://schemas.microsoft.com/office/drawing/2014/main" id="{DB7A707E-5512-4CEE-A031-2C1ACDD0C7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593" name="Group 2592">
                      <a:extLst>
                        <a:ext uri="{FF2B5EF4-FFF2-40B4-BE49-F238E27FC236}">
                          <a16:creationId xmlns:a16="http://schemas.microsoft.com/office/drawing/2014/main" id="{394D08AF-9516-4364-B7B9-82D768913D9B}"/>
                        </a:ext>
                      </a:extLst>
                    </p:cNvPr>
                    <p:cNvGrpSpPr/>
                    <p:nvPr/>
                  </p:nvGrpSpPr>
                  <p:grpSpPr>
                    <a:xfrm rot="1837203">
                      <a:off x="2331692" y="387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2633" name="Freeform: Shape 2632">
                        <a:extLst>
                          <a:ext uri="{FF2B5EF4-FFF2-40B4-BE49-F238E27FC236}">
                            <a16:creationId xmlns:a16="http://schemas.microsoft.com/office/drawing/2014/main" id="{CF2CC50A-F1CF-4A25-9383-E157396A45A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634" name="Rectangle: Rounded Corners 2633">
                        <a:extLst>
                          <a:ext uri="{FF2B5EF4-FFF2-40B4-BE49-F238E27FC236}">
                            <a16:creationId xmlns:a16="http://schemas.microsoft.com/office/drawing/2014/main" id="{70F5185A-D907-4DFE-B5AC-07B1742FA7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594" name="Group 2593">
                      <a:extLst>
                        <a:ext uri="{FF2B5EF4-FFF2-40B4-BE49-F238E27FC236}">
                          <a16:creationId xmlns:a16="http://schemas.microsoft.com/office/drawing/2014/main" id="{38F43540-6F7C-46F9-82A7-59B5F2804707}"/>
                        </a:ext>
                      </a:extLst>
                    </p:cNvPr>
                    <p:cNvGrpSpPr/>
                    <p:nvPr/>
                  </p:nvGrpSpPr>
                  <p:grpSpPr>
                    <a:xfrm rot="932650">
                      <a:off x="2489621" y="310501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2631" name="Freeform: Shape 2630">
                        <a:extLst>
                          <a:ext uri="{FF2B5EF4-FFF2-40B4-BE49-F238E27FC236}">
                            <a16:creationId xmlns:a16="http://schemas.microsoft.com/office/drawing/2014/main" id="{CEE721C7-5DF3-4F2D-8841-AD1595DE147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632" name="Rectangle: Rounded Corners 2631">
                        <a:extLst>
                          <a:ext uri="{FF2B5EF4-FFF2-40B4-BE49-F238E27FC236}">
                            <a16:creationId xmlns:a16="http://schemas.microsoft.com/office/drawing/2014/main" id="{632230B2-9E7B-4388-A021-731E926BE5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595" name="Group 2594">
                      <a:extLst>
                        <a:ext uri="{FF2B5EF4-FFF2-40B4-BE49-F238E27FC236}">
                          <a16:creationId xmlns:a16="http://schemas.microsoft.com/office/drawing/2014/main" id="{F8900718-1513-4639-8FA7-6A0C2326AB6C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686489" y="34904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2629" name="Freeform: Shape 2628">
                        <a:extLst>
                          <a:ext uri="{FF2B5EF4-FFF2-40B4-BE49-F238E27FC236}">
                            <a16:creationId xmlns:a16="http://schemas.microsoft.com/office/drawing/2014/main" id="{797B6DED-28D5-4424-9390-2D92400C866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630" name="Rectangle: Rounded Corners 2629">
                        <a:extLst>
                          <a:ext uri="{FF2B5EF4-FFF2-40B4-BE49-F238E27FC236}">
                            <a16:creationId xmlns:a16="http://schemas.microsoft.com/office/drawing/2014/main" id="{422316E2-665B-41CC-9120-3961797E77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596" name="Group 2595">
                      <a:extLst>
                        <a:ext uri="{FF2B5EF4-FFF2-40B4-BE49-F238E27FC236}">
                          <a16:creationId xmlns:a16="http://schemas.microsoft.com/office/drawing/2014/main" id="{8D92D3F3-C716-4A41-8642-1CB658FCD1B9}"/>
                        </a:ext>
                      </a:extLst>
                    </p:cNvPr>
                    <p:cNvGrpSpPr/>
                    <p:nvPr/>
                  </p:nvGrpSpPr>
                  <p:grpSpPr>
                    <a:xfrm rot="16924252">
                      <a:off x="1635001" y="2371073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2627" name="Freeform: Shape 2626">
                        <a:extLst>
                          <a:ext uri="{FF2B5EF4-FFF2-40B4-BE49-F238E27FC236}">
                            <a16:creationId xmlns:a16="http://schemas.microsoft.com/office/drawing/2014/main" id="{0BE1E43B-6220-421C-97E1-1EC663BD65F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628" name="Rectangle: Rounded Corners 2627">
                        <a:extLst>
                          <a:ext uri="{FF2B5EF4-FFF2-40B4-BE49-F238E27FC236}">
                            <a16:creationId xmlns:a16="http://schemas.microsoft.com/office/drawing/2014/main" id="{C826AF30-AA55-4FBC-A791-61A483E357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597" name="Group 2596">
                      <a:extLst>
                        <a:ext uri="{FF2B5EF4-FFF2-40B4-BE49-F238E27FC236}">
                          <a16:creationId xmlns:a16="http://schemas.microsoft.com/office/drawing/2014/main" id="{3185ACF2-D79E-4519-93EC-F73F617D2228}"/>
                        </a:ext>
                      </a:extLst>
                    </p:cNvPr>
                    <p:cNvGrpSpPr/>
                    <p:nvPr/>
                  </p:nvGrpSpPr>
                  <p:grpSpPr>
                    <a:xfrm rot="15677156">
                      <a:off x="985517" y="2521255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2625" name="Freeform: Shape 2624">
                        <a:extLst>
                          <a:ext uri="{FF2B5EF4-FFF2-40B4-BE49-F238E27FC236}">
                            <a16:creationId xmlns:a16="http://schemas.microsoft.com/office/drawing/2014/main" id="{186B1C2C-7158-4FB6-8C86-05955D7AB08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626" name="Rectangle: Rounded Corners 2625">
                        <a:extLst>
                          <a:ext uri="{FF2B5EF4-FFF2-40B4-BE49-F238E27FC236}">
                            <a16:creationId xmlns:a16="http://schemas.microsoft.com/office/drawing/2014/main" id="{1AB6CC3D-FE10-43CE-8D75-AF10FDE533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598" name="Group 2597">
                      <a:extLst>
                        <a:ext uri="{FF2B5EF4-FFF2-40B4-BE49-F238E27FC236}">
                          <a16:creationId xmlns:a16="http://schemas.microsoft.com/office/drawing/2014/main" id="{CC781638-7627-4815-B76D-ECCE3BF2CCA0}"/>
                        </a:ext>
                      </a:extLst>
                    </p:cNvPr>
                    <p:cNvGrpSpPr/>
                    <p:nvPr/>
                  </p:nvGrpSpPr>
                  <p:grpSpPr>
                    <a:xfrm rot="14354853" flipV="1">
                      <a:off x="976412" y="243847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2623" name="Freeform: Shape 2622">
                        <a:extLst>
                          <a:ext uri="{FF2B5EF4-FFF2-40B4-BE49-F238E27FC236}">
                            <a16:creationId xmlns:a16="http://schemas.microsoft.com/office/drawing/2014/main" id="{37DBD557-7075-4F7A-9BAE-F661AE38BD7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624" name="Rectangle: Rounded Corners 2623">
                        <a:extLst>
                          <a:ext uri="{FF2B5EF4-FFF2-40B4-BE49-F238E27FC236}">
                            <a16:creationId xmlns:a16="http://schemas.microsoft.com/office/drawing/2014/main" id="{1ECA0E3A-06E5-4631-A1AA-39B7B4A157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599" name="Group 2598">
                      <a:extLst>
                        <a:ext uri="{FF2B5EF4-FFF2-40B4-BE49-F238E27FC236}">
                          <a16:creationId xmlns:a16="http://schemas.microsoft.com/office/drawing/2014/main" id="{1E357721-CC5F-41D8-9312-A6AFD799E580}"/>
                        </a:ext>
                      </a:extLst>
                    </p:cNvPr>
                    <p:cNvGrpSpPr/>
                    <p:nvPr/>
                  </p:nvGrpSpPr>
                  <p:grpSpPr>
                    <a:xfrm rot="9793356" flipV="1">
                      <a:off x="215985" y="323790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2621" name="Freeform: Shape 2620">
                        <a:extLst>
                          <a:ext uri="{FF2B5EF4-FFF2-40B4-BE49-F238E27FC236}">
                            <a16:creationId xmlns:a16="http://schemas.microsoft.com/office/drawing/2014/main" id="{AD39FCAE-F6F9-48EC-88F1-E12B74CD9E4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622" name="Rectangle: Rounded Corners 2621">
                        <a:extLst>
                          <a:ext uri="{FF2B5EF4-FFF2-40B4-BE49-F238E27FC236}">
                            <a16:creationId xmlns:a16="http://schemas.microsoft.com/office/drawing/2014/main" id="{B6A98E77-7EC4-43C5-8DA6-0840AAF275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600" name="Group 2599">
                      <a:extLst>
                        <a:ext uri="{FF2B5EF4-FFF2-40B4-BE49-F238E27FC236}">
                          <a16:creationId xmlns:a16="http://schemas.microsoft.com/office/drawing/2014/main" id="{E1EF0056-1698-4583-BA5E-05C24F8C27A5}"/>
                        </a:ext>
                      </a:extLst>
                    </p:cNvPr>
                    <p:cNvGrpSpPr/>
                    <p:nvPr/>
                  </p:nvGrpSpPr>
                  <p:grpSpPr>
                    <a:xfrm rot="6907686" flipV="1">
                      <a:off x="692019" y="393196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2619" name="Freeform: Shape 2618">
                        <a:extLst>
                          <a:ext uri="{FF2B5EF4-FFF2-40B4-BE49-F238E27FC236}">
                            <a16:creationId xmlns:a16="http://schemas.microsoft.com/office/drawing/2014/main" id="{2FD714E7-71EC-496A-8843-7D1206B90AB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620" name="Rectangle: Rounded Corners 2619">
                        <a:extLst>
                          <a:ext uri="{FF2B5EF4-FFF2-40B4-BE49-F238E27FC236}">
                            <a16:creationId xmlns:a16="http://schemas.microsoft.com/office/drawing/2014/main" id="{AFC15C3B-C811-40F0-8413-BC51C86C77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601" name="Group 2600">
                      <a:extLst>
                        <a:ext uri="{FF2B5EF4-FFF2-40B4-BE49-F238E27FC236}">
                          <a16:creationId xmlns:a16="http://schemas.microsoft.com/office/drawing/2014/main" id="{F6032034-53BB-44D3-BCE6-83B3FBAB3952}"/>
                        </a:ext>
                      </a:extLst>
                    </p:cNvPr>
                    <p:cNvGrpSpPr/>
                    <p:nvPr/>
                  </p:nvGrpSpPr>
                  <p:grpSpPr>
                    <a:xfrm rot="1465711" flipV="1">
                      <a:off x="2002734" y="340448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2617" name="Freeform: Shape 2616">
                        <a:extLst>
                          <a:ext uri="{FF2B5EF4-FFF2-40B4-BE49-F238E27FC236}">
                            <a16:creationId xmlns:a16="http://schemas.microsoft.com/office/drawing/2014/main" id="{E32E84D1-02EB-4A1F-B63D-DC67AED8DAD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618" name="Rectangle: Rounded Corners 2617">
                        <a:extLst>
                          <a:ext uri="{FF2B5EF4-FFF2-40B4-BE49-F238E27FC236}">
                            <a16:creationId xmlns:a16="http://schemas.microsoft.com/office/drawing/2014/main" id="{0441D2F5-F496-4A33-858B-60F084497C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602" name="Group 2601">
                      <a:extLst>
                        <a:ext uri="{FF2B5EF4-FFF2-40B4-BE49-F238E27FC236}">
                          <a16:creationId xmlns:a16="http://schemas.microsoft.com/office/drawing/2014/main" id="{C36A32D0-3050-4C65-BD56-114EBC60A6B9}"/>
                        </a:ext>
                      </a:extLst>
                    </p:cNvPr>
                    <p:cNvGrpSpPr/>
                    <p:nvPr/>
                  </p:nvGrpSpPr>
                  <p:grpSpPr>
                    <a:xfrm rot="19016516">
                      <a:off x="1733273" y="283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2615" name="Freeform: Shape 2614">
                        <a:extLst>
                          <a:ext uri="{FF2B5EF4-FFF2-40B4-BE49-F238E27FC236}">
                            <a16:creationId xmlns:a16="http://schemas.microsoft.com/office/drawing/2014/main" id="{B5FC0B10-849C-4ACE-97F2-C237249F3CA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616" name="Rectangle: Rounded Corners 2615">
                        <a:extLst>
                          <a:ext uri="{FF2B5EF4-FFF2-40B4-BE49-F238E27FC236}">
                            <a16:creationId xmlns:a16="http://schemas.microsoft.com/office/drawing/2014/main" id="{57293941-3867-4F7F-9FBF-3BC30733D6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603" name="Group 2602">
                      <a:extLst>
                        <a:ext uri="{FF2B5EF4-FFF2-40B4-BE49-F238E27FC236}">
                          <a16:creationId xmlns:a16="http://schemas.microsoft.com/office/drawing/2014/main" id="{E27C76B2-1D31-4F56-A9E0-97B77EF0ECDB}"/>
                        </a:ext>
                      </a:extLst>
                    </p:cNvPr>
                    <p:cNvGrpSpPr/>
                    <p:nvPr/>
                  </p:nvGrpSpPr>
                  <p:grpSpPr>
                    <a:xfrm rot="19245075">
                      <a:off x="1632068" y="282541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2613" name="Freeform: Shape 2612">
                        <a:extLst>
                          <a:ext uri="{FF2B5EF4-FFF2-40B4-BE49-F238E27FC236}">
                            <a16:creationId xmlns:a16="http://schemas.microsoft.com/office/drawing/2014/main" id="{A2C76D5B-5481-42A9-8987-F6ABCC5A98F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614" name="Rectangle: Rounded Corners 2613">
                        <a:extLst>
                          <a:ext uri="{FF2B5EF4-FFF2-40B4-BE49-F238E27FC236}">
                            <a16:creationId xmlns:a16="http://schemas.microsoft.com/office/drawing/2014/main" id="{2088BE5E-B8D7-41B9-801F-BFA6567B27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604" name="Group 2603">
                      <a:extLst>
                        <a:ext uri="{FF2B5EF4-FFF2-40B4-BE49-F238E27FC236}">
                          <a16:creationId xmlns:a16="http://schemas.microsoft.com/office/drawing/2014/main" id="{F0A1F12E-A879-4896-B774-93F90FEADAEB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838889" y="36428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2611" name="Freeform: Shape 2610">
                        <a:extLst>
                          <a:ext uri="{FF2B5EF4-FFF2-40B4-BE49-F238E27FC236}">
                            <a16:creationId xmlns:a16="http://schemas.microsoft.com/office/drawing/2014/main" id="{F91EBFDB-5F02-450B-82D0-084AFF4A493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612" name="Rectangle: Rounded Corners 2611">
                        <a:extLst>
                          <a:ext uri="{FF2B5EF4-FFF2-40B4-BE49-F238E27FC236}">
                            <a16:creationId xmlns:a16="http://schemas.microsoft.com/office/drawing/2014/main" id="{7C1D0854-F5E7-4F1F-A970-A1E16CCD1A8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605" name="Group 2604">
                      <a:extLst>
                        <a:ext uri="{FF2B5EF4-FFF2-40B4-BE49-F238E27FC236}">
                          <a16:creationId xmlns:a16="http://schemas.microsoft.com/office/drawing/2014/main" id="{17272D92-C74C-4E40-BBFC-7FA05AD7157B}"/>
                        </a:ext>
                      </a:extLst>
                    </p:cNvPr>
                    <p:cNvGrpSpPr/>
                    <p:nvPr/>
                  </p:nvGrpSpPr>
                  <p:grpSpPr>
                    <a:xfrm rot="15824399">
                      <a:off x="1224680" y="281893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2609" name="Freeform: Shape 2608">
                        <a:extLst>
                          <a:ext uri="{FF2B5EF4-FFF2-40B4-BE49-F238E27FC236}">
                            <a16:creationId xmlns:a16="http://schemas.microsoft.com/office/drawing/2014/main" id="{5161C782-2E4C-4D66-AFFA-218A98238AB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610" name="Rectangle: Rounded Corners 2609">
                        <a:extLst>
                          <a:ext uri="{FF2B5EF4-FFF2-40B4-BE49-F238E27FC236}">
                            <a16:creationId xmlns:a16="http://schemas.microsoft.com/office/drawing/2014/main" id="{4307FFA7-BC8A-490F-B68E-6FFCC5E0D6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606" name="Group 2605">
                      <a:extLst>
                        <a:ext uri="{FF2B5EF4-FFF2-40B4-BE49-F238E27FC236}">
                          <a16:creationId xmlns:a16="http://schemas.microsoft.com/office/drawing/2014/main" id="{CBFA345C-119C-4071-A6AE-0DABDB3E3A93}"/>
                        </a:ext>
                      </a:extLst>
                    </p:cNvPr>
                    <p:cNvGrpSpPr/>
                    <p:nvPr/>
                  </p:nvGrpSpPr>
                  <p:grpSpPr>
                    <a:xfrm rot="16697394">
                      <a:off x="1080028" y="2168448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2607" name="Freeform: Shape 2606">
                        <a:extLst>
                          <a:ext uri="{FF2B5EF4-FFF2-40B4-BE49-F238E27FC236}">
                            <a16:creationId xmlns:a16="http://schemas.microsoft.com/office/drawing/2014/main" id="{89F415B0-B15B-443C-9921-ED2C513B5A0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608" name="Rectangle: Rounded Corners 2607">
                        <a:extLst>
                          <a:ext uri="{FF2B5EF4-FFF2-40B4-BE49-F238E27FC236}">
                            <a16:creationId xmlns:a16="http://schemas.microsoft.com/office/drawing/2014/main" id="{DC486F4A-3D97-4B8F-8A94-3DB81B4283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</p:grpSp>
              <p:sp>
                <p:nvSpPr>
                  <p:cNvPr id="2577" name="Freeform: Shape 2576">
                    <a:extLst>
                      <a:ext uri="{FF2B5EF4-FFF2-40B4-BE49-F238E27FC236}">
                        <a16:creationId xmlns:a16="http://schemas.microsoft.com/office/drawing/2014/main" id="{160352E8-5A29-4AED-BBDD-AAD086F1E5D0}"/>
                      </a:ext>
                    </a:extLst>
                  </p:cNvPr>
                  <p:cNvSpPr/>
                  <p:nvPr/>
                </p:nvSpPr>
                <p:spPr>
                  <a:xfrm rot="6017948" flipV="1">
                    <a:off x="1305755" y="4290452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2578" name="Freeform: Shape 2577">
                    <a:extLst>
                      <a:ext uri="{FF2B5EF4-FFF2-40B4-BE49-F238E27FC236}">
                        <a16:creationId xmlns:a16="http://schemas.microsoft.com/office/drawing/2014/main" id="{7278CFB1-A442-42BE-9F71-C942BC79CAD5}"/>
                      </a:ext>
                    </a:extLst>
                  </p:cNvPr>
                  <p:cNvSpPr/>
                  <p:nvPr/>
                </p:nvSpPr>
                <p:spPr>
                  <a:xfrm rot="21277659">
                    <a:off x="2517403" y="2906549"/>
                    <a:ext cx="690584" cy="235253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2579" name="Freeform: Shape 2578">
                    <a:extLst>
                      <a:ext uri="{FF2B5EF4-FFF2-40B4-BE49-F238E27FC236}">
                        <a16:creationId xmlns:a16="http://schemas.microsoft.com/office/drawing/2014/main" id="{4F2FF9EF-61B1-4F2F-8261-0DB1BD114E7F}"/>
                      </a:ext>
                    </a:extLst>
                  </p:cNvPr>
                  <p:cNvSpPr/>
                  <p:nvPr/>
                </p:nvSpPr>
                <p:spPr>
                  <a:xfrm rot="11528244" flipV="1">
                    <a:off x="344853" y="2978311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</p:grpSp>
            <p:grpSp>
              <p:nvGrpSpPr>
                <p:cNvPr id="2210" name="Group 2209">
                  <a:extLst>
                    <a:ext uri="{FF2B5EF4-FFF2-40B4-BE49-F238E27FC236}">
                      <a16:creationId xmlns:a16="http://schemas.microsoft.com/office/drawing/2014/main" id="{6CA70602-72F0-4414-91ED-CC40E4151795}"/>
                    </a:ext>
                  </a:extLst>
                </p:cNvPr>
                <p:cNvGrpSpPr/>
                <p:nvPr/>
              </p:nvGrpSpPr>
              <p:grpSpPr>
                <a:xfrm>
                  <a:off x="5208673" y="2088118"/>
                  <a:ext cx="531923" cy="573923"/>
                  <a:chOff x="163719" y="1822501"/>
                  <a:chExt cx="3062199" cy="3047160"/>
                </a:xfrm>
              </p:grpSpPr>
              <p:grpSp>
                <p:nvGrpSpPr>
                  <p:cNvPr id="2211" name="Group 2210">
                    <a:extLst>
                      <a:ext uri="{FF2B5EF4-FFF2-40B4-BE49-F238E27FC236}">
                        <a16:creationId xmlns:a16="http://schemas.microsoft.com/office/drawing/2014/main" id="{7EF17A44-6CE0-498C-A57F-24FA13645EA1}"/>
                      </a:ext>
                    </a:extLst>
                  </p:cNvPr>
                  <p:cNvGrpSpPr/>
                  <p:nvPr/>
                </p:nvGrpSpPr>
                <p:grpSpPr>
                  <a:xfrm>
                    <a:off x="163719" y="1822501"/>
                    <a:ext cx="3062199" cy="3047160"/>
                    <a:chOff x="163719" y="1822501"/>
                    <a:chExt cx="3062199" cy="3047160"/>
                  </a:xfrm>
                </p:grpSpPr>
                <p:grpSp>
                  <p:nvGrpSpPr>
                    <p:cNvPr id="2215" name="Group 2214">
                      <a:extLst>
                        <a:ext uri="{FF2B5EF4-FFF2-40B4-BE49-F238E27FC236}">
                          <a16:creationId xmlns:a16="http://schemas.microsoft.com/office/drawing/2014/main" id="{71D4679C-690E-41E1-88C3-8C23C3F22CD6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683131" y="384412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2574" name="Freeform: Shape 2573">
                        <a:extLst>
                          <a:ext uri="{FF2B5EF4-FFF2-40B4-BE49-F238E27FC236}">
                            <a16:creationId xmlns:a16="http://schemas.microsoft.com/office/drawing/2014/main" id="{DEBEBFDC-F1A0-4D04-B9A2-5815F35AB1F4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575" name="Rectangle: Rounded Corners 2574">
                        <a:extLst>
                          <a:ext uri="{FF2B5EF4-FFF2-40B4-BE49-F238E27FC236}">
                            <a16:creationId xmlns:a16="http://schemas.microsoft.com/office/drawing/2014/main" id="{B31075FF-8B69-40F6-AAD3-12230047F02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216" name="Group 2215">
                      <a:extLst>
                        <a:ext uri="{FF2B5EF4-FFF2-40B4-BE49-F238E27FC236}">
                          <a16:creationId xmlns:a16="http://schemas.microsoft.com/office/drawing/2014/main" id="{C467AD9E-0F26-4B83-8397-D6BC44A98071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123013" y="4110752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2572" name="Freeform: Shape 2571">
                        <a:extLst>
                          <a:ext uri="{FF2B5EF4-FFF2-40B4-BE49-F238E27FC236}">
                            <a16:creationId xmlns:a16="http://schemas.microsoft.com/office/drawing/2014/main" id="{34C9B410-5489-4AD4-929C-36D31900DEC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573" name="Rectangle: Rounded Corners 2572">
                        <a:extLst>
                          <a:ext uri="{FF2B5EF4-FFF2-40B4-BE49-F238E27FC236}">
                            <a16:creationId xmlns:a16="http://schemas.microsoft.com/office/drawing/2014/main" id="{183711F4-F7F7-4B22-AD49-5537B94210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217" name="Group 2216">
                      <a:extLst>
                        <a:ext uri="{FF2B5EF4-FFF2-40B4-BE49-F238E27FC236}">
                          <a16:creationId xmlns:a16="http://schemas.microsoft.com/office/drawing/2014/main" id="{0415CCE7-8704-48FE-BF93-981BCF1C38E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0260" y="2440902"/>
                      <a:ext cx="1730523" cy="1839492"/>
                      <a:chOff x="420511" y="1784768"/>
                      <a:chExt cx="1730523" cy="1839492"/>
                    </a:xfrm>
                  </p:grpSpPr>
                  <p:grpSp>
                    <p:nvGrpSpPr>
                      <p:cNvPr id="2290" name="Group 2289">
                        <a:extLst>
                          <a:ext uri="{FF2B5EF4-FFF2-40B4-BE49-F238E27FC236}">
                            <a16:creationId xmlns:a16="http://schemas.microsoft.com/office/drawing/2014/main" id="{3612DF31-E136-44A1-B56F-43399423FFF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69572" y="1784768"/>
                        <a:ext cx="1081462" cy="1476716"/>
                        <a:chOff x="2089993" y="1523034"/>
                        <a:chExt cx="1081462" cy="1476716"/>
                      </a:xfrm>
                    </p:grpSpPr>
                    <p:grpSp>
                      <p:nvGrpSpPr>
                        <p:cNvPr id="2511" name="Group 2510">
                          <a:extLst>
                            <a:ext uri="{FF2B5EF4-FFF2-40B4-BE49-F238E27FC236}">
                              <a16:creationId xmlns:a16="http://schemas.microsoft.com/office/drawing/2014/main" id="{B231C4D3-F021-41DC-A5E1-502FB744682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70705"/>
                          <a:ext cx="101484" cy="1016226"/>
                          <a:chOff x="1800622" y="2364951"/>
                          <a:chExt cx="101484" cy="1016226"/>
                        </a:xfrm>
                      </p:grpSpPr>
                      <p:sp>
                        <p:nvSpPr>
                          <p:cNvPr id="2568" name="Flowchart: Connector 2567">
                            <a:extLst>
                              <a:ext uri="{FF2B5EF4-FFF2-40B4-BE49-F238E27FC236}">
                                <a16:creationId xmlns:a16="http://schemas.microsoft.com/office/drawing/2014/main" id="{9EEDD401-79C3-484B-BFEB-A85EB74368D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569" name="Flowchart: Connector 2568">
                            <a:extLst>
                              <a:ext uri="{FF2B5EF4-FFF2-40B4-BE49-F238E27FC236}">
                                <a16:creationId xmlns:a16="http://schemas.microsoft.com/office/drawing/2014/main" id="{4C5901E2-330B-4994-BCBE-40BEB860B02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570" name="Flowchart: Connector 2569">
                            <a:extLst>
                              <a:ext uri="{FF2B5EF4-FFF2-40B4-BE49-F238E27FC236}">
                                <a16:creationId xmlns:a16="http://schemas.microsoft.com/office/drawing/2014/main" id="{D24BD62A-47D7-41A3-9025-BEBAE0E5ECE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571" name="Flowchart: Connector 2570">
                            <a:extLst>
                              <a:ext uri="{FF2B5EF4-FFF2-40B4-BE49-F238E27FC236}">
                                <a16:creationId xmlns:a16="http://schemas.microsoft.com/office/drawing/2014/main" id="{3E6730F0-B3A6-4282-A61B-232AF91EED3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649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2512" name="Group 2511">
                          <a:extLst>
                            <a:ext uri="{FF2B5EF4-FFF2-40B4-BE49-F238E27FC236}">
                              <a16:creationId xmlns:a16="http://schemas.microsoft.com/office/drawing/2014/main" id="{EF6D4309-0624-42BF-BDA3-39A1F7B76EB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23034"/>
                          <a:ext cx="1057223" cy="1476716"/>
                          <a:chOff x="2114232" y="1523034"/>
                          <a:chExt cx="1057223" cy="1476716"/>
                        </a:xfrm>
                      </p:grpSpPr>
                      <p:grpSp>
                        <p:nvGrpSpPr>
                          <p:cNvPr id="2513" name="Group 2512">
                            <a:extLst>
                              <a:ext uri="{FF2B5EF4-FFF2-40B4-BE49-F238E27FC236}">
                                <a16:creationId xmlns:a16="http://schemas.microsoft.com/office/drawing/2014/main" id="{72485A5D-40BB-4680-B686-0F7871DD0A4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47544" cy="539639"/>
                            <a:chOff x="3717189" y="1719497"/>
                            <a:chExt cx="1047544" cy="539639"/>
                          </a:xfrm>
                        </p:grpSpPr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561" name="3D Model 2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D30CF950-DF89-4272-9B08-A8C33FE8B41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75222072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562" name="Flowchart: Connector 2561">
                              <a:extLst>
                                <a:ext uri="{FF2B5EF4-FFF2-40B4-BE49-F238E27FC236}">
                                  <a16:creationId xmlns:a16="http://schemas.microsoft.com/office/drawing/2014/main" id="{213D5457-C30C-4324-B730-6AE2EAFDCA9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563" name="3D Model 2562" descr="Sphere">
                                  <a:extLst>
                                    <a:ext uri="{FF2B5EF4-FFF2-40B4-BE49-F238E27FC236}">
                                      <a16:creationId xmlns:a16="http://schemas.microsoft.com/office/drawing/2014/main" id="{6CA23210-9ACB-4DE7-B3D1-A3D678FFB84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517844421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564" name="Flowchart: Connector 2563">
                              <a:extLst>
                                <a:ext uri="{FF2B5EF4-FFF2-40B4-BE49-F238E27FC236}">
                                  <a16:creationId xmlns:a16="http://schemas.microsoft.com/office/drawing/2014/main" id="{A229143E-C72A-4A99-8D7F-2D7E1A82F17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565" name="3D Model 2564" descr="Sphere">
                                  <a:extLst>
                                    <a:ext uri="{FF2B5EF4-FFF2-40B4-BE49-F238E27FC236}">
                                      <a16:creationId xmlns:a16="http://schemas.microsoft.com/office/drawing/2014/main" id="{6DC8E39A-39B6-4BBA-AA95-759AA57219A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348047831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566" name="Flowchart: Connector 2565">
                              <a:extLst>
                                <a:ext uri="{FF2B5EF4-FFF2-40B4-BE49-F238E27FC236}">
                                  <a16:creationId xmlns:a16="http://schemas.microsoft.com/office/drawing/2014/main" id="{34428DB6-B6C8-4D41-BFA9-120B3DB32E8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567" name="3D Model 2566" descr="Sphere">
                                  <a:extLst>
                                    <a:ext uri="{FF2B5EF4-FFF2-40B4-BE49-F238E27FC236}">
                                      <a16:creationId xmlns:a16="http://schemas.microsoft.com/office/drawing/2014/main" id="{E7EC390B-CEE3-4D7F-9890-FA829A43DA0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624918852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2514" name="Group 2513">
                            <a:extLst>
                              <a:ext uri="{FF2B5EF4-FFF2-40B4-BE49-F238E27FC236}">
                                <a16:creationId xmlns:a16="http://schemas.microsoft.com/office/drawing/2014/main" id="{E483DA05-FE44-49CF-8CB9-0679E94F079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2546" name="Flowchart: Connector 2545">
                              <a:extLst>
                                <a:ext uri="{FF2B5EF4-FFF2-40B4-BE49-F238E27FC236}">
                                  <a16:creationId xmlns:a16="http://schemas.microsoft.com/office/drawing/2014/main" id="{E5033683-242B-4CCD-B4CC-C3BD7923161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547" name="Flowchart: Connector 2546">
                              <a:extLst>
                                <a:ext uri="{FF2B5EF4-FFF2-40B4-BE49-F238E27FC236}">
                                  <a16:creationId xmlns:a16="http://schemas.microsoft.com/office/drawing/2014/main" id="{71447F3C-4B2D-4872-B2D6-BE988FE60D8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548" name="Flowchart: Connector 2547">
                              <a:extLst>
                                <a:ext uri="{FF2B5EF4-FFF2-40B4-BE49-F238E27FC236}">
                                  <a16:creationId xmlns:a16="http://schemas.microsoft.com/office/drawing/2014/main" id="{59E21CF8-BCE6-4948-8872-478AF27CFF9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549" name="Flowchart: Connector 2548">
                              <a:extLst>
                                <a:ext uri="{FF2B5EF4-FFF2-40B4-BE49-F238E27FC236}">
                                  <a16:creationId xmlns:a16="http://schemas.microsoft.com/office/drawing/2014/main" id="{2A5FEE89-8381-41B3-9900-7F8DA6E20AB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550" name="Flowchart: Connector 2549">
                              <a:extLst>
                                <a:ext uri="{FF2B5EF4-FFF2-40B4-BE49-F238E27FC236}">
                                  <a16:creationId xmlns:a16="http://schemas.microsoft.com/office/drawing/2014/main" id="{6AA9C5BD-522A-48AB-9923-350495D925C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551" name="Flowchart: Connector 2550">
                              <a:extLst>
                                <a:ext uri="{FF2B5EF4-FFF2-40B4-BE49-F238E27FC236}">
                                  <a16:creationId xmlns:a16="http://schemas.microsoft.com/office/drawing/2014/main" id="{6467D246-9A23-4C57-8237-3BEDE70192E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552" name="Flowchart: Connector 2551">
                              <a:extLst>
                                <a:ext uri="{FF2B5EF4-FFF2-40B4-BE49-F238E27FC236}">
                                  <a16:creationId xmlns:a16="http://schemas.microsoft.com/office/drawing/2014/main" id="{B81D9423-AB7A-4BD7-B43A-763A0AA43DD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553" name="Flowchart: Connector 2552">
                              <a:extLst>
                                <a:ext uri="{FF2B5EF4-FFF2-40B4-BE49-F238E27FC236}">
                                  <a16:creationId xmlns:a16="http://schemas.microsoft.com/office/drawing/2014/main" id="{44C9AEE4-3A20-4BFD-AB98-B0F0A085B46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554" name="3D Model 2553" descr="Sphere">
                                  <a:extLst>
                                    <a:ext uri="{FF2B5EF4-FFF2-40B4-BE49-F238E27FC236}">
                                      <a16:creationId xmlns:a16="http://schemas.microsoft.com/office/drawing/2014/main" id="{9C5CD6FE-8C05-4CB6-9923-E6CC323D8B2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700631109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555" name="Flowchart: Connector 2554">
                              <a:extLst>
                                <a:ext uri="{FF2B5EF4-FFF2-40B4-BE49-F238E27FC236}">
                                  <a16:creationId xmlns:a16="http://schemas.microsoft.com/office/drawing/2014/main" id="{7B0D8DC1-0119-4B07-ABC0-9E817441E59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556" name="3D Model 2555" descr="Sphere">
                                  <a:extLst>
                                    <a:ext uri="{FF2B5EF4-FFF2-40B4-BE49-F238E27FC236}">
                                      <a16:creationId xmlns:a16="http://schemas.microsoft.com/office/drawing/2014/main" id="{443E83B8-D930-4DD0-9727-17E612AF6EC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918955841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557" name="Flowchart: Connector 2556">
                              <a:extLst>
                                <a:ext uri="{FF2B5EF4-FFF2-40B4-BE49-F238E27FC236}">
                                  <a16:creationId xmlns:a16="http://schemas.microsoft.com/office/drawing/2014/main" id="{A446C5E8-8A3B-437E-BDC0-0D16B093F96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558" name="3D Model 2557" descr="Sphere">
                                  <a:extLst>
                                    <a:ext uri="{FF2B5EF4-FFF2-40B4-BE49-F238E27FC236}">
                                      <a16:creationId xmlns:a16="http://schemas.microsoft.com/office/drawing/2014/main" id="{79269ABF-61D9-47DD-9153-29EEB0D9B39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730363216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559" name="Flowchart: Connector 2558">
                              <a:extLst>
                                <a:ext uri="{FF2B5EF4-FFF2-40B4-BE49-F238E27FC236}">
                                  <a16:creationId xmlns:a16="http://schemas.microsoft.com/office/drawing/2014/main" id="{12E5CA70-3DF4-4927-ACE6-BBC51BBE3A6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560" name="3D Model 2559" descr="Sphere">
                                  <a:extLst>
                                    <a:ext uri="{FF2B5EF4-FFF2-40B4-BE49-F238E27FC236}">
                                      <a16:creationId xmlns:a16="http://schemas.microsoft.com/office/drawing/2014/main" id="{A60A3C93-E184-4BFD-9F6C-55EB05545BC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539204612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2515" name="Group 2514">
                            <a:extLst>
                              <a:ext uri="{FF2B5EF4-FFF2-40B4-BE49-F238E27FC236}">
                                <a16:creationId xmlns:a16="http://schemas.microsoft.com/office/drawing/2014/main" id="{CA3BE353-BD10-4181-A25B-C2A9DB5DA5F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2531" name="Flowchart: Connector 2530">
                              <a:extLst>
                                <a:ext uri="{FF2B5EF4-FFF2-40B4-BE49-F238E27FC236}">
                                  <a16:creationId xmlns:a16="http://schemas.microsoft.com/office/drawing/2014/main" id="{0A9C4F0F-8FA6-4327-B520-4B13B3084BF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532" name="Flowchart: Connector 2531">
                              <a:extLst>
                                <a:ext uri="{FF2B5EF4-FFF2-40B4-BE49-F238E27FC236}">
                                  <a16:creationId xmlns:a16="http://schemas.microsoft.com/office/drawing/2014/main" id="{81182A38-1DE1-4553-A37D-6D2102ED55F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533" name="Flowchart: Connector 2532">
                              <a:extLst>
                                <a:ext uri="{FF2B5EF4-FFF2-40B4-BE49-F238E27FC236}">
                                  <a16:creationId xmlns:a16="http://schemas.microsoft.com/office/drawing/2014/main" id="{F4B7D837-D3A5-459B-A536-EF91ABF325A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534" name="Flowchart: Connector 2533">
                              <a:extLst>
                                <a:ext uri="{FF2B5EF4-FFF2-40B4-BE49-F238E27FC236}">
                                  <a16:creationId xmlns:a16="http://schemas.microsoft.com/office/drawing/2014/main" id="{4D11175F-6E1C-4AF6-9D8C-15F7506459A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535" name="Flowchart: Connector 2534">
                              <a:extLst>
                                <a:ext uri="{FF2B5EF4-FFF2-40B4-BE49-F238E27FC236}">
                                  <a16:creationId xmlns:a16="http://schemas.microsoft.com/office/drawing/2014/main" id="{2628C01C-D84F-4013-96BB-C78B54A15F2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536" name="Flowchart: Connector 2535">
                              <a:extLst>
                                <a:ext uri="{FF2B5EF4-FFF2-40B4-BE49-F238E27FC236}">
                                  <a16:creationId xmlns:a16="http://schemas.microsoft.com/office/drawing/2014/main" id="{AD8275BC-5105-4BC9-AC25-2505992E4E2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537" name="Flowchart: Connector 2536">
                              <a:extLst>
                                <a:ext uri="{FF2B5EF4-FFF2-40B4-BE49-F238E27FC236}">
                                  <a16:creationId xmlns:a16="http://schemas.microsoft.com/office/drawing/2014/main" id="{C1EF7AC0-CF4B-422A-80B6-8C5B8CC5907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538" name="Flowchart: Connector 2537">
                              <a:extLst>
                                <a:ext uri="{FF2B5EF4-FFF2-40B4-BE49-F238E27FC236}">
                                  <a16:creationId xmlns:a16="http://schemas.microsoft.com/office/drawing/2014/main" id="{4EC9FB41-ABEB-413A-A3B0-3EC6E81EC17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539" name="3D Model 2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AFF8C40B-CE5A-4EBC-A396-000AEE23FCA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393463230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540" name="Flowchart: Connector 2539">
                              <a:extLst>
                                <a:ext uri="{FF2B5EF4-FFF2-40B4-BE49-F238E27FC236}">
                                  <a16:creationId xmlns:a16="http://schemas.microsoft.com/office/drawing/2014/main" id="{71F31185-D623-4104-B7AC-934E6DC13ED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541" name="3D Model 2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593ABF0E-5BBD-4FF2-AFE9-32ECD7790D4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969565831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542" name="Flowchart: Connector 2541">
                              <a:extLst>
                                <a:ext uri="{FF2B5EF4-FFF2-40B4-BE49-F238E27FC236}">
                                  <a16:creationId xmlns:a16="http://schemas.microsoft.com/office/drawing/2014/main" id="{B7858382-1DFD-4E59-B1B2-240E2F4DC90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543" name="3D Model 2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E9B8D980-BF77-4662-AB60-6DD51B8FD06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66569764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544" name="Flowchart: Connector 2543">
                              <a:extLst>
                                <a:ext uri="{FF2B5EF4-FFF2-40B4-BE49-F238E27FC236}">
                                  <a16:creationId xmlns:a16="http://schemas.microsoft.com/office/drawing/2014/main" id="{811E48C3-4801-4CA1-B9F2-1A4C1405FB4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545" name="3D Model 2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898C6264-EE9D-48AA-AE8D-B23DF3B1103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510585533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2516" name="Flowchart: Connector 2515">
                            <a:extLst>
                              <a:ext uri="{FF2B5EF4-FFF2-40B4-BE49-F238E27FC236}">
                                <a16:creationId xmlns:a16="http://schemas.microsoft.com/office/drawing/2014/main" id="{88E42609-1FC1-47DE-8F06-6533B6244C0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517" name="Flowchart: Connector 2516">
                            <a:extLst>
                              <a:ext uri="{FF2B5EF4-FFF2-40B4-BE49-F238E27FC236}">
                                <a16:creationId xmlns:a16="http://schemas.microsoft.com/office/drawing/2014/main" id="{EC0625E8-22BE-4F17-A9F2-EE1A1EA6381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518" name="Flowchart: Connector 2517">
                            <a:extLst>
                              <a:ext uri="{FF2B5EF4-FFF2-40B4-BE49-F238E27FC236}">
                                <a16:creationId xmlns:a16="http://schemas.microsoft.com/office/drawing/2014/main" id="{26CB021A-F4F4-40B9-905D-23C4F3F2E61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519" name="Flowchart: Connector 2518">
                            <a:extLst>
                              <a:ext uri="{FF2B5EF4-FFF2-40B4-BE49-F238E27FC236}">
                                <a16:creationId xmlns:a16="http://schemas.microsoft.com/office/drawing/2014/main" id="{FFFFD9AB-FA10-4EF3-91BD-2EC57B3787B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520" name="Flowchart: Connector 2519">
                            <a:extLst>
                              <a:ext uri="{FF2B5EF4-FFF2-40B4-BE49-F238E27FC236}">
                                <a16:creationId xmlns:a16="http://schemas.microsoft.com/office/drawing/2014/main" id="{7F011FE1-ED3B-4F98-8BAA-1C231CA74E0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521" name="Flowchart: Connector 2520">
                            <a:extLst>
                              <a:ext uri="{FF2B5EF4-FFF2-40B4-BE49-F238E27FC236}">
                                <a16:creationId xmlns:a16="http://schemas.microsoft.com/office/drawing/2014/main" id="{80A7D70D-91C2-416A-AB9D-CD75F39D751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522" name="Flowchart: Connector 2521">
                            <a:extLst>
                              <a:ext uri="{FF2B5EF4-FFF2-40B4-BE49-F238E27FC236}">
                                <a16:creationId xmlns:a16="http://schemas.microsoft.com/office/drawing/2014/main" id="{B70EDAA7-FF7B-47D8-8EF2-6298E648C53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523" name="Flowchart: Connector 2522">
                            <a:extLst>
                              <a:ext uri="{FF2B5EF4-FFF2-40B4-BE49-F238E27FC236}">
                                <a16:creationId xmlns:a16="http://schemas.microsoft.com/office/drawing/2014/main" id="{CCD1C9A2-E06C-4CD3-A622-532C25B28D0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524" name="3D Model 2523" descr="Sphere">
                                <a:extLst>
                                  <a:ext uri="{FF2B5EF4-FFF2-40B4-BE49-F238E27FC236}">
                                    <a16:creationId xmlns:a16="http://schemas.microsoft.com/office/drawing/2014/main" id="{CDFD0FFB-C3CE-42BD-B338-B460E8D5962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216144091"/>
                                  </p:ext>
                                </p:extLst>
                              </p:nvPr>
                            </p:nvGraphicFramePr>
                            <p:xfrm>
                              <a:off x="2134543" y="1523034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517" name="3D Model 2516" descr="Sphere">
                                <a:extLst>
                                  <a:ext uri="{FF2B5EF4-FFF2-40B4-BE49-F238E27FC236}">
                                    <a16:creationId xmlns:a16="http://schemas.microsoft.com/office/drawing/2014/main" id="{0B37FE69-0C37-4CB1-8F85-B908B77AC15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450151" y="220459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525" name="Flowchart: Connector 2524">
                            <a:extLst>
                              <a:ext uri="{FF2B5EF4-FFF2-40B4-BE49-F238E27FC236}">
                                <a16:creationId xmlns:a16="http://schemas.microsoft.com/office/drawing/2014/main" id="{C06B2944-1379-4AB9-B51D-DD38BBDD525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526" name="3D Model 2525" descr="Sphere">
                                <a:extLst>
                                  <a:ext uri="{FF2B5EF4-FFF2-40B4-BE49-F238E27FC236}">
                                    <a16:creationId xmlns:a16="http://schemas.microsoft.com/office/drawing/2014/main" id="{09E623A3-159D-4454-9372-15A63B54839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855236557"/>
                                  </p:ext>
                                </p:extLst>
                              </p:nvPr>
                            </p:nvGraphicFramePr>
                            <p:xfrm>
                              <a:off x="2371307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519" name="3D Model 2518" descr="Sphere">
                                <a:extLst>
                                  <a:ext uri="{FF2B5EF4-FFF2-40B4-BE49-F238E27FC236}">
                                    <a16:creationId xmlns:a16="http://schemas.microsoft.com/office/drawing/2014/main" id="{E77B593C-54AC-41A6-9F6D-75F5CFB558F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491279" y="2215275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527" name="Flowchart: Connector 2526">
                            <a:extLst>
                              <a:ext uri="{FF2B5EF4-FFF2-40B4-BE49-F238E27FC236}">
                                <a16:creationId xmlns:a16="http://schemas.microsoft.com/office/drawing/2014/main" id="{8EB34C70-8885-4326-9B60-38D1DE33A2F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4559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528" name="3D Model 2527" descr="Sphere">
                                <a:extLst>
                                  <a:ext uri="{FF2B5EF4-FFF2-40B4-BE49-F238E27FC236}">
                                    <a16:creationId xmlns:a16="http://schemas.microsoft.com/office/drawing/2014/main" id="{BC8ED453-B2C8-41C8-8B1C-80695CE5DA2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104084105"/>
                                  </p:ext>
                                </p:extLst>
                              </p:nvPr>
                            </p:nvGraphicFramePr>
                            <p:xfrm>
                              <a:off x="2609177" y="164155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521" name="3D Model 2520" descr="Sphere">
                                <a:extLst>
                                  <a:ext uri="{FF2B5EF4-FFF2-40B4-BE49-F238E27FC236}">
                                    <a16:creationId xmlns:a16="http://schemas.microsoft.com/office/drawing/2014/main" id="{79DD0E23-7F07-4774-A2B3-FF19452F791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532598" y="222691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529" name="Flowchart: Connector 2528">
                            <a:extLst>
                              <a:ext uri="{FF2B5EF4-FFF2-40B4-BE49-F238E27FC236}">
                                <a16:creationId xmlns:a16="http://schemas.microsoft.com/office/drawing/2014/main" id="{838F215E-B355-425B-BE2E-6F71E5B76D4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530" name="3D Model 2529" descr="Sphere">
                                <a:extLst>
                                  <a:ext uri="{FF2B5EF4-FFF2-40B4-BE49-F238E27FC236}">
                                    <a16:creationId xmlns:a16="http://schemas.microsoft.com/office/drawing/2014/main" id="{88590C60-624E-449D-A479-E160F04E3D1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285227090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6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6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523" name="3D Model 2522" descr="Sphere">
                                <a:extLst>
                                  <a:ext uri="{FF2B5EF4-FFF2-40B4-BE49-F238E27FC236}">
                                    <a16:creationId xmlns:a16="http://schemas.microsoft.com/office/drawing/2014/main" id="{E1ECBFC9-2694-4C88-988E-9AB0006BD4C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579224" y="2243308"/>
                                <a:ext cx="51046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2291" name="Group 2290">
                        <a:extLst>
                          <a:ext uri="{FF2B5EF4-FFF2-40B4-BE49-F238E27FC236}">
                            <a16:creationId xmlns:a16="http://schemas.microsoft.com/office/drawing/2014/main" id="{B4244CAD-6674-403D-B5E4-C291BCE8F57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3325" y="2268938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2508" name="Flowchart: Connector 2507">
                          <a:extLst>
                            <a:ext uri="{FF2B5EF4-FFF2-40B4-BE49-F238E27FC236}">
                              <a16:creationId xmlns:a16="http://schemas.microsoft.com/office/drawing/2014/main" id="{717F17D3-A6CD-4A8C-B1CF-3B7C8BA6E4F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2509" name="Flowchart: Connector 2508">
                          <a:extLst>
                            <a:ext uri="{FF2B5EF4-FFF2-40B4-BE49-F238E27FC236}">
                              <a16:creationId xmlns:a16="http://schemas.microsoft.com/office/drawing/2014/main" id="{0BB8548B-1D77-4786-BA96-8C3FDEAA8CC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2510" name="Flowchart: Connector 2509">
                          <a:extLst>
                            <a:ext uri="{FF2B5EF4-FFF2-40B4-BE49-F238E27FC236}">
                              <a16:creationId xmlns:a16="http://schemas.microsoft.com/office/drawing/2014/main" id="{FB8FF1A0-2C76-4D65-8D99-AE05BED1BFA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2292" name="Flowchart: Connector 2291">
                        <a:extLst>
                          <a:ext uri="{FF2B5EF4-FFF2-40B4-BE49-F238E27FC236}">
                            <a16:creationId xmlns:a16="http://schemas.microsoft.com/office/drawing/2014/main" id="{3BC49A40-2C9E-4211-B064-ECBEB6B1AC8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37026" y="201261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293" name="Flowchart: Connector 2292">
                        <a:extLst>
                          <a:ext uri="{FF2B5EF4-FFF2-40B4-BE49-F238E27FC236}">
                            <a16:creationId xmlns:a16="http://schemas.microsoft.com/office/drawing/2014/main" id="{F519B844-A65D-4ABC-8F07-6F5EAB3850A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588002" y="208727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2294" name="Group 2293">
                        <a:extLst>
                          <a:ext uri="{FF2B5EF4-FFF2-40B4-BE49-F238E27FC236}">
                            <a16:creationId xmlns:a16="http://schemas.microsoft.com/office/drawing/2014/main" id="{1D846D7B-4E8F-416A-A5E0-B9DEF124F873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228750">
                        <a:off x="1171220" y="1918660"/>
                        <a:ext cx="698062" cy="387533"/>
                        <a:chOff x="854933" y="2290871"/>
                        <a:chExt cx="698062" cy="387533"/>
                      </a:xfrm>
                    </p:grpSpPr>
                    <p:sp>
                      <p:nvSpPr>
                        <p:cNvPr id="2505" name="Flowchart: Connector 2504">
                          <a:extLst>
                            <a:ext uri="{FF2B5EF4-FFF2-40B4-BE49-F238E27FC236}">
                              <a16:creationId xmlns:a16="http://schemas.microsoft.com/office/drawing/2014/main" id="{489F2644-8866-4F28-B658-64B65AC078C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3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2506" name="Flowchart: Connector 2505">
                          <a:extLst>
                            <a:ext uri="{FF2B5EF4-FFF2-40B4-BE49-F238E27FC236}">
                              <a16:creationId xmlns:a16="http://schemas.microsoft.com/office/drawing/2014/main" id="{1B617ADA-C736-4375-8B07-EF8BCF89317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5206" y="2377897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2507" name="Flowchart: Connector 2506">
                          <a:extLst>
                            <a:ext uri="{FF2B5EF4-FFF2-40B4-BE49-F238E27FC236}">
                              <a16:creationId xmlns:a16="http://schemas.microsoft.com/office/drawing/2014/main" id="{79278701-B419-4534-9C8A-CC6AED9FD22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41136" y="2462404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2295" name="Group 2294">
                        <a:extLst>
                          <a:ext uri="{FF2B5EF4-FFF2-40B4-BE49-F238E27FC236}">
                            <a16:creationId xmlns:a16="http://schemas.microsoft.com/office/drawing/2014/main" id="{283FAFCB-1DDB-478D-8072-1264902D683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49741" y="1890320"/>
                        <a:ext cx="1098636" cy="1497980"/>
                        <a:chOff x="2089993" y="1501770"/>
                        <a:chExt cx="1098636" cy="1497980"/>
                      </a:xfrm>
                    </p:grpSpPr>
                    <p:grpSp>
                      <p:nvGrpSpPr>
                        <p:cNvPr id="2440" name="Group 2439">
                          <a:extLst>
                            <a:ext uri="{FF2B5EF4-FFF2-40B4-BE49-F238E27FC236}">
                              <a16:creationId xmlns:a16="http://schemas.microsoft.com/office/drawing/2014/main" id="{A7A129C6-F6B1-4728-AB8B-7A2228CAF23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34990"/>
                          <a:ext cx="101484" cy="1051941"/>
                          <a:chOff x="1800622" y="2329236"/>
                          <a:chExt cx="101484" cy="1051941"/>
                        </a:xfrm>
                      </p:grpSpPr>
                      <p:sp>
                        <p:nvSpPr>
                          <p:cNvPr id="2501" name="Flowchart: Connector 2500">
                            <a:extLst>
                              <a:ext uri="{FF2B5EF4-FFF2-40B4-BE49-F238E27FC236}">
                                <a16:creationId xmlns:a16="http://schemas.microsoft.com/office/drawing/2014/main" id="{DD08B6C7-4DFE-449B-B57B-CDB38B9A126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502" name="Flowchart: Connector 2501">
                            <a:extLst>
                              <a:ext uri="{FF2B5EF4-FFF2-40B4-BE49-F238E27FC236}">
                                <a16:creationId xmlns:a16="http://schemas.microsoft.com/office/drawing/2014/main" id="{35C475B1-CB9F-46E8-8925-3CDD309C28A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503" name="Flowchart: Connector 2502">
                            <a:extLst>
                              <a:ext uri="{FF2B5EF4-FFF2-40B4-BE49-F238E27FC236}">
                                <a16:creationId xmlns:a16="http://schemas.microsoft.com/office/drawing/2014/main" id="{71CF095A-CCB7-4078-AEE3-02BCAB984C2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504" name="Flowchart: Connector 2503">
                            <a:extLst>
                              <a:ext uri="{FF2B5EF4-FFF2-40B4-BE49-F238E27FC236}">
                                <a16:creationId xmlns:a16="http://schemas.microsoft.com/office/drawing/2014/main" id="{C479FE5D-75EC-47E7-B6AF-5967196A36B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2923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2441" name="Group 2440">
                          <a:extLst>
                            <a:ext uri="{FF2B5EF4-FFF2-40B4-BE49-F238E27FC236}">
                              <a16:creationId xmlns:a16="http://schemas.microsoft.com/office/drawing/2014/main" id="{663C525A-D075-44AF-A464-B4625371A18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01770"/>
                          <a:ext cx="1074397" cy="1497980"/>
                          <a:chOff x="2114232" y="1501770"/>
                          <a:chExt cx="1074397" cy="1497980"/>
                        </a:xfrm>
                      </p:grpSpPr>
                      <p:grpSp>
                        <p:nvGrpSpPr>
                          <p:cNvPr id="2442" name="Group 2441">
                            <a:extLst>
                              <a:ext uri="{FF2B5EF4-FFF2-40B4-BE49-F238E27FC236}">
                                <a16:creationId xmlns:a16="http://schemas.microsoft.com/office/drawing/2014/main" id="{65F6F375-A101-4A2E-93F0-5F861A0FDF7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2493" name="Flowchart: Connector 2492">
                              <a:extLst>
                                <a:ext uri="{FF2B5EF4-FFF2-40B4-BE49-F238E27FC236}">
                                  <a16:creationId xmlns:a16="http://schemas.microsoft.com/office/drawing/2014/main" id="{39758F41-A6B0-4F27-AC60-F8B5007D3A5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494" name="3D Model 2493" descr="Sphere">
                                  <a:extLst>
                                    <a:ext uri="{FF2B5EF4-FFF2-40B4-BE49-F238E27FC236}">
                                      <a16:creationId xmlns:a16="http://schemas.microsoft.com/office/drawing/2014/main" id="{1C5EAE74-F4F5-4044-B7D3-EFB81D25612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574437185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495" name="Flowchart: Connector 2494">
                              <a:extLst>
                                <a:ext uri="{FF2B5EF4-FFF2-40B4-BE49-F238E27FC236}">
                                  <a16:creationId xmlns:a16="http://schemas.microsoft.com/office/drawing/2014/main" id="{06D0FE46-5718-4D06-BFA9-39D46CEA3A9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496" name="3D Model 2495" descr="Sphere">
                                  <a:extLst>
                                    <a:ext uri="{FF2B5EF4-FFF2-40B4-BE49-F238E27FC236}">
                                      <a16:creationId xmlns:a16="http://schemas.microsoft.com/office/drawing/2014/main" id="{AA4EDBD1-E272-49BD-85BF-AF7DF5CCBE4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161454367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497" name="Flowchart: Connector 2496">
                              <a:extLst>
                                <a:ext uri="{FF2B5EF4-FFF2-40B4-BE49-F238E27FC236}">
                                  <a16:creationId xmlns:a16="http://schemas.microsoft.com/office/drawing/2014/main" id="{DDE60009-B270-4C50-B55C-77778794B70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498" name="3D Model 2497" descr="Sphere">
                                  <a:extLst>
                                    <a:ext uri="{FF2B5EF4-FFF2-40B4-BE49-F238E27FC236}">
                                      <a16:creationId xmlns:a16="http://schemas.microsoft.com/office/drawing/2014/main" id="{B774885A-DFA9-4F8A-BBE6-9FE097F210F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69328994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499" name="Flowchart: Connector 2498">
                              <a:extLst>
                                <a:ext uri="{FF2B5EF4-FFF2-40B4-BE49-F238E27FC236}">
                                  <a16:creationId xmlns:a16="http://schemas.microsoft.com/office/drawing/2014/main" id="{DF451594-46AF-4965-B328-FDF517E4EDF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500" name="3D Model 2499" descr="Sphere">
                                  <a:extLst>
                                    <a:ext uri="{FF2B5EF4-FFF2-40B4-BE49-F238E27FC236}">
                                      <a16:creationId xmlns:a16="http://schemas.microsoft.com/office/drawing/2014/main" id="{C08A1A22-ABC3-4CF9-B7FB-5BAC4371606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94757333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2443" name="Group 2442">
                            <a:extLst>
                              <a:ext uri="{FF2B5EF4-FFF2-40B4-BE49-F238E27FC236}">
                                <a16:creationId xmlns:a16="http://schemas.microsoft.com/office/drawing/2014/main" id="{F7E8B0BA-4360-42E8-A76E-8614B2CCFD3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2477" name="Flowchart: Connector 2476">
                              <a:extLst>
                                <a:ext uri="{FF2B5EF4-FFF2-40B4-BE49-F238E27FC236}">
                                  <a16:creationId xmlns:a16="http://schemas.microsoft.com/office/drawing/2014/main" id="{D25A6877-3AE6-45A1-A4BF-7CE8D92EE80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478" name="Flowchart: Connector 2477">
                              <a:extLst>
                                <a:ext uri="{FF2B5EF4-FFF2-40B4-BE49-F238E27FC236}">
                                  <a16:creationId xmlns:a16="http://schemas.microsoft.com/office/drawing/2014/main" id="{95D350BA-5386-4469-BA9B-8DFA69C9E0D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479" name="Flowchart: Connector 2478">
                              <a:extLst>
                                <a:ext uri="{FF2B5EF4-FFF2-40B4-BE49-F238E27FC236}">
                                  <a16:creationId xmlns:a16="http://schemas.microsoft.com/office/drawing/2014/main" id="{D144A275-308C-488D-8E02-C1FC46B1B90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480" name="Flowchart: Connector 2479">
                              <a:extLst>
                                <a:ext uri="{FF2B5EF4-FFF2-40B4-BE49-F238E27FC236}">
                                  <a16:creationId xmlns:a16="http://schemas.microsoft.com/office/drawing/2014/main" id="{CC5A7379-B1D7-4395-B72A-1C909D03B83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481" name="Flowchart: Connector 2480">
                              <a:extLst>
                                <a:ext uri="{FF2B5EF4-FFF2-40B4-BE49-F238E27FC236}">
                                  <a16:creationId xmlns:a16="http://schemas.microsoft.com/office/drawing/2014/main" id="{8AC95628-7E25-43E9-A803-E248F3AC145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482" name="Flowchart: Connector 2481">
                              <a:extLst>
                                <a:ext uri="{FF2B5EF4-FFF2-40B4-BE49-F238E27FC236}">
                                  <a16:creationId xmlns:a16="http://schemas.microsoft.com/office/drawing/2014/main" id="{46B3FBBC-F049-44D6-9876-A95AB089744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483" name="Flowchart: Connector 2482">
                              <a:extLst>
                                <a:ext uri="{FF2B5EF4-FFF2-40B4-BE49-F238E27FC236}">
                                  <a16:creationId xmlns:a16="http://schemas.microsoft.com/office/drawing/2014/main" id="{5B82F847-637A-46A3-B36A-E42EE026F82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484" name="Flowchart: Connector 2483">
                              <a:extLst>
                                <a:ext uri="{FF2B5EF4-FFF2-40B4-BE49-F238E27FC236}">
                                  <a16:creationId xmlns:a16="http://schemas.microsoft.com/office/drawing/2014/main" id="{79EB85B5-C974-4141-930F-45024378A6F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485" name="Flowchart: Connector 2484">
                              <a:extLst>
                                <a:ext uri="{FF2B5EF4-FFF2-40B4-BE49-F238E27FC236}">
                                  <a16:creationId xmlns:a16="http://schemas.microsoft.com/office/drawing/2014/main" id="{96FB3434-6461-45B9-B690-03495435825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486" name="3D Model 2485" descr="Sphere">
                                  <a:extLst>
                                    <a:ext uri="{FF2B5EF4-FFF2-40B4-BE49-F238E27FC236}">
                                      <a16:creationId xmlns:a16="http://schemas.microsoft.com/office/drawing/2014/main" id="{4F393917-ABB7-4249-9420-D314833B4CF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224372514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487" name="Flowchart: Connector 2486">
                              <a:extLst>
                                <a:ext uri="{FF2B5EF4-FFF2-40B4-BE49-F238E27FC236}">
                                  <a16:creationId xmlns:a16="http://schemas.microsoft.com/office/drawing/2014/main" id="{EB5E2192-6FAF-4AAF-818A-5F1BBF94594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488" name="3D Model 2487" descr="Sphere">
                                  <a:extLst>
                                    <a:ext uri="{FF2B5EF4-FFF2-40B4-BE49-F238E27FC236}">
                                      <a16:creationId xmlns:a16="http://schemas.microsoft.com/office/drawing/2014/main" id="{91BDE7FD-1C31-4BAE-A6D1-2DF08668982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98418076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489" name="Flowchart: Connector 2488">
                              <a:extLst>
                                <a:ext uri="{FF2B5EF4-FFF2-40B4-BE49-F238E27FC236}">
                                  <a16:creationId xmlns:a16="http://schemas.microsoft.com/office/drawing/2014/main" id="{F9DF1631-DB82-453E-BF20-40E2DA52955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490" name="3D Model 2489" descr="Sphere">
                                  <a:extLst>
                                    <a:ext uri="{FF2B5EF4-FFF2-40B4-BE49-F238E27FC236}">
                                      <a16:creationId xmlns:a16="http://schemas.microsoft.com/office/drawing/2014/main" id="{FA21D587-D115-48F5-BCAD-07918711FB8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577088831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491" name="Flowchart: Connector 2490">
                              <a:extLst>
                                <a:ext uri="{FF2B5EF4-FFF2-40B4-BE49-F238E27FC236}">
                                  <a16:creationId xmlns:a16="http://schemas.microsoft.com/office/drawing/2014/main" id="{73B62AD9-358A-4F1A-B324-047F767842D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492" name="3D Model 2491" descr="Sphere">
                                  <a:extLst>
                                    <a:ext uri="{FF2B5EF4-FFF2-40B4-BE49-F238E27FC236}">
                                      <a16:creationId xmlns:a16="http://schemas.microsoft.com/office/drawing/2014/main" id="{14933674-ABB5-4563-B131-CF6B667A5E7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25912942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2444" name="Group 2443">
                            <a:extLst>
                              <a:ext uri="{FF2B5EF4-FFF2-40B4-BE49-F238E27FC236}">
                                <a16:creationId xmlns:a16="http://schemas.microsoft.com/office/drawing/2014/main" id="{D96727E2-F9F0-47F9-96D9-9768A82909C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2461" name="Flowchart: Connector 2460">
                              <a:extLst>
                                <a:ext uri="{FF2B5EF4-FFF2-40B4-BE49-F238E27FC236}">
                                  <a16:creationId xmlns:a16="http://schemas.microsoft.com/office/drawing/2014/main" id="{6D3B761E-2422-42F9-A6A9-F9B9FB0D8E3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462" name="Flowchart: Connector 2461">
                              <a:extLst>
                                <a:ext uri="{FF2B5EF4-FFF2-40B4-BE49-F238E27FC236}">
                                  <a16:creationId xmlns:a16="http://schemas.microsoft.com/office/drawing/2014/main" id="{B20B8B82-D2D8-40F1-82B9-5954127D8CE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463" name="Flowchart: Connector 2462">
                              <a:extLst>
                                <a:ext uri="{FF2B5EF4-FFF2-40B4-BE49-F238E27FC236}">
                                  <a16:creationId xmlns:a16="http://schemas.microsoft.com/office/drawing/2014/main" id="{0D1B57B1-C9F7-4049-8CD4-FD260905966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464" name="Flowchart: Connector 2463">
                              <a:extLst>
                                <a:ext uri="{FF2B5EF4-FFF2-40B4-BE49-F238E27FC236}">
                                  <a16:creationId xmlns:a16="http://schemas.microsoft.com/office/drawing/2014/main" id="{DFE07CAB-8281-4CE2-9185-E81A9B3D789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465" name="Flowchart: Connector 2464">
                              <a:extLst>
                                <a:ext uri="{FF2B5EF4-FFF2-40B4-BE49-F238E27FC236}">
                                  <a16:creationId xmlns:a16="http://schemas.microsoft.com/office/drawing/2014/main" id="{0E44060F-C653-449E-96C7-405A557E8B7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466" name="Flowchart: Connector 2465">
                              <a:extLst>
                                <a:ext uri="{FF2B5EF4-FFF2-40B4-BE49-F238E27FC236}">
                                  <a16:creationId xmlns:a16="http://schemas.microsoft.com/office/drawing/2014/main" id="{4F008ACC-354F-4D0C-B51E-222B7FF2E2D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467" name="Flowchart: Connector 2466">
                              <a:extLst>
                                <a:ext uri="{FF2B5EF4-FFF2-40B4-BE49-F238E27FC236}">
                                  <a16:creationId xmlns:a16="http://schemas.microsoft.com/office/drawing/2014/main" id="{D974AB4A-D323-4718-93C1-625A516F556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468" name="Flowchart: Connector 2467">
                              <a:extLst>
                                <a:ext uri="{FF2B5EF4-FFF2-40B4-BE49-F238E27FC236}">
                                  <a16:creationId xmlns:a16="http://schemas.microsoft.com/office/drawing/2014/main" id="{9314F4CB-B5F2-4709-8EE5-5F6DC8D9BE4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469" name="Flowchart: Connector 2468">
                              <a:extLst>
                                <a:ext uri="{FF2B5EF4-FFF2-40B4-BE49-F238E27FC236}">
                                  <a16:creationId xmlns:a16="http://schemas.microsoft.com/office/drawing/2014/main" id="{DDDE489E-2234-480A-B637-E8A3AE1141E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470" name="3D Model 2469" descr="Sphere">
                                  <a:extLst>
                                    <a:ext uri="{FF2B5EF4-FFF2-40B4-BE49-F238E27FC236}">
                                      <a16:creationId xmlns:a16="http://schemas.microsoft.com/office/drawing/2014/main" id="{C331EB13-1CDD-40AF-AD1C-F6DB4687AF1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884639153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471" name="Flowchart: Connector 2470">
                              <a:extLst>
                                <a:ext uri="{FF2B5EF4-FFF2-40B4-BE49-F238E27FC236}">
                                  <a16:creationId xmlns:a16="http://schemas.microsoft.com/office/drawing/2014/main" id="{5FCBF937-1B77-4BE9-A883-A41008D47D1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472" name="3D Model 2471" descr="Sphere">
                                  <a:extLst>
                                    <a:ext uri="{FF2B5EF4-FFF2-40B4-BE49-F238E27FC236}">
                                      <a16:creationId xmlns:a16="http://schemas.microsoft.com/office/drawing/2014/main" id="{F6861E49-A87A-48DC-9956-EA888C3738F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503946906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473" name="Flowchart: Connector 2472">
                              <a:extLst>
                                <a:ext uri="{FF2B5EF4-FFF2-40B4-BE49-F238E27FC236}">
                                  <a16:creationId xmlns:a16="http://schemas.microsoft.com/office/drawing/2014/main" id="{CD562385-0477-4A3D-8F85-A3695DB1708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474" name="3D Model 2473" descr="Sphere">
                                  <a:extLst>
                                    <a:ext uri="{FF2B5EF4-FFF2-40B4-BE49-F238E27FC236}">
                                      <a16:creationId xmlns:a16="http://schemas.microsoft.com/office/drawing/2014/main" id="{2BFCF5A6-739C-441B-A9D2-3B406682E99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649263446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475" name="Flowchart: Connector 2474">
                              <a:extLst>
                                <a:ext uri="{FF2B5EF4-FFF2-40B4-BE49-F238E27FC236}">
                                  <a16:creationId xmlns:a16="http://schemas.microsoft.com/office/drawing/2014/main" id="{EA53849E-86B2-4B0B-8B00-96BDB8E9157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476" name="3D Model 2475" descr="Sphere">
                                  <a:extLst>
                                    <a:ext uri="{FF2B5EF4-FFF2-40B4-BE49-F238E27FC236}">
                                      <a16:creationId xmlns:a16="http://schemas.microsoft.com/office/drawing/2014/main" id="{F77B8766-2521-414C-A819-91C98F146FC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352924925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2445" name="Flowchart: Connector 2444">
                            <a:extLst>
                              <a:ext uri="{FF2B5EF4-FFF2-40B4-BE49-F238E27FC236}">
                                <a16:creationId xmlns:a16="http://schemas.microsoft.com/office/drawing/2014/main" id="{2051AFE2-AB72-4034-AAEA-A4E8A4FA6B9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446" name="Flowchart: Connector 2445">
                            <a:extLst>
                              <a:ext uri="{FF2B5EF4-FFF2-40B4-BE49-F238E27FC236}">
                                <a16:creationId xmlns:a16="http://schemas.microsoft.com/office/drawing/2014/main" id="{BA908BA6-BA0B-4A4C-A7B5-0ACA9561C56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447" name="Flowchart: Connector 2446">
                            <a:extLst>
                              <a:ext uri="{FF2B5EF4-FFF2-40B4-BE49-F238E27FC236}">
                                <a16:creationId xmlns:a16="http://schemas.microsoft.com/office/drawing/2014/main" id="{9114CF05-205F-483A-A683-8B2114FE8B1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448" name="Flowchart: Connector 2447">
                            <a:extLst>
                              <a:ext uri="{FF2B5EF4-FFF2-40B4-BE49-F238E27FC236}">
                                <a16:creationId xmlns:a16="http://schemas.microsoft.com/office/drawing/2014/main" id="{D045123F-5817-4605-9DDC-BFC0433DA46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449" name="Flowchart: Connector 2448">
                            <a:extLst>
                              <a:ext uri="{FF2B5EF4-FFF2-40B4-BE49-F238E27FC236}">
                                <a16:creationId xmlns:a16="http://schemas.microsoft.com/office/drawing/2014/main" id="{FF947FBE-532D-4A0D-B0B5-DFB99ACEA30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450" name="Flowchart: Connector 2449">
                            <a:extLst>
                              <a:ext uri="{FF2B5EF4-FFF2-40B4-BE49-F238E27FC236}">
                                <a16:creationId xmlns:a16="http://schemas.microsoft.com/office/drawing/2014/main" id="{F0C7A15F-2A7B-4847-A5C4-119D32ACC41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451" name="Flowchart: Connector 2450">
                            <a:extLst>
                              <a:ext uri="{FF2B5EF4-FFF2-40B4-BE49-F238E27FC236}">
                                <a16:creationId xmlns:a16="http://schemas.microsoft.com/office/drawing/2014/main" id="{05805F1B-59FF-400F-B46E-00DE36ABD84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452" name="Flowchart: Connector 2451">
                            <a:extLst>
                              <a:ext uri="{FF2B5EF4-FFF2-40B4-BE49-F238E27FC236}">
                                <a16:creationId xmlns:a16="http://schemas.microsoft.com/office/drawing/2014/main" id="{73BC0AA5-AA79-49E5-94C1-A45EB54C147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453" name="Flowchart: Connector 2452">
                            <a:extLst>
                              <a:ext uri="{FF2B5EF4-FFF2-40B4-BE49-F238E27FC236}">
                                <a16:creationId xmlns:a16="http://schemas.microsoft.com/office/drawing/2014/main" id="{D0782ACC-D76A-4CC7-BAD7-4EF0D6AE68E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454" name="3D Model 2453" descr="Sphere">
                                <a:extLst>
                                  <a:ext uri="{FF2B5EF4-FFF2-40B4-BE49-F238E27FC236}">
                                    <a16:creationId xmlns:a16="http://schemas.microsoft.com/office/drawing/2014/main" id="{A313B421-9A44-41B6-B540-EAA4676B078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939068182"/>
                                  </p:ext>
                                </p:extLst>
                              </p:nvPr>
                            </p:nvGraphicFramePr>
                            <p:xfrm>
                              <a:off x="2123911" y="1501770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447" name="3D Model 2446" descr="Sphere">
                                <a:extLst>
                                  <a:ext uri="{FF2B5EF4-FFF2-40B4-BE49-F238E27FC236}">
                                    <a16:creationId xmlns:a16="http://schemas.microsoft.com/office/drawing/2014/main" id="{70E40748-6AC0-4492-88F2-ADBBFCC2B06D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410118" y="222447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455" name="Flowchart: Connector 2454">
                            <a:extLst>
                              <a:ext uri="{FF2B5EF4-FFF2-40B4-BE49-F238E27FC236}">
                                <a16:creationId xmlns:a16="http://schemas.microsoft.com/office/drawing/2014/main" id="{0E17C3B9-FEFC-4C7E-8D39-3C08DAEF249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456" name="3D Model 2455" descr="Sphere">
                                <a:extLst>
                                  <a:ext uri="{FF2B5EF4-FFF2-40B4-BE49-F238E27FC236}">
                                    <a16:creationId xmlns:a16="http://schemas.microsoft.com/office/drawing/2014/main" id="{FF388282-58C8-4763-AFAE-F45833BA268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007423552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449" name="3D Model 2448" descr="Sphere">
                                <a:extLst>
                                  <a:ext uri="{FF2B5EF4-FFF2-40B4-BE49-F238E27FC236}">
                                    <a16:creationId xmlns:a16="http://schemas.microsoft.com/office/drawing/2014/main" id="{144408D4-9F48-420D-8D84-D76B550D93B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451942" y="2239160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457" name="Flowchart: Connector 2456">
                            <a:extLst>
                              <a:ext uri="{FF2B5EF4-FFF2-40B4-BE49-F238E27FC236}">
                                <a16:creationId xmlns:a16="http://schemas.microsoft.com/office/drawing/2014/main" id="{51104342-2271-42E7-9B27-33788029043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93292" y="171776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458" name="3D Model 2457" descr="Sphere">
                                <a:extLst>
                                  <a:ext uri="{FF2B5EF4-FFF2-40B4-BE49-F238E27FC236}">
                                    <a16:creationId xmlns:a16="http://schemas.microsoft.com/office/drawing/2014/main" id="{A3B306F9-F3DE-47F3-82BE-98237A520B8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08701726"/>
                                  </p:ext>
                                </p:extLst>
                              </p:nvPr>
                            </p:nvGraphicFramePr>
                            <p:xfrm>
                              <a:off x="2622429" y="163823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451" name="3D Model 2450" descr="Sphere">
                                <a:extLst>
                                  <a:ext uri="{FF2B5EF4-FFF2-40B4-BE49-F238E27FC236}">
                                    <a16:creationId xmlns:a16="http://schemas.microsoft.com/office/drawing/2014/main" id="{07CCB216-ACB4-41FC-9B17-B2291E8F796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496714" y="2250175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459" name="Flowchart: Connector 2458">
                            <a:extLst>
                              <a:ext uri="{FF2B5EF4-FFF2-40B4-BE49-F238E27FC236}">
                                <a16:creationId xmlns:a16="http://schemas.microsoft.com/office/drawing/2014/main" id="{26A52CD0-E584-48A3-B82C-0783B580DE1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460" name="3D Model 2459" descr="Sphere">
                                <a:extLst>
                                  <a:ext uri="{FF2B5EF4-FFF2-40B4-BE49-F238E27FC236}">
                                    <a16:creationId xmlns:a16="http://schemas.microsoft.com/office/drawing/2014/main" id="{DD46BF37-D1A5-4D22-88B7-82E6388C9AF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66842610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453" name="3D Model 2452" descr="Sphere">
                                <a:extLst>
                                  <a:ext uri="{FF2B5EF4-FFF2-40B4-BE49-F238E27FC236}">
                                    <a16:creationId xmlns:a16="http://schemas.microsoft.com/office/drawing/2014/main" id="{8927F180-F55D-461F-9F15-DF22D1B1D69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541038" y="2267193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2296" name="Group 2295">
                        <a:extLst>
                          <a:ext uri="{FF2B5EF4-FFF2-40B4-BE49-F238E27FC236}">
                            <a16:creationId xmlns:a16="http://schemas.microsoft.com/office/drawing/2014/main" id="{B65E0456-50C0-41D7-8A97-C1509A594CD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547436" y="2361226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2437" name="Flowchart: Connector 2436">
                          <a:extLst>
                            <a:ext uri="{FF2B5EF4-FFF2-40B4-BE49-F238E27FC236}">
                              <a16:creationId xmlns:a16="http://schemas.microsoft.com/office/drawing/2014/main" id="{719ABC9E-1E47-493F-A07C-2B9115AC7A6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2438" name="Flowchart: Connector 2437">
                          <a:extLst>
                            <a:ext uri="{FF2B5EF4-FFF2-40B4-BE49-F238E27FC236}">
                              <a16:creationId xmlns:a16="http://schemas.microsoft.com/office/drawing/2014/main" id="{4C165362-EEB3-4498-AC0A-5A58C1E5FE9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2439" name="Flowchart: Connector 2438">
                          <a:extLst>
                            <a:ext uri="{FF2B5EF4-FFF2-40B4-BE49-F238E27FC236}">
                              <a16:creationId xmlns:a16="http://schemas.microsoft.com/office/drawing/2014/main" id="{B569B7C4-1E15-42F2-9383-2B06F14DF48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2297" name="Flowchart: Connector 2296">
                        <a:extLst>
                          <a:ext uri="{FF2B5EF4-FFF2-40B4-BE49-F238E27FC236}">
                            <a16:creationId xmlns:a16="http://schemas.microsoft.com/office/drawing/2014/main" id="{24739953-A725-49CD-BACB-1F63AD4E292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19794" y="212254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298" name="Flowchart: Connector 2297">
                        <a:extLst>
                          <a:ext uri="{FF2B5EF4-FFF2-40B4-BE49-F238E27FC236}">
                            <a16:creationId xmlns:a16="http://schemas.microsoft.com/office/drawing/2014/main" id="{0AB9DF79-129B-4877-8D53-AF8A860568B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74020" y="218539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2299" name="Group 2298">
                        <a:extLst>
                          <a:ext uri="{FF2B5EF4-FFF2-40B4-BE49-F238E27FC236}">
                            <a16:creationId xmlns:a16="http://schemas.microsoft.com/office/drawing/2014/main" id="{6E9B0FDA-9A3F-4AB9-8A65-B207A5279386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18957">
                        <a:off x="941432" y="2025443"/>
                        <a:ext cx="710250" cy="369080"/>
                        <a:chOff x="854932" y="2290871"/>
                        <a:chExt cx="710250" cy="369080"/>
                      </a:xfrm>
                    </p:grpSpPr>
                    <p:sp>
                      <p:nvSpPr>
                        <p:cNvPr id="2434" name="Flowchart: Connector 2433">
                          <a:extLst>
                            <a:ext uri="{FF2B5EF4-FFF2-40B4-BE49-F238E27FC236}">
                              <a16:creationId xmlns:a16="http://schemas.microsoft.com/office/drawing/2014/main" id="{C3123F3D-44BE-4929-B340-7A618C9DD33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2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2435" name="Flowchart: Connector 2434">
                          <a:extLst>
                            <a:ext uri="{FF2B5EF4-FFF2-40B4-BE49-F238E27FC236}">
                              <a16:creationId xmlns:a16="http://schemas.microsoft.com/office/drawing/2014/main" id="{13C56D62-6CA1-41EA-B9D5-E31299D5E84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1897" y="2377722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2436" name="Flowchart: Connector 2435">
                          <a:extLst>
                            <a:ext uri="{FF2B5EF4-FFF2-40B4-BE49-F238E27FC236}">
                              <a16:creationId xmlns:a16="http://schemas.microsoft.com/office/drawing/2014/main" id="{4B059A32-C2F6-40B1-BC4F-58A8A38AD1F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53323" y="244395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2300" name="Group 2299">
                        <a:extLst>
                          <a:ext uri="{FF2B5EF4-FFF2-40B4-BE49-F238E27FC236}">
                            <a16:creationId xmlns:a16="http://schemas.microsoft.com/office/drawing/2014/main" id="{C40EC342-F226-4A80-8E40-0B6F51AD881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21287" y="1995259"/>
                        <a:ext cx="1102917" cy="1484052"/>
                        <a:chOff x="2085712" y="1515698"/>
                        <a:chExt cx="1102917" cy="1484052"/>
                      </a:xfrm>
                    </p:grpSpPr>
                    <p:grpSp>
                      <p:nvGrpSpPr>
                        <p:cNvPr id="2369" name="Group 2368">
                          <a:extLst>
                            <a:ext uri="{FF2B5EF4-FFF2-40B4-BE49-F238E27FC236}">
                              <a16:creationId xmlns:a16="http://schemas.microsoft.com/office/drawing/2014/main" id="{F6265186-9333-4149-9411-8916E7E5512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5712" y="1648950"/>
                          <a:ext cx="105765" cy="1037981"/>
                          <a:chOff x="1796341" y="2343196"/>
                          <a:chExt cx="105765" cy="1037981"/>
                        </a:xfrm>
                      </p:grpSpPr>
                      <p:sp>
                        <p:nvSpPr>
                          <p:cNvPr id="2430" name="Flowchart: Connector 2429">
                            <a:extLst>
                              <a:ext uri="{FF2B5EF4-FFF2-40B4-BE49-F238E27FC236}">
                                <a16:creationId xmlns:a16="http://schemas.microsoft.com/office/drawing/2014/main" id="{6DB3EA6A-2BBC-45AD-A8C7-32C7431229F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431" name="Flowchart: Connector 2430">
                            <a:extLst>
                              <a:ext uri="{FF2B5EF4-FFF2-40B4-BE49-F238E27FC236}">
                                <a16:creationId xmlns:a16="http://schemas.microsoft.com/office/drawing/2014/main" id="{089E8BB2-DB52-4391-9562-9F9525DE368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432" name="Flowchart: Connector 2431">
                            <a:extLst>
                              <a:ext uri="{FF2B5EF4-FFF2-40B4-BE49-F238E27FC236}">
                                <a16:creationId xmlns:a16="http://schemas.microsoft.com/office/drawing/2014/main" id="{FC880C12-2DD2-4ECF-B400-9BB178F8891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433" name="Flowchart: Connector 2432">
                            <a:extLst>
                              <a:ext uri="{FF2B5EF4-FFF2-40B4-BE49-F238E27FC236}">
                                <a16:creationId xmlns:a16="http://schemas.microsoft.com/office/drawing/2014/main" id="{09D47670-F13B-4E65-BFE8-AA7ECAEB6D9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796341" y="2343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2370" name="Group 2369">
                          <a:extLst>
                            <a:ext uri="{FF2B5EF4-FFF2-40B4-BE49-F238E27FC236}">
                              <a16:creationId xmlns:a16="http://schemas.microsoft.com/office/drawing/2014/main" id="{64DB767F-8335-41AA-8EE1-2E29350E004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15698"/>
                          <a:ext cx="1074397" cy="1484052"/>
                          <a:chOff x="2114232" y="1515698"/>
                          <a:chExt cx="1074397" cy="1484052"/>
                        </a:xfrm>
                      </p:grpSpPr>
                      <p:grpSp>
                        <p:nvGrpSpPr>
                          <p:cNvPr id="2371" name="Group 2370">
                            <a:extLst>
                              <a:ext uri="{FF2B5EF4-FFF2-40B4-BE49-F238E27FC236}">
                                <a16:creationId xmlns:a16="http://schemas.microsoft.com/office/drawing/2014/main" id="{94A91639-55D2-4C16-BB7C-72B3291EC8D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2422" name="Flowchart: Connector 2421">
                              <a:extLst>
                                <a:ext uri="{FF2B5EF4-FFF2-40B4-BE49-F238E27FC236}">
                                  <a16:creationId xmlns:a16="http://schemas.microsoft.com/office/drawing/2014/main" id="{3E049102-B055-4FE5-B80D-05F4174C9CE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423" name="3D Model 2422" descr="Sphere">
                                  <a:extLst>
                                    <a:ext uri="{FF2B5EF4-FFF2-40B4-BE49-F238E27FC236}">
                                      <a16:creationId xmlns:a16="http://schemas.microsoft.com/office/drawing/2014/main" id="{C75C19CC-8497-4AEC-8A01-4E9FDA8D694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52586820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424" name="Flowchart: Connector 2423">
                              <a:extLst>
                                <a:ext uri="{FF2B5EF4-FFF2-40B4-BE49-F238E27FC236}">
                                  <a16:creationId xmlns:a16="http://schemas.microsoft.com/office/drawing/2014/main" id="{40DAA6B3-BBD0-4FF7-A24D-CB746784CAF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425" name="3D Model 2424" descr="Sphere">
                                  <a:extLst>
                                    <a:ext uri="{FF2B5EF4-FFF2-40B4-BE49-F238E27FC236}">
                                      <a16:creationId xmlns:a16="http://schemas.microsoft.com/office/drawing/2014/main" id="{08646C79-32C9-450B-9523-A53885A8610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842179706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426" name="Flowchart: Connector 2425">
                              <a:extLst>
                                <a:ext uri="{FF2B5EF4-FFF2-40B4-BE49-F238E27FC236}">
                                  <a16:creationId xmlns:a16="http://schemas.microsoft.com/office/drawing/2014/main" id="{380478D6-A407-44B1-9251-BE23947B395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427" name="3D Model 2426" descr="Sphere">
                                  <a:extLst>
                                    <a:ext uri="{FF2B5EF4-FFF2-40B4-BE49-F238E27FC236}">
                                      <a16:creationId xmlns:a16="http://schemas.microsoft.com/office/drawing/2014/main" id="{788E8CED-338B-4CF5-90B7-07C834AFB30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690442149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428" name="Flowchart: Connector 2427">
                              <a:extLst>
                                <a:ext uri="{FF2B5EF4-FFF2-40B4-BE49-F238E27FC236}">
                                  <a16:creationId xmlns:a16="http://schemas.microsoft.com/office/drawing/2014/main" id="{53E5AB89-1380-47E0-BC25-5352F339978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429" name="3D Model 2428" descr="Sphere">
                                  <a:extLst>
                                    <a:ext uri="{FF2B5EF4-FFF2-40B4-BE49-F238E27FC236}">
                                      <a16:creationId xmlns:a16="http://schemas.microsoft.com/office/drawing/2014/main" id="{5325936D-74ED-408A-AAF2-2FEB4854C9B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685657458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2372" name="Group 2371">
                            <a:extLst>
                              <a:ext uri="{FF2B5EF4-FFF2-40B4-BE49-F238E27FC236}">
                                <a16:creationId xmlns:a16="http://schemas.microsoft.com/office/drawing/2014/main" id="{50F4E0CC-2AE4-428B-95E7-4F0AECA989D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2406" name="Flowchart: Connector 2405">
                              <a:extLst>
                                <a:ext uri="{FF2B5EF4-FFF2-40B4-BE49-F238E27FC236}">
                                  <a16:creationId xmlns:a16="http://schemas.microsoft.com/office/drawing/2014/main" id="{C3DEA6E0-432E-4EF3-ACB7-237123ECC9C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407" name="Flowchart: Connector 2406">
                              <a:extLst>
                                <a:ext uri="{FF2B5EF4-FFF2-40B4-BE49-F238E27FC236}">
                                  <a16:creationId xmlns:a16="http://schemas.microsoft.com/office/drawing/2014/main" id="{3954F24D-8571-40B2-A17E-6B0900426D7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408" name="Flowchart: Connector 2407">
                              <a:extLst>
                                <a:ext uri="{FF2B5EF4-FFF2-40B4-BE49-F238E27FC236}">
                                  <a16:creationId xmlns:a16="http://schemas.microsoft.com/office/drawing/2014/main" id="{46FCF33F-8EFE-4127-8800-78C64792496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409" name="Flowchart: Connector 2408">
                              <a:extLst>
                                <a:ext uri="{FF2B5EF4-FFF2-40B4-BE49-F238E27FC236}">
                                  <a16:creationId xmlns:a16="http://schemas.microsoft.com/office/drawing/2014/main" id="{E3855776-34D8-4DE9-BCEB-7DEFFE9505A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410" name="Flowchart: Connector 2409">
                              <a:extLst>
                                <a:ext uri="{FF2B5EF4-FFF2-40B4-BE49-F238E27FC236}">
                                  <a16:creationId xmlns:a16="http://schemas.microsoft.com/office/drawing/2014/main" id="{A728794E-5A11-45EB-85CB-A3494B56E9C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411" name="Flowchart: Connector 2410">
                              <a:extLst>
                                <a:ext uri="{FF2B5EF4-FFF2-40B4-BE49-F238E27FC236}">
                                  <a16:creationId xmlns:a16="http://schemas.microsoft.com/office/drawing/2014/main" id="{C24E54DA-3ECD-4703-9130-3C02AC2EDC7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412" name="Flowchart: Connector 2411">
                              <a:extLst>
                                <a:ext uri="{FF2B5EF4-FFF2-40B4-BE49-F238E27FC236}">
                                  <a16:creationId xmlns:a16="http://schemas.microsoft.com/office/drawing/2014/main" id="{2ADEAAD1-2AE0-4EE0-AE03-9329A1CBA6B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413" name="Flowchart: Connector 2412">
                              <a:extLst>
                                <a:ext uri="{FF2B5EF4-FFF2-40B4-BE49-F238E27FC236}">
                                  <a16:creationId xmlns:a16="http://schemas.microsoft.com/office/drawing/2014/main" id="{3D816B52-4C0E-4E9B-A1B2-4CA39503BD9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414" name="Flowchart: Connector 2413">
                              <a:extLst>
                                <a:ext uri="{FF2B5EF4-FFF2-40B4-BE49-F238E27FC236}">
                                  <a16:creationId xmlns:a16="http://schemas.microsoft.com/office/drawing/2014/main" id="{D0921B87-9357-4CC2-84B7-46725BCBF09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415" name="3D Model 2414" descr="Sphere">
                                  <a:extLst>
                                    <a:ext uri="{FF2B5EF4-FFF2-40B4-BE49-F238E27FC236}">
                                      <a16:creationId xmlns:a16="http://schemas.microsoft.com/office/drawing/2014/main" id="{830161F4-0B5D-42DB-9750-AF4C422039A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498748623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416" name="Flowchart: Connector 2415">
                              <a:extLst>
                                <a:ext uri="{FF2B5EF4-FFF2-40B4-BE49-F238E27FC236}">
                                  <a16:creationId xmlns:a16="http://schemas.microsoft.com/office/drawing/2014/main" id="{25E1A164-108B-4C04-845C-E51962A4B62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417" name="3D Model 2416" descr="Sphere">
                                  <a:extLst>
                                    <a:ext uri="{FF2B5EF4-FFF2-40B4-BE49-F238E27FC236}">
                                      <a16:creationId xmlns:a16="http://schemas.microsoft.com/office/drawing/2014/main" id="{EE1B2F0D-A916-4FD4-9EBD-336D3DE83D0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131043968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418" name="Flowchart: Connector 2417">
                              <a:extLst>
                                <a:ext uri="{FF2B5EF4-FFF2-40B4-BE49-F238E27FC236}">
                                  <a16:creationId xmlns:a16="http://schemas.microsoft.com/office/drawing/2014/main" id="{57351EE1-67E7-46BA-A70C-756787C43EC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419" name="3D Model 2418" descr="Sphere">
                                  <a:extLst>
                                    <a:ext uri="{FF2B5EF4-FFF2-40B4-BE49-F238E27FC236}">
                                      <a16:creationId xmlns:a16="http://schemas.microsoft.com/office/drawing/2014/main" id="{6D0E9208-C3DA-4FD9-BAA3-315ACADC18E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950891982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420" name="Flowchart: Connector 2419">
                              <a:extLst>
                                <a:ext uri="{FF2B5EF4-FFF2-40B4-BE49-F238E27FC236}">
                                  <a16:creationId xmlns:a16="http://schemas.microsoft.com/office/drawing/2014/main" id="{14437655-B2AE-40FD-88E2-8F7D81243D2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421" name="3D Model 2420" descr="Sphere">
                                  <a:extLst>
                                    <a:ext uri="{FF2B5EF4-FFF2-40B4-BE49-F238E27FC236}">
                                      <a16:creationId xmlns:a16="http://schemas.microsoft.com/office/drawing/2014/main" id="{961E9289-2474-4F1F-832D-ADE84953F65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80962404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2373" name="Group 2372">
                            <a:extLst>
                              <a:ext uri="{FF2B5EF4-FFF2-40B4-BE49-F238E27FC236}">
                                <a16:creationId xmlns:a16="http://schemas.microsoft.com/office/drawing/2014/main" id="{AED2993D-2B29-4695-9E67-FB1D766B6AA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2390" name="Flowchart: Connector 2389">
                              <a:extLst>
                                <a:ext uri="{FF2B5EF4-FFF2-40B4-BE49-F238E27FC236}">
                                  <a16:creationId xmlns:a16="http://schemas.microsoft.com/office/drawing/2014/main" id="{78B2AFA6-44C9-4BDE-8B1D-1BD6DEBD2E1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391" name="Flowchart: Connector 2390">
                              <a:extLst>
                                <a:ext uri="{FF2B5EF4-FFF2-40B4-BE49-F238E27FC236}">
                                  <a16:creationId xmlns:a16="http://schemas.microsoft.com/office/drawing/2014/main" id="{882D5D5D-56BB-4042-A835-F1ECE67FA7D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392" name="Flowchart: Connector 2391">
                              <a:extLst>
                                <a:ext uri="{FF2B5EF4-FFF2-40B4-BE49-F238E27FC236}">
                                  <a16:creationId xmlns:a16="http://schemas.microsoft.com/office/drawing/2014/main" id="{F0EF89DB-3248-4EF5-A4A1-100EF97288F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393" name="Flowchart: Connector 2392">
                              <a:extLst>
                                <a:ext uri="{FF2B5EF4-FFF2-40B4-BE49-F238E27FC236}">
                                  <a16:creationId xmlns:a16="http://schemas.microsoft.com/office/drawing/2014/main" id="{91EB6374-50E5-4246-9E9F-0F05833E4F4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394" name="Flowchart: Connector 2393">
                              <a:extLst>
                                <a:ext uri="{FF2B5EF4-FFF2-40B4-BE49-F238E27FC236}">
                                  <a16:creationId xmlns:a16="http://schemas.microsoft.com/office/drawing/2014/main" id="{CF5168F1-8299-45FA-B6BE-DA2DBEC5847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395" name="Flowchart: Connector 2394">
                              <a:extLst>
                                <a:ext uri="{FF2B5EF4-FFF2-40B4-BE49-F238E27FC236}">
                                  <a16:creationId xmlns:a16="http://schemas.microsoft.com/office/drawing/2014/main" id="{FC7505D8-87A1-4219-A652-854F967064D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396" name="Flowchart: Connector 2395">
                              <a:extLst>
                                <a:ext uri="{FF2B5EF4-FFF2-40B4-BE49-F238E27FC236}">
                                  <a16:creationId xmlns:a16="http://schemas.microsoft.com/office/drawing/2014/main" id="{CB47B4DC-3AF3-4230-8156-6EDE74B3F80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397" name="Flowchart: Connector 2396">
                              <a:extLst>
                                <a:ext uri="{FF2B5EF4-FFF2-40B4-BE49-F238E27FC236}">
                                  <a16:creationId xmlns:a16="http://schemas.microsoft.com/office/drawing/2014/main" id="{7E477E85-4AD6-4D36-A3C8-400E754248C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2398" name="Flowchart: Connector 2397">
                              <a:extLst>
                                <a:ext uri="{FF2B5EF4-FFF2-40B4-BE49-F238E27FC236}">
                                  <a16:creationId xmlns:a16="http://schemas.microsoft.com/office/drawing/2014/main" id="{83D44CA2-79D4-4020-80DF-0F0DCED64F8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399" name="3D Model 2398" descr="Sphere">
                                  <a:extLst>
                                    <a:ext uri="{FF2B5EF4-FFF2-40B4-BE49-F238E27FC236}">
                                      <a16:creationId xmlns:a16="http://schemas.microsoft.com/office/drawing/2014/main" id="{DE61B97B-3CB3-4ED8-B523-77407E94EF7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771330574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400" name="Flowchart: Connector 2399">
                              <a:extLst>
                                <a:ext uri="{FF2B5EF4-FFF2-40B4-BE49-F238E27FC236}">
                                  <a16:creationId xmlns:a16="http://schemas.microsoft.com/office/drawing/2014/main" id="{E54E7AA2-2BBE-4614-86FC-CB558CBA953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401" name="3D Model 2400" descr="Sphere">
                                  <a:extLst>
                                    <a:ext uri="{FF2B5EF4-FFF2-40B4-BE49-F238E27FC236}">
                                      <a16:creationId xmlns:a16="http://schemas.microsoft.com/office/drawing/2014/main" id="{9841B9A5-4848-467E-B58D-E88BEBC0B05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8802919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402" name="Flowchart: Connector 2401">
                              <a:extLst>
                                <a:ext uri="{FF2B5EF4-FFF2-40B4-BE49-F238E27FC236}">
                                  <a16:creationId xmlns:a16="http://schemas.microsoft.com/office/drawing/2014/main" id="{E48A2E51-A1CC-4E20-9BFB-81E098310C5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403" name="3D Model 2402" descr="Sphere">
                                  <a:extLst>
                                    <a:ext uri="{FF2B5EF4-FFF2-40B4-BE49-F238E27FC236}">
                                      <a16:creationId xmlns:a16="http://schemas.microsoft.com/office/drawing/2014/main" id="{4C9CC4E6-B285-441D-84D2-4F77EAED00D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637714420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2404" name="Flowchart: Connector 2403">
                              <a:extLst>
                                <a:ext uri="{FF2B5EF4-FFF2-40B4-BE49-F238E27FC236}">
                                  <a16:creationId xmlns:a16="http://schemas.microsoft.com/office/drawing/2014/main" id="{E18B66C8-502F-42EF-8928-C400FE2CAE5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2405" name="3D Model 2404" descr="Sphere">
                                  <a:extLst>
                                    <a:ext uri="{FF2B5EF4-FFF2-40B4-BE49-F238E27FC236}">
                                      <a16:creationId xmlns:a16="http://schemas.microsoft.com/office/drawing/2014/main" id="{81236AF5-C264-4735-80D1-CC6FFA088D1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155713002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2374" name="Flowchart: Connector 2373">
                            <a:extLst>
                              <a:ext uri="{FF2B5EF4-FFF2-40B4-BE49-F238E27FC236}">
                                <a16:creationId xmlns:a16="http://schemas.microsoft.com/office/drawing/2014/main" id="{D26CDF85-1CA0-4DA8-ACCE-B0E483B65F2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375" name="Flowchart: Connector 2374">
                            <a:extLst>
                              <a:ext uri="{FF2B5EF4-FFF2-40B4-BE49-F238E27FC236}">
                                <a16:creationId xmlns:a16="http://schemas.microsoft.com/office/drawing/2014/main" id="{14B50D57-8370-4E57-ABA0-42850D119E2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376" name="Flowchart: Connector 2375">
                            <a:extLst>
                              <a:ext uri="{FF2B5EF4-FFF2-40B4-BE49-F238E27FC236}">
                                <a16:creationId xmlns:a16="http://schemas.microsoft.com/office/drawing/2014/main" id="{921B4879-8065-4B69-8C23-844180FA5F5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377" name="Flowchart: Connector 2376">
                            <a:extLst>
                              <a:ext uri="{FF2B5EF4-FFF2-40B4-BE49-F238E27FC236}">
                                <a16:creationId xmlns:a16="http://schemas.microsoft.com/office/drawing/2014/main" id="{58C95420-6C6A-4800-A1D8-3796B38B814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378" name="Flowchart: Connector 2377">
                            <a:extLst>
                              <a:ext uri="{FF2B5EF4-FFF2-40B4-BE49-F238E27FC236}">
                                <a16:creationId xmlns:a16="http://schemas.microsoft.com/office/drawing/2014/main" id="{C2D1A06A-512F-4E16-B362-60A0BEDB1ED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379" name="Flowchart: Connector 2378">
                            <a:extLst>
                              <a:ext uri="{FF2B5EF4-FFF2-40B4-BE49-F238E27FC236}">
                                <a16:creationId xmlns:a16="http://schemas.microsoft.com/office/drawing/2014/main" id="{ECD3C62D-0DE1-4014-BD77-C86A0085BB4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380" name="Flowchart: Connector 2379">
                            <a:extLst>
                              <a:ext uri="{FF2B5EF4-FFF2-40B4-BE49-F238E27FC236}">
                                <a16:creationId xmlns:a16="http://schemas.microsoft.com/office/drawing/2014/main" id="{0C4B5793-F68A-482C-8101-6A8E6851D80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381" name="Flowchart: Connector 2380">
                            <a:extLst>
                              <a:ext uri="{FF2B5EF4-FFF2-40B4-BE49-F238E27FC236}">
                                <a16:creationId xmlns:a16="http://schemas.microsoft.com/office/drawing/2014/main" id="{04EC108D-C116-4F3B-B8C7-27FD49748A0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382" name="Flowchart: Connector 2381">
                            <a:extLst>
                              <a:ext uri="{FF2B5EF4-FFF2-40B4-BE49-F238E27FC236}">
                                <a16:creationId xmlns:a16="http://schemas.microsoft.com/office/drawing/2014/main" id="{56387C8A-ED66-4D21-A4E3-D7D638D7B91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383" name="3D Model 2382" descr="Sphere">
                                <a:extLst>
                                  <a:ext uri="{FF2B5EF4-FFF2-40B4-BE49-F238E27FC236}">
                                    <a16:creationId xmlns:a16="http://schemas.microsoft.com/office/drawing/2014/main" id="{52007720-CE02-44EC-8060-37C100583EC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569988713"/>
                                  </p:ext>
                                </p:extLst>
                              </p:nvPr>
                            </p:nvGraphicFramePr>
                            <p:xfrm>
                              <a:off x="2127272" y="1515698"/>
                              <a:ext cx="299738" cy="29973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7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4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76" name="3D Model 2375" descr="Sphere">
                                <a:extLst>
                                  <a:ext uri="{FF2B5EF4-FFF2-40B4-BE49-F238E27FC236}">
                                    <a16:creationId xmlns:a16="http://schemas.microsoft.com/office/drawing/2014/main" id="{F023D1BE-0C79-4CDE-8EA3-4F39E108417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371762" y="2244237"/>
                                <a:ext cx="52067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384" name="Flowchart: Connector 2383">
                            <a:extLst>
                              <a:ext uri="{FF2B5EF4-FFF2-40B4-BE49-F238E27FC236}">
                                <a16:creationId xmlns:a16="http://schemas.microsoft.com/office/drawing/2014/main" id="{F2CB7983-F67B-42F8-B0AC-363EFB0BAE7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385" name="3D Model 2384" descr="Sphere">
                                <a:extLst>
                                  <a:ext uri="{FF2B5EF4-FFF2-40B4-BE49-F238E27FC236}">
                                    <a16:creationId xmlns:a16="http://schemas.microsoft.com/office/drawing/2014/main" id="{81F1E81F-C605-4448-8E2C-F6758E4C2DB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264135165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78" name="3D Model 2377" descr="Sphere">
                                <a:extLst>
                                  <a:ext uri="{FF2B5EF4-FFF2-40B4-BE49-F238E27FC236}">
                                    <a16:creationId xmlns:a16="http://schemas.microsoft.com/office/drawing/2014/main" id="{6938B4EF-3256-4C00-A686-FB3CB936C85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413002" y="2256301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386" name="Flowchart: Connector 2385">
                            <a:extLst>
                              <a:ext uri="{FF2B5EF4-FFF2-40B4-BE49-F238E27FC236}">
                                <a16:creationId xmlns:a16="http://schemas.microsoft.com/office/drawing/2014/main" id="{9069D787-EFE3-48D1-873F-62CCB17C223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6940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387" name="3D Model 2386" descr="Sphere">
                                <a:extLst>
                                  <a:ext uri="{FF2B5EF4-FFF2-40B4-BE49-F238E27FC236}">
                                    <a16:creationId xmlns:a16="http://schemas.microsoft.com/office/drawing/2014/main" id="{B181832C-2608-4D58-8313-F3231F77262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76249251"/>
                                  </p:ext>
                                </p:extLst>
                              </p:nvPr>
                            </p:nvGraphicFramePr>
                            <p:xfrm>
                              <a:off x="2609177" y="164853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80" name="3D Model 2379" descr="Sphere">
                                <a:extLst>
                                  <a:ext uri="{FF2B5EF4-FFF2-40B4-BE49-F238E27FC236}">
                                    <a16:creationId xmlns:a16="http://schemas.microsoft.com/office/drawing/2014/main" id="{5A8AD254-3502-4D34-8F7C-7138B2F3BD8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455472" y="2269256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388" name="Flowchart: Connector 2387">
                            <a:extLst>
                              <a:ext uri="{FF2B5EF4-FFF2-40B4-BE49-F238E27FC236}">
                                <a16:creationId xmlns:a16="http://schemas.microsoft.com/office/drawing/2014/main" id="{960E4923-8768-41A7-9A67-1E4C77389EF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389" name="3D Model 2388" descr="Sphere">
                                <a:extLst>
                                  <a:ext uri="{FF2B5EF4-FFF2-40B4-BE49-F238E27FC236}">
                                    <a16:creationId xmlns:a16="http://schemas.microsoft.com/office/drawing/2014/main" id="{4B026E60-278E-40D5-BCBF-111B0E1C1E3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143896126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82" name="3D Model 2381" descr="Sphere">
                                <a:extLst>
                                  <a:ext uri="{FF2B5EF4-FFF2-40B4-BE49-F238E27FC236}">
                                    <a16:creationId xmlns:a16="http://schemas.microsoft.com/office/drawing/2014/main" id="{4DE5AE29-0B23-45F6-8942-9226492B431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502098" y="2284335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sp>
                    <p:nvSpPr>
                      <p:cNvPr id="2301" name="Flowchart: Connector 2300">
                        <a:extLst>
                          <a:ext uri="{FF2B5EF4-FFF2-40B4-BE49-F238E27FC236}">
                            <a16:creationId xmlns:a16="http://schemas.microsoft.com/office/drawing/2014/main" id="{7C397A5F-374C-4901-A972-3FC8C45CE22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06374" y="21384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302" name="Flowchart: Connector 2301">
                        <a:extLst>
                          <a:ext uri="{FF2B5EF4-FFF2-40B4-BE49-F238E27FC236}">
                            <a16:creationId xmlns:a16="http://schemas.microsoft.com/office/drawing/2014/main" id="{0BBC1219-F579-4B8E-9D3E-2836C236DA2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886236" y="22322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303" name="Flowchart: Connector 2302">
                        <a:extLst>
                          <a:ext uri="{FF2B5EF4-FFF2-40B4-BE49-F238E27FC236}">
                            <a16:creationId xmlns:a16="http://schemas.microsoft.com/office/drawing/2014/main" id="{E110D3B4-ED00-4540-9835-E7E279D7D89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952806" y="22254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304" name="Flowchart: Connector 2303">
                        <a:extLst>
                          <a:ext uri="{FF2B5EF4-FFF2-40B4-BE49-F238E27FC236}">
                            <a16:creationId xmlns:a16="http://schemas.microsoft.com/office/drawing/2014/main" id="{E3411791-6E5A-4FBE-B469-140B69FD34F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0272" y="25040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305" name="Flowchart: Connector 2304">
                        <a:extLst>
                          <a:ext uri="{FF2B5EF4-FFF2-40B4-BE49-F238E27FC236}">
                            <a16:creationId xmlns:a16="http://schemas.microsoft.com/office/drawing/2014/main" id="{88E1CC77-9674-49F1-910C-84954A451FC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20633" y="28301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306" name="Flowchart: Connector 2305">
                        <a:extLst>
                          <a:ext uri="{FF2B5EF4-FFF2-40B4-BE49-F238E27FC236}">
                            <a16:creationId xmlns:a16="http://schemas.microsoft.com/office/drawing/2014/main" id="{2E7FB29A-3DC7-4FE7-AEA1-1BBF02A525B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29128" y="231321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307" name="Flowchart: Connector 2306">
                        <a:extLst>
                          <a:ext uri="{FF2B5EF4-FFF2-40B4-BE49-F238E27FC236}">
                            <a16:creationId xmlns:a16="http://schemas.microsoft.com/office/drawing/2014/main" id="{F176B53F-C36C-4749-B2F1-521EBD14523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211385" y="230237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308" name="Flowchart: Connector 2307">
                        <a:extLst>
                          <a:ext uri="{FF2B5EF4-FFF2-40B4-BE49-F238E27FC236}">
                            <a16:creationId xmlns:a16="http://schemas.microsoft.com/office/drawing/2014/main" id="{F9127F45-6E2E-40F0-AA3B-D187551EEC6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1097" y="31484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grpSp>
                    <p:nvGrpSpPr>
                      <p:cNvPr id="2309" name="Group 2308">
                        <a:extLst>
                          <a:ext uri="{FF2B5EF4-FFF2-40B4-BE49-F238E27FC236}">
                            <a16:creationId xmlns:a16="http://schemas.microsoft.com/office/drawing/2014/main" id="{345AF2C7-4BB4-4412-B4C5-4A1FD217B6D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20511" y="2127869"/>
                        <a:ext cx="1073693" cy="1496391"/>
                        <a:chOff x="2114936" y="1503359"/>
                        <a:chExt cx="1073693" cy="1496391"/>
                      </a:xfrm>
                    </p:grpSpPr>
                    <p:grpSp>
                      <p:nvGrpSpPr>
                        <p:cNvPr id="2310" name="Group 2309">
                          <a:extLst>
                            <a:ext uri="{FF2B5EF4-FFF2-40B4-BE49-F238E27FC236}">
                              <a16:creationId xmlns:a16="http://schemas.microsoft.com/office/drawing/2014/main" id="{66CFE107-91C8-4012-83ED-49013E1C2E9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7974" y="2474038"/>
                          <a:ext cx="1060655" cy="525712"/>
                          <a:chOff x="3721252" y="1733424"/>
                          <a:chExt cx="1060655" cy="525712"/>
                        </a:xfrm>
                      </p:grpSpPr>
                      <p:sp>
                        <p:nvSpPr>
                          <p:cNvPr id="2361" name="Flowchart: Connector 2360">
                            <a:extLst>
                              <a:ext uri="{FF2B5EF4-FFF2-40B4-BE49-F238E27FC236}">
                                <a16:creationId xmlns:a16="http://schemas.microsoft.com/office/drawing/2014/main" id="{3DF9CA93-58D7-4D10-A8C0-E9706DA1859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362" name="3D Model 2361" descr="Sphere">
                                <a:extLst>
                                  <a:ext uri="{FF2B5EF4-FFF2-40B4-BE49-F238E27FC236}">
                                    <a16:creationId xmlns:a16="http://schemas.microsoft.com/office/drawing/2014/main" id="{6E272A14-73B1-45BF-BA68-198CA7C6AD8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174806899"/>
                                  </p:ext>
                                </p:extLst>
                              </p:nvPr>
                            </p:nvGraphicFramePr>
                            <p:xfrm>
                              <a:off x="3721252" y="1733424"/>
                              <a:ext cx="299739" cy="299738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6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55" name="3D Model 2354" descr="Sphere">
                                <a:extLst>
                                  <a:ext uri="{FF2B5EF4-FFF2-40B4-BE49-F238E27FC236}">
                                    <a16:creationId xmlns:a16="http://schemas.microsoft.com/office/drawing/2014/main" id="{A71A5324-BD5D-42F8-88C7-F411B8155E6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331932" y="2452039"/>
                                <a:ext cx="52066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363" name="Flowchart: Connector 2362">
                            <a:extLst>
                              <a:ext uri="{FF2B5EF4-FFF2-40B4-BE49-F238E27FC236}">
                                <a16:creationId xmlns:a16="http://schemas.microsoft.com/office/drawing/2014/main" id="{B7677B70-0671-438C-AFBD-66E85EA408A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364" name="3D Model 2363" descr="Sphere">
                                <a:extLst>
                                  <a:ext uri="{FF2B5EF4-FFF2-40B4-BE49-F238E27FC236}">
                                    <a16:creationId xmlns:a16="http://schemas.microsoft.com/office/drawing/2014/main" id="{75A5DDC7-C704-4618-9BD1-F6F843E3693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78388404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365" name="Flowchart: Connector 2364">
                            <a:extLst>
                              <a:ext uri="{FF2B5EF4-FFF2-40B4-BE49-F238E27FC236}">
                                <a16:creationId xmlns:a16="http://schemas.microsoft.com/office/drawing/2014/main" id="{4E48AACD-3030-47DA-ACBB-122560C41C4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366" name="3D Model 2365" descr="Sphere">
                                <a:extLst>
                                  <a:ext uri="{FF2B5EF4-FFF2-40B4-BE49-F238E27FC236}">
                                    <a16:creationId xmlns:a16="http://schemas.microsoft.com/office/drawing/2014/main" id="{3F0FADB6-0C06-4C46-967C-5CEA3D459DD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717591290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367" name="Flowchart: Connector 2366">
                            <a:extLst>
                              <a:ext uri="{FF2B5EF4-FFF2-40B4-BE49-F238E27FC236}">
                                <a16:creationId xmlns:a16="http://schemas.microsoft.com/office/drawing/2014/main" id="{5158AC2B-936C-4F8C-9E2E-9BD3BD8200A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368" name="3D Model 2367" descr="Sphere">
                                <a:extLst>
                                  <a:ext uri="{FF2B5EF4-FFF2-40B4-BE49-F238E27FC236}">
                                    <a16:creationId xmlns:a16="http://schemas.microsoft.com/office/drawing/2014/main" id="{822301FA-005D-4D8C-B36D-849249D1DD1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801921094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8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2311" name="Group 2310">
                          <a:extLst>
                            <a:ext uri="{FF2B5EF4-FFF2-40B4-BE49-F238E27FC236}">
                              <a16:creationId xmlns:a16="http://schemas.microsoft.com/office/drawing/2014/main" id="{8947D939-2020-4C0C-B700-04724048C00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4615" y="2140429"/>
                          <a:ext cx="1064014" cy="637179"/>
                          <a:chOff x="3717893" y="1719497"/>
                          <a:chExt cx="1064014" cy="637179"/>
                        </a:xfrm>
                      </p:grpSpPr>
                      <p:sp>
                        <p:nvSpPr>
                          <p:cNvPr id="2345" name="Flowchart: Connector 2344">
                            <a:extLst>
                              <a:ext uri="{FF2B5EF4-FFF2-40B4-BE49-F238E27FC236}">
                                <a16:creationId xmlns:a16="http://schemas.microsoft.com/office/drawing/2014/main" id="{CAD72FE8-AAA9-488D-AFD8-2E0777C826E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346" name="Flowchart: Connector 2345">
                            <a:extLst>
                              <a:ext uri="{FF2B5EF4-FFF2-40B4-BE49-F238E27FC236}">
                                <a16:creationId xmlns:a16="http://schemas.microsoft.com/office/drawing/2014/main" id="{572D7AB5-9305-4618-ADD9-2CE8C673220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347" name="Flowchart: Connector 2346">
                            <a:extLst>
                              <a:ext uri="{FF2B5EF4-FFF2-40B4-BE49-F238E27FC236}">
                                <a16:creationId xmlns:a16="http://schemas.microsoft.com/office/drawing/2014/main" id="{9A5BE96D-D253-44B9-A3F0-34BDB084FA1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348" name="Flowchart: Connector 2347">
                            <a:extLst>
                              <a:ext uri="{FF2B5EF4-FFF2-40B4-BE49-F238E27FC236}">
                                <a16:creationId xmlns:a16="http://schemas.microsoft.com/office/drawing/2014/main" id="{3A1E5B7D-3CA2-45FA-BAC2-083380D814F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349" name="Flowchart: Connector 2348">
                            <a:extLst>
                              <a:ext uri="{FF2B5EF4-FFF2-40B4-BE49-F238E27FC236}">
                                <a16:creationId xmlns:a16="http://schemas.microsoft.com/office/drawing/2014/main" id="{54D4EE76-A419-4E50-8B0C-FAFD45E1D94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350" name="Flowchart: Connector 2349">
                            <a:extLst>
                              <a:ext uri="{FF2B5EF4-FFF2-40B4-BE49-F238E27FC236}">
                                <a16:creationId xmlns:a16="http://schemas.microsoft.com/office/drawing/2014/main" id="{2BF8B4D5-1595-4A27-A683-285FD3EC6B7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351" name="Flowchart: Connector 2350">
                            <a:extLst>
                              <a:ext uri="{FF2B5EF4-FFF2-40B4-BE49-F238E27FC236}">
                                <a16:creationId xmlns:a16="http://schemas.microsoft.com/office/drawing/2014/main" id="{4B0E277E-A9E8-4514-8321-B7E4F2099A1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352" name="Flowchart: Connector 2351">
                            <a:extLst>
                              <a:ext uri="{FF2B5EF4-FFF2-40B4-BE49-F238E27FC236}">
                                <a16:creationId xmlns:a16="http://schemas.microsoft.com/office/drawing/2014/main" id="{28D4BF4C-D5AF-478E-B841-CCA88440326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353" name="Flowchart: Connector 2352">
                            <a:extLst>
                              <a:ext uri="{FF2B5EF4-FFF2-40B4-BE49-F238E27FC236}">
                                <a16:creationId xmlns:a16="http://schemas.microsoft.com/office/drawing/2014/main" id="{D58B5F5C-CDF2-4F91-B81B-F08D98F4B93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354" name="3D Model 2353" descr="Sphere">
                                <a:extLst>
                                  <a:ext uri="{FF2B5EF4-FFF2-40B4-BE49-F238E27FC236}">
                                    <a16:creationId xmlns:a16="http://schemas.microsoft.com/office/drawing/2014/main" id="{C377A269-8240-4650-86F9-0D52D1D9ED7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14838505"/>
                                  </p:ext>
                                </p:extLst>
                              </p:nvPr>
                            </p:nvGraphicFramePr>
                            <p:xfrm>
                              <a:off x="3717893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47" name="3D Model 2346" descr="Sphere">
                                <a:extLst>
                                  <a:ext uri="{FF2B5EF4-FFF2-40B4-BE49-F238E27FC236}">
                                    <a16:creationId xmlns:a16="http://schemas.microsoft.com/office/drawing/2014/main" id="{710752FE-4405-4360-92F6-9B67BBC6E76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331348" y="238920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355" name="Flowchart: Connector 2354">
                            <a:extLst>
                              <a:ext uri="{FF2B5EF4-FFF2-40B4-BE49-F238E27FC236}">
                                <a16:creationId xmlns:a16="http://schemas.microsoft.com/office/drawing/2014/main" id="{A5A73BDA-8466-4F36-899D-5AC8C2A035C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356" name="3D Model 2355" descr="Sphere">
                                <a:extLst>
                                  <a:ext uri="{FF2B5EF4-FFF2-40B4-BE49-F238E27FC236}">
                                    <a16:creationId xmlns:a16="http://schemas.microsoft.com/office/drawing/2014/main" id="{C7F5F786-E4F7-4F2A-B39E-131D3FA658A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52757698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357" name="Flowchart: Connector 2356">
                            <a:extLst>
                              <a:ext uri="{FF2B5EF4-FFF2-40B4-BE49-F238E27FC236}">
                                <a16:creationId xmlns:a16="http://schemas.microsoft.com/office/drawing/2014/main" id="{D50A0E63-D7E5-4A47-BC69-9AE6BBBA802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358" name="3D Model 2357" descr="Sphere">
                                <a:extLst>
                                  <a:ext uri="{FF2B5EF4-FFF2-40B4-BE49-F238E27FC236}">
                                    <a16:creationId xmlns:a16="http://schemas.microsoft.com/office/drawing/2014/main" id="{3FB26412-ED49-480D-9751-71ED7033291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620081577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359" name="Flowchart: Connector 2358">
                            <a:extLst>
                              <a:ext uri="{FF2B5EF4-FFF2-40B4-BE49-F238E27FC236}">
                                <a16:creationId xmlns:a16="http://schemas.microsoft.com/office/drawing/2014/main" id="{78A827AB-25B8-4A6B-8C99-77E75EA55F0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360" name="3D Model 2359" descr="Sphere">
                                <a:extLst>
                                  <a:ext uri="{FF2B5EF4-FFF2-40B4-BE49-F238E27FC236}">
                                    <a16:creationId xmlns:a16="http://schemas.microsoft.com/office/drawing/2014/main" id="{17B7F766-41E4-490F-B8B8-04CDDACAC41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015932605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2312" name="Group 2311">
                          <a:extLst>
                            <a:ext uri="{FF2B5EF4-FFF2-40B4-BE49-F238E27FC236}">
                              <a16:creationId xmlns:a16="http://schemas.microsoft.com/office/drawing/2014/main" id="{DF7493C5-9FBE-4DBD-82B9-B883FBA5EAB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936" y="1817250"/>
                          <a:ext cx="1064014" cy="643455"/>
                          <a:chOff x="3717893" y="1713221"/>
                          <a:chExt cx="1064014" cy="643455"/>
                        </a:xfrm>
                      </p:grpSpPr>
                      <p:sp>
                        <p:nvSpPr>
                          <p:cNvPr id="2329" name="Flowchart: Connector 2328">
                            <a:extLst>
                              <a:ext uri="{FF2B5EF4-FFF2-40B4-BE49-F238E27FC236}">
                                <a16:creationId xmlns:a16="http://schemas.microsoft.com/office/drawing/2014/main" id="{4315691A-4A44-413A-A840-DAE534C0FE0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330" name="Flowchart: Connector 2329">
                            <a:extLst>
                              <a:ext uri="{FF2B5EF4-FFF2-40B4-BE49-F238E27FC236}">
                                <a16:creationId xmlns:a16="http://schemas.microsoft.com/office/drawing/2014/main" id="{06DFD326-DCED-46BC-9B6E-614F55081FE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331" name="Flowchart: Connector 2330">
                            <a:extLst>
                              <a:ext uri="{FF2B5EF4-FFF2-40B4-BE49-F238E27FC236}">
                                <a16:creationId xmlns:a16="http://schemas.microsoft.com/office/drawing/2014/main" id="{36BC67FF-83BF-4F23-83A4-7DB874447D8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332" name="Flowchart: Connector 2331">
                            <a:extLst>
                              <a:ext uri="{FF2B5EF4-FFF2-40B4-BE49-F238E27FC236}">
                                <a16:creationId xmlns:a16="http://schemas.microsoft.com/office/drawing/2014/main" id="{7EED6CED-CA8F-4B31-959B-D5B65CE80EA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333" name="Flowchart: Connector 2332">
                            <a:extLst>
                              <a:ext uri="{FF2B5EF4-FFF2-40B4-BE49-F238E27FC236}">
                                <a16:creationId xmlns:a16="http://schemas.microsoft.com/office/drawing/2014/main" id="{D452DCA0-9D7B-41F6-B4A2-29895E4AE3D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334" name="Flowchart: Connector 2333">
                            <a:extLst>
                              <a:ext uri="{FF2B5EF4-FFF2-40B4-BE49-F238E27FC236}">
                                <a16:creationId xmlns:a16="http://schemas.microsoft.com/office/drawing/2014/main" id="{74D6DBB2-EE50-4490-8270-35DC78EFC9C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335" name="Flowchart: Connector 2334">
                            <a:extLst>
                              <a:ext uri="{FF2B5EF4-FFF2-40B4-BE49-F238E27FC236}">
                                <a16:creationId xmlns:a16="http://schemas.microsoft.com/office/drawing/2014/main" id="{87EC6B3C-3C61-44E7-B9BC-E38675B07FD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336" name="Flowchart: Connector 2335">
                            <a:extLst>
                              <a:ext uri="{FF2B5EF4-FFF2-40B4-BE49-F238E27FC236}">
                                <a16:creationId xmlns:a16="http://schemas.microsoft.com/office/drawing/2014/main" id="{90A1CD61-6F46-4B9F-AB32-5768FC261E4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2337" name="Flowchart: Connector 2336">
                            <a:extLst>
                              <a:ext uri="{FF2B5EF4-FFF2-40B4-BE49-F238E27FC236}">
                                <a16:creationId xmlns:a16="http://schemas.microsoft.com/office/drawing/2014/main" id="{D4C0E40D-7A35-4E50-8B70-8B73493776E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338" name="3D Model 2337" descr="Sphere">
                                <a:extLst>
                                  <a:ext uri="{FF2B5EF4-FFF2-40B4-BE49-F238E27FC236}">
                                    <a16:creationId xmlns:a16="http://schemas.microsoft.com/office/drawing/2014/main" id="{8677F841-8772-4ABC-A2BC-391B349DF07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569065480"/>
                                  </p:ext>
                                </p:extLst>
                              </p:nvPr>
                            </p:nvGraphicFramePr>
                            <p:xfrm>
                              <a:off x="3717893" y="171322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31" name="3D Model 2330" descr="Sphere">
                                <a:extLst>
                                  <a:ext uri="{FF2B5EF4-FFF2-40B4-BE49-F238E27FC236}">
                                    <a16:creationId xmlns:a16="http://schemas.microsoft.com/office/drawing/2014/main" id="{64AAC4F8-9AE2-4F87-9607-1B52D85FFE9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329667" y="232833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339" name="Flowchart: Connector 2338">
                            <a:extLst>
                              <a:ext uri="{FF2B5EF4-FFF2-40B4-BE49-F238E27FC236}">
                                <a16:creationId xmlns:a16="http://schemas.microsoft.com/office/drawing/2014/main" id="{FB243B57-1360-4C1E-BC77-5A759E46A4C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340" name="3D Model 2339" descr="Sphere">
                                <a:extLst>
                                  <a:ext uri="{FF2B5EF4-FFF2-40B4-BE49-F238E27FC236}">
                                    <a16:creationId xmlns:a16="http://schemas.microsoft.com/office/drawing/2014/main" id="{8E4D680E-15FD-4BB1-8D99-D8A98C77F0A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145433075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33" name="3D Model 2332" descr="Sphere">
                                <a:extLst>
                                  <a:ext uri="{FF2B5EF4-FFF2-40B4-BE49-F238E27FC236}">
                                    <a16:creationId xmlns:a16="http://schemas.microsoft.com/office/drawing/2014/main" id="{97C86172-769E-42B1-B365-ECA5E9762E2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371368" y="234420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341" name="Flowchart: Connector 2340">
                            <a:extLst>
                              <a:ext uri="{FF2B5EF4-FFF2-40B4-BE49-F238E27FC236}">
                                <a16:creationId xmlns:a16="http://schemas.microsoft.com/office/drawing/2014/main" id="{C38C9E1A-6C01-42B7-A640-9BD4D0B1BC8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342" name="3D Model 2341" descr="Sphere">
                                <a:extLst>
                                  <a:ext uri="{FF2B5EF4-FFF2-40B4-BE49-F238E27FC236}">
                                    <a16:creationId xmlns:a16="http://schemas.microsoft.com/office/drawing/2014/main" id="{2F8A699C-4412-4708-99C6-D4D16628B1D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699593834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2343" name="Flowchart: Connector 2342">
                            <a:extLst>
                              <a:ext uri="{FF2B5EF4-FFF2-40B4-BE49-F238E27FC236}">
                                <a16:creationId xmlns:a16="http://schemas.microsoft.com/office/drawing/2014/main" id="{5BFB7688-EC7F-4FB3-8A99-5E119F98F63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2344" name="3D Model 2343" descr="Sphere">
                                <a:extLst>
                                  <a:ext uri="{FF2B5EF4-FFF2-40B4-BE49-F238E27FC236}">
                                    <a16:creationId xmlns:a16="http://schemas.microsoft.com/office/drawing/2014/main" id="{B2EDEDE5-E400-4A59-95B7-5E413795A0D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72707996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2313" name="Flowchart: Connector 2312">
                          <a:extLst>
                            <a:ext uri="{FF2B5EF4-FFF2-40B4-BE49-F238E27FC236}">
                              <a16:creationId xmlns:a16="http://schemas.microsoft.com/office/drawing/2014/main" id="{6BE1B1D0-3BBA-4CBA-A070-ABFC8F8148C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2314" name="Flowchart: Connector 2313">
                          <a:extLst>
                            <a:ext uri="{FF2B5EF4-FFF2-40B4-BE49-F238E27FC236}">
                              <a16:creationId xmlns:a16="http://schemas.microsoft.com/office/drawing/2014/main" id="{2112BAE3-7239-4227-B979-039917CE532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2315" name="Flowchart: Connector 2314">
                          <a:extLst>
                            <a:ext uri="{FF2B5EF4-FFF2-40B4-BE49-F238E27FC236}">
                              <a16:creationId xmlns:a16="http://schemas.microsoft.com/office/drawing/2014/main" id="{79962820-C4B7-46CE-B045-4688D95547F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26347" y="177334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2316" name="Flowchart: Connector 2315">
                          <a:extLst>
                            <a:ext uri="{FF2B5EF4-FFF2-40B4-BE49-F238E27FC236}">
                              <a16:creationId xmlns:a16="http://schemas.microsoft.com/office/drawing/2014/main" id="{047E8910-4D46-43F0-A2A8-28417F253C3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2317" name="Flowchart: Connector 2316">
                          <a:extLst>
                            <a:ext uri="{FF2B5EF4-FFF2-40B4-BE49-F238E27FC236}">
                              <a16:creationId xmlns:a16="http://schemas.microsoft.com/office/drawing/2014/main" id="{8FA471B8-43C9-411F-8B0E-13AB55219F5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2318" name="Flowchart: Connector 2317">
                          <a:extLst>
                            <a:ext uri="{FF2B5EF4-FFF2-40B4-BE49-F238E27FC236}">
                              <a16:creationId xmlns:a16="http://schemas.microsoft.com/office/drawing/2014/main" id="{A7F4FE08-71AB-4B97-B415-6892BCF650B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2319" name="Flowchart: Connector 2318">
                          <a:extLst>
                            <a:ext uri="{FF2B5EF4-FFF2-40B4-BE49-F238E27FC236}">
                              <a16:creationId xmlns:a16="http://schemas.microsoft.com/office/drawing/2014/main" id="{D21A7E17-37F7-498E-993B-355361F180F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2320" name="Flowchart: Connector 2319">
                          <a:extLst>
                            <a:ext uri="{FF2B5EF4-FFF2-40B4-BE49-F238E27FC236}">
                              <a16:creationId xmlns:a16="http://schemas.microsoft.com/office/drawing/2014/main" id="{6CF25C23-B8B4-4DFE-B35A-B305372BA04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2321" name="Flowchart: Connector 2320">
                          <a:extLst>
                            <a:ext uri="{FF2B5EF4-FFF2-40B4-BE49-F238E27FC236}">
                              <a16:creationId xmlns:a16="http://schemas.microsoft.com/office/drawing/2014/main" id="{432546B0-7D5A-4F14-A913-31D9EC0E55A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2322" name="3D Model 2321" descr="Sphere">
                              <a:extLst>
                                <a:ext uri="{FF2B5EF4-FFF2-40B4-BE49-F238E27FC236}">
                                  <a16:creationId xmlns:a16="http://schemas.microsoft.com/office/drawing/2014/main" id="{D499C108-5C85-4F07-A239-8980F9EE993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552578651"/>
                                </p:ext>
                              </p:extLst>
                            </p:nvPr>
                          </p:nvGraphicFramePr>
                          <p:xfrm>
                            <a:off x="2122087" y="1503359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433448" ay="1433014" az="-1105299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7"/>
                                </am3d:raster>
                                <am3d:objViewport viewportSz="5757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15" name="3D Model 2314" descr="Sphere">
                              <a:extLst>
                                <a:ext uri="{FF2B5EF4-FFF2-40B4-BE49-F238E27FC236}">
                                  <a16:creationId xmlns:a16="http://schemas.microsoft.com/office/drawing/2014/main" id="{F6A9D611-82D5-43A5-BC63-0BFDBA21B3E5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5330909" y="2269214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2323" name="Flowchart: Connector 2322">
                          <a:extLst>
                            <a:ext uri="{FF2B5EF4-FFF2-40B4-BE49-F238E27FC236}">
                              <a16:creationId xmlns:a16="http://schemas.microsoft.com/office/drawing/2014/main" id="{EC78747D-4881-45E7-8AB9-1F5103621B0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2324" name="3D Model 2323" descr="Sphere">
                              <a:extLst>
                                <a:ext uri="{FF2B5EF4-FFF2-40B4-BE49-F238E27FC236}">
                                  <a16:creationId xmlns:a16="http://schemas.microsoft.com/office/drawing/2014/main" id="{1761CD79-A269-467E-AE5A-2CE2D9E7079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895859993"/>
                                </p:ext>
                              </p:extLst>
                            </p:nvPr>
                          </p:nvGraphicFramePr>
                          <p:xfrm>
                            <a:off x="2368043" y="1593681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5"/>
                                </am3d:raster>
                                <am3d:objViewport viewportSz="5886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17" name="3D Model 2316" descr="Sphere">
                              <a:extLst>
                                <a:ext uri="{FF2B5EF4-FFF2-40B4-BE49-F238E27FC236}">
                                  <a16:creationId xmlns:a16="http://schemas.microsoft.com/office/drawing/2014/main" id="{ED2ABC71-2FD8-469E-B2CF-8088ED7F8EB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5373633" y="2286226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2325" name="Flowchart: Connector 2324">
                          <a:extLst>
                            <a:ext uri="{FF2B5EF4-FFF2-40B4-BE49-F238E27FC236}">
                              <a16:creationId xmlns:a16="http://schemas.microsoft.com/office/drawing/2014/main" id="{3C14F33F-62B2-48E3-9063-FEA668CBD1F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2326" name="3D Model 2325" descr="Sphere">
                              <a:extLst>
                                <a:ext uri="{FF2B5EF4-FFF2-40B4-BE49-F238E27FC236}">
                                  <a16:creationId xmlns:a16="http://schemas.microsoft.com/office/drawing/2014/main" id="{B7DDBCB5-113B-4609-9DDC-B88192BCE57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276503205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3235" cy="6170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7"/>
                                </am3d:raster>
                                <am3d:objViewport viewportSz="6018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19" name="3D Model 2318" descr="Sphere">
                              <a:extLst>
                                <a:ext uri="{FF2B5EF4-FFF2-40B4-BE49-F238E27FC236}">
                                  <a16:creationId xmlns:a16="http://schemas.microsoft.com/office/drawing/2014/main" id="{E7344DF8-5F20-4399-B8F2-C28081BB989E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3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5415520" y="2295242"/>
                              <a:ext cx="53235" cy="61702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2327" name="Flowchart: Connector 2326">
                          <a:extLst>
                            <a:ext uri="{FF2B5EF4-FFF2-40B4-BE49-F238E27FC236}">
                              <a16:creationId xmlns:a16="http://schemas.microsoft.com/office/drawing/2014/main" id="{E4E3A7C8-562A-4479-B2B6-CFD50B0167E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2328" name="3D Model 2327" descr="Sphere">
                              <a:extLst>
                                <a:ext uri="{FF2B5EF4-FFF2-40B4-BE49-F238E27FC236}">
                                  <a16:creationId xmlns:a16="http://schemas.microsoft.com/office/drawing/2014/main" id="{85B775FB-7684-4A20-B52F-E1E697F1BDE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980835302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1045" cy="5891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9"/>
                                </am3d:raster>
                                <am3d:objViewport viewportSz="5955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21" name="3D Model 2320" descr="Sphere">
                              <a:extLst>
                                <a:ext uri="{FF2B5EF4-FFF2-40B4-BE49-F238E27FC236}">
                                  <a16:creationId xmlns:a16="http://schemas.microsoft.com/office/drawing/2014/main" id="{3DE9C785-AAEF-4BC6-9D2C-0ABB276B1CDD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5462146" y="2311636"/>
                              <a:ext cx="51045" cy="589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2218" name="Group 2217">
                      <a:extLst>
                        <a:ext uri="{FF2B5EF4-FFF2-40B4-BE49-F238E27FC236}">
                          <a16:creationId xmlns:a16="http://schemas.microsoft.com/office/drawing/2014/main" id="{EC7D2E03-4361-458E-ADFA-F13357F7007D}"/>
                        </a:ext>
                      </a:extLst>
                    </p:cNvPr>
                    <p:cNvGrpSpPr/>
                    <p:nvPr/>
                  </p:nvGrpSpPr>
                  <p:grpSpPr>
                    <a:xfrm rot="18542409">
                      <a:off x="2257159" y="236280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2288" name="Freeform: Shape 2287">
                        <a:extLst>
                          <a:ext uri="{FF2B5EF4-FFF2-40B4-BE49-F238E27FC236}">
                            <a16:creationId xmlns:a16="http://schemas.microsoft.com/office/drawing/2014/main" id="{59131BCD-A2C9-46DC-B5AF-7351A047C4F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289" name="Rectangle: Rounded Corners 2288">
                        <a:extLst>
                          <a:ext uri="{FF2B5EF4-FFF2-40B4-BE49-F238E27FC236}">
                            <a16:creationId xmlns:a16="http://schemas.microsoft.com/office/drawing/2014/main" id="{FE83636A-CCA1-4258-87A6-F0BB176839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219" name="Group 2218">
                      <a:extLst>
                        <a:ext uri="{FF2B5EF4-FFF2-40B4-BE49-F238E27FC236}">
                          <a16:creationId xmlns:a16="http://schemas.microsoft.com/office/drawing/2014/main" id="{FA4A7833-4071-47E7-881F-5AB99F9BADA0}"/>
                        </a:ext>
                      </a:extLst>
                    </p:cNvPr>
                    <p:cNvGrpSpPr/>
                    <p:nvPr/>
                  </p:nvGrpSpPr>
                  <p:grpSpPr>
                    <a:xfrm rot="17122200">
                      <a:off x="1187274" y="235013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2286" name="Freeform: Shape 2285">
                        <a:extLst>
                          <a:ext uri="{FF2B5EF4-FFF2-40B4-BE49-F238E27FC236}">
                            <a16:creationId xmlns:a16="http://schemas.microsoft.com/office/drawing/2014/main" id="{F513BD54-3A57-466B-9A9C-D95C7FAD696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287" name="Rectangle: Rounded Corners 2286">
                        <a:extLst>
                          <a:ext uri="{FF2B5EF4-FFF2-40B4-BE49-F238E27FC236}">
                            <a16:creationId xmlns:a16="http://schemas.microsoft.com/office/drawing/2014/main" id="{BD2F74B0-E462-410F-BAF2-35AF4D3237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220" name="Group 2219">
                      <a:extLst>
                        <a:ext uri="{FF2B5EF4-FFF2-40B4-BE49-F238E27FC236}">
                          <a16:creationId xmlns:a16="http://schemas.microsoft.com/office/drawing/2014/main" id="{C35BFCC3-665C-4729-B635-5653A6988CA8}"/>
                        </a:ext>
                      </a:extLst>
                    </p:cNvPr>
                    <p:cNvGrpSpPr/>
                    <p:nvPr/>
                  </p:nvGrpSpPr>
                  <p:grpSpPr>
                    <a:xfrm rot="658209">
                      <a:off x="2479276" y="3323586"/>
                      <a:ext cx="746642" cy="235253"/>
                      <a:chOff x="2620172" y="2546175"/>
                      <a:chExt cx="834986" cy="143092"/>
                    </a:xfrm>
                  </p:grpSpPr>
                  <p:sp>
                    <p:nvSpPr>
                      <p:cNvPr id="2284" name="Freeform: Shape 2283">
                        <a:extLst>
                          <a:ext uri="{FF2B5EF4-FFF2-40B4-BE49-F238E27FC236}">
                            <a16:creationId xmlns:a16="http://schemas.microsoft.com/office/drawing/2014/main" id="{4D4521E8-2558-41FE-BF85-9238AB6F9E8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285" name="Rectangle: Rounded Corners 2284">
                        <a:extLst>
                          <a:ext uri="{FF2B5EF4-FFF2-40B4-BE49-F238E27FC236}">
                            <a16:creationId xmlns:a16="http://schemas.microsoft.com/office/drawing/2014/main" id="{AB3900FE-54BC-495A-8BEE-57902EC8BC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221" name="Group 2220">
                      <a:extLst>
                        <a:ext uri="{FF2B5EF4-FFF2-40B4-BE49-F238E27FC236}">
                          <a16:creationId xmlns:a16="http://schemas.microsoft.com/office/drawing/2014/main" id="{97EA5C91-1B94-4803-B1AD-FC1EA0D90029}"/>
                        </a:ext>
                      </a:extLst>
                    </p:cNvPr>
                    <p:cNvGrpSpPr/>
                    <p:nvPr/>
                  </p:nvGrpSpPr>
                  <p:grpSpPr>
                    <a:xfrm rot="18837888">
                      <a:off x="1789768" y="223810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2282" name="Freeform: Shape 2281">
                        <a:extLst>
                          <a:ext uri="{FF2B5EF4-FFF2-40B4-BE49-F238E27FC236}">
                            <a16:creationId xmlns:a16="http://schemas.microsoft.com/office/drawing/2014/main" id="{1D8E6E39-D63F-4C80-9410-7ABB48D1ED4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283" name="Rectangle: Rounded Corners 2282">
                        <a:extLst>
                          <a:ext uri="{FF2B5EF4-FFF2-40B4-BE49-F238E27FC236}">
                            <a16:creationId xmlns:a16="http://schemas.microsoft.com/office/drawing/2014/main" id="{00733933-1B44-43B2-B3D4-CDAF3BE57B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222" name="Group 2221">
                      <a:extLst>
                        <a:ext uri="{FF2B5EF4-FFF2-40B4-BE49-F238E27FC236}">
                          <a16:creationId xmlns:a16="http://schemas.microsoft.com/office/drawing/2014/main" id="{69194697-C251-4DEF-A480-04691EFADFC9}"/>
                        </a:ext>
                      </a:extLst>
                    </p:cNvPr>
                    <p:cNvGrpSpPr/>
                    <p:nvPr/>
                  </p:nvGrpSpPr>
                  <p:grpSpPr>
                    <a:xfrm rot="16200000">
                      <a:off x="563034" y="2429570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2280" name="Freeform: Shape 2279">
                        <a:extLst>
                          <a:ext uri="{FF2B5EF4-FFF2-40B4-BE49-F238E27FC236}">
                            <a16:creationId xmlns:a16="http://schemas.microsoft.com/office/drawing/2014/main" id="{3B366AEE-3318-4C64-87C0-53934A61D31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281" name="Rectangle: Rounded Corners 2280">
                        <a:extLst>
                          <a:ext uri="{FF2B5EF4-FFF2-40B4-BE49-F238E27FC236}">
                            <a16:creationId xmlns:a16="http://schemas.microsoft.com/office/drawing/2014/main" id="{CDA8AA7B-2CDD-4A32-90AB-0777E9B183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223" name="Group 2222">
                      <a:extLst>
                        <a:ext uri="{FF2B5EF4-FFF2-40B4-BE49-F238E27FC236}">
                          <a16:creationId xmlns:a16="http://schemas.microsoft.com/office/drawing/2014/main" id="{A860810E-6C79-47CE-90C4-161DBBF098EE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350328" y="442527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2278" name="Freeform: Shape 2277">
                        <a:extLst>
                          <a:ext uri="{FF2B5EF4-FFF2-40B4-BE49-F238E27FC236}">
                            <a16:creationId xmlns:a16="http://schemas.microsoft.com/office/drawing/2014/main" id="{5C275DDA-A4AB-41CE-AFB3-E4FD2DB3B9C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279" name="Rectangle: Rounded Corners 2278">
                        <a:extLst>
                          <a:ext uri="{FF2B5EF4-FFF2-40B4-BE49-F238E27FC236}">
                            <a16:creationId xmlns:a16="http://schemas.microsoft.com/office/drawing/2014/main" id="{ED9B980E-316F-4CFF-837F-AC827CD03B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224" name="Group 2223">
                      <a:extLst>
                        <a:ext uri="{FF2B5EF4-FFF2-40B4-BE49-F238E27FC236}">
                          <a16:creationId xmlns:a16="http://schemas.microsoft.com/office/drawing/2014/main" id="{B03F183D-467F-4577-8BFF-EDF8BE9A9BBA}"/>
                        </a:ext>
                      </a:extLst>
                    </p:cNvPr>
                    <p:cNvGrpSpPr/>
                    <p:nvPr/>
                  </p:nvGrpSpPr>
                  <p:grpSpPr>
                    <a:xfrm rot="5880914">
                      <a:off x="789613" y="438062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2276" name="Freeform: Shape 2275">
                        <a:extLst>
                          <a:ext uri="{FF2B5EF4-FFF2-40B4-BE49-F238E27FC236}">
                            <a16:creationId xmlns:a16="http://schemas.microsoft.com/office/drawing/2014/main" id="{4DBA8248-0ED7-4479-8094-1F69702509A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277" name="Rectangle: Rounded Corners 2276">
                        <a:extLst>
                          <a:ext uri="{FF2B5EF4-FFF2-40B4-BE49-F238E27FC236}">
                            <a16:creationId xmlns:a16="http://schemas.microsoft.com/office/drawing/2014/main" id="{E793AC10-0E8F-46BE-9CD0-C53444DF66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225" name="Group 2224">
                      <a:extLst>
                        <a:ext uri="{FF2B5EF4-FFF2-40B4-BE49-F238E27FC236}">
                          <a16:creationId xmlns:a16="http://schemas.microsoft.com/office/drawing/2014/main" id="{BDA54FAB-AD01-4401-A0DF-6D49B5C03904}"/>
                        </a:ext>
                      </a:extLst>
                    </p:cNvPr>
                    <p:cNvGrpSpPr/>
                    <p:nvPr/>
                  </p:nvGrpSpPr>
                  <p:grpSpPr>
                    <a:xfrm rot="13587211">
                      <a:off x="651990" y="2929858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2274" name="Freeform: Shape 2273">
                        <a:extLst>
                          <a:ext uri="{FF2B5EF4-FFF2-40B4-BE49-F238E27FC236}">
                            <a16:creationId xmlns:a16="http://schemas.microsoft.com/office/drawing/2014/main" id="{18686A01-97F1-470E-93A5-DFEAB57ED2D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275" name="Rectangle: Rounded Corners 2274">
                        <a:extLst>
                          <a:ext uri="{FF2B5EF4-FFF2-40B4-BE49-F238E27FC236}">
                            <a16:creationId xmlns:a16="http://schemas.microsoft.com/office/drawing/2014/main" id="{81BAE4FB-CF7E-4B09-99C2-EC884AEC6C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226" name="Group 2225">
                      <a:extLst>
                        <a:ext uri="{FF2B5EF4-FFF2-40B4-BE49-F238E27FC236}">
                          <a16:creationId xmlns:a16="http://schemas.microsoft.com/office/drawing/2014/main" id="{C5416F26-944F-4A6C-AD27-F9610A8B8F0F}"/>
                        </a:ext>
                      </a:extLst>
                    </p:cNvPr>
                    <p:cNvGrpSpPr/>
                    <p:nvPr/>
                  </p:nvGrpSpPr>
                  <p:grpSpPr>
                    <a:xfrm rot="11351284">
                      <a:off x="163719" y="3807693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2272" name="Freeform: Shape 2271">
                        <a:extLst>
                          <a:ext uri="{FF2B5EF4-FFF2-40B4-BE49-F238E27FC236}">
                            <a16:creationId xmlns:a16="http://schemas.microsoft.com/office/drawing/2014/main" id="{3A56FF18-17FA-4848-977C-280932A1A64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273" name="Rectangle: Rounded Corners 2272">
                        <a:extLst>
                          <a:ext uri="{FF2B5EF4-FFF2-40B4-BE49-F238E27FC236}">
                            <a16:creationId xmlns:a16="http://schemas.microsoft.com/office/drawing/2014/main" id="{1BA542F0-70F3-4EE3-BF48-F15BA0E41A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227" name="Group 2226">
                      <a:extLst>
                        <a:ext uri="{FF2B5EF4-FFF2-40B4-BE49-F238E27FC236}">
                          <a16:creationId xmlns:a16="http://schemas.microsoft.com/office/drawing/2014/main" id="{31E0CAD0-0719-4DC9-AA79-17F8C1FCD0F1}"/>
                        </a:ext>
                      </a:extLst>
                    </p:cNvPr>
                    <p:cNvGrpSpPr/>
                    <p:nvPr/>
                  </p:nvGrpSpPr>
                  <p:grpSpPr>
                    <a:xfrm rot="4193783">
                      <a:off x="2062756" y="4148262"/>
                      <a:ext cx="706454" cy="171076"/>
                      <a:chOff x="2620172" y="2546175"/>
                      <a:chExt cx="834986" cy="143092"/>
                    </a:xfrm>
                  </p:grpSpPr>
                  <p:sp>
                    <p:nvSpPr>
                      <p:cNvPr id="2270" name="Freeform: Shape 2269">
                        <a:extLst>
                          <a:ext uri="{FF2B5EF4-FFF2-40B4-BE49-F238E27FC236}">
                            <a16:creationId xmlns:a16="http://schemas.microsoft.com/office/drawing/2014/main" id="{6A6F14E3-03F1-432C-A1CF-F90101BF5E9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271" name="Rectangle: Rounded Corners 2270">
                        <a:extLst>
                          <a:ext uri="{FF2B5EF4-FFF2-40B4-BE49-F238E27FC236}">
                            <a16:creationId xmlns:a16="http://schemas.microsoft.com/office/drawing/2014/main" id="{1BE0B9C7-2B80-40EA-89CC-661A409554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228" name="Group 2227">
                      <a:extLst>
                        <a:ext uri="{FF2B5EF4-FFF2-40B4-BE49-F238E27FC236}">
                          <a16:creationId xmlns:a16="http://schemas.microsoft.com/office/drawing/2014/main" id="{78837869-6B9C-4D87-9D04-508BCE86CE8B}"/>
                        </a:ext>
                      </a:extLst>
                    </p:cNvPr>
                    <p:cNvGrpSpPr/>
                    <p:nvPr/>
                  </p:nvGrpSpPr>
                  <p:grpSpPr>
                    <a:xfrm rot="1837203">
                      <a:off x="2331692" y="387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2268" name="Freeform: Shape 2267">
                        <a:extLst>
                          <a:ext uri="{FF2B5EF4-FFF2-40B4-BE49-F238E27FC236}">
                            <a16:creationId xmlns:a16="http://schemas.microsoft.com/office/drawing/2014/main" id="{2FFF30A2-F23D-4C1B-916E-F7ED2CFF4CC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269" name="Rectangle: Rounded Corners 2268">
                        <a:extLst>
                          <a:ext uri="{FF2B5EF4-FFF2-40B4-BE49-F238E27FC236}">
                            <a16:creationId xmlns:a16="http://schemas.microsoft.com/office/drawing/2014/main" id="{07F72F02-C2E5-4127-A310-0C8F91E71A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229" name="Group 2228">
                      <a:extLst>
                        <a:ext uri="{FF2B5EF4-FFF2-40B4-BE49-F238E27FC236}">
                          <a16:creationId xmlns:a16="http://schemas.microsoft.com/office/drawing/2014/main" id="{DC71082C-4CC9-4162-BF96-36AAAD6C56F1}"/>
                        </a:ext>
                      </a:extLst>
                    </p:cNvPr>
                    <p:cNvGrpSpPr/>
                    <p:nvPr/>
                  </p:nvGrpSpPr>
                  <p:grpSpPr>
                    <a:xfrm rot="932650">
                      <a:off x="2489621" y="310501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2266" name="Freeform: Shape 2265">
                        <a:extLst>
                          <a:ext uri="{FF2B5EF4-FFF2-40B4-BE49-F238E27FC236}">
                            <a16:creationId xmlns:a16="http://schemas.microsoft.com/office/drawing/2014/main" id="{C14B69EA-8558-4103-ADF3-5B54CEEADA0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267" name="Rectangle: Rounded Corners 2266">
                        <a:extLst>
                          <a:ext uri="{FF2B5EF4-FFF2-40B4-BE49-F238E27FC236}">
                            <a16:creationId xmlns:a16="http://schemas.microsoft.com/office/drawing/2014/main" id="{770FF608-E586-43E4-93D1-4CB0C8A28D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230" name="Group 2229">
                      <a:extLst>
                        <a:ext uri="{FF2B5EF4-FFF2-40B4-BE49-F238E27FC236}">
                          <a16:creationId xmlns:a16="http://schemas.microsoft.com/office/drawing/2014/main" id="{CC044A91-B72D-41C2-9A50-B1E190F462C6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686489" y="34904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2264" name="Freeform: Shape 2263">
                        <a:extLst>
                          <a:ext uri="{FF2B5EF4-FFF2-40B4-BE49-F238E27FC236}">
                            <a16:creationId xmlns:a16="http://schemas.microsoft.com/office/drawing/2014/main" id="{005BAE60-77E1-4477-82A2-9695BC9427A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265" name="Rectangle: Rounded Corners 2264">
                        <a:extLst>
                          <a:ext uri="{FF2B5EF4-FFF2-40B4-BE49-F238E27FC236}">
                            <a16:creationId xmlns:a16="http://schemas.microsoft.com/office/drawing/2014/main" id="{C3269BCE-B50E-4F0B-B9DB-64C22C3009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231" name="Group 2230">
                      <a:extLst>
                        <a:ext uri="{FF2B5EF4-FFF2-40B4-BE49-F238E27FC236}">
                          <a16:creationId xmlns:a16="http://schemas.microsoft.com/office/drawing/2014/main" id="{51A01A37-604E-47E2-94CF-0EBEC0D90989}"/>
                        </a:ext>
                      </a:extLst>
                    </p:cNvPr>
                    <p:cNvGrpSpPr/>
                    <p:nvPr/>
                  </p:nvGrpSpPr>
                  <p:grpSpPr>
                    <a:xfrm rot="16924252">
                      <a:off x="1635001" y="2371073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2262" name="Freeform: Shape 2261">
                        <a:extLst>
                          <a:ext uri="{FF2B5EF4-FFF2-40B4-BE49-F238E27FC236}">
                            <a16:creationId xmlns:a16="http://schemas.microsoft.com/office/drawing/2014/main" id="{5CBF2325-49C8-47BD-A13A-5D88F656D0E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263" name="Rectangle: Rounded Corners 2262">
                        <a:extLst>
                          <a:ext uri="{FF2B5EF4-FFF2-40B4-BE49-F238E27FC236}">
                            <a16:creationId xmlns:a16="http://schemas.microsoft.com/office/drawing/2014/main" id="{B652A449-CB5D-4BAB-9F6D-01B273646D8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232" name="Group 2231">
                      <a:extLst>
                        <a:ext uri="{FF2B5EF4-FFF2-40B4-BE49-F238E27FC236}">
                          <a16:creationId xmlns:a16="http://schemas.microsoft.com/office/drawing/2014/main" id="{6ACE8E12-5BD1-4D76-9F8B-B8744A100E56}"/>
                        </a:ext>
                      </a:extLst>
                    </p:cNvPr>
                    <p:cNvGrpSpPr/>
                    <p:nvPr/>
                  </p:nvGrpSpPr>
                  <p:grpSpPr>
                    <a:xfrm rot="15677156">
                      <a:off x="985517" y="2521255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2260" name="Freeform: Shape 2259">
                        <a:extLst>
                          <a:ext uri="{FF2B5EF4-FFF2-40B4-BE49-F238E27FC236}">
                            <a16:creationId xmlns:a16="http://schemas.microsoft.com/office/drawing/2014/main" id="{2B122A9E-B3B8-4D62-9059-02CC597B8C7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261" name="Rectangle: Rounded Corners 2260">
                        <a:extLst>
                          <a:ext uri="{FF2B5EF4-FFF2-40B4-BE49-F238E27FC236}">
                            <a16:creationId xmlns:a16="http://schemas.microsoft.com/office/drawing/2014/main" id="{83495F2D-DC5A-46C3-8D6F-9CEFF01944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233" name="Group 2232">
                      <a:extLst>
                        <a:ext uri="{FF2B5EF4-FFF2-40B4-BE49-F238E27FC236}">
                          <a16:creationId xmlns:a16="http://schemas.microsoft.com/office/drawing/2014/main" id="{86162E22-BAA9-4C9B-BAF6-ACC1FC4C14CE}"/>
                        </a:ext>
                      </a:extLst>
                    </p:cNvPr>
                    <p:cNvGrpSpPr/>
                    <p:nvPr/>
                  </p:nvGrpSpPr>
                  <p:grpSpPr>
                    <a:xfrm rot="14354853" flipV="1">
                      <a:off x="976412" y="243847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2258" name="Freeform: Shape 2257">
                        <a:extLst>
                          <a:ext uri="{FF2B5EF4-FFF2-40B4-BE49-F238E27FC236}">
                            <a16:creationId xmlns:a16="http://schemas.microsoft.com/office/drawing/2014/main" id="{0C96FAAB-1BD1-40CA-8963-15767AD90BB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259" name="Rectangle: Rounded Corners 2258">
                        <a:extLst>
                          <a:ext uri="{FF2B5EF4-FFF2-40B4-BE49-F238E27FC236}">
                            <a16:creationId xmlns:a16="http://schemas.microsoft.com/office/drawing/2014/main" id="{F3AD4E9F-4793-4639-A321-3B231DDC00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234" name="Group 2233">
                      <a:extLst>
                        <a:ext uri="{FF2B5EF4-FFF2-40B4-BE49-F238E27FC236}">
                          <a16:creationId xmlns:a16="http://schemas.microsoft.com/office/drawing/2014/main" id="{9CF28878-68A8-4F90-B7E4-BDAA71FEEA32}"/>
                        </a:ext>
                      </a:extLst>
                    </p:cNvPr>
                    <p:cNvGrpSpPr/>
                    <p:nvPr/>
                  </p:nvGrpSpPr>
                  <p:grpSpPr>
                    <a:xfrm rot="9793356" flipV="1">
                      <a:off x="215985" y="323790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2256" name="Freeform: Shape 2255">
                        <a:extLst>
                          <a:ext uri="{FF2B5EF4-FFF2-40B4-BE49-F238E27FC236}">
                            <a16:creationId xmlns:a16="http://schemas.microsoft.com/office/drawing/2014/main" id="{65ADDBB1-A777-479D-BC24-0CE39D73ED4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257" name="Rectangle: Rounded Corners 2256">
                        <a:extLst>
                          <a:ext uri="{FF2B5EF4-FFF2-40B4-BE49-F238E27FC236}">
                            <a16:creationId xmlns:a16="http://schemas.microsoft.com/office/drawing/2014/main" id="{03C62969-A663-4FC3-9364-4CA92B49A7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235" name="Group 2234">
                      <a:extLst>
                        <a:ext uri="{FF2B5EF4-FFF2-40B4-BE49-F238E27FC236}">
                          <a16:creationId xmlns:a16="http://schemas.microsoft.com/office/drawing/2014/main" id="{45B9984A-B61F-4A03-867C-2965F17912FF}"/>
                        </a:ext>
                      </a:extLst>
                    </p:cNvPr>
                    <p:cNvGrpSpPr/>
                    <p:nvPr/>
                  </p:nvGrpSpPr>
                  <p:grpSpPr>
                    <a:xfrm rot="6907686" flipV="1">
                      <a:off x="692019" y="393196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2254" name="Freeform: Shape 2253">
                        <a:extLst>
                          <a:ext uri="{FF2B5EF4-FFF2-40B4-BE49-F238E27FC236}">
                            <a16:creationId xmlns:a16="http://schemas.microsoft.com/office/drawing/2014/main" id="{6B900BBD-2CAF-49E9-A84F-BDEF535A3A2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255" name="Rectangle: Rounded Corners 2254">
                        <a:extLst>
                          <a:ext uri="{FF2B5EF4-FFF2-40B4-BE49-F238E27FC236}">
                            <a16:creationId xmlns:a16="http://schemas.microsoft.com/office/drawing/2014/main" id="{23E07067-5875-4078-B19C-D94A8559D7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236" name="Group 2235">
                      <a:extLst>
                        <a:ext uri="{FF2B5EF4-FFF2-40B4-BE49-F238E27FC236}">
                          <a16:creationId xmlns:a16="http://schemas.microsoft.com/office/drawing/2014/main" id="{F487575E-1CC2-409A-BE04-9DA49A6CF299}"/>
                        </a:ext>
                      </a:extLst>
                    </p:cNvPr>
                    <p:cNvGrpSpPr/>
                    <p:nvPr/>
                  </p:nvGrpSpPr>
                  <p:grpSpPr>
                    <a:xfrm rot="1465711" flipV="1">
                      <a:off x="2002734" y="340448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2252" name="Freeform: Shape 2251">
                        <a:extLst>
                          <a:ext uri="{FF2B5EF4-FFF2-40B4-BE49-F238E27FC236}">
                            <a16:creationId xmlns:a16="http://schemas.microsoft.com/office/drawing/2014/main" id="{C65B64A8-9C1E-411C-82C1-3552C952BA84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253" name="Rectangle: Rounded Corners 2252">
                        <a:extLst>
                          <a:ext uri="{FF2B5EF4-FFF2-40B4-BE49-F238E27FC236}">
                            <a16:creationId xmlns:a16="http://schemas.microsoft.com/office/drawing/2014/main" id="{9C7BC9D1-2132-4C86-B501-36DD0AD185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237" name="Group 2236">
                      <a:extLst>
                        <a:ext uri="{FF2B5EF4-FFF2-40B4-BE49-F238E27FC236}">
                          <a16:creationId xmlns:a16="http://schemas.microsoft.com/office/drawing/2014/main" id="{5F9C056D-7328-4C01-9B30-F03EEC704981}"/>
                        </a:ext>
                      </a:extLst>
                    </p:cNvPr>
                    <p:cNvGrpSpPr/>
                    <p:nvPr/>
                  </p:nvGrpSpPr>
                  <p:grpSpPr>
                    <a:xfrm rot="19016516">
                      <a:off x="1733273" y="283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2250" name="Freeform: Shape 2249">
                        <a:extLst>
                          <a:ext uri="{FF2B5EF4-FFF2-40B4-BE49-F238E27FC236}">
                            <a16:creationId xmlns:a16="http://schemas.microsoft.com/office/drawing/2014/main" id="{D06FB550-DFA0-49BB-A5AB-A17BA9D5076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251" name="Rectangle: Rounded Corners 2250">
                        <a:extLst>
                          <a:ext uri="{FF2B5EF4-FFF2-40B4-BE49-F238E27FC236}">
                            <a16:creationId xmlns:a16="http://schemas.microsoft.com/office/drawing/2014/main" id="{5BAEFF7D-FD1A-4077-AEBE-FF60F2191E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238" name="Group 2237">
                      <a:extLst>
                        <a:ext uri="{FF2B5EF4-FFF2-40B4-BE49-F238E27FC236}">
                          <a16:creationId xmlns:a16="http://schemas.microsoft.com/office/drawing/2014/main" id="{554D682E-0ED6-4C92-89AA-DF85122B6A84}"/>
                        </a:ext>
                      </a:extLst>
                    </p:cNvPr>
                    <p:cNvGrpSpPr/>
                    <p:nvPr/>
                  </p:nvGrpSpPr>
                  <p:grpSpPr>
                    <a:xfrm rot="19245075">
                      <a:off x="1632068" y="282541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2248" name="Freeform: Shape 2247">
                        <a:extLst>
                          <a:ext uri="{FF2B5EF4-FFF2-40B4-BE49-F238E27FC236}">
                            <a16:creationId xmlns:a16="http://schemas.microsoft.com/office/drawing/2014/main" id="{E691C649-6209-4A63-9619-E8E445CAFA1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249" name="Rectangle: Rounded Corners 2248">
                        <a:extLst>
                          <a:ext uri="{FF2B5EF4-FFF2-40B4-BE49-F238E27FC236}">
                            <a16:creationId xmlns:a16="http://schemas.microsoft.com/office/drawing/2014/main" id="{D9A04E42-683D-4E43-BF45-394B9A9FCF8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239" name="Group 2238">
                      <a:extLst>
                        <a:ext uri="{FF2B5EF4-FFF2-40B4-BE49-F238E27FC236}">
                          <a16:creationId xmlns:a16="http://schemas.microsoft.com/office/drawing/2014/main" id="{9550AF87-1B06-4E07-B370-8FE9314AC6CF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838889" y="36428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2246" name="Freeform: Shape 2245">
                        <a:extLst>
                          <a:ext uri="{FF2B5EF4-FFF2-40B4-BE49-F238E27FC236}">
                            <a16:creationId xmlns:a16="http://schemas.microsoft.com/office/drawing/2014/main" id="{458606BE-DBFB-4026-9D26-279622A3E4A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247" name="Rectangle: Rounded Corners 2246">
                        <a:extLst>
                          <a:ext uri="{FF2B5EF4-FFF2-40B4-BE49-F238E27FC236}">
                            <a16:creationId xmlns:a16="http://schemas.microsoft.com/office/drawing/2014/main" id="{900F7B2F-1D5D-435D-96F9-207C509EBD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240" name="Group 2239">
                      <a:extLst>
                        <a:ext uri="{FF2B5EF4-FFF2-40B4-BE49-F238E27FC236}">
                          <a16:creationId xmlns:a16="http://schemas.microsoft.com/office/drawing/2014/main" id="{D94047EF-0814-4C62-B095-05DCFBA7DEA1}"/>
                        </a:ext>
                      </a:extLst>
                    </p:cNvPr>
                    <p:cNvGrpSpPr/>
                    <p:nvPr/>
                  </p:nvGrpSpPr>
                  <p:grpSpPr>
                    <a:xfrm rot="15824399">
                      <a:off x="1224680" y="281893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2244" name="Freeform: Shape 2243">
                        <a:extLst>
                          <a:ext uri="{FF2B5EF4-FFF2-40B4-BE49-F238E27FC236}">
                            <a16:creationId xmlns:a16="http://schemas.microsoft.com/office/drawing/2014/main" id="{3D4AAAB4-E4BD-4FD5-BE34-1FC2219FF15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245" name="Rectangle: Rounded Corners 2244">
                        <a:extLst>
                          <a:ext uri="{FF2B5EF4-FFF2-40B4-BE49-F238E27FC236}">
                            <a16:creationId xmlns:a16="http://schemas.microsoft.com/office/drawing/2014/main" id="{518706E8-F8A4-45A6-850D-22B3614008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2241" name="Group 2240">
                      <a:extLst>
                        <a:ext uri="{FF2B5EF4-FFF2-40B4-BE49-F238E27FC236}">
                          <a16:creationId xmlns:a16="http://schemas.microsoft.com/office/drawing/2014/main" id="{182F3FEC-67C4-4274-BF44-39D16D2A0CA3}"/>
                        </a:ext>
                      </a:extLst>
                    </p:cNvPr>
                    <p:cNvGrpSpPr/>
                    <p:nvPr/>
                  </p:nvGrpSpPr>
                  <p:grpSpPr>
                    <a:xfrm rot="16697394">
                      <a:off x="1080028" y="2168448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2242" name="Freeform: Shape 2241">
                        <a:extLst>
                          <a:ext uri="{FF2B5EF4-FFF2-40B4-BE49-F238E27FC236}">
                            <a16:creationId xmlns:a16="http://schemas.microsoft.com/office/drawing/2014/main" id="{10A8FF72-4F95-4DB4-BD92-F47BAF519D54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2243" name="Rectangle: Rounded Corners 2242">
                        <a:extLst>
                          <a:ext uri="{FF2B5EF4-FFF2-40B4-BE49-F238E27FC236}">
                            <a16:creationId xmlns:a16="http://schemas.microsoft.com/office/drawing/2014/main" id="{52B5268C-236A-40BE-A6A6-4347D692CB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</p:grpSp>
              <p:sp>
                <p:nvSpPr>
                  <p:cNvPr id="2212" name="Freeform: Shape 2211">
                    <a:extLst>
                      <a:ext uri="{FF2B5EF4-FFF2-40B4-BE49-F238E27FC236}">
                        <a16:creationId xmlns:a16="http://schemas.microsoft.com/office/drawing/2014/main" id="{E5D7A035-DA51-4D75-9831-1579989C5B3B}"/>
                      </a:ext>
                    </a:extLst>
                  </p:cNvPr>
                  <p:cNvSpPr/>
                  <p:nvPr/>
                </p:nvSpPr>
                <p:spPr>
                  <a:xfrm rot="6017948" flipV="1">
                    <a:off x="1305755" y="4290452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2213" name="Freeform: Shape 2212">
                    <a:extLst>
                      <a:ext uri="{FF2B5EF4-FFF2-40B4-BE49-F238E27FC236}">
                        <a16:creationId xmlns:a16="http://schemas.microsoft.com/office/drawing/2014/main" id="{ADA9866D-28FF-46DB-A360-383FE5C75326}"/>
                      </a:ext>
                    </a:extLst>
                  </p:cNvPr>
                  <p:cNvSpPr/>
                  <p:nvPr/>
                </p:nvSpPr>
                <p:spPr>
                  <a:xfrm rot="21277659">
                    <a:off x="2517403" y="2906549"/>
                    <a:ext cx="690584" cy="235253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2214" name="Freeform: Shape 2213">
                    <a:extLst>
                      <a:ext uri="{FF2B5EF4-FFF2-40B4-BE49-F238E27FC236}">
                        <a16:creationId xmlns:a16="http://schemas.microsoft.com/office/drawing/2014/main" id="{FC01C4C3-5FBF-46BE-9989-D56166AC5A3D}"/>
                      </a:ext>
                    </a:extLst>
                  </p:cNvPr>
                  <p:cNvSpPr/>
                  <p:nvPr/>
                </p:nvSpPr>
                <p:spPr>
                  <a:xfrm rot="11528244" flipV="1">
                    <a:off x="344853" y="2978311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</p:grpSp>
          </p:grpSp>
          <p:grpSp>
            <p:nvGrpSpPr>
              <p:cNvPr id="4401" name="Group 4400">
                <a:extLst>
                  <a:ext uri="{FF2B5EF4-FFF2-40B4-BE49-F238E27FC236}">
                    <a16:creationId xmlns:a16="http://schemas.microsoft.com/office/drawing/2014/main" id="{6C53DA4E-ECC0-4954-A73B-5DCD2850C5CD}"/>
                  </a:ext>
                </a:extLst>
              </p:cNvPr>
              <p:cNvGrpSpPr/>
              <p:nvPr/>
            </p:nvGrpSpPr>
            <p:grpSpPr>
              <a:xfrm>
                <a:off x="3792085" y="3548806"/>
                <a:ext cx="2638807" cy="590996"/>
                <a:chOff x="3101789" y="2086506"/>
                <a:chExt cx="2638807" cy="590996"/>
              </a:xfrm>
            </p:grpSpPr>
            <p:grpSp>
              <p:nvGrpSpPr>
                <p:cNvPr id="4402" name="Group 4401">
                  <a:extLst>
                    <a:ext uri="{FF2B5EF4-FFF2-40B4-BE49-F238E27FC236}">
                      <a16:creationId xmlns:a16="http://schemas.microsoft.com/office/drawing/2014/main" id="{C6D48D64-C18B-4FD8-9D2C-5FFCB222D399}"/>
                    </a:ext>
                  </a:extLst>
                </p:cNvPr>
                <p:cNvGrpSpPr/>
                <p:nvPr/>
              </p:nvGrpSpPr>
              <p:grpSpPr>
                <a:xfrm>
                  <a:off x="3101789" y="2086506"/>
                  <a:ext cx="531923" cy="573923"/>
                  <a:chOff x="163719" y="1822501"/>
                  <a:chExt cx="3062199" cy="3047160"/>
                </a:xfrm>
              </p:grpSpPr>
              <p:grpSp>
                <p:nvGrpSpPr>
                  <p:cNvPr id="6233" name="Group 6232">
                    <a:extLst>
                      <a:ext uri="{FF2B5EF4-FFF2-40B4-BE49-F238E27FC236}">
                        <a16:creationId xmlns:a16="http://schemas.microsoft.com/office/drawing/2014/main" id="{0CC13EED-82F4-4780-8511-20E15278FA5C}"/>
                      </a:ext>
                    </a:extLst>
                  </p:cNvPr>
                  <p:cNvGrpSpPr/>
                  <p:nvPr/>
                </p:nvGrpSpPr>
                <p:grpSpPr>
                  <a:xfrm>
                    <a:off x="163719" y="1822501"/>
                    <a:ext cx="3062199" cy="3047160"/>
                    <a:chOff x="163719" y="1822501"/>
                    <a:chExt cx="3062199" cy="3047160"/>
                  </a:xfrm>
                </p:grpSpPr>
                <p:grpSp>
                  <p:nvGrpSpPr>
                    <p:cNvPr id="6237" name="Group 6236">
                      <a:extLst>
                        <a:ext uri="{FF2B5EF4-FFF2-40B4-BE49-F238E27FC236}">
                          <a16:creationId xmlns:a16="http://schemas.microsoft.com/office/drawing/2014/main" id="{39350580-6C17-4A7E-AF61-7B776D23A93A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683131" y="384412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6596" name="Freeform: Shape 6595">
                        <a:extLst>
                          <a:ext uri="{FF2B5EF4-FFF2-40B4-BE49-F238E27FC236}">
                            <a16:creationId xmlns:a16="http://schemas.microsoft.com/office/drawing/2014/main" id="{C02A92F2-20B6-461B-B306-ECCC5D44506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597" name="Rectangle: Rounded Corners 6596">
                        <a:extLst>
                          <a:ext uri="{FF2B5EF4-FFF2-40B4-BE49-F238E27FC236}">
                            <a16:creationId xmlns:a16="http://schemas.microsoft.com/office/drawing/2014/main" id="{0666C48F-4C9C-4540-949A-5D6FAA1F4E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238" name="Group 6237">
                      <a:extLst>
                        <a:ext uri="{FF2B5EF4-FFF2-40B4-BE49-F238E27FC236}">
                          <a16:creationId xmlns:a16="http://schemas.microsoft.com/office/drawing/2014/main" id="{558F1389-B18C-41D5-9D9F-7EA2B9AD39AB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123013" y="4110752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6594" name="Freeform: Shape 6593">
                        <a:extLst>
                          <a:ext uri="{FF2B5EF4-FFF2-40B4-BE49-F238E27FC236}">
                            <a16:creationId xmlns:a16="http://schemas.microsoft.com/office/drawing/2014/main" id="{AE259795-C3E7-4F3E-99A9-12629180F2A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595" name="Rectangle: Rounded Corners 6594">
                        <a:extLst>
                          <a:ext uri="{FF2B5EF4-FFF2-40B4-BE49-F238E27FC236}">
                            <a16:creationId xmlns:a16="http://schemas.microsoft.com/office/drawing/2014/main" id="{F64295F4-A78A-4D6F-8FE7-1D24473ED1A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239" name="Group 6238">
                      <a:extLst>
                        <a:ext uri="{FF2B5EF4-FFF2-40B4-BE49-F238E27FC236}">
                          <a16:creationId xmlns:a16="http://schemas.microsoft.com/office/drawing/2014/main" id="{415B549D-97A2-488B-9ACF-CAFE842977B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0260" y="2440902"/>
                      <a:ext cx="1730523" cy="1839492"/>
                      <a:chOff x="420511" y="1784768"/>
                      <a:chExt cx="1730523" cy="1839492"/>
                    </a:xfrm>
                  </p:grpSpPr>
                  <p:grpSp>
                    <p:nvGrpSpPr>
                      <p:cNvPr id="6312" name="Group 6311">
                        <a:extLst>
                          <a:ext uri="{FF2B5EF4-FFF2-40B4-BE49-F238E27FC236}">
                            <a16:creationId xmlns:a16="http://schemas.microsoft.com/office/drawing/2014/main" id="{95035EEB-7020-407C-BA18-7F26696ED4F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69572" y="1784768"/>
                        <a:ext cx="1081462" cy="1476716"/>
                        <a:chOff x="2089993" y="1523034"/>
                        <a:chExt cx="1081462" cy="1476716"/>
                      </a:xfrm>
                    </p:grpSpPr>
                    <p:grpSp>
                      <p:nvGrpSpPr>
                        <p:cNvPr id="6533" name="Group 6532">
                          <a:extLst>
                            <a:ext uri="{FF2B5EF4-FFF2-40B4-BE49-F238E27FC236}">
                              <a16:creationId xmlns:a16="http://schemas.microsoft.com/office/drawing/2014/main" id="{29BD19A8-388E-4F3D-9EC6-5035B99A81F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70705"/>
                          <a:ext cx="101484" cy="1016226"/>
                          <a:chOff x="1800622" y="2364951"/>
                          <a:chExt cx="101484" cy="1016226"/>
                        </a:xfrm>
                      </p:grpSpPr>
                      <p:sp>
                        <p:nvSpPr>
                          <p:cNvPr id="6590" name="Flowchart: Connector 6589">
                            <a:extLst>
                              <a:ext uri="{FF2B5EF4-FFF2-40B4-BE49-F238E27FC236}">
                                <a16:creationId xmlns:a16="http://schemas.microsoft.com/office/drawing/2014/main" id="{8E5DB070-E3FC-411F-9ACC-B98E15C506F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591" name="Flowchart: Connector 6590">
                            <a:extLst>
                              <a:ext uri="{FF2B5EF4-FFF2-40B4-BE49-F238E27FC236}">
                                <a16:creationId xmlns:a16="http://schemas.microsoft.com/office/drawing/2014/main" id="{15643A37-777C-4748-AE22-E78FB2170EE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592" name="Flowchart: Connector 6591">
                            <a:extLst>
                              <a:ext uri="{FF2B5EF4-FFF2-40B4-BE49-F238E27FC236}">
                                <a16:creationId xmlns:a16="http://schemas.microsoft.com/office/drawing/2014/main" id="{535A9DC7-1438-427F-A605-F7B9A2781FA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593" name="Flowchart: Connector 6592">
                            <a:extLst>
                              <a:ext uri="{FF2B5EF4-FFF2-40B4-BE49-F238E27FC236}">
                                <a16:creationId xmlns:a16="http://schemas.microsoft.com/office/drawing/2014/main" id="{538F1CC7-2AAF-4367-86FD-82EF76E4B03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649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6534" name="Group 6533">
                          <a:extLst>
                            <a:ext uri="{FF2B5EF4-FFF2-40B4-BE49-F238E27FC236}">
                              <a16:creationId xmlns:a16="http://schemas.microsoft.com/office/drawing/2014/main" id="{D335627F-AE0F-497C-A462-9FA5806302A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23034"/>
                          <a:ext cx="1057223" cy="1476716"/>
                          <a:chOff x="2114232" y="1523034"/>
                          <a:chExt cx="1057223" cy="1476716"/>
                        </a:xfrm>
                      </p:grpSpPr>
                      <p:grpSp>
                        <p:nvGrpSpPr>
                          <p:cNvPr id="6535" name="Group 6534">
                            <a:extLst>
                              <a:ext uri="{FF2B5EF4-FFF2-40B4-BE49-F238E27FC236}">
                                <a16:creationId xmlns:a16="http://schemas.microsoft.com/office/drawing/2014/main" id="{3A8198FC-F2EE-495F-8F70-F018D4946F7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47544" cy="539639"/>
                            <a:chOff x="3717189" y="1719497"/>
                            <a:chExt cx="1047544" cy="539639"/>
                          </a:xfrm>
                        </p:grpSpPr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583" name="3D Model 6582" descr="Sphere">
                                  <a:extLst>
                                    <a:ext uri="{FF2B5EF4-FFF2-40B4-BE49-F238E27FC236}">
                                      <a16:creationId xmlns:a16="http://schemas.microsoft.com/office/drawing/2014/main" id="{F0C08C7D-9119-4142-B7AD-2B4E920982A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735418467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584" name="Flowchart: Connector 6583">
                              <a:extLst>
                                <a:ext uri="{FF2B5EF4-FFF2-40B4-BE49-F238E27FC236}">
                                  <a16:creationId xmlns:a16="http://schemas.microsoft.com/office/drawing/2014/main" id="{6F80A683-078D-40FA-968B-2BB376C7990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585" name="3D Model 6584" descr="Sphere">
                                  <a:extLst>
                                    <a:ext uri="{FF2B5EF4-FFF2-40B4-BE49-F238E27FC236}">
                                      <a16:creationId xmlns:a16="http://schemas.microsoft.com/office/drawing/2014/main" id="{235753A3-DB2F-49C5-8594-BE7B09D11DC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626419351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586" name="Flowchart: Connector 6585">
                              <a:extLst>
                                <a:ext uri="{FF2B5EF4-FFF2-40B4-BE49-F238E27FC236}">
                                  <a16:creationId xmlns:a16="http://schemas.microsoft.com/office/drawing/2014/main" id="{624896C0-E9DD-4667-977D-0533D2076A8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587" name="3D Model 6586" descr="Sphere">
                                  <a:extLst>
                                    <a:ext uri="{FF2B5EF4-FFF2-40B4-BE49-F238E27FC236}">
                                      <a16:creationId xmlns:a16="http://schemas.microsoft.com/office/drawing/2014/main" id="{726DFE60-EF39-45E0-8C38-F07EA941325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178349538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588" name="Flowchart: Connector 6587">
                              <a:extLst>
                                <a:ext uri="{FF2B5EF4-FFF2-40B4-BE49-F238E27FC236}">
                                  <a16:creationId xmlns:a16="http://schemas.microsoft.com/office/drawing/2014/main" id="{5A00AF13-BBDF-451C-AFAA-F4B293C8CDF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589" name="3D Model 6588" descr="Sphere">
                                  <a:extLst>
                                    <a:ext uri="{FF2B5EF4-FFF2-40B4-BE49-F238E27FC236}">
                                      <a16:creationId xmlns:a16="http://schemas.microsoft.com/office/drawing/2014/main" id="{89400E5A-9C96-4976-8BC8-5AF728DB8A4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318212808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6536" name="Group 6535">
                            <a:extLst>
                              <a:ext uri="{FF2B5EF4-FFF2-40B4-BE49-F238E27FC236}">
                                <a16:creationId xmlns:a16="http://schemas.microsoft.com/office/drawing/2014/main" id="{553CC0A5-4291-45DD-96B0-08FEC3FC090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6568" name="Flowchart: Connector 6567">
                              <a:extLst>
                                <a:ext uri="{FF2B5EF4-FFF2-40B4-BE49-F238E27FC236}">
                                  <a16:creationId xmlns:a16="http://schemas.microsoft.com/office/drawing/2014/main" id="{30907055-A3C7-4DDF-A696-05986BBC64D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569" name="Flowchart: Connector 6568">
                              <a:extLst>
                                <a:ext uri="{FF2B5EF4-FFF2-40B4-BE49-F238E27FC236}">
                                  <a16:creationId xmlns:a16="http://schemas.microsoft.com/office/drawing/2014/main" id="{2C84E162-BB6F-43AE-ACEB-98AFA81C11F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570" name="Flowchart: Connector 6569">
                              <a:extLst>
                                <a:ext uri="{FF2B5EF4-FFF2-40B4-BE49-F238E27FC236}">
                                  <a16:creationId xmlns:a16="http://schemas.microsoft.com/office/drawing/2014/main" id="{FD09EE2B-9900-4303-96B7-440C27688E9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571" name="Flowchart: Connector 6570">
                              <a:extLst>
                                <a:ext uri="{FF2B5EF4-FFF2-40B4-BE49-F238E27FC236}">
                                  <a16:creationId xmlns:a16="http://schemas.microsoft.com/office/drawing/2014/main" id="{C65D9840-D9ED-4D3D-AB03-98BD064E7F6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572" name="Flowchart: Connector 6571">
                              <a:extLst>
                                <a:ext uri="{FF2B5EF4-FFF2-40B4-BE49-F238E27FC236}">
                                  <a16:creationId xmlns:a16="http://schemas.microsoft.com/office/drawing/2014/main" id="{4E0E68B5-C1D3-458E-AC54-5AC6086F70B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573" name="Flowchart: Connector 6572">
                              <a:extLst>
                                <a:ext uri="{FF2B5EF4-FFF2-40B4-BE49-F238E27FC236}">
                                  <a16:creationId xmlns:a16="http://schemas.microsoft.com/office/drawing/2014/main" id="{7A47B99E-B219-46A3-A895-05A797D9DC9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574" name="Flowchart: Connector 6573">
                              <a:extLst>
                                <a:ext uri="{FF2B5EF4-FFF2-40B4-BE49-F238E27FC236}">
                                  <a16:creationId xmlns:a16="http://schemas.microsoft.com/office/drawing/2014/main" id="{64E4C420-E1E2-4C0C-91E9-C1204DBCF3E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575" name="Flowchart: Connector 6574">
                              <a:extLst>
                                <a:ext uri="{FF2B5EF4-FFF2-40B4-BE49-F238E27FC236}">
                                  <a16:creationId xmlns:a16="http://schemas.microsoft.com/office/drawing/2014/main" id="{173B4B0F-F6C7-4F88-A9FE-8E7427867AD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576" name="3D Model 6575" descr="Sphere">
                                  <a:extLst>
                                    <a:ext uri="{FF2B5EF4-FFF2-40B4-BE49-F238E27FC236}">
                                      <a16:creationId xmlns:a16="http://schemas.microsoft.com/office/drawing/2014/main" id="{48AAD188-760A-4CDD-83C4-EA03CF35FAF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18390687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577" name="Flowchart: Connector 6576">
                              <a:extLst>
                                <a:ext uri="{FF2B5EF4-FFF2-40B4-BE49-F238E27FC236}">
                                  <a16:creationId xmlns:a16="http://schemas.microsoft.com/office/drawing/2014/main" id="{8A8097B8-6C5C-413C-B0D4-F74B12C8F7D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578" name="3D Model 6577" descr="Sphere">
                                  <a:extLst>
                                    <a:ext uri="{FF2B5EF4-FFF2-40B4-BE49-F238E27FC236}">
                                      <a16:creationId xmlns:a16="http://schemas.microsoft.com/office/drawing/2014/main" id="{B7FBD2C4-AA4D-4AC0-9C5E-9EEE63E4EEC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29128268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579" name="Flowchart: Connector 6578">
                              <a:extLst>
                                <a:ext uri="{FF2B5EF4-FFF2-40B4-BE49-F238E27FC236}">
                                  <a16:creationId xmlns:a16="http://schemas.microsoft.com/office/drawing/2014/main" id="{D2003002-7F71-4385-A2E7-C390354717A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580" name="3D Model 6579" descr="Sphere">
                                  <a:extLst>
                                    <a:ext uri="{FF2B5EF4-FFF2-40B4-BE49-F238E27FC236}">
                                      <a16:creationId xmlns:a16="http://schemas.microsoft.com/office/drawing/2014/main" id="{A8CFFF38-E318-419E-8241-0A742B6E926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64674803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581" name="Flowchart: Connector 6580">
                              <a:extLst>
                                <a:ext uri="{FF2B5EF4-FFF2-40B4-BE49-F238E27FC236}">
                                  <a16:creationId xmlns:a16="http://schemas.microsoft.com/office/drawing/2014/main" id="{2AC463FF-B647-4CE0-9BE7-48AF1081819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582" name="3D Model 6581" descr="Sphere">
                                  <a:extLst>
                                    <a:ext uri="{FF2B5EF4-FFF2-40B4-BE49-F238E27FC236}">
                                      <a16:creationId xmlns:a16="http://schemas.microsoft.com/office/drawing/2014/main" id="{747C20FC-6130-4E84-8D87-EA62F12C7F5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319182931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6537" name="Group 6536">
                            <a:extLst>
                              <a:ext uri="{FF2B5EF4-FFF2-40B4-BE49-F238E27FC236}">
                                <a16:creationId xmlns:a16="http://schemas.microsoft.com/office/drawing/2014/main" id="{5FAD2651-B18A-4126-B0BB-01263AF9C79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6553" name="Flowchart: Connector 6552">
                              <a:extLst>
                                <a:ext uri="{FF2B5EF4-FFF2-40B4-BE49-F238E27FC236}">
                                  <a16:creationId xmlns:a16="http://schemas.microsoft.com/office/drawing/2014/main" id="{292AF658-381D-4E58-A7F2-8A3CD6A5636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554" name="Flowchart: Connector 6553">
                              <a:extLst>
                                <a:ext uri="{FF2B5EF4-FFF2-40B4-BE49-F238E27FC236}">
                                  <a16:creationId xmlns:a16="http://schemas.microsoft.com/office/drawing/2014/main" id="{8BCB435E-8B4F-4D8A-93C8-5C7A3DE5957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555" name="Flowchart: Connector 6554">
                              <a:extLst>
                                <a:ext uri="{FF2B5EF4-FFF2-40B4-BE49-F238E27FC236}">
                                  <a16:creationId xmlns:a16="http://schemas.microsoft.com/office/drawing/2014/main" id="{7F41DE79-C4C2-4537-948E-FF9272BD97A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556" name="Flowchart: Connector 6555">
                              <a:extLst>
                                <a:ext uri="{FF2B5EF4-FFF2-40B4-BE49-F238E27FC236}">
                                  <a16:creationId xmlns:a16="http://schemas.microsoft.com/office/drawing/2014/main" id="{9E542CD5-B09F-42D9-BECD-27426C3CEBF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557" name="Flowchart: Connector 6556">
                              <a:extLst>
                                <a:ext uri="{FF2B5EF4-FFF2-40B4-BE49-F238E27FC236}">
                                  <a16:creationId xmlns:a16="http://schemas.microsoft.com/office/drawing/2014/main" id="{2D18F6DF-BCB1-4834-8764-40E7847EC51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558" name="Flowchart: Connector 6557">
                              <a:extLst>
                                <a:ext uri="{FF2B5EF4-FFF2-40B4-BE49-F238E27FC236}">
                                  <a16:creationId xmlns:a16="http://schemas.microsoft.com/office/drawing/2014/main" id="{DAB9B753-C34B-46FC-ADEC-011A8A6FBFF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559" name="Flowchart: Connector 6558">
                              <a:extLst>
                                <a:ext uri="{FF2B5EF4-FFF2-40B4-BE49-F238E27FC236}">
                                  <a16:creationId xmlns:a16="http://schemas.microsoft.com/office/drawing/2014/main" id="{2930B5CE-03AB-41D4-AC94-BE2D7B78B55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560" name="Flowchart: Connector 6559">
                              <a:extLst>
                                <a:ext uri="{FF2B5EF4-FFF2-40B4-BE49-F238E27FC236}">
                                  <a16:creationId xmlns:a16="http://schemas.microsoft.com/office/drawing/2014/main" id="{1BC0C255-97C6-4378-90E5-C468339083A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561" name="3D Model 6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DB59F732-29BA-4CB9-B96C-6558DD43AF3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058501746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562" name="Flowchart: Connector 6561">
                              <a:extLst>
                                <a:ext uri="{FF2B5EF4-FFF2-40B4-BE49-F238E27FC236}">
                                  <a16:creationId xmlns:a16="http://schemas.microsoft.com/office/drawing/2014/main" id="{8F5356EC-3099-47E8-968C-E8AE9D4C1AF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563" name="3D Model 6562" descr="Sphere">
                                  <a:extLst>
                                    <a:ext uri="{FF2B5EF4-FFF2-40B4-BE49-F238E27FC236}">
                                      <a16:creationId xmlns:a16="http://schemas.microsoft.com/office/drawing/2014/main" id="{708DBABC-3873-4202-BD4D-7A898B6202B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2477300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564" name="Flowchart: Connector 6563">
                              <a:extLst>
                                <a:ext uri="{FF2B5EF4-FFF2-40B4-BE49-F238E27FC236}">
                                  <a16:creationId xmlns:a16="http://schemas.microsoft.com/office/drawing/2014/main" id="{977530DA-3E32-4435-8A96-F83AFC66B75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565" name="3D Model 6564" descr="Sphere">
                                  <a:extLst>
                                    <a:ext uri="{FF2B5EF4-FFF2-40B4-BE49-F238E27FC236}">
                                      <a16:creationId xmlns:a16="http://schemas.microsoft.com/office/drawing/2014/main" id="{CFB3B779-8F59-4833-A5EF-D6A20E988C9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76220016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566" name="Flowchart: Connector 6565">
                              <a:extLst>
                                <a:ext uri="{FF2B5EF4-FFF2-40B4-BE49-F238E27FC236}">
                                  <a16:creationId xmlns:a16="http://schemas.microsoft.com/office/drawing/2014/main" id="{2D6971D6-AA90-4E61-A78E-15EABB9C650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567" name="3D Model 6566" descr="Sphere">
                                  <a:extLst>
                                    <a:ext uri="{FF2B5EF4-FFF2-40B4-BE49-F238E27FC236}">
                                      <a16:creationId xmlns:a16="http://schemas.microsoft.com/office/drawing/2014/main" id="{C0DD38D3-0F82-4D5A-AB41-C18AFE45A96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6784501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6538" name="Flowchart: Connector 6537">
                            <a:extLst>
                              <a:ext uri="{FF2B5EF4-FFF2-40B4-BE49-F238E27FC236}">
                                <a16:creationId xmlns:a16="http://schemas.microsoft.com/office/drawing/2014/main" id="{19E9F542-1D71-4C0B-BD1B-1F04771B019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539" name="Flowchart: Connector 6538">
                            <a:extLst>
                              <a:ext uri="{FF2B5EF4-FFF2-40B4-BE49-F238E27FC236}">
                                <a16:creationId xmlns:a16="http://schemas.microsoft.com/office/drawing/2014/main" id="{43AE2E43-3DE1-4D1D-A745-8602A5DE952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540" name="Flowchart: Connector 6539">
                            <a:extLst>
                              <a:ext uri="{FF2B5EF4-FFF2-40B4-BE49-F238E27FC236}">
                                <a16:creationId xmlns:a16="http://schemas.microsoft.com/office/drawing/2014/main" id="{0BA490AA-D86C-4D78-A1B4-34E7630F1F5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541" name="Flowchart: Connector 6540">
                            <a:extLst>
                              <a:ext uri="{FF2B5EF4-FFF2-40B4-BE49-F238E27FC236}">
                                <a16:creationId xmlns:a16="http://schemas.microsoft.com/office/drawing/2014/main" id="{DE28B55A-DE05-47CC-B50F-176981361A3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542" name="Flowchart: Connector 6541">
                            <a:extLst>
                              <a:ext uri="{FF2B5EF4-FFF2-40B4-BE49-F238E27FC236}">
                                <a16:creationId xmlns:a16="http://schemas.microsoft.com/office/drawing/2014/main" id="{3FAB7831-0B42-41D1-A315-F9111BA7AD2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543" name="Flowchart: Connector 6542">
                            <a:extLst>
                              <a:ext uri="{FF2B5EF4-FFF2-40B4-BE49-F238E27FC236}">
                                <a16:creationId xmlns:a16="http://schemas.microsoft.com/office/drawing/2014/main" id="{21D7DE2D-480B-460D-9746-52269FDA2FE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544" name="Flowchart: Connector 6543">
                            <a:extLst>
                              <a:ext uri="{FF2B5EF4-FFF2-40B4-BE49-F238E27FC236}">
                                <a16:creationId xmlns:a16="http://schemas.microsoft.com/office/drawing/2014/main" id="{E758C559-8B3F-4238-A218-3E9E3C7DABD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545" name="Flowchart: Connector 6544">
                            <a:extLst>
                              <a:ext uri="{FF2B5EF4-FFF2-40B4-BE49-F238E27FC236}">
                                <a16:creationId xmlns:a16="http://schemas.microsoft.com/office/drawing/2014/main" id="{BD8138B9-269B-4E52-8C40-AE23CC26DBF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546" name="3D Model 6545" descr="Sphere">
                                <a:extLst>
                                  <a:ext uri="{FF2B5EF4-FFF2-40B4-BE49-F238E27FC236}">
                                    <a16:creationId xmlns:a16="http://schemas.microsoft.com/office/drawing/2014/main" id="{59FBA9B3-F4CA-4D74-A894-6503D309A6F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947570480"/>
                                  </p:ext>
                                </p:extLst>
                              </p:nvPr>
                            </p:nvGraphicFramePr>
                            <p:xfrm>
                              <a:off x="2134543" y="1523034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87" name="3D Model 686" descr="Sphere">
                                <a:extLst>
                                  <a:ext uri="{FF2B5EF4-FFF2-40B4-BE49-F238E27FC236}">
                                    <a16:creationId xmlns:a16="http://schemas.microsoft.com/office/drawing/2014/main" id="{D779BB84-A6FA-44CC-A6EB-F87228EC6E6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43267" y="2202980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547" name="Flowchart: Connector 6546">
                            <a:extLst>
                              <a:ext uri="{FF2B5EF4-FFF2-40B4-BE49-F238E27FC236}">
                                <a16:creationId xmlns:a16="http://schemas.microsoft.com/office/drawing/2014/main" id="{0C18B353-54D4-4F36-99CF-CF0DAE51FA8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548" name="3D Model 6547" descr="Sphere">
                                <a:extLst>
                                  <a:ext uri="{FF2B5EF4-FFF2-40B4-BE49-F238E27FC236}">
                                    <a16:creationId xmlns:a16="http://schemas.microsoft.com/office/drawing/2014/main" id="{2C2D8137-C5EE-4EA7-8DB2-661C0966CF2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233295908"/>
                                  </p:ext>
                                </p:extLst>
                              </p:nvPr>
                            </p:nvGraphicFramePr>
                            <p:xfrm>
                              <a:off x="2371307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89" name="3D Model 688" descr="Sphere">
                                <a:extLst>
                                  <a:ext uri="{FF2B5EF4-FFF2-40B4-BE49-F238E27FC236}">
                                    <a16:creationId xmlns:a16="http://schemas.microsoft.com/office/drawing/2014/main" id="{87811185-E719-4BE3-9BAB-EE2EEC76861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84395" y="221366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549" name="Flowchart: Connector 6548">
                            <a:extLst>
                              <a:ext uri="{FF2B5EF4-FFF2-40B4-BE49-F238E27FC236}">
                                <a16:creationId xmlns:a16="http://schemas.microsoft.com/office/drawing/2014/main" id="{80E4A50E-EA59-4DED-849C-0C8BB7C273F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4559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550" name="3D Model 6549" descr="Sphere">
                                <a:extLst>
                                  <a:ext uri="{FF2B5EF4-FFF2-40B4-BE49-F238E27FC236}">
                                    <a16:creationId xmlns:a16="http://schemas.microsoft.com/office/drawing/2014/main" id="{7FE0093C-419D-448F-9EB8-5BE55CCBB6B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943514361"/>
                                  </p:ext>
                                </p:extLst>
                              </p:nvPr>
                            </p:nvGraphicFramePr>
                            <p:xfrm>
                              <a:off x="2609177" y="164155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91" name="3D Model 690" descr="Sphere">
                                <a:extLst>
                                  <a:ext uri="{FF2B5EF4-FFF2-40B4-BE49-F238E27FC236}">
                                    <a16:creationId xmlns:a16="http://schemas.microsoft.com/office/drawing/2014/main" id="{CEAEF5D8-CB4C-40C9-886E-F08B5BA0B94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425714" y="222530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551" name="Flowchart: Connector 6550">
                            <a:extLst>
                              <a:ext uri="{FF2B5EF4-FFF2-40B4-BE49-F238E27FC236}">
                                <a16:creationId xmlns:a16="http://schemas.microsoft.com/office/drawing/2014/main" id="{6735C878-1B16-47E6-B6E6-FF16B706214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552" name="3D Model 6551" descr="Sphere">
                                <a:extLst>
                                  <a:ext uri="{FF2B5EF4-FFF2-40B4-BE49-F238E27FC236}">
                                    <a16:creationId xmlns:a16="http://schemas.microsoft.com/office/drawing/2014/main" id="{FFF9A355-F135-4682-BD35-3539CA34C40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070625730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6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6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93" name="3D Model 692" descr="Sphere">
                                <a:extLst>
                                  <a:ext uri="{FF2B5EF4-FFF2-40B4-BE49-F238E27FC236}">
                                    <a16:creationId xmlns:a16="http://schemas.microsoft.com/office/drawing/2014/main" id="{340B75D1-AAA3-473D-983B-28171957CDB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472340" y="2241696"/>
                                <a:ext cx="51046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6313" name="Group 6312">
                        <a:extLst>
                          <a:ext uri="{FF2B5EF4-FFF2-40B4-BE49-F238E27FC236}">
                            <a16:creationId xmlns:a16="http://schemas.microsoft.com/office/drawing/2014/main" id="{95DDFE26-D628-4DB0-AA35-6D2DC4331A3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3325" y="2268938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6530" name="Flowchart: Connector 6529">
                          <a:extLst>
                            <a:ext uri="{FF2B5EF4-FFF2-40B4-BE49-F238E27FC236}">
                              <a16:creationId xmlns:a16="http://schemas.microsoft.com/office/drawing/2014/main" id="{1DA28BD8-B7B3-479A-971B-9A859D63BBF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531" name="Flowchart: Connector 6530">
                          <a:extLst>
                            <a:ext uri="{FF2B5EF4-FFF2-40B4-BE49-F238E27FC236}">
                              <a16:creationId xmlns:a16="http://schemas.microsoft.com/office/drawing/2014/main" id="{596AFB68-4D5C-4EB6-9B34-A66ED695376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532" name="Flowchart: Connector 6531">
                          <a:extLst>
                            <a:ext uri="{FF2B5EF4-FFF2-40B4-BE49-F238E27FC236}">
                              <a16:creationId xmlns:a16="http://schemas.microsoft.com/office/drawing/2014/main" id="{775BE935-6BE0-4FB8-81A0-A9D1601EB21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6314" name="Flowchart: Connector 6313">
                        <a:extLst>
                          <a:ext uri="{FF2B5EF4-FFF2-40B4-BE49-F238E27FC236}">
                            <a16:creationId xmlns:a16="http://schemas.microsoft.com/office/drawing/2014/main" id="{17287356-716C-4081-944F-4645E6B7EE7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37026" y="201261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315" name="Flowchart: Connector 6314">
                        <a:extLst>
                          <a:ext uri="{FF2B5EF4-FFF2-40B4-BE49-F238E27FC236}">
                            <a16:creationId xmlns:a16="http://schemas.microsoft.com/office/drawing/2014/main" id="{C3E2CFE9-B479-4E03-BE26-F39047FED5D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588002" y="208727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6316" name="Group 6315">
                        <a:extLst>
                          <a:ext uri="{FF2B5EF4-FFF2-40B4-BE49-F238E27FC236}">
                            <a16:creationId xmlns:a16="http://schemas.microsoft.com/office/drawing/2014/main" id="{081CB5D3-2F50-49CF-BE29-38BC6DD509F0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228750">
                        <a:off x="1171220" y="1918660"/>
                        <a:ext cx="698062" cy="387533"/>
                        <a:chOff x="854933" y="2290871"/>
                        <a:chExt cx="698062" cy="387533"/>
                      </a:xfrm>
                    </p:grpSpPr>
                    <p:sp>
                      <p:nvSpPr>
                        <p:cNvPr id="6527" name="Flowchart: Connector 6526">
                          <a:extLst>
                            <a:ext uri="{FF2B5EF4-FFF2-40B4-BE49-F238E27FC236}">
                              <a16:creationId xmlns:a16="http://schemas.microsoft.com/office/drawing/2014/main" id="{1E1BE528-FB47-4BD8-BE3A-3021C8312D7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3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528" name="Flowchart: Connector 6527">
                          <a:extLst>
                            <a:ext uri="{FF2B5EF4-FFF2-40B4-BE49-F238E27FC236}">
                              <a16:creationId xmlns:a16="http://schemas.microsoft.com/office/drawing/2014/main" id="{3F9043A5-4F8D-40EB-ACAF-908C9E205C8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5206" y="2377897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529" name="Flowchart: Connector 6528">
                          <a:extLst>
                            <a:ext uri="{FF2B5EF4-FFF2-40B4-BE49-F238E27FC236}">
                              <a16:creationId xmlns:a16="http://schemas.microsoft.com/office/drawing/2014/main" id="{4FA6233D-B9E8-4A7A-96F0-F0361854A80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41136" y="2462404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6317" name="Group 6316">
                        <a:extLst>
                          <a:ext uri="{FF2B5EF4-FFF2-40B4-BE49-F238E27FC236}">
                            <a16:creationId xmlns:a16="http://schemas.microsoft.com/office/drawing/2014/main" id="{D07A5872-2683-44CD-AC9A-7EEFB497549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49741" y="1890320"/>
                        <a:ext cx="1098636" cy="1497980"/>
                        <a:chOff x="2089993" y="1501770"/>
                        <a:chExt cx="1098636" cy="1497980"/>
                      </a:xfrm>
                    </p:grpSpPr>
                    <p:grpSp>
                      <p:nvGrpSpPr>
                        <p:cNvPr id="6462" name="Group 6461">
                          <a:extLst>
                            <a:ext uri="{FF2B5EF4-FFF2-40B4-BE49-F238E27FC236}">
                              <a16:creationId xmlns:a16="http://schemas.microsoft.com/office/drawing/2014/main" id="{FA858D88-FB4A-426A-BFED-07EE2806BAE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34990"/>
                          <a:ext cx="101484" cy="1051941"/>
                          <a:chOff x="1800622" y="2329236"/>
                          <a:chExt cx="101484" cy="1051941"/>
                        </a:xfrm>
                      </p:grpSpPr>
                      <p:sp>
                        <p:nvSpPr>
                          <p:cNvPr id="6523" name="Flowchart: Connector 6522">
                            <a:extLst>
                              <a:ext uri="{FF2B5EF4-FFF2-40B4-BE49-F238E27FC236}">
                                <a16:creationId xmlns:a16="http://schemas.microsoft.com/office/drawing/2014/main" id="{F53BD2D5-82E1-4B92-932E-72987BE9578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524" name="Flowchart: Connector 6523">
                            <a:extLst>
                              <a:ext uri="{FF2B5EF4-FFF2-40B4-BE49-F238E27FC236}">
                                <a16:creationId xmlns:a16="http://schemas.microsoft.com/office/drawing/2014/main" id="{9560FD1E-4A36-4D99-9977-3357D7DE8FD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525" name="Flowchart: Connector 6524">
                            <a:extLst>
                              <a:ext uri="{FF2B5EF4-FFF2-40B4-BE49-F238E27FC236}">
                                <a16:creationId xmlns:a16="http://schemas.microsoft.com/office/drawing/2014/main" id="{36E1E1B1-75F5-40CB-9327-689143226A3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526" name="Flowchart: Connector 6525">
                            <a:extLst>
                              <a:ext uri="{FF2B5EF4-FFF2-40B4-BE49-F238E27FC236}">
                                <a16:creationId xmlns:a16="http://schemas.microsoft.com/office/drawing/2014/main" id="{811EBC0A-7FF6-4CF7-BD3B-CFA295B7412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2923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6463" name="Group 6462">
                          <a:extLst>
                            <a:ext uri="{FF2B5EF4-FFF2-40B4-BE49-F238E27FC236}">
                              <a16:creationId xmlns:a16="http://schemas.microsoft.com/office/drawing/2014/main" id="{875D7165-AE0C-46FB-82FA-E57C1C944F8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01770"/>
                          <a:ext cx="1074397" cy="1497980"/>
                          <a:chOff x="2114232" y="1501770"/>
                          <a:chExt cx="1074397" cy="1497980"/>
                        </a:xfrm>
                      </p:grpSpPr>
                      <p:grpSp>
                        <p:nvGrpSpPr>
                          <p:cNvPr id="6464" name="Group 6463">
                            <a:extLst>
                              <a:ext uri="{FF2B5EF4-FFF2-40B4-BE49-F238E27FC236}">
                                <a16:creationId xmlns:a16="http://schemas.microsoft.com/office/drawing/2014/main" id="{7C011849-360A-4088-9CE2-481F98D03D4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6515" name="Flowchart: Connector 6514">
                              <a:extLst>
                                <a:ext uri="{FF2B5EF4-FFF2-40B4-BE49-F238E27FC236}">
                                  <a16:creationId xmlns:a16="http://schemas.microsoft.com/office/drawing/2014/main" id="{4F063448-3D40-4807-B61E-85E28AE2BF8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516" name="3D Model 6515" descr="Sphere">
                                  <a:extLst>
                                    <a:ext uri="{FF2B5EF4-FFF2-40B4-BE49-F238E27FC236}">
                                      <a16:creationId xmlns:a16="http://schemas.microsoft.com/office/drawing/2014/main" id="{1E4EB4BF-8652-4BD3-9F42-A0009993316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672304423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517" name="Flowchart: Connector 6516">
                              <a:extLst>
                                <a:ext uri="{FF2B5EF4-FFF2-40B4-BE49-F238E27FC236}">
                                  <a16:creationId xmlns:a16="http://schemas.microsoft.com/office/drawing/2014/main" id="{991EE2E6-A1D3-4079-BA8C-C688DC85FEC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518" name="3D Model 6517" descr="Sphere">
                                  <a:extLst>
                                    <a:ext uri="{FF2B5EF4-FFF2-40B4-BE49-F238E27FC236}">
                                      <a16:creationId xmlns:a16="http://schemas.microsoft.com/office/drawing/2014/main" id="{683E6D79-B954-4179-A129-2B8D8CAF6EA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95693306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519" name="Flowchart: Connector 6518">
                              <a:extLst>
                                <a:ext uri="{FF2B5EF4-FFF2-40B4-BE49-F238E27FC236}">
                                  <a16:creationId xmlns:a16="http://schemas.microsoft.com/office/drawing/2014/main" id="{E186AB88-D2D8-4C3F-8DA2-6FF1B33A378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520" name="3D Model 6519" descr="Sphere">
                                  <a:extLst>
                                    <a:ext uri="{FF2B5EF4-FFF2-40B4-BE49-F238E27FC236}">
                                      <a16:creationId xmlns:a16="http://schemas.microsoft.com/office/drawing/2014/main" id="{05C0CC85-416C-4F53-9426-9709FB7ED9A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35837656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521" name="Flowchart: Connector 6520">
                              <a:extLst>
                                <a:ext uri="{FF2B5EF4-FFF2-40B4-BE49-F238E27FC236}">
                                  <a16:creationId xmlns:a16="http://schemas.microsoft.com/office/drawing/2014/main" id="{230813A5-41D6-4C23-B6C8-C2A7B1D2FCC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522" name="3D Model 6521" descr="Sphere">
                                  <a:extLst>
                                    <a:ext uri="{FF2B5EF4-FFF2-40B4-BE49-F238E27FC236}">
                                      <a16:creationId xmlns:a16="http://schemas.microsoft.com/office/drawing/2014/main" id="{442FAEFC-90A1-4D3D-8B58-1A3E041A519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953999086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6465" name="Group 6464">
                            <a:extLst>
                              <a:ext uri="{FF2B5EF4-FFF2-40B4-BE49-F238E27FC236}">
                                <a16:creationId xmlns:a16="http://schemas.microsoft.com/office/drawing/2014/main" id="{2C5F5619-5B75-43C1-9277-6D92E7EC0B8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6499" name="Flowchart: Connector 6498">
                              <a:extLst>
                                <a:ext uri="{FF2B5EF4-FFF2-40B4-BE49-F238E27FC236}">
                                  <a16:creationId xmlns:a16="http://schemas.microsoft.com/office/drawing/2014/main" id="{EAB0B281-0D92-42C1-BE71-1F3DA66AF81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500" name="Flowchart: Connector 6499">
                              <a:extLst>
                                <a:ext uri="{FF2B5EF4-FFF2-40B4-BE49-F238E27FC236}">
                                  <a16:creationId xmlns:a16="http://schemas.microsoft.com/office/drawing/2014/main" id="{47220E52-9FD1-4817-B980-0EB1653659D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501" name="Flowchart: Connector 6500">
                              <a:extLst>
                                <a:ext uri="{FF2B5EF4-FFF2-40B4-BE49-F238E27FC236}">
                                  <a16:creationId xmlns:a16="http://schemas.microsoft.com/office/drawing/2014/main" id="{51F54CC0-51E5-435F-B098-0323F7F074A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502" name="Flowchart: Connector 6501">
                              <a:extLst>
                                <a:ext uri="{FF2B5EF4-FFF2-40B4-BE49-F238E27FC236}">
                                  <a16:creationId xmlns:a16="http://schemas.microsoft.com/office/drawing/2014/main" id="{3EF6E585-F261-491F-8263-E3EF980A95A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503" name="Flowchart: Connector 6502">
                              <a:extLst>
                                <a:ext uri="{FF2B5EF4-FFF2-40B4-BE49-F238E27FC236}">
                                  <a16:creationId xmlns:a16="http://schemas.microsoft.com/office/drawing/2014/main" id="{5477AA86-68D1-4D8E-BC14-B55BF283712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504" name="Flowchart: Connector 6503">
                              <a:extLst>
                                <a:ext uri="{FF2B5EF4-FFF2-40B4-BE49-F238E27FC236}">
                                  <a16:creationId xmlns:a16="http://schemas.microsoft.com/office/drawing/2014/main" id="{5077ED0D-E1F9-45D2-8262-BB1045B9DE2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505" name="Flowchart: Connector 6504">
                              <a:extLst>
                                <a:ext uri="{FF2B5EF4-FFF2-40B4-BE49-F238E27FC236}">
                                  <a16:creationId xmlns:a16="http://schemas.microsoft.com/office/drawing/2014/main" id="{17CAC096-1EA6-4981-AD43-BF5F95A1483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506" name="Flowchart: Connector 6505">
                              <a:extLst>
                                <a:ext uri="{FF2B5EF4-FFF2-40B4-BE49-F238E27FC236}">
                                  <a16:creationId xmlns:a16="http://schemas.microsoft.com/office/drawing/2014/main" id="{EAE873B4-A98F-42D6-9015-C42647E8F2F5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507" name="Flowchart: Connector 6506">
                              <a:extLst>
                                <a:ext uri="{FF2B5EF4-FFF2-40B4-BE49-F238E27FC236}">
                                  <a16:creationId xmlns:a16="http://schemas.microsoft.com/office/drawing/2014/main" id="{EA917E88-4272-4078-AD00-52916235895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508" name="3D Model 6507" descr="Sphere">
                                  <a:extLst>
                                    <a:ext uri="{FF2B5EF4-FFF2-40B4-BE49-F238E27FC236}">
                                      <a16:creationId xmlns:a16="http://schemas.microsoft.com/office/drawing/2014/main" id="{5A5B2919-6F8A-4656-97FD-F4971CBAFEE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726181030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509" name="Flowchart: Connector 6508">
                              <a:extLst>
                                <a:ext uri="{FF2B5EF4-FFF2-40B4-BE49-F238E27FC236}">
                                  <a16:creationId xmlns:a16="http://schemas.microsoft.com/office/drawing/2014/main" id="{E97C47DE-C10E-4A2A-8AFB-72D342540C9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510" name="3D Model 6509" descr="Sphere">
                                  <a:extLst>
                                    <a:ext uri="{FF2B5EF4-FFF2-40B4-BE49-F238E27FC236}">
                                      <a16:creationId xmlns:a16="http://schemas.microsoft.com/office/drawing/2014/main" id="{8454C8AF-71FF-4F52-BB44-4CA363D16EE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31441148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511" name="Flowchart: Connector 6510">
                              <a:extLst>
                                <a:ext uri="{FF2B5EF4-FFF2-40B4-BE49-F238E27FC236}">
                                  <a16:creationId xmlns:a16="http://schemas.microsoft.com/office/drawing/2014/main" id="{D4DB69FB-5A06-4FFB-A536-81E85813328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512" name="3D Model 6511" descr="Sphere">
                                  <a:extLst>
                                    <a:ext uri="{FF2B5EF4-FFF2-40B4-BE49-F238E27FC236}">
                                      <a16:creationId xmlns:a16="http://schemas.microsoft.com/office/drawing/2014/main" id="{70C814B9-0EE5-43E0-9654-04FC3F873E7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722806468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513" name="Flowchart: Connector 6512">
                              <a:extLst>
                                <a:ext uri="{FF2B5EF4-FFF2-40B4-BE49-F238E27FC236}">
                                  <a16:creationId xmlns:a16="http://schemas.microsoft.com/office/drawing/2014/main" id="{DCB287AF-4A22-4D4F-83BD-1F8E1F15EE2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514" name="3D Model 6513" descr="Sphere">
                                  <a:extLst>
                                    <a:ext uri="{FF2B5EF4-FFF2-40B4-BE49-F238E27FC236}">
                                      <a16:creationId xmlns:a16="http://schemas.microsoft.com/office/drawing/2014/main" id="{0B708D19-FF3D-475F-80F2-F25463D1443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25637956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6466" name="Group 6465">
                            <a:extLst>
                              <a:ext uri="{FF2B5EF4-FFF2-40B4-BE49-F238E27FC236}">
                                <a16:creationId xmlns:a16="http://schemas.microsoft.com/office/drawing/2014/main" id="{F816A45B-5891-4690-BDF4-79C9CD88D8C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6483" name="Flowchart: Connector 6482">
                              <a:extLst>
                                <a:ext uri="{FF2B5EF4-FFF2-40B4-BE49-F238E27FC236}">
                                  <a16:creationId xmlns:a16="http://schemas.microsoft.com/office/drawing/2014/main" id="{522D1EEE-48E0-4671-8D34-3D8AF20772E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484" name="Flowchart: Connector 6483">
                              <a:extLst>
                                <a:ext uri="{FF2B5EF4-FFF2-40B4-BE49-F238E27FC236}">
                                  <a16:creationId xmlns:a16="http://schemas.microsoft.com/office/drawing/2014/main" id="{F88F4B8C-F4AC-472C-8616-6DC429CDE68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485" name="Flowchart: Connector 6484">
                              <a:extLst>
                                <a:ext uri="{FF2B5EF4-FFF2-40B4-BE49-F238E27FC236}">
                                  <a16:creationId xmlns:a16="http://schemas.microsoft.com/office/drawing/2014/main" id="{811CC2F6-F5C3-4FB2-8D97-B9BCEEE0AC8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486" name="Flowchart: Connector 6485">
                              <a:extLst>
                                <a:ext uri="{FF2B5EF4-FFF2-40B4-BE49-F238E27FC236}">
                                  <a16:creationId xmlns:a16="http://schemas.microsoft.com/office/drawing/2014/main" id="{302B071B-A0E5-4116-9052-63F740A5D46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487" name="Flowchart: Connector 6486">
                              <a:extLst>
                                <a:ext uri="{FF2B5EF4-FFF2-40B4-BE49-F238E27FC236}">
                                  <a16:creationId xmlns:a16="http://schemas.microsoft.com/office/drawing/2014/main" id="{96562D66-6729-4E81-B557-F38E07C8DC9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488" name="Flowchart: Connector 6487">
                              <a:extLst>
                                <a:ext uri="{FF2B5EF4-FFF2-40B4-BE49-F238E27FC236}">
                                  <a16:creationId xmlns:a16="http://schemas.microsoft.com/office/drawing/2014/main" id="{A9ED02FD-019F-4ECF-95F7-33067972682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489" name="Flowchart: Connector 6488">
                              <a:extLst>
                                <a:ext uri="{FF2B5EF4-FFF2-40B4-BE49-F238E27FC236}">
                                  <a16:creationId xmlns:a16="http://schemas.microsoft.com/office/drawing/2014/main" id="{21D1884A-0A70-4CA1-AFB5-3D8B9DA16BD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490" name="Flowchart: Connector 6489">
                              <a:extLst>
                                <a:ext uri="{FF2B5EF4-FFF2-40B4-BE49-F238E27FC236}">
                                  <a16:creationId xmlns:a16="http://schemas.microsoft.com/office/drawing/2014/main" id="{52E310B6-F09C-43DE-B150-2EC3880F495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491" name="Flowchart: Connector 6490">
                              <a:extLst>
                                <a:ext uri="{FF2B5EF4-FFF2-40B4-BE49-F238E27FC236}">
                                  <a16:creationId xmlns:a16="http://schemas.microsoft.com/office/drawing/2014/main" id="{C772CCC5-C336-44FE-8AC8-D1BB9811167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492" name="3D Model 6491" descr="Sphere">
                                  <a:extLst>
                                    <a:ext uri="{FF2B5EF4-FFF2-40B4-BE49-F238E27FC236}">
                                      <a16:creationId xmlns:a16="http://schemas.microsoft.com/office/drawing/2014/main" id="{CBE8C180-317D-43CD-AD08-6B88577ED01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500701911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493" name="Flowchart: Connector 6492">
                              <a:extLst>
                                <a:ext uri="{FF2B5EF4-FFF2-40B4-BE49-F238E27FC236}">
                                  <a16:creationId xmlns:a16="http://schemas.microsoft.com/office/drawing/2014/main" id="{21D5C285-DB6A-4A58-86CF-979A9968A12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494" name="3D Model 6493" descr="Sphere">
                                  <a:extLst>
                                    <a:ext uri="{FF2B5EF4-FFF2-40B4-BE49-F238E27FC236}">
                                      <a16:creationId xmlns:a16="http://schemas.microsoft.com/office/drawing/2014/main" id="{1594D46C-C41D-4A58-AEC0-080D65CAB86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982463338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495" name="Flowchart: Connector 6494">
                              <a:extLst>
                                <a:ext uri="{FF2B5EF4-FFF2-40B4-BE49-F238E27FC236}">
                                  <a16:creationId xmlns:a16="http://schemas.microsoft.com/office/drawing/2014/main" id="{0DDC3765-BD1A-4D1E-940F-ECB4DF01CAE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496" name="3D Model 6495" descr="Sphere">
                                  <a:extLst>
                                    <a:ext uri="{FF2B5EF4-FFF2-40B4-BE49-F238E27FC236}">
                                      <a16:creationId xmlns:a16="http://schemas.microsoft.com/office/drawing/2014/main" id="{06531297-626B-43E2-BB70-9D88FD86694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951679813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497" name="Flowchart: Connector 6496">
                              <a:extLst>
                                <a:ext uri="{FF2B5EF4-FFF2-40B4-BE49-F238E27FC236}">
                                  <a16:creationId xmlns:a16="http://schemas.microsoft.com/office/drawing/2014/main" id="{9CB2B4C7-F97B-4FBB-8F42-310501AA348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498" name="3D Model 6497" descr="Sphere">
                                  <a:extLst>
                                    <a:ext uri="{FF2B5EF4-FFF2-40B4-BE49-F238E27FC236}">
                                      <a16:creationId xmlns:a16="http://schemas.microsoft.com/office/drawing/2014/main" id="{766703ED-CDDF-48F4-ADA2-11A9AA46CB6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550323167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6467" name="Flowchart: Connector 6466">
                            <a:extLst>
                              <a:ext uri="{FF2B5EF4-FFF2-40B4-BE49-F238E27FC236}">
                                <a16:creationId xmlns:a16="http://schemas.microsoft.com/office/drawing/2014/main" id="{4347C18D-90DF-4377-B6C9-DFE72A5DC89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468" name="Flowchart: Connector 6467">
                            <a:extLst>
                              <a:ext uri="{FF2B5EF4-FFF2-40B4-BE49-F238E27FC236}">
                                <a16:creationId xmlns:a16="http://schemas.microsoft.com/office/drawing/2014/main" id="{FC3249E7-26A7-4396-A7CF-E4022503C80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469" name="Flowchart: Connector 6468">
                            <a:extLst>
                              <a:ext uri="{FF2B5EF4-FFF2-40B4-BE49-F238E27FC236}">
                                <a16:creationId xmlns:a16="http://schemas.microsoft.com/office/drawing/2014/main" id="{DF344456-7B89-42EA-905E-0581F7C78B4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470" name="Flowchart: Connector 6469">
                            <a:extLst>
                              <a:ext uri="{FF2B5EF4-FFF2-40B4-BE49-F238E27FC236}">
                                <a16:creationId xmlns:a16="http://schemas.microsoft.com/office/drawing/2014/main" id="{09CBDB20-0994-4281-9235-86F9D193E12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471" name="Flowchart: Connector 6470">
                            <a:extLst>
                              <a:ext uri="{FF2B5EF4-FFF2-40B4-BE49-F238E27FC236}">
                                <a16:creationId xmlns:a16="http://schemas.microsoft.com/office/drawing/2014/main" id="{A2A2B8C3-3C24-4753-B1D0-5C4BCFAA414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472" name="Flowchart: Connector 6471">
                            <a:extLst>
                              <a:ext uri="{FF2B5EF4-FFF2-40B4-BE49-F238E27FC236}">
                                <a16:creationId xmlns:a16="http://schemas.microsoft.com/office/drawing/2014/main" id="{BCFEEF88-C3C3-40A7-9E96-F42D71B4E0C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473" name="Flowchart: Connector 6472">
                            <a:extLst>
                              <a:ext uri="{FF2B5EF4-FFF2-40B4-BE49-F238E27FC236}">
                                <a16:creationId xmlns:a16="http://schemas.microsoft.com/office/drawing/2014/main" id="{0821B30D-23F1-4C67-A3F6-AC28FA8CF19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474" name="Flowchart: Connector 6473">
                            <a:extLst>
                              <a:ext uri="{FF2B5EF4-FFF2-40B4-BE49-F238E27FC236}">
                                <a16:creationId xmlns:a16="http://schemas.microsoft.com/office/drawing/2014/main" id="{2CF36E16-CC46-49D6-9CCC-57E882326FF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475" name="Flowchart: Connector 6474">
                            <a:extLst>
                              <a:ext uri="{FF2B5EF4-FFF2-40B4-BE49-F238E27FC236}">
                                <a16:creationId xmlns:a16="http://schemas.microsoft.com/office/drawing/2014/main" id="{D0A8EB24-F822-4928-89A7-3DB71DE1155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476" name="3D Model 6475" descr="Sphere">
                                <a:extLst>
                                  <a:ext uri="{FF2B5EF4-FFF2-40B4-BE49-F238E27FC236}">
                                    <a16:creationId xmlns:a16="http://schemas.microsoft.com/office/drawing/2014/main" id="{F9E067D1-68AF-4A01-8AE1-E829DF25625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10564390"/>
                                  </p:ext>
                                </p:extLst>
                              </p:nvPr>
                            </p:nvGraphicFramePr>
                            <p:xfrm>
                              <a:off x="2123911" y="1501770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17" name="3D Model 616" descr="Sphere">
                                <a:extLst>
                                  <a:ext uri="{FF2B5EF4-FFF2-40B4-BE49-F238E27FC236}">
                                    <a16:creationId xmlns:a16="http://schemas.microsoft.com/office/drawing/2014/main" id="{AC68C940-5F1F-43C8-B096-655526A747E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03234" y="2222860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477" name="Flowchart: Connector 6476">
                            <a:extLst>
                              <a:ext uri="{FF2B5EF4-FFF2-40B4-BE49-F238E27FC236}">
                                <a16:creationId xmlns:a16="http://schemas.microsoft.com/office/drawing/2014/main" id="{60D8DBFD-496A-424D-B081-642CCDFA4DE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478" name="3D Model 6477" descr="Sphere">
                                <a:extLst>
                                  <a:ext uri="{FF2B5EF4-FFF2-40B4-BE49-F238E27FC236}">
                                    <a16:creationId xmlns:a16="http://schemas.microsoft.com/office/drawing/2014/main" id="{B82DDA49-58CF-49B7-8C42-9C602B78138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945779858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19" name="3D Model 618" descr="Sphere">
                                <a:extLst>
                                  <a:ext uri="{FF2B5EF4-FFF2-40B4-BE49-F238E27FC236}">
                                    <a16:creationId xmlns:a16="http://schemas.microsoft.com/office/drawing/2014/main" id="{CB029D8D-582B-46D9-A1AA-3CD7B3366185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45058" y="2237548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479" name="Flowchart: Connector 6478">
                            <a:extLst>
                              <a:ext uri="{FF2B5EF4-FFF2-40B4-BE49-F238E27FC236}">
                                <a16:creationId xmlns:a16="http://schemas.microsoft.com/office/drawing/2014/main" id="{3429254D-88CC-4941-824A-C7FAF567349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93292" y="171776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480" name="3D Model 6479" descr="Sphere">
                                <a:extLst>
                                  <a:ext uri="{FF2B5EF4-FFF2-40B4-BE49-F238E27FC236}">
                                    <a16:creationId xmlns:a16="http://schemas.microsoft.com/office/drawing/2014/main" id="{890249E2-DF32-412C-AA1B-B7233F75365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601651160"/>
                                  </p:ext>
                                </p:extLst>
                              </p:nvPr>
                            </p:nvGraphicFramePr>
                            <p:xfrm>
                              <a:off x="2622429" y="163823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21" name="3D Model 620" descr="Sphere">
                                <a:extLst>
                                  <a:ext uri="{FF2B5EF4-FFF2-40B4-BE49-F238E27FC236}">
                                    <a16:creationId xmlns:a16="http://schemas.microsoft.com/office/drawing/2014/main" id="{C00C5F72-38F1-4F9B-B38E-948D1AB1FFB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89830" y="224856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481" name="Flowchart: Connector 6480">
                            <a:extLst>
                              <a:ext uri="{FF2B5EF4-FFF2-40B4-BE49-F238E27FC236}">
                                <a16:creationId xmlns:a16="http://schemas.microsoft.com/office/drawing/2014/main" id="{2A9BBCA2-7916-4CFC-804A-F6ED3CEFA19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482" name="3D Model 6481" descr="Sphere">
                                <a:extLst>
                                  <a:ext uri="{FF2B5EF4-FFF2-40B4-BE49-F238E27FC236}">
                                    <a16:creationId xmlns:a16="http://schemas.microsoft.com/office/drawing/2014/main" id="{3896463F-1028-499B-AF49-EA44095C081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449510366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23" name="3D Model 622" descr="Sphere">
                                <a:extLst>
                                  <a:ext uri="{FF2B5EF4-FFF2-40B4-BE49-F238E27FC236}">
                                    <a16:creationId xmlns:a16="http://schemas.microsoft.com/office/drawing/2014/main" id="{8B621330-C9CB-4BC0-8038-E231D6DCDA2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434154" y="2265581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6318" name="Group 6317">
                        <a:extLst>
                          <a:ext uri="{FF2B5EF4-FFF2-40B4-BE49-F238E27FC236}">
                            <a16:creationId xmlns:a16="http://schemas.microsoft.com/office/drawing/2014/main" id="{04220FCB-EA5D-4663-A363-CF74986AFA7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547436" y="2361226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6459" name="Flowchart: Connector 6458">
                          <a:extLst>
                            <a:ext uri="{FF2B5EF4-FFF2-40B4-BE49-F238E27FC236}">
                              <a16:creationId xmlns:a16="http://schemas.microsoft.com/office/drawing/2014/main" id="{5BEF2657-D1A7-46AE-A8BA-FDD5289209C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460" name="Flowchart: Connector 6459">
                          <a:extLst>
                            <a:ext uri="{FF2B5EF4-FFF2-40B4-BE49-F238E27FC236}">
                              <a16:creationId xmlns:a16="http://schemas.microsoft.com/office/drawing/2014/main" id="{687BCE31-93FD-496E-8559-ABC0EF9F2B3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461" name="Flowchart: Connector 6460">
                          <a:extLst>
                            <a:ext uri="{FF2B5EF4-FFF2-40B4-BE49-F238E27FC236}">
                              <a16:creationId xmlns:a16="http://schemas.microsoft.com/office/drawing/2014/main" id="{FA02A1A0-E5C2-4D10-87DB-03184E68BE8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6319" name="Flowchart: Connector 6318">
                        <a:extLst>
                          <a:ext uri="{FF2B5EF4-FFF2-40B4-BE49-F238E27FC236}">
                            <a16:creationId xmlns:a16="http://schemas.microsoft.com/office/drawing/2014/main" id="{6748F165-9D3D-4C4E-9933-B75C2FB081C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19794" y="212254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320" name="Flowchart: Connector 6319">
                        <a:extLst>
                          <a:ext uri="{FF2B5EF4-FFF2-40B4-BE49-F238E27FC236}">
                            <a16:creationId xmlns:a16="http://schemas.microsoft.com/office/drawing/2014/main" id="{CF63A33C-B6B1-47C4-8606-7F17D392E71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74020" y="218539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6321" name="Group 6320">
                        <a:extLst>
                          <a:ext uri="{FF2B5EF4-FFF2-40B4-BE49-F238E27FC236}">
                            <a16:creationId xmlns:a16="http://schemas.microsoft.com/office/drawing/2014/main" id="{225466DD-595B-45D0-8FC2-320DAA657661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18957">
                        <a:off x="941432" y="2025443"/>
                        <a:ext cx="710250" cy="369080"/>
                        <a:chOff x="854932" y="2290871"/>
                        <a:chExt cx="710250" cy="369080"/>
                      </a:xfrm>
                    </p:grpSpPr>
                    <p:sp>
                      <p:nvSpPr>
                        <p:cNvPr id="6456" name="Flowchart: Connector 6455">
                          <a:extLst>
                            <a:ext uri="{FF2B5EF4-FFF2-40B4-BE49-F238E27FC236}">
                              <a16:creationId xmlns:a16="http://schemas.microsoft.com/office/drawing/2014/main" id="{41BB6619-A719-4444-B71A-97690BAE896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2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457" name="Flowchart: Connector 6456">
                          <a:extLst>
                            <a:ext uri="{FF2B5EF4-FFF2-40B4-BE49-F238E27FC236}">
                              <a16:creationId xmlns:a16="http://schemas.microsoft.com/office/drawing/2014/main" id="{BFABA112-0DC8-42DD-8D86-65FF3DFF1AE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1897" y="2377722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458" name="Flowchart: Connector 6457">
                          <a:extLst>
                            <a:ext uri="{FF2B5EF4-FFF2-40B4-BE49-F238E27FC236}">
                              <a16:creationId xmlns:a16="http://schemas.microsoft.com/office/drawing/2014/main" id="{99FEFFC1-4535-475A-A628-BF70C58C1A5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53323" y="244395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6322" name="Group 6321">
                        <a:extLst>
                          <a:ext uri="{FF2B5EF4-FFF2-40B4-BE49-F238E27FC236}">
                            <a16:creationId xmlns:a16="http://schemas.microsoft.com/office/drawing/2014/main" id="{C5E2E42C-58BC-406E-BCA6-2402786317E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21287" y="1995259"/>
                        <a:ext cx="1102917" cy="1484052"/>
                        <a:chOff x="2085712" y="1515698"/>
                        <a:chExt cx="1102917" cy="1484052"/>
                      </a:xfrm>
                    </p:grpSpPr>
                    <p:grpSp>
                      <p:nvGrpSpPr>
                        <p:cNvPr id="6391" name="Group 6390">
                          <a:extLst>
                            <a:ext uri="{FF2B5EF4-FFF2-40B4-BE49-F238E27FC236}">
                              <a16:creationId xmlns:a16="http://schemas.microsoft.com/office/drawing/2014/main" id="{FE512967-B2B0-464A-82FA-70237B67978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5712" y="1648950"/>
                          <a:ext cx="105765" cy="1037981"/>
                          <a:chOff x="1796341" y="2343196"/>
                          <a:chExt cx="105765" cy="1037981"/>
                        </a:xfrm>
                      </p:grpSpPr>
                      <p:sp>
                        <p:nvSpPr>
                          <p:cNvPr id="6452" name="Flowchart: Connector 6451">
                            <a:extLst>
                              <a:ext uri="{FF2B5EF4-FFF2-40B4-BE49-F238E27FC236}">
                                <a16:creationId xmlns:a16="http://schemas.microsoft.com/office/drawing/2014/main" id="{D20C891C-6591-445E-A46A-971920992B4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453" name="Flowchart: Connector 6452">
                            <a:extLst>
                              <a:ext uri="{FF2B5EF4-FFF2-40B4-BE49-F238E27FC236}">
                                <a16:creationId xmlns:a16="http://schemas.microsoft.com/office/drawing/2014/main" id="{0BC9FB9F-BA2D-4A26-83A6-02321C05A50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454" name="Flowchart: Connector 6453">
                            <a:extLst>
                              <a:ext uri="{FF2B5EF4-FFF2-40B4-BE49-F238E27FC236}">
                                <a16:creationId xmlns:a16="http://schemas.microsoft.com/office/drawing/2014/main" id="{C311F09A-9AC2-4555-B0BE-FF1199C467C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455" name="Flowchart: Connector 6454">
                            <a:extLst>
                              <a:ext uri="{FF2B5EF4-FFF2-40B4-BE49-F238E27FC236}">
                                <a16:creationId xmlns:a16="http://schemas.microsoft.com/office/drawing/2014/main" id="{F798B02D-9959-4F94-8DC9-A0CD6C47683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796341" y="2343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6392" name="Group 6391">
                          <a:extLst>
                            <a:ext uri="{FF2B5EF4-FFF2-40B4-BE49-F238E27FC236}">
                              <a16:creationId xmlns:a16="http://schemas.microsoft.com/office/drawing/2014/main" id="{FFD934BC-35AD-45FE-99E1-498256957AF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15698"/>
                          <a:ext cx="1074397" cy="1484052"/>
                          <a:chOff x="2114232" y="1515698"/>
                          <a:chExt cx="1074397" cy="1484052"/>
                        </a:xfrm>
                      </p:grpSpPr>
                      <p:grpSp>
                        <p:nvGrpSpPr>
                          <p:cNvPr id="6393" name="Group 6392">
                            <a:extLst>
                              <a:ext uri="{FF2B5EF4-FFF2-40B4-BE49-F238E27FC236}">
                                <a16:creationId xmlns:a16="http://schemas.microsoft.com/office/drawing/2014/main" id="{43D5CBAC-CF21-4240-941D-562C22BD922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6444" name="Flowchart: Connector 6443">
                              <a:extLst>
                                <a:ext uri="{FF2B5EF4-FFF2-40B4-BE49-F238E27FC236}">
                                  <a16:creationId xmlns:a16="http://schemas.microsoft.com/office/drawing/2014/main" id="{ACE0417F-1BE4-4172-A78C-BFDF2BED9E3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445" name="3D Model 6444" descr="Sphere">
                                  <a:extLst>
                                    <a:ext uri="{FF2B5EF4-FFF2-40B4-BE49-F238E27FC236}">
                                      <a16:creationId xmlns:a16="http://schemas.microsoft.com/office/drawing/2014/main" id="{98B0E81E-B7AD-4016-9145-D551D1E348C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085343593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446" name="Flowchart: Connector 6445">
                              <a:extLst>
                                <a:ext uri="{FF2B5EF4-FFF2-40B4-BE49-F238E27FC236}">
                                  <a16:creationId xmlns:a16="http://schemas.microsoft.com/office/drawing/2014/main" id="{421719D2-CBAA-4857-AED4-436FC00D38F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447" name="3D Model 6446" descr="Sphere">
                                  <a:extLst>
                                    <a:ext uri="{FF2B5EF4-FFF2-40B4-BE49-F238E27FC236}">
                                      <a16:creationId xmlns:a16="http://schemas.microsoft.com/office/drawing/2014/main" id="{8415414C-9412-4DEA-8CD1-9C4995298FB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137631568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448" name="Flowchart: Connector 6447">
                              <a:extLst>
                                <a:ext uri="{FF2B5EF4-FFF2-40B4-BE49-F238E27FC236}">
                                  <a16:creationId xmlns:a16="http://schemas.microsoft.com/office/drawing/2014/main" id="{133C0BDA-D069-4230-A3F9-6973F6D9281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449" name="3D Model 6448" descr="Sphere">
                                  <a:extLst>
                                    <a:ext uri="{FF2B5EF4-FFF2-40B4-BE49-F238E27FC236}">
                                      <a16:creationId xmlns:a16="http://schemas.microsoft.com/office/drawing/2014/main" id="{4F2612E1-9C57-4E66-9AD5-25F8AFA80CA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0632797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450" name="Flowchart: Connector 6449">
                              <a:extLst>
                                <a:ext uri="{FF2B5EF4-FFF2-40B4-BE49-F238E27FC236}">
                                  <a16:creationId xmlns:a16="http://schemas.microsoft.com/office/drawing/2014/main" id="{532E6C67-D274-44F3-AC1A-9881EB4C90A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451" name="3D Model 6450" descr="Sphere">
                                  <a:extLst>
                                    <a:ext uri="{FF2B5EF4-FFF2-40B4-BE49-F238E27FC236}">
                                      <a16:creationId xmlns:a16="http://schemas.microsoft.com/office/drawing/2014/main" id="{B1D5D409-F930-4C18-8319-825E8E5600F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963651173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6394" name="Group 6393">
                            <a:extLst>
                              <a:ext uri="{FF2B5EF4-FFF2-40B4-BE49-F238E27FC236}">
                                <a16:creationId xmlns:a16="http://schemas.microsoft.com/office/drawing/2014/main" id="{F87802BB-1F89-4CBE-95A0-C8EE4C1E91E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6428" name="Flowchart: Connector 6427">
                              <a:extLst>
                                <a:ext uri="{FF2B5EF4-FFF2-40B4-BE49-F238E27FC236}">
                                  <a16:creationId xmlns:a16="http://schemas.microsoft.com/office/drawing/2014/main" id="{A896DAA1-51A9-4A15-87C3-F795E15A2EF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429" name="Flowchart: Connector 6428">
                              <a:extLst>
                                <a:ext uri="{FF2B5EF4-FFF2-40B4-BE49-F238E27FC236}">
                                  <a16:creationId xmlns:a16="http://schemas.microsoft.com/office/drawing/2014/main" id="{22C93F46-7D16-41A0-8DF2-7EE87158FBD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430" name="Flowchart: Connector 6429">
                              <a:extLst>
                                <a:ext uri="{FF2B5EF4-FFF2-40B4-BE49-F238E27FC236}">
                                  <a16:creationId xmlns:a16="http://schemas.microsoft.com/office/drawing/2014/main" id="{EBB3A378-A21E-4054-B58E-16A4B96741B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431" name="Flowchart: Connector 6430">
                              <a:extLst>
                                <a:ext uri="{FF2B5EF4-FFF2-40B4-BE49-F238E27FC236}">
                                  <a16:creationId xmlns:a16="http://schemas.microsoft.com/office/drawing/2014/main" id="{B41B8447-A8E4-4151-ABBD-EAAAB254D89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432" name="Flowchart: Connector 6431">
                              <a:extLst>
                                <a:ext uri="{FF2B5EF4-FFF2-40B4-BE49-F238E27FC236}">
                                  <a16:creationId xmlns:a16="http://schemas.microsoft.com/office/drawing/2014/main" id="{CD34F76C-2737-4104-86AF-164561AD54C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433" name="Flowchart: Connector 6432">
                              <a:extLst>
                                <a:ext uri="{FF2B5EF4-FFF2-40B4-BE49-F238E27FC236}">
                                  <a16:creationId xmlns:a16="http://schemas.microsoft.com/office/drawing/2014/main" id="{8A14E2F8-05CC-4E22-B7CA-6BC8293BFB5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434" name="Flowchart: Connector 6433">
                              <a:extLst>
                                <a:ext uri="{FF2B5EF4-FFF2-40B4-BE49-F238E27FC236}">
                                  <a16:creationId xmlns:a16="http://schemas.microsoft.com/office/drawing/2014/main" id="{675AF243-A39D-47F9-A8EF-F70F08C4E0B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435" name="Flowchart: Connector 6434">
                              <a:extLst>
                                <a:ext uri="{FF2B5EF4-FFF2-40B4-BE49-F238E27FC236}">
                                  <a16:creationId xmlns:a16="http://schemas.microsoft.com/office/drawing/2014/main" id="{E6BEC33E-8D55-4762-A38D-42A167EFC545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436" name="Flowchart: Connector 6435">
                              <a:extLst>
                                <a:ext uri="{FF2B5EF4-FFF2-40B4-BE49-F238E27FC236}">
                                  <a16:creationId xmlns:a16="http://schemas.microsoft.com/office/drawing/2014/main" id="{334F5FEF-332B-4A7A-89B4-E9EB3F853FC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437" name="3D Model 6436" descr="Sphere">
                                  <a:extLst>
                                    <a:ext uri="{FF2B5EF4-FFF2-40B4-BE49-F238E27FC236}">
                                      <a16:creationId xmlns:a16="http://schemas.microsoft.com/office/drawing/2014/main" id="{D6DEE5B9-BCD3-4C72-98A7-33AA088C82B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51423987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438" name="Flowchart: Connector 6437">
                              <a:extLst>
                                <a:ext uri="{FF2B5EF4-FFF2-40B4-BE49-F238E27FC236}">
                                  <a16:creationId xmlns:a16="http://schemas.microsoft.com/office/drawing/2014/main" id="{CA676460-6EE8-498D-8829-2FEC4608F0E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439" name="3D Model 6438" descr="Sphere">
                                  <a:extLst>
                                    <a:ext uri="{FF2B5EF4-FFF2-40B4-BE49-F238E27FC236}">
                                      <a16:creationId xmlns:a16="http://schemas.microsoft.com/office/drawing/2014/main" id="{7099809C-5094-4961-8DCB-78ACAFCA291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99215291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440" name="Flowchart: Connector 6439">
                              <a:extLst>
                                <a:ext uri="{FF2B5EF4-FFF2-40B4-BE49-F238E27FC236}">
                                  <a16:creationId xmlns:a16="http://schemas.microsoft.com/office/drawing/2014/main" id="{33807AED-B0A0-47DA-A506-699B3FBB00A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441" name="3D Model 6440" descr="Sphere">
                                  <a:extLst>
                                    <a:ext uri="{FF2B5EF4-FFF2-40B4-BE49-F238E27FC236}">
                                      <a16:creationId xmlns:a16="http://schemas.microsoft.com/office/drawing/2014/main" id="{39708E3C-A33D-4D01-B48F-B28ACE086E3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81551030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442" name="Flowchart: Connector 6441">
                              <a:extLst>
                                <a:ext uri="{FF2B5EF4-FFF2-40B4-BE49-F238E27FC236}">
                                  <a16:creationId xmlns:a16="http://schemas.microsoft.com/office/drawing/2014/main" id="{0803B06E-5FB8-4F35-BAD5-C96666A72D1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443" name="3D Model 6442" descr="Sphere">
                                  <a:extLst>
                                    <a:ext uri="{FF2B5EF4-FFF2-40B4-BE49-F238E27FC236}">
                                      <a16:creationId xmlns:a16="http://schemas.microsoft.com/office/drawing/2014/main" id="{B052132D-2C20-497A-9373-12E6B52E148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36400002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6395" name="Group 6394">
                            <a:extLst>
                              <a:ext uri="{FF2B5EF4-FFF2-40B4-BE49-F238E27FC236}">
                                <a16:creationId xmlns:a16="http://schemas.microsoft.com/office/drawing/2014/main" id="{F9ABF9F6-1770-4B41-924E-541358F5DD4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6412" name="Flowchart: Connector 6411">
                              <a:extLst>
                                <a:ext uri="{FF2B5EF4-FFF2-40B4-BE49-F238E27FC236}">
                                  <a16:creationId xmlns:a16="http://schemas.microsoft.com/office/drawing/2014/main" id="{BCAC83FC-647A-4AB3-A9F3-02460C08697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413" name="Flowchart: Connector 6412">
                              <a:extLst>
                                <a:ext uri="{FF2B5EF4-FFF2-40B4-BE49-F238E27FC236}">
                                  <a16:creationId xmlns:a16="http://schemas.microsoft.com/office/drawing/2014/main" id="{9199D6CB-74B8-4A4E-8647-56C7281D448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414" name="Flowchart: Connector 6413">
                              <a:extLst>
                                <a:ext uri="{FF2B5EF4-FFF2-40B4-BE49-F238E27FC236}">
                                  <a16:creationId xmlns:a16="http://schemas.microsoft.com/office/drawing/2014/main" id="{DBB048C7-9F72-4E5E-B89E-6503C0A4694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415" name="Flowchart: Connector 6414">
                              <a:extLst>
                                <a:ext uri="{FF2B5EF4-FFF2-40B4-BE49-F238E27FC236}">
                                  <a16:creationId xmlns:a16="http://schemas.microsoft.com/office/drawing/2014/main" id="{6CF6200A-06AF-43F9-873A-C8C1173FDF5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416" name="Flowchart: Connector 6415">
                              <a:extLst>
                                <a:ext uri="{FF2B5EF4-FFF2-40B4-BE49-F238E27FC236}">
                                  <a16:creationId xmlns:a16="http://schemas.microsoft.com/office/drawing/2014/main" id="{D3E1AA5D-D53B-49B3-B850-BAA49683190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417" name="Flowchart: Connector 6416">
                              <a:extLst>
                                <a:ext uri="{FF2B5EF4-FFF2-40B4-BE49-F238E27FC236}">
                                  <a16:creationId xmlns:a16="http://schemas.microsoft.com/office/drawing/2014/main" id="{0BFC7827-FC95-4F52-BC7B-D9EC44B9747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418" name="Flowchart: Connector 6417">
                              <a:extLst>
                                <a:ext uri="{FF2B5EF4-FFF2-40B4-BE49-F238E27FC236}">
                                  <a16:creationId xmlns:a16="http://schemas.microsoft.com/office/drawing/2014/main" id="{F1810BE2-C86E-4EBF-A1C0-CB1E65DCE5E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419" name="Flowchart: Connector 6418">
                              <a:extLst>
                                <a:ext uri="{FF2B5EF4-FFF2-40B4-BE49-F238E27FC236}">
                                  <a16:creationId xmlns:a16="http://schemas.microsoft.com/office/drawing/2014/main" id="{BD8DCD0A-907E-4686-8726-517210249B3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420" name="Flowchart: Connector 6419">
                              <a:extLst>
                                <a:ext uri="{FF2B5EF4-FFF2-40B4-BE49-F238E27FC236}">
                                  <a16:creationId xmlns:a16="http://schemas.microsoft.com/office/drawing/2014/main" id="{1F07003C-344C-45C9-8C90-696C3ADFB47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421" name="3D Model 6420" descr="Sphere">
                                  <a:extLst>
                                    <a:ext uri="{FF2B5EF4-FFF2-40B4-BE49-F238E27FC236}">
                                      <a16:creationId xmlns:a16="http://schemas.microsoft.com/office/drawing/2014/main" id="{BE4A8ABD-4233-4B7D-BB7E-6BC3CC905F1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526135656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422" name="Flowchart: Connector 6421">
                              <a:extLst>
                                <a:ext uri="{FF2B5EF4-FFF2-40B4-BE49-F238E27FC236}">
                                  <a16:creationId xmlns:a16="http://schemas.microsoft.com/office/drawing/2014/main" id="{439C6F80-F4EB-42DF-9B5A-8C09B79B36C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423" name="3D Model 6422" descr="Sphere">
                                  <a:extLst>
                                    <a:ext uri="{FF2B5EF4-FFF2-40B4-BE49-F238E27FC236}">
                                      <a16:creationId xmlns:a16="http://schemas.microsoft.com/office/drawing/2014/main" id="{5234C63A-4191-4A80-9134-5D85947C566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178653277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424" name="Flowchart: Connector 6423">
                              <a:extLst>
                                <a:ext uri="{FF2B5EF4-FFF2-40B4-BE49-F238E27FC236}">
                                  <a16:creationId xmlns:a16="http://schemas.microsoft.com/office/drawing/2014/main" id="{A98A377A-4BC3-410E-9C69-CC90D09906C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425" name="3D Model 6424" descr="Sphere">
                                  <a:extLst>
                                    <a:ext uri="{FF2B5EF4-FFF2-40B4-BE49-F238E27FC236}">
                                      <a16:creationId xmlns:a16="http://schemas.microsoft.com/office/drawing/2014/main" id="{2FA0E87B-2BB3-4707-B429-43E3E4FFE9E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042831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426" name="Flowchart: Connector 6425">
                              <a:extLst>
                                <a:ext uri="{FF2B5EF4-FFF2-40B4-BE49-F238E27FC236}">
                                  <a16:creationId xmlns:a16="http://schemas.microsoft.com/office/drawing/2014/main" id="{7A753E2D-71C4-4D45-A166-ED4C04ED2AA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427" name="3D Model 6426" descr="Sphere">
                                  <a:extLst>
                                    <a:ext uri="{FF2B5EF4-FFF2-40B4-BE49-F238E27FC236}">
                                      <a16:creationId xmlns:a16="http://schemas.microsoft.com/office/drawing/2014/main" id="{B4596841-1982-4BF7-BB3A-69589EA27D9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2446315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6396" name="Flowchart: Connector 6395">
                            <a:extLst>
                              <a:ext uri="{FF2B5EF4-FFF2-40B4-BE49-F238E27FC236}">
                                <a16:creationId xmlns:a16="http://schemas.microsoft.com/office/drawing/2014/main" id="{A9816D65-52E1-4994-8EF6-E9C90C778E7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397" name="Flowchart: Connector 6396">
                            <a:extLst>
                              <a:ext uri="{FF2B5EF4-FFF2-40B4-BE49-F238E27FC236}">
                                <a16:creationId xmlns:a16="http://schemas.microsoft.com/office/drawing/2014/main" id="{C001565C-BA17-47D7-BAAD-F21EE954F36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398" name="Flowchart: Connector 6397">
                            <a:extLst>
                              <a:ext uri="{FF2B5EF4-FFF2-40B4-BE49-F238E27FC236}">
                                <a16:creationId xmlns:a16="http://schemas.microsoft.com/office/drawing/2014/main" id="{583AC1C5-68AA-4AB6-BDD5-CA879FDE9F2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399" name="Flowchart: Connector 6398">
                            <a:extLst>
                              <a:ext uri="{FF2B5EF4-FFF2-40B4-BE49-F238E27FC236}">
                                <a16:creationId xmlns:a16="http://schemas.microsoft.com/office/drawing/2014/main" id="{A79093AF-3F43-4E52-B799-498AE6F441E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400" name="Flowchart: Connector 6399">
                            <a:extLst>
                              <a:ext uri="{FF2B5EF4-FFF2-40B4-BE49-F238E27FC236}">
                                <a16:creationId xmlns:a16="http://schemas.microsoft.com/office/drawing/2014/main" id="{0EC11371-624C-4F25-B8EC-FED3F63058D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401" name="Flowchart: Connector 6400">
                            <a:extLst>
                              <a:ext uri="{FF2B5EF4-FFF2-40B4-BE49-F238E27FC236}">
                                <a16:creationId xmlns:a16="http://schemas.microsoft.com/office/drawing/2014/main" id="{D0B2DAFE-BBF7-4D16-94EE-185F62831AA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402" name="Flowchart: Connector 6401">
                            <a:extLst>
                              <a:ext uri="{FF2B5EF4-FFF2-40B4-BE49-F238E27FC236}">
                                <a16:creationId xmlns:a16="http://schemas.microsoft.com/office/drawing/2014/main" id="{A4C4E735-426E-4881-AE2C-EB1715FB9DA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403" name="Flowchart: Connector 6402">
                            <a:extLst>
                              <a:ext uri="{FF2B5EF4-FFF2-40B4-BE49-F238E27FC236}">
                                <a16:creationId xmlns:a16="http://schemas.microsoft.com/office/drawing/2014/main" id="{894FF65F-EFA5-427B-99A6-86548636F72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404" name="Flowchart: Connector 6403">
                            <a:extLst>
                              <a:ext uri="{FF2B5EF4-FFF2-40B4-BE49-F238E27FC236}">
                                <a16:creationId xmlns:a16="http://schemas.microsoft.com/office/drawing/2014/main" id="{41E91B1C-7F09-4F0F-BB9A-D06DD89FBD6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405" name="3D Model 6404" descr="Sphere">
                                <a:extLst>
                                  <a:ext uri="{FF2B5EF4-FFF2-40B4-BE49-F238E27FC236}">
                                    <a16:creationId xmlns:a16="http://schemas.microsoft.com/office/drawing/2014/main" id="{3D3D8495-A412-4167-96E3-1E2384E01D4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604402500"/>
                                  </p:ext>
                                </p:extLst>
                              </p:nvPr>
                            </p:nvGraphicFramePr>
                            <p:xfrm>
                              <a:off x="2127272" y="1515698"/>
                              <a:ext cx="299738" cy="29973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7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4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6" name="3D Model 545" descr="Sphere">
                                <a:extLst>
                                  <a:ext uri="{FF2B5EF4-FFF2-40B4-BE49-F238E27FC236}">
                                    <a16:creationId xmlns:a16="http://schemas.microsoft.com/office/drawing/2014/main" id="{0CD0AE2B-7060-451E-8741-37985044F70A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264878" y="2242625"/>
                                <a:ext cx="52067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406" name="Flowchart: Connector 6405">
                            <a:extLst>
                              <a:ext uri="{FF2B5EF4-FFF2-40B4-BE49-F238E27FC236}">
                                <a16:creationId xmlns:a16="http://schemas.microsoft.com/office/drawing/2014/main" id="{3BA93A4D-9714-4F85-95BB-95C9F95C466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407" name="3D Model 6406" descr="Sphere">
                                <a:extLst>
                                  <a:ext uri="{FF2B5EF4-FFF2-40B4-BE49-F238E27FC236}">
                                    <a16:creationId xmlns:a16="http://schemas.microsoft.com/office/drawing/2014/main" id="{577A0925-6A80-4DB0-ABD2-6332D204877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93031211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8" name="3D Model 547" descr="Sphere">
                                <a:extLst>
                                  <a:ext uri="{FF2B5EF4-FFF2-40B4-BE49-F238E27FC236}">
                                    <a16:creationId xmlns:a16="http://schemas.microsoft.com/office/drawing/2014/main" id="{0AC25DCD-1727-4856-A8A9-94402AE6CBC2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06118" y="2254689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408" name="Flowchart: Connector 6407">
                            <a:extLst>
                              <a:ext uri="{FF2B5EF4-FFF2-40B4-BE49-F238E27FC236}">
                                <a16:creationId xmlns:a16="http://schemas.microsoft.com/office/drawing/2014/main" id="{D19F3567-F204-4BDD-AE8D-C5BC1356340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6940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409" name="3D Model 6408" descr="Sphere">
                                <a:extLst>
                                  <a:ext uri="{FF2B5EF4-FFF2-40B4-BE49-F238E27FC236}">
                                    <a16:creationId xmlns:a16="http://schemas.microsoft.com/office/drawing/2014/main" id="{1F02E189-1C4C-4142-81FD-08CC98EA64B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12128179"/>
                                  </p:ext>
                                </p:extLst>
                              </p:nvPr>
                            </p:nvGraphicFramePr>
                            <p:xfrm>
                              <a:off x="2609177" y="164853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0" name="3D Model 549" descr="Sphere">
                                <a:extLst>
                                  <a:ext uri="{FF2B5EF4-FFF2-40B4-BE49-F238E27FC236}">
                                    <a16:creationId xmlns:a16="http://schemas.microsoft.com/office/drawing/2014/main" id="{4EAC2773-26EB-4766-B406-04604BF828A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48588" y="226764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410" name="Flowchart: Connector 6409">
                            <a:extLst>
                              <a:ext uri="{FF2B5EF4-FFF2-40B4-BE49-F238E27FC236}">
                                <a16:creationId xmlns:a16="http://schemas.microsoft.com/office/drawing/2014/main" id="{4BDBCD30-1825-45B5-BB79-FCD0EA73CEE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411" name="3D Model 6410" descr="Sphere">
                                <a:extLst>
                                  <a:ext uri="{FF2B5EF4-FFF2-40B4-BE49-F238E27FC236}">
                                    <a16:creationId xmlns:a16="http://schemas.microsoft.com/office/drawing/2014/main" id="{72688D5C-245D-456E-8B2B-D538A2E2655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561031793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2" name="3D Model 551" descr="Sphere">
                                <a:extLst>
                                  <a:ext uri="{FF2B5EF4-FFF2-40B4-BE49-F238E27FC236}">
                                    <a16:creationId xmlns:a16="http://schemas.microsoft.com/office/drawing/2014/main" id="{0A649C7F-F2E3-493F-BCFA-E4B276505982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95214" y="2282723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sp>
                    <p:nvSpPr>
                      <p:cNvPr id="6323" name="Flowchart: Connector 6322">
                        <a:extLst>
                          <a:ext uri="{FF2B5EF4-FFF2-40B4-BE49-F238E27FC236}">
                            <a16:creationId xmlns:a16="http://schemas.microsoft.com/office/drawing/2014/main" id="{7E8323AF-2A53-41C5-ADAD-CA519BACAF1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06374" y="21384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324" name="Flowchart: Connector 6323">
                        <a:extLst>
                          <a:ext uri="{FF2B5EF4-FFF2-40B4-BE49-F238E27FC236}">
                            <a16:creationId xmlns:a16="http://schemas.microsoft.com/office/drawing/2014/main" id="{35F2D1F8-F51B-47F0-A57F-181D13EF251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886236" y="22322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325" name="Flowchart: Connector 6324">
                        <a:extLst>
                          <a:ext uri="{FF2B5EF4-FFF2-40B4-BE49-F238E27FC236}">
                            <a16:creationId xmlns:a16="http://schemas.microsoft.com/office/drawing/2014/main" id="{363F5764-E507-483D-BF39-C8625C9D836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952806" y="22254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326" name="Flowchart: Connector 6325">
                        <a:extLst>
                          <a:ext uri="{FF2B5EF4-FFF2-40B4-BE49-F238E27FC236}">
                            <a16:creationId xmlns:a16="http://schemas.microsoft.com/office/drawing/2014/main" id="{80A7779B-A4C8-462E-9314-6B644382976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0272" y="25040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327" name="Flowchart: Connector 6326">
                        <a:extLst>
                          <a:ext uri="{FF2B5EF4-FFF2-40B4-BE49-F238E27FC236}">
                            <a16:creationId xmlns:a16="http://schemas.microsoft.com/office/drawing/2014/main" id="{E5349E31-413B-48FD-B38A-549B4EC53AC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20633" y="28301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328" name="Flowchart: Connector 6327">
                        <a:extLst>
                          <a:ext uri="{FF2B5EF4-FFF2-40B4-BE49-F238E27FC236}">
                            <a16:creationId xmlns:a16="http://schemas.microsoft.com/office/drawing/2014/main" id="{A2C9E5E1-27A1-4F62-A041-79617FC6470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29128" y="231321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329" name="Flowchart: Connector 6328">
                        <a:extLst>
                          <a:ext uri="{FF2B5EF4-FFF2-40B4-BE49-F238E27FC236}">
                            <a16:creationId xmlns:a16="http://schemas.microsoft.com/office/drawing/2014/main" id="{CA78A8A6-5568-4BA9-AA82-0F8F2A656F1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211385" y="230237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330" name="Flowchart: Connector 6329">
                        <a:extLst>
                          <a:ext uri="{FF2B5EF4-FFF2-40B4-BE49-F238E27FC236}">
                            <a16:creationId xmlns:a16="http://schemas.microsoft.com/office/drawing/2014/main" id="{64E3026B-8C06-431F-9FC3-4A477C66F34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1097" y="31484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grpSp>
                    <p:nvGrpSpPr>
                      <p:cNvPr id="6331" name="Group 6330">
                        <a:extLst>
                          <a:ext uri="{FF2B5EF4-FFF2-40B4-BE49-F238E27FC236}">
                            <a16:creationId xmlns:a16="http://schemas.microsoft.com/office/drawing/2014/main" id="{C2BD0CF1-8BA4-4A4A-9844-A068E1B776B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20511" y="2127869"/>
                        <a:ext cx="1073693" cy="1496391"/>
                        <a:chOff x="2114936" y="1503359"/>
                        <a:chExt cx="1073693" cy="1496391"/>
                      </a:xfrm>
                    </p:grpSpPr>
                    <p:grpSp>
                      <p:nvGrpSpPr>
                        <p:cNvPr id="6332" name="Group 6331">
                          <a:extLst>
                            <a:ext uri="{FF2B5EF4-FFF2-40B4-BE49-F238E27FC236}">
                              <a16:creationId xmlns:a16="http://schemas.microsoft.com/office/drawing/2014/main" id="{FF6455F0-75F7-4AC2-9340-612013B273B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7974" y="2474038"/>
                          <a:ext cx="1060655" cy="525712"/>
                          <a:chOff x="3721252" y="1733424"/>
                          <a:chExt cx="1060655" cy="525712"/>
                        </a:xfrm>
                      </p:grpSpPr>
                      <p:sp>
                        <p:nvSpPr>
                          <p:cNvPr id="6383" name="Flowchart: Connector 6382">
                            <a:extLst>
                              <a:ext uri="{FF2B5EF4-FFF2-40B4-BE49-F238E27FC236}">
                                <a16:creationId xmlns:a16="http://schemas.microsoft.com/office/drawing/2014/main" id="{2EDFFFD9-A095-41D6-BD82-C37AD76A26F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384" name="3D Model 6383" descr="Sphere">
                                <a:extLst>
                                  <a:ext uri="{FF2B5EF4-FFF2-40B4-BE49-F238E27FC236}">
                                    <a16:creationId xmlns:a16="http://schemas.microsoft.com/office/drawing/2014/main" id="{8BA64F26-1363-4E56-A304-161704751BC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057378622"/>
                                  </p:ext>
                                </p:extLst>
                              </p:nvPr>
                            </p:nvGraphicFramePr>
                            <p:xfrm>
                              <a:off x="3721252" y="1733424"/>
                              <a:ext cx="299739" cy="299738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6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25" name="3D Model 524" descr="Sphere">
                                <a:extLst>
                                  <a:ext uri="{FF2B5EF4-FFF2-40B4-BE49-F238E27FC236}">
                                    <a16:creationId xmlns:a16="http://schemas.microsoft.com/office/drawing/2014/main" id="{7C296052-BFDD-4E1E-90E9-47DF8A39AA0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225048" y="2450427"/>
                                <a:ext cx="52066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385" name="Flowchart: Connector 6384">
                            <a:extLst>
                              <a:ext uri="{FF2B5EF4-FFF2-40B4-BE49-F238E27FC236}">
                                <a16:creationId xmlns:a16="http://schemas.microsoft.com/office/drawing/2014/main" id="{1E535259-5869-46C4-AB97-355C0C04331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386" name="3D Model 6385" descr="Sphere">
                                <a:extLst>
                                  <a:ext uri="{FF2B5EF4-FFF2-40B4-BE49-F238E27FC236}">
                                    <a16:creationId xmlns:a16="http://schemas.microsoft.com/office/drawing/2014/main" id="{BA491ED4-A61B-4166-B6D2-4AAD0071107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705247675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387" name="Flowchart: Connector 6386">
                            <a:extLst>
                              <a:ext uri="{FF2B5EF4-FFF2-40B4-BE49-F238E27FC236}">
                                <a16:creationId xmlns:a16="http://schemas.microsoft.com/office/drawing/2014/main" id="{662AD91C-DFDB-4400-A8BE-E1DCC37D308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388" name="3D Model 6387" descr="Sphere">
                                <a:extLst>
                                  <a:ext uri="{FF2B5EF4-FFF2-40B4-BE49-F238E27FC236}">
                                    <a16:creationId xmlns:a16="http://schemas.microsoft.com/office/drawing/2014/main" id="{399BE08E-8442-491D-8713-74420AFE9C2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48680697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389" name="Flowchart: Connector 6388">
                            <a:extLst>
                              <a:ext uri="{FF2B5EF4-FFF2-40B4-BE49-F238E27FC236}">
                                <a16:creationId xmlns:a16="http://schemas.microsoft.com/office/drawing/2014/main" id="{5772458A-784F-4133-9932-95662969B7A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390" name="3D Model 6389" descr="Sphere">
                                <a:extLst>
                                  <a:ext uri="{FF2B5EF4-FFF2-40B4-BE49-F238E27FC236}">
                                    <a16:creationId xmlns:a16="http://schemas.microsoft.com/office/drawing/2014/main" id="{A19EE031-4163-4684-9F52-C712B6B9212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185522574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8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6333" name="Group 6332">
                          <a:extLst>
                            <a:ext uri="{FF2B5EF4-FFF2-40B4-BE49-F238E27FC236}">
                              <a16:creationId xmlns:a16="http://schemas.microsoft.com/office/drawing/2014/main" id="{0B95C9B2-1924-4A29-9987-8064D78F41D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4615" y="2140429"/>
                          <a:ext cx="1064014" cy="637179"/>
                          <a:chOff x="3717893" y="1719497"/>
                          <a:chExt cx="1064014" cy="637179"/>
                        </a:xfrm>
                      </p:grpSpPr>
                      <p:sp>
                        <p:nvSpPr>
                          <p:cNvPr id="6367" name="Flowchart: Connector 6366">
                            <a:extLst>
                              <a:ext uri="{FF2B5EF4-FFF2-40B4-BE49-F238E27FC236}">
                                <a16:creationId xmlns:a16="http://schemas.microsoft.com/office/drawing/2014/main" id="{2107C041-B7E3-4925-BC1C-E6D8C508821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368" name="Flowchart: Connector 6367">
                            <a:extLst>
                              <a:ext uri="{FF2B5EF4-FFF2-40B4-BE49-F238E27FC236}">
                                <a16:creationId xmlns:a16="http://schemas.microsoft.com/office/drawing/2014/main" id="{A7E46CD2-3AD3-4993-AA64-5D9F69712B4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369" name="Flowchart: Connector 6368">
                            <a:extLst>
                              <a:ext uri="{FF2B5EF4-FFF2-40B4-BE49-F238E27FC236}">
                                <a16:creationId xmlns:a16="http://schemas.microsoft.com/office/drawing/2014/main" id="{BEF9CFEA-A993-4D2E-84F7-7C515242737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370" name="Flowchart: Connector 6369">
                            <a:extLst>
                              <a:ext uri="{FF2B5EF4-FFF2-40B4-BE49-F238E27FC236}">
                                <a16:creationId xmlns:a16="http://schemas.microsoft.com/office/drawing/2014/main" id="{A4F9E3FD-5BB7-418D-8711-2531A540C4D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371" name="Flowchart: Connector 6370">
                            <a:extLst>
                              <a:ext uri="{FF2B5EF4-FFF2-40B4-BE49-F238E27FC236}">
                                <a16:creationId xmlns:a16="http://schemas.microsoft.com/office/drawing/2014/main" id="{1A3C3584-5DFE-4A7E-B659-B91A23B9B05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372" name="Flowchart: Connector 6371">
                            <a:extLst>
                              <a:ext uri="{FF2B5EF4-FFF2-40B4-BE49-F238E27FC236}">
                                <a16:creationId xmlns:a16="http://schemas.microsoft.com/office/drawing/2014/main" id="{BA250E95-34A6-4B15-B895-F2EFEB6B9B1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373" name="Flowchart: Connector 6372">
                            <a:extLst>
                              <a:ext uri="{FF2B5EF4-FFF2-40B4-BE49-F238E27FC236}">
                                <a16:creationId xmlns:a16="http://schemas.microsoft.com/office/drawing/2014/main" id="{AD3AA54E-28AE-4A72-B9AB-18F1AE216BA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374" name="Flowchart: Connector 6373">
                            <a:extLst>
                              <a:ext uri="{FF2B5EF4-FFF2-40B4-BE49-F238E27FC236}">
                                <a16:creationId xmlns:a16="http://schemas.microsoft.com/office/drawing/2014/main" id="{2075F98D-6826-4813-A457-B6A7D4CBE77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375" name="Flowchart: Connector 6374">
                            <a:extLst>
                              <a:ext uri="{FF2B5EF4-FFF2-40B4-BE49-F238E27FC236}">
                                <a16:creationId xmlns:a16="http://schemas.microsoft.com/office/drawing/2014/main" id="{D8646B40-DFD3-4D39-B1C8-C51049E16C0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376" name="3D Model 6375" descr="Sphere">
                                <a:extLst>
                                  <a:ext uri="{FF2B5EF4-FFF2-40B4-BE49-F238E27FC236}">
                                    <a16:creationId xmlns:a16="http://schemas.microsoft.com/office/drawing/2014/main" id="{256500FB-7B08-486E-A005-EFC0FA99409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895665717"/>
                                  </p:ext>
                                </p:extLst>
                              </p:nvPr>
                            </p:nvGraphicFramePr>
                            <p:xfrm>
                              <a:off x="3717893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17" name="3D Model 516" descr="Sphere">
                                <a:extLst>
                                  <a:ext uri="{FF2B5EF4-FFF2-40B4-BE49-F238E27FC236}">
                                    <a16:creationId xmlns:a16="http://schemas.microsoft.com/office/drawing/2014/main" id="{EEC73CE8-5EF1-49B8-88DD-6C958365703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224464" y="238759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377" name="Flowchart: Connector 6376">
                            <a:extLst>
                              <a:ext uri="{FF2B5EF4-FFF2-40B4-BE49-F238E27FC236}">
                                <a16:creationId xmlns:a16="http://schemas.microsoft.com/office/drawing/2014/main" id="{90DC0F27-E2E3-4286-8AD2-E10D4ED709A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378" name="3D Model 6377" descr="Sphere">
                                <a:extLst>
                                  <a:ext uri="{FF2B5EF4-FFF2-40B4-BE49-F238E27FC236}">
                                    <a16:creationId xmlns:a16="http://schemas.microsoft.com/office/drawing/2014/main" id="{0207ACFF-5D62-498D-887F-F4E99A3660F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737093788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379" name="Flowchart: Connector 6378">
                            <a:extLst>
                              <a:ext uri="{FF2B5EF4-FFF2-40B4-BE49-F238E27FC236}">
                                <a16:creationId xmlns:a16="http://schemas.microsoft.com/office/drawing/2014/main" id="{7A9DD5C9-90B4-449D-8809-C706AF666A7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380" name="3D Model 6379" descr="Sphere">
                                <a:extLst>
                                  <a:ext uri="{FF2B5EF4-FFF2-40B4-BE49-F238E27FC236}">
                                    <a16:creationId xmlns:a16="http://schemas.microsoft.com/office/drawing/2014/main" id="{A7CCE489-F4DF-4648-9172-7CE856800CD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843304188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381" name="Flowchart: Connector 6380">
                            <a:extLst>
                              <a:ext uri="{FF2B5EF4-FFF2-40B4-BE49-F238E27FC236}">
                                <a16:creationId xmlns:a16="http://schemas.microsoft.com/office/drawing/2014/main" id="{DD957328-D8CC-4205-B206-3E3D1EDE713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382" name="3D Model 6381" descr="Sphere">
                                <a:extLst>
                                  <a:ext uri="{FF2B5EF4-FFF2-40B4-BE49-F238E27FC236}">
                                    <a16:creationId xmlns:a16="http://schemas.microsoft.com/office/drawing/2014/main" id="{78D048D1-529E-4BBE-8046-A77085BFDD4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585199194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6334" name="Group 6333">
                          <a:extLst>
                            <a:ext uri="{FF2B5EF4-FFF2-40B4-BE49-F238E27FC236}">
                              <a16:creationId xmlns:a16="http://schemas.microsoft.com/office/drawing/2014/main" id="{052A3775-7F82-4670-B251-859AB3EF1A3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936" y="1817250"/>
                          <a:ext cx="1064014" cy="643455"/>
                          <a:chOff x="3717893" y="1713221"/>
                          <a:chExt cx="1064014" cy="643455"/>
                        </a:xfrm>
                      </p:grpSpPr>
                      <p:sp>
                        <p:nvSpPr>
                          <p:cNvPr id="6351" name="Flowchart: Connector 6350">
                            <a:extLst>
                              <a:ext uri="{FF2B5EF4-FFF2-40B4-BE49-F238E27FC236}">
                                <a16:creationId xmlns:a16="http://schemas.microsoft.com/office/drawing/2014/main" id="{40682752-7623-496C-9D5B-61B682DAA03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352" name="Flowchart: Connector 6351">
                            <a:extLst>
                              <a:ext uri="{FF2B5EF4-FFF2-40B4-BE49-F238E27FC236}">
                                <a16:creationId xmlns:a16="http://schemas.microsoft.com/office/drawing/2014/main" id="{10FF4332-9F4E-4AC3-81AD-38ACD67A81E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353" name="Flowchart: Connector 6352">
                            <a:extLst>
                              <a:ext uri="{FF2B5EF4-FFF2-40B4-BE49-F238E27FC236}">
                                <a16:creationId xmlns:a16="http://schemas.microsoft.com/office/drawing/2014/main" id="{2AE0368E-F126-4A98-8CC9-E250938670C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354" name="Flowchart: Connector 6353">
                            <a:extLst>
                              <a:ext uri="{FF2B5EF4-FFF2-40B4-BE49-F238E27FC236}">
                                <a16:creationId xmlns:a16="http://schemas.microsoft.com/office/drawing/2014/main" id="{F5079196-5AC2-4FA2-A378-4007C516DD5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355" name="Flowchart: Connector 6354">
                            <a:extLst>
                              <a:ext uri="{FF2B5EF4-FFF2-40B4-BE49-F238E27FC236}">
                                <a16:creationId xmlns:a16="http://schemas.microsoft.com/office/drawing/2014/main" id="{54205C1E-4B9A-4FDA-95CA-B25C4E877DB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356" name="Flowchart: Connector 6355">
                            <a:extLst>
                              <a:ext uri="{FF2B5EF4-FFF2-40B4-BE49-F238E27FC236}">
                                <a16:creationId xmlns:a16="http://schemas.microsoft.com/office/drawing/2014/main" id="{B91EC222-4EE0-47F0-952E-1397F0289FE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357" name="Flowchart: Connector 6356">
                            <a:extLst>
                              <a:ext uri="{FF2B5EF4-FFF2-40B4-BE49-F238E27FC236}">
                                <a16:creationId xmlns:a16="http://schemas.microsoft.com/office/drawing/2014/main" id="{EB674CE1-AC73-44CF-9284-8EF36CD0103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358" name="Flowchart: Connector 6357">
                            <a:extLst>
                              <a:ext uri="{FF2B5EF4-FFF2-40B4-BE49-F238E27FC236}">
                                <a16:creationId xmlns:a16="http://schemas.microsoft.com/office/drawing/2014/main" id="{0153CA98-F9D2-4A17-BCE7-2AE95EF2CD7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359" name="Flowchart: Connector 6358">
                            <a:extLst>
                              <a:ext uri="{FF2B5EF4-FFF2-40B4-BE49-F238E27FC236}">
                                <a16:creationId xmlns:a16="http://schemas.microsoft.com/office/drawing/2014/main" id="{F2A5D6D7-3B2C-48E1-B3BF-47003392D74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360" name="3D Model 6359" descr="Sphere">
                                <a:extLst>
                                  <a:ext uri="{FF2B5EF4-FFF2-40B4-BE49-F238E27FC236}">
                                    <a16:creationId xmlns:a16="http://schemas.microsoft.com/office/drawing/2014/main" id="{7CE6290B-BEEC-451C-9DAC-2A07AB871D7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086766773"/>
                                  </p:ext>
                                </p:extLst>
                              </p:nvPr>
                            </p:nvGraphicFramePr>
                            <p:xfrm>
                              <a:off x="3717893" y="171322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01" name="3D Model 500" descr="Sphere">
                                <a:extLst>
                                  <a:ext uri="{FF2B5EF4-FFF2-40B4-BE49-F238E27FC236}">
                                    <a16:creationId xmlns:a16="http://schemas.microsoft.com/office/drawing/2014/main" id="{264BA7C0-B138-431D-801E-995913A2B56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222783" y="232672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361" name="Flowchart: Connector 6360">
                            <a:extLst>
                              <a:ext uri="{FF2B5EF4-FFF2-40B4-BE49-F238E27FC236}">
                                <a16:creationId xmlns:a16="http://schemas.microsoft.com/office/drawing/2014/main" id="{8A7D3D7E-541A-4572-A8BA-A630CD592B7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362" name="3D Model 6361" descr="Sphere">
                                <a:extLst>
                                  <a:ext uri="{FF2B5EF4-FFF2-40B4-BE49-F238E27FC236}">
                                    <a16:creationId xmlns:a16="http://schemas.microsoft.com/office/drawing/2014/main" id="{5232188A-4B72-4D73-979C-DD0856BF34C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488383431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03" name="3D Model 502" descr="Sphere">
                                <a:extLst>
                                  <a:ext uri="{FF2B5EF4-FFF2-40B4-BE49-F238E27FC236}">
                                    <a16:creationId xmlns:a16="http://schemas.microsoft.com/office/drawing/2014/main" id="{C6B1DA16-6D44-4BF5-8BBD-CFD9B019426D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264484" y="234259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363" name="Flowchart: Connector 6362">
                            <a:extLst>
                              <a:ext uri="{FF2B5EF4-FFF2-40B4-BE49-F238E27FC236}">
                                <a16:creationId xmlns:a16="http://schemas.microsoft.com/office/drawing/2014/main" id="{03F1E7C7-A330-4355-B28E-68F3FB5F536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364" name="3D Model 6363" descr="Sphere">
                                <a:extLst>
                                  <a:ext uri="{FF2B5EF4-FFF2-40B4-BE49-F238E27FC236}">
                                    <a16:creationId xmlns:a16="http://schemas.microsoft.com/office/drawing/2014/main" id="{EAEEAC04-B338-4335-86AE-EEBDC8F227D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93709981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365" name="Flowchart: Connector 6364">
                            <a:extLst>
                              <a:ext uri="{FF2B5EF4-FFF2-40B4-BE49-F238E27FC236}">
                                <a16:creationId xmlns:a16="http://schemas.microsoft.com/office/drawing/2014/main" id="{FEE6CFB7-3C96-4375-9823-182F3699678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366" name="3D Model 6365" descr="Sphere">
                                <a:extLst>
                                  <a:ext uri="{FF2B5EF4-FFF2-40B4-BE49-F238E27FC236}">
                                    <a16:creationId xmlns:a16="http://schemas.microsoft.com/office/drawing/2014/main" id="{FD9F3E25-B937-4209-A4E7-0EC053ABAF3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159275549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6335" name="Flowchart: Connector 6334">
                          <a:extLst>
                            <a:ext uri="{FF2B5EF4-FFF2-40B4-BE49-F238E27FC236}">
                              <a16:creationId xmlns:a16="http://schemas.microsoft.com/office/drawing/2014/main" id="{ED7072F4-8D95-439C-AD75-860D48CDA57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336" name="Flowchart: Connector 6335">
                          <a:extLst>
                            <a:ext uri="{FF2B5EF4-FFF2-40B4-BE49-F238E27FC236}">
                              <a16:creationId xmlns:a16="http://schemas.microsoft.com/office/drawing/2014/main" id="{C665D1EE-39B2-4044-ADFF-67A10AB2C51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337" name="Flowchart: Connector 6336">
                          <a:extLst>
                            <a:ext uri="{FF2B5EF4-FFF2-40B4-BE49-F238E27FC236}">
                              <a16:creationId xmlns:a16="http://schemas.microsoft.com/office/drawing/2014/main" id="{0D5A174B-61D9-41AB-8239-AB5E2B438CA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26347" y="177334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338" name="Flowchart: Connector 6337">
                          <a:extLst>
                            <a:ext uri="{FF2B5EF4-FFF2-40B4-BE49-F238E27FC236}">
                              <a16:creationId xmlns:a16="http://schemas.microsoft.com/office/drawing/2014/main" id="{A0E4EB26-84B1-4A90-81D0-FF7E462E40E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339" name="Flowchart: Connector 6338">
                          <a:extLst>
                            <a:ext uri="{FF2B5EF4-FFF2-40B4-BE49-F238E27FC236}">
                              <a16:creationId xmlns:a16="http://schemas.microsoft.com/office/drawing/2014/main" id="{B03C8801-E32E-4DB0-9063-E13ED1562E1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340" name="Flowchart: Connector 6339">
                          <a:extLst>
                            <a:ext uri="{FF2B5EF4-FFF2-40B4-BE49-F238E27FC236}">
                              <a16:creationId xmlns:a16="http://schemas.microsoft.com/office/drawing/2014/main" id="{7CC44441-1A26-445F-ABB0-7A6D7C6AE25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341" name="Flowchart: Connector 6340">
                          <a:extLst>
                            <a:ext uri="{FF2B5EF4-FFF2-40B4-BE49-F238E27FC236}">
                              <a16:creationId xmlns:a16="http://schemas.microsoft.com/office/drawing/2014/main" id="{47227A95-4C01-41A4-8F3C-031F582B461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342" name="Flowchart: Connector 6341">
                          <a:extLst>
                            <a:ext uri="{FF2B5EF4-FFF2-40B4-BE49-F238E27FC236}">
                              <a16:creationId xmlns:a16="http://schemas.microsoft.com/office/drawing/2014/main" id="{06A45FDE-323F-4C8C-8E39-505C8547FF4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343" name="Flowchart: Connector 6342">
                          <a:extLst>
                            <a:ext uri="{FF2B5EF4-FFF2-40B4-BE49-F238E27FC236}">
                              <a16:creationId xmlns:a16="http://schemas.microsoft.com/office/drawing/2014/main" id="{E9D34B7A-A6E7-4E9C-BAEA-BDCCE045C80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344" name="3D Model 6343" descr="Sphere">
                              <a:extLst>
                                <a:ext uri="{FF2B5EF4-FFF2-40B4-BE49-F238E27FC236}">
                                  <a16:creationId xmlns:a16="http://schemas.microsoft.com/office/drawing/2014/main" id="{D2C310AF-6A2A-4958-B8AC-694466F813C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593040663"/>
                                </p:ext>
                              </p:extLst>
                            </p:nvPr>
                          </p:nvGraphicFramePr>
                          <p:xfrm>
                            <a:off x="2122087" y="1503359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433448" ay="1433014" az="-1105299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7"/>
                                </am3d:raster>
                                <am3d:objViewport viewportSz="5757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485" name="3D Model 484" descr="Sphere">
                              <a:extLst>
                                <a:ext uri="{FF2B5EF4-FFF2-40B4-BE49-F238E27FC236}">
                                  <a16:creationId xmlns:a16="http://schemas.microsoft.com/office/drawing/2014/main" id="{E392EAF6-8834-406F-86CA-8AE04F51D4E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224025" y="2267602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345" name="Flowchart: Connector 6344">
                          <a:extLst>
                            <a:ext uri="{FF2B5EF4-FFF2-40B4-BE49-F238E27FC236}">
                              <a16:creationId xmlns:a16="http://schemas.microsoft.com/office/drawing/2014/main" id="{FA048730-C671-476B-9674-5AD2A25214A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346" name="3D Model 6345" descr="Sphere">
                              <a:extLst>
                                <a:ext uri="{FF2B5EF4-FFF2-40B4-BE49-F238E27FC236}">
                                  <a16:creationId xmlns:a16="http://schemas.microsoft.com/office/drawing/2014/main" id="{1A66741C-C02C-43CE-AF32-8902C2D29C9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170049763"/>
                                </p:ext>
                              </p:extLst>
                            </p:nvPr>
                          </p:nvGraphicFramePr>
                          <p:xfrm>
                            <a:off x="2368043" y="1593681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5"/>
                                </am3d:raster>
                                <am3d:objViewport viewportSz="5886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487" name="3D Model 486" descr="Sphere">
                              <a:extLst>
                                <a:ext uri="{FF2B5EF4-FFF2-40B4-BE49-F238E27FC236}">
                                  <a16:creationId xmlns:a16="http://schemas.microsoft.com/office/drawing/2014/main" id="{7A2DCE6F-9C05-4A7C-B3AF-B30F2B8EA8A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266749" y="2284614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347" name="Flowchart: Connector 6346">
                          <a:extLst>
                            <a:ext uri="{FF2B5EF4-FFF2-40B4-BE49-F238E27FC236}">
                              <a16:creationId xmlns:a16="http://schemas.microsoft.com/office/drawing/2014/main" id="{1C43B9D4-9D07-400E-9949-C5DB6B31D32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348" name="3D Model 6347" descr="Sphere">
                              <a:extLst>
                                <a:ext uri="{FF2B5EF4-FFF2-40B4-BE49-F238E27FC236}">
                                  <a16:creationId xmlns:a16="http://schemas.microsoft.com/office/drawing/2014/main" id="{23CC176E-D558-41A7-8BCA-58B1C464E5D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183434283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3235" cy="6170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7"/>
                                </am3d:raster>
                                <am3d:objViewport viewportSz="6018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489" name="3D Model 488" descr="Sphere">
                              <a:extLst>
                                <a:ext uri="{FF2B5EF4-FFF2-40B4-BE49-F238E27FC236}">
                                  <a16:creationId xmlns:a16="http://schemas.microsoft.com/office/drawing/2014/main" id="{35E3BD2E-BC4B-4CB6-9E17-43B614D5496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3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308636" y="2293630"/>
                              <a:ext cx="53235" cy="61702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349" name="Flowchart: Connector 6348">
                          <a:extLst>
                            <a:ext uri="{FF2B5EF4-FFF2-40B4-BE49-F238E27FC236}">
                              <a16:creationId xmlns:a16="http://schemas.microsoft.com/office/drawing/2014/main" id="{7814BEF7-014F-4185-9A59-C9BEA890D07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350" name="3D Model 6349" descr="Sphere">
                              <a:extLst>
                                <a:ext uri="{FF2B5EF4-FFF2-40B4-BE49-F238E27FC236}">
                                  <a16:creationId xmlns:a16="http://schemas.microsoft.com/office/drawing/2014/main" id="{40F6815E-CBA9-4E55-9E02-D043FCD7787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266863570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1045" cy="5891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9"/>
                                </am3d:raster>
                                <am3d:objViewport viewportSz="5955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491" name="3D Model 490" descr="Sphere">
                              <a:extLst>
                                <a:ext uri="{FF2B5EF4-FFF2-40B4-BE49-F238E27FC236}">
                                  <a16:creationId xmlns:a16="http://schemas.microsoft.com/office/drawing/2014/main" id="{5DB00BF2-FEF3-4A21-8D32-D13B3D5675F5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355262" y="2310024"/>
                              <a:ext cx="51045" cy="589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6240" name="Group 6239">
                      <a:extLst>
                        <a:ext uri="{FF2B5EF4-FFF2-40B4-BE49-F238E27FC236}">
                          <a16:creationId xmlns:a16="http://schemas.microsoft.com/office/drawing/2014/main" id="{1E918608-4E08-4A04-AA7F-3E155E6A6029}"/>
                        </a:ext>
                      </a:extLst>
                    </p:cNvPr>
                    <p:cNvGrpSpPr/>
                    <p:nvPr/>
                  </p:nvGrpSpPr>
                  <p:grpSpPr>
                    <a:xfrm rot="18542409">
                      <a:off x="2257159" y="236280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6310" name="Freeform: Shape 6309">
                        <a:extLst>
                          <a:ext uri="{FF2B5EF4-FFF2-40B4-BE49-F238E27FC236}">
                            <a16:creationId xmlns:a16="http://schemas.microsoft.com/office/drawing/2014/main" id="{2B0CF988-75A3-4448-9D8F-948F11990B5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311" name="Rectangle: Rounded Corners 6310">
                        <a:extLst>
                          <a:ext uri="{FF2B5EF4-FFF2-40B4-BE49-F238E27FC236}">
                            <a16:creationId xmlns:a16="http://schemas.microsoft.com/office/drawing/2014/main" id="{89588FD3-5573-468C-9506-129AEA52BE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241" name="Group 6240">
                      <a:extLst>
                        <a:ext uri="{FF2B5EF4-FFF2-40B4-BE49-F238E27FC236}">
                          <a16:creationId xmlns:a16="http://schemas.microsoft.com/office/drawing/2014/main" id="{457A4617-4777-42AB-B3F2-138A6ECE5CEB}"/>
                        </a:ext>
                      </a:extLst>
                    </p:cNvPr>
                    <p:cNvGrpSpPr/>
                    <p:nvPr/>
                  </p:nvGrpSpPr>
                  <p:grpSpPr>
                    <a:xfrm rot="17122200">
                      <a:off x="1187274" y="235013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6308" name="Freeform: Shape 6307">
                        <a:extLst>
                          <a:ext uri="{FF2B5EF4-FFF2-40B4-BE49-F238E27FC236}">
                            <a16:creationId xmlns:a16="http://schemas.microsoft.com/office/drawing/2014/main" id="{BED3BA0B-4F1A-40F7-9DDF-86501BFFA09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309" name="Rectangle: Rounded Corners 6308">
                        <a:extLst>
                          <a:ext uri="{FF2B5EF4-FFF2-40B4-BE49-F238E27FC236}">
                            <a16:creationId xmlns:a16="http://schemas.microsoft.com/office/drawing/2014/main" id="{E13623A4-ED20-4147-8A4A-2B44D26014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242" name="Group 6241">
                      <a:extLst>
                        <a:ext uri="{FF2B5EF4-FFF2-40B4-BE49-F238E27FC236}">
                          <a16:creationId xmlns:a16="http://schemas.microsoft.com/office/drawing/2014/main" id="{0BC81461-40C6-4E14-8ECB-E6D41203976A}"/>
                        </a:ext>
                      </a:extLst>
                    </p:cNvPr>
                    <p:cNvGrpSpPr/>
                    <p:nvPr/>
                  </p:nvGrpSpPr>
                  <p:grpSpPr>
                    <a:xfrm rot="658209">
                      <a:off x="2479276" y="3323586"/>
                      <a:ext cx="746642" cy="235253"/>
                      <a:chOff x="2620172" y="2546175"/>
                      <a:chExt cx="834986" cy="143092"/>
                    </a:xfrm>
                  </p:grpSpPr>
                  <p:sp>
                    <p:nvSpPr>
                      <p:cNvPr id="6306" name="Freeform: Shape 6305">
                        <a:extLst>
                          <a:ext uri="{FF2B5EF4-FFF2-40B4-BE49-F238E27FC236}">
                            <a16:creationId xmlns:a16="http://schemas.microsoft.com/office/drawing/2014/main" id="{7C592414-D9E5-45B0-85C0-3F2DCF5B3644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307" name="Rectangle: Rounded Corners 6306">
                        <a:extLst>
                          <a:ext uri="{FF2B5EF4-FFF2-40B4-BE49-F238E27FC236}">
                            <a16:creationId xmlns:a16="http://schemas.microsoft.com/office/drawing/2014/main" id="{6CF23349-7502-4695-A84D-78BCD3FE88A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243" name="Group 6242">
                      <a:extLst>
                        <a:ext uri="{FF2B5EF4-FFF2-40B4-BE49-F238E27FC236}">
                          <a16:creationId xmlns:a16="http://schemas.microsoft.com/office/drawing/2014/main" id="{20F3008D-C487-45A3-8992-0FA3BA4C43C4}"/>
                        </a:ext>
                      </a:extLst>
                    </p:cNvPr>
                    <p:cNvGrpSpPr/>
                    <p:nvPr/>
                  </p:nvGrpSpPr>
                  <p:grpSpPr>
                    <a:xfrm rot="18837888">
                      <a:off x="1789768" y="223810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6304" name="Freeform: Shape 6303">
                        <a:extLst>
                          <a:ext uri="{FF2B5EF4-FFF2-40B4-BE49-F238E27FC236}">
                            <a16:creationId xmlns:a16="http://schemas.microsoft.com/office/drawing/2014/main" id="{2A6D7F5C-2FF8-4FCE-BD03-5E85216602E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305" name="Rectangle: Rounded Corners 6304">
                        <a:extLst>
                          <a:ext uri="{FF2B5EF4-FFF2-40B4-BE49-F238E27FC236}">
                            <a16:creationId xmlns:a16="http://schemas.microsoft.com/office/drawing/2014/main" id="{E1F772B7-9430-4F4E-9C66-BC8EFD8DF0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244" name="Group 6243">
                      <a:extLst>
                        <a:ext uri="{FF2B5EF4-FFF2-40B4-BE49-F238E27FC236}">
                          <a16:creationId xmlns:a16="http://schemas.microsoft.com/office/drawing/2014/main" id="{84A92403-FD07-4AC8-88D9-6A24371F1F29}"/>
                        </a:ext>
                      </a:extLst>
                    </p:cNvPr>
                    <p:cNvGrpSpPr/>
                    <p:nvPr/>
                  </p:nvGrpSpPr>
                  <p:grpSpPr>
                    <a:xfrm rot="16200000">
                      <a:off x="563034" y="2429570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6302" name="Freeform: Shape 6301">
                        <a:extLst>
                          <a:ext uri="{FF2B5EF4-FFF2-40B4-BE49-F238E27FC236}">
                            <a16:creationId xmlns:a16="http://schemas.microsoft.com/office/drawing/2014/main" id="{0983B632-172B-41FE-816B-4B4586AAE32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303" name="Rectangle: Rounded Corners 6302">
                        <a:extLst>
                          <a:ext uri="{FF2B5EF4-FFF2-40B4-BE49-F238E27FC236}">
                            <a16:creationId xmlns:a16="http://schemas.microsoft.com/office/drawing/2014/main" id="{6A237C48-CF2B-4CE5-A04A-8F5DCED05E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245" name="Group 6244">
                      <a:extLst>
                        <a:ext uri="{FF2B5EF4-FFF2-40B4-BE49-F238E27FC236}">
                          <a16:creationId xmlns:a16="http://schemas.microsoft.com/office/drawing/2014/main" id="{3D20B026-0ECA-4F6F-9B67-09E9E9097439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350328" y="442527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6300" name="Freeform: Shape 6299">
                        <a:extLst>
                          <a:ext uri="{FF2B5EF4-FFF2-40B4-BE49-F238E27FC236}">
                            <a16:creationId xmlns:a16="http://schemas.microsoft.com/office/drawing/2014/main" id="{9B59BDD1-542A-4EA5-AEAA-C9A4B7EAB2A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301" name="Rectangle: Rounded Corners 6300">
                        <a:extLst>
                          <a:ext uri="{FF2B5EF4-FFF2-40B4-BE49-F238E27FC236}">
                            <a16:creationId xmlns:a16="http://schemas.microsoft.com/office/drawing/2014/main" id="{378579A1-7D02-4547-9CBB-F9FD3EB9F8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246" name="Group 6245">
                      <a:extLst>
                        <a:ext uri="{FF2B5EF4-FFF2-40B4-BE49-F238E27FC236}">
                          <a16:creationId xmlns:a16="http://schemas.microsoft.com/office/drawing/2014/main" id="{FEBB1E30-7A79-4DA6-B90D-8323832CC09D}"/>
                        </a:ext>
                      </a:extLst>
                    </p:cNvPr>
                    <p:cNvGrpSpPr/>
                    <p:nvPr/>
                  </p:nvGrpSpPr>
                  <p:grpSpPr>
                    <a:xfrm rot="5880914">
                      <a:off x="789613" y="438062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6298" name="Freeform: Shape 6297">
                        <a:extLst>
                          <a:ext uri="{FF2B5EF4-FFF2-40B4-BE49-F238E27FC236}">
                            <a16:creationId xmlns:a16="http://schemas.microsoft.com/office/drawing/2014/main" id="{192AD780-1C98-479C-B0B7-24C8C0A5FF4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299" name="Rectangle: Rounded Corners 6298">
                        <a:extLst>
                          <a:ext uri="{FF2B5EF4-FFF2-40B4-BE49-F238E27FC236}">
                            <a16:creationId xmlns:a16="http://schemas.microsoft.com/office/drawing/2014/main" id="{50619C2D-E36D-4265-9E80-657D7E152E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247" name="Group 6246">
                      <a:extLst>
                        <a:ext uri="{FF2B5EF4-FFF2-40B4-BE49-F238E27FC236}">
                          <a16:creationId xmlns:a16="http://schemas.microsoft.com/office/drawing/2014/main" id="{8BFCA11E-5C7F-4574-BC31-AA792E93A774}"/>
                        </a:ext>
                      </a:extLst>
                    </p:cNvPr>
                    <p:cNvGrpSpPr/>
                    <p:nvPr/>
                  </p:nvGrpSpPr>
                  <p:grpSpPr>
                    <a:xfrm rot="13587211">
                      <a:off x="651990" y="2929858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6296" name="Freeform: Shape 6295">
                        <a:extLst>
                          <a:ext uri="{FF2B5EF4-FFF2-40B4-BE49-F238E27FC236}">
                            <a16:creationId xmlns:a16="http://schemas.microsoft.com/office/drawing/2014/main" id="{9C261CEA-F981-403E-99C3-48AD8B841BD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297" name="Rectangle: Rounded Corners 6296">
                        <a:extLst>
                          <a:ext uri="{FF2B5EF4-FFF2-40B4-BE49-F238E27FC236}">
                            <a16:creationId xmlns:a16="http://schemas.microsoft.com/office/drawing/2014/main" id="{E582C347-2B94-447D-BD31-4E28DBCA91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248" name="Group 6247">
                      <a:extLst>
                        <a:ext uri="{FF2B5EF4-FFF2-40B4-BE49-F238E27FC236}">
                          <a16:creationId xmlns:a16="http://schemas.microsoft.com/office/drawing/2014/main" id="{674ACA76-69D0-4A23-BE9F-90DC83A572A0}"/>
                        </a:ext>
                      </a:extLst>
                    </p:cNvPr>
                    <p:cNvGrpSpPr/>
                    <p:nvPr/>
                  </p:nvGrpSpPr>
                  <p:grpSpPr>
                    <a:xfrm rot="11351284">
                      <a:off x="163719" y="3807693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6294" name="Freeform: Shape 6293">
                        <a:extLst>
                          <a:ext uri="{FF2B5EF4-FFF2-40B4-BE49-F238E27FC236}">
                            <a16:creationId xmlns:a16="http://schemas.microsoft.com/office/drawing/2014/main" id="{ECE6ECA5-1407-4F33-ABE5-878AB394C1D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295" name="Rectangle: Rounded Corners 6294">
                        <a:extLst>
                          <a:ext uri="{FF2B5EF4-FFF2-40B4-BE49-F238E27FC236}">
                            <a16:creationId xmlns:a16="http://schemas.microsoft.com/office/drawing/2014/main" id="{1F29E75E-80A4-4BDA-871C-90AF30E51E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249" name="Group 6248">
                      <a:extLst>
                        <a:ext uri="{FF2B5EF4-FFF2-40B4-BE49-F238E27FC236}">
                          <a16:creationId xmlns:a16="http://schemas.microsoft.com/office/drawing/2014/main" id="{42807FAA-81E6-4799-8A98-C6497DAFA289}"/>
                        </a:ext>
                      </a:extLst>
                    </p:cNvPr>
                    <p:cNvGrpSpPr/>
                    <p:nvPr/>
                  </p:nvGrpSpPr>
                  <p:grpSpPr>
                    <a:xfrm rot="4193783">
                      <a:off x="2062756" y="4148262"/>
                      <a:ext cx="706454" cy="171076"/>
                      <a:chOff x="2620172" y="2546175"/>
                      <a:chExt cx="834986" cy="143092"/>
                    </a:xfrm>
                  </p:grpSpPr>
                  <p:sp>
                    <p:nvSpPr>
                      <p:cNvPr id="6292" name="Freeform: Shape 6291">
                        <a:extLst>
                          <a:ext uri="{FF2B5EF4-FFF2-40B4-BE49-F238E27FC236}">
                            <a16:creationId xmlns:a16="http://schemas.microsoft.com/office/drawing/2014/main" id="{3E2774A7-AD3F-4340-994A-B0602D26639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293" name="Rectangle: Rounded Corners 6292">
                        <a:extLst>
                          <a:ext uri="{FF2B5EF4-FFF2-40B4-BE49-F238E27FC236}">
                            <a16:creationId xmlns:a16="http://schemas.microsoft.com/office/drawing/2014/main" id="{3678B82B-970F-4A79-97E0-45F33614C0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250" name="Group 6249">
                      <a:extLst>
                        <a:ext uri="{FF2B5EF4-FFF2-40B4-BE49-F238E27FC236}">
                          <a16:creationId xmlns:a16="http://schemas.microsoft.com/office/drawing/2014/main" id="{0CC5D7AD-7B9A-4190-9935-41BC3E65F63E}"/>
                        </a:ext>
                      </a:extLst>
                    </p:cNvPr>
                    <p:cNvGrpSpPr/>
                    <p:nvPr/>
                  </p:nvGrpSpPr>
                  <p:grpSpPr>
                    <a:xfrm rot="1837203">
                      <a:off x="2331692" y="387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6290" name="Freeform: Shape 6289">
                        <a:extLst>
                          <a:ext uri="{FF2B5EF4-FFF2-40B4-BE49-F238E27FC236}">
                            <a16:creationId xmlns:a16="http://schemas.microsoft.com/office/drawing/2014/main" id="{1E08A84D-5E53-4FE1-B994-0CFE5B9A682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291" name="Rectangle: Rounded Corners 6290">
                        <a:extLst>
                          <a:ext uri="{FF2B5EF4-FFF2-40B4-BE49-F238E27FC236}">
                            <a16:creationId xmlns:a16="http://schemas.microsoft.com/office/drawing/2014/main" id="{40AC9722-EF3C-4F32-A82B-3AE1C495D7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251" name="Group 6250">
                      <a:extLst>
                        <a:ext uri="{FF2B5EF4-FFF2-40B4-BE49-F238E27FC236}">
                          <a16:creationId xmlns:a16="http://schemas.microsoft.com/office/drawing/2014/main" id="{2C318B15-DA3B-4969-9002-067DFC2DA0CA}"/>
                        </a:ext>
                      </a:extLst>
                    </p:cNvPr>
                    <p:cNvGrpSpPr/>
                    <p:nvPr/>
                  </p:nvGrpSpPr>
                  <p:grpSpPr>
                    <a:xfrm rot="932650">
                      <a:off x="2489621" y="310501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6288" name="Freeform: Shape 6287">
                        <a:extLst>
                          <a:ext uri="{FF2B5EF4-FFF2-40B4-BE49-F238E27FC236}">
                            <a16:creationId xmlns:a16="http://schemas.microsoft.com/office/drawing/2014/main" id="{AFBCCF18-202B-4387-BEE0-87B31E7B5AB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289" name="Rectangle: Rounded Corners 6288">
                        <a:extLst>
                          <a:ext uri="{FF2B5EF4-FFF2-40B4-BE49-F238E27FC236}">
                            <a16:creationId xmlns:a16="http://schemas.microsoft.com/office/drawing/2014/main" id="{F677988B-3384-4E92-AAE6-42E949314F7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252" name="Group 6251">
                      <a:extLst>
                        <a:ext uri="{FF2B5EF4-FFF2-40B4-BE49-F238E27FC236}">
                          <a16:creationId xmlns:a16="http://schemas.microsoft.com/office/drawing/2014/main" id="{D4E7D2DA-191D-4CBE-A93E-8CD02E145758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686489" y="34904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6286" name="Freeform: Shape 6285">
                        <a:extLst>
                          <a:ext uri="{FF2B5EF4-FFF2-40B4-BE49-F238E27FC236}">
                            <a16:creationId xmlns:a16="http://schemas.microsoft.com/office/drawing/2014/main" id="{E459D3D6-280C-4A91-94AB-8B6B5FA60A4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287" name="Rectangle: Rounded Corners 6286">
                        <a:extLst>
                          <a:ext uri="{FF2B5EF4-FFF2-40B4-BE49-F238E27FC236}">
                            <a16:creationId xmlns:a16="http://schemas.microsoft.com/office/drawing/2014/main" id="{5EB799BA-8D9E-4D0C-A5A0-30EEFE15F4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253" name="Group 6252">
                      <a:extLst>
                        <a:ext uri="{FF2B5EF4-FFF2-40B4-BE49-F238E27FC236}">
                          <a16:creationId xmlns:a16="http://schemas.microsoft.com/office/drawing/2014/main" id="{9F451AAD-2631-4718-9DEB-9375BF543097}"/>
                        </a:ext>
                      </a:extLst>
                    </p:cNvPr>
                    <p:cNvGrpSpPr/>
                    <p:nvPr/>
                  </p:nvGrpSpPr>
                  <p:grpSpPr>
                    <a:xfrm rot="16924252">
                      <a:off x="1635001" y="2371073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6284" name="Freeform: Shape 6283">
                        <a:extLst>
                          <a:ext uri="{FF2B5EF4-FFF2-40B4-BE49-F238E27FC236}">
                            <a16:creationId xmlns:a16="http://schemas.microsoft.com/office/drawing/2014/main" id="{6A0EF7DD-10D3-490B-9808-B98D1E08DCF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285" name="Rectangle: Rounded Corners 6284">
                        <a:extLst>
                          <a:ext uri="{FF2B5EF4-FFF2-40B4-BE49-F238E27FC236}">
                            <a16:creationId xmlns:a16="http://schemas.microsoft.com/office/drawing/2014/main" id="{56CC3885-24A0-4640-A9E7-7B4021CB6B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254" name="Group 6253">
                      <a:extLst>
                        <a:ext uri="{FF2B5EF4-FFF2-40B4-BE49-F238E27FC236}">
                          <a16:creationId xmlns:a16="http://schemas.microsoft.com/office/drawing/2014/main" id="{701DFFAA-C792-4CF5-8871-4DAC1DA59EB9}"/>
                        </a:ext>
                      </a:extLst>
                    </p:cNvPr>
                    <p:cNvGrpSpPr/>
                    <p:nvPr/>
                  </p:nvGrpSpPr>
                  <p:grpSpPr>
                    <a:xfrm rot="15677156">
                      <a:off x="985517" y="2521255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6282" name="Freeform: Shape 6281">
                        <a:extLst>
                          <a:ext uri="{FF2B5EF4-FFF2-40B4-BE49-F238E27FC236}">
                            <a16:creationId xmlns:a16="http://schemas.microsoft.com/office/drawing/2014/main" id="{F2554094-AC9B-44AA-97C9-BE3F284B432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283" name="Rectangle: Rounded Corners 6282">
                        <a:extLst>
                          <a:ext uri="{FF2B5EF4-FFF2-40B4-BE49-F238E27FC236}">
                            <a16:creationId xmlns:a16="http://schemas.microsoft.com/office/drawing/2014/main" id="{FAFEA3D2-B51F-4572-B733-3CDEEDE158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255" name="Group 6254">
                      <a:extLst>
                        <a:ext uri="{FF2B5EF4-FFF2-40B4-BE49-F238E27FC236}">
                          <a16:creationId xmlns:a16="http://schemas.microsoft.com/office/drawing/2014/main" id="{EE5BF78C-FE63-45EE-A5C1-B783DF85B965}"/>
                        </a:ext>
                      </a:extLst>
                    </p:cNvPr>
                    <p:cNvGrpSpPr/>
                    <p:nvPr/>
                  </p:nvGrpSpPr>
                  <p:grpSpPr>
                    <a:xfrm rot="14354853" flipV="1">
                      <a:off x="976412" y="243847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6280" name="Freeform: Shape 6279">
                        <a:extLst>
                          <a:ext uri="{FF2B5EF4-FFF2-40B4-BE49-F238E27FC236}">
                            <a16:creationId xmlns:a16="http://schemas.microsoft.com/office/drawing/2014/main" id="{E41B7493-8A49-4771-ACE1-FF1CA07F92D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281" name="Rectangle: Rounded Corners 6280">
                        <a:extLst>
                          <a:ext uri="{FF2B5EF4-FFF2-40B4-BE49-F238E27FC236}">
                            <a16:creationId xmlns:a16="http://schemas.microsoft.com/office/drawing/2014/main" id="{E0AA51F2-B0CD-4EDE-9BCE-A480DE33F9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256" name="Group 6255">
                      <a:extLst>
                        <a:ext uri="{FF2B5EF4-FFF2-40B4-BE49-F238E27FC236}">
                          <a16:creationId xmlns:a16="http://schemas.microsoft.com/office/drawing/2014/main" id="{F44E87EF-5093-4ABE-9594-C4142E1721A0}"/>
                        </a:ext>
                      </a:extLst>
                    </p:cNvPr>
                    <p:cNvGrpSpPr/>
                    <p:nvPr/>
                  </p:nvGrpSpPr>
                  <p:grpSpPr>
                    <a:xfrm rot="9793356" flipV="1">
                      <a:off x="215985" y="323790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6278" name="Freeform: Shape 6277">
                        <a:extLst>
                          <a:ext uri="{FF2B5EF4-FFF2-40B4-BE49-F238E27FC236}">
                            <a16:creationId xmlns:a16="http://schemas.microsoft.com/office/drawing/2014/main" id="{16D8E9A8-B8B5-46D1-B8E9-5788DBB96BF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279" name="Rectangle: Rounded Corners 6278">
                        <a:extLst>
                          <a:ext uri="{FF2B5EF4-FFF2-40B4-BE49-F238E27FC236}">
                            <a16:creationId xmlns:a16="http://schemas.microsoft.com/office/drawing/2014/main" id="{D027363C-74D4-40B7-A716-926C72B37B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257" name="Group 6256">
                      <a:extLst>
                        <a:ext uri="{FF2B5EF4-FFF2-40B4-BE49-F238E27FC236}">
                          <a16:creationId xmlns:a16="http://schemas.microsoft.com/office/drawing/2014/main" id="{721C6BB6-E380-41D1-86DB-4CB8AFF0A289}"/>
                        </a:ext>
                      </a:extLst>
                    </p:cNvPr>
                    <p:cNvGrpSpPr/>
                    <p:nvPr/>
                  </p:nvGrpSpPr>
                  <p:grpSpPr>
                    <a:xfrm rot="6907686" flipV="1">
                      <a:off x="692019" y="393196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6276" name="Freeform: Shape 6275">
                        <a:extLst>
                          <a:ext uri="{FF2B5EF4-FFF2-40B4-BE49-F238E27FC236}">
                            <a16:creationId xmlns:a16="http://schemas.microsoft.com/office/drawing/2014/main" id="{F0B12B4C-48CE-4D4F-AF3B-75C50ECCBC6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277" name="Rectangle: Rounded Corners 6276">
                        <a:extLst>
                          <a:ext uri="{FF2B5EF4-FFF2-40B4-BE49-F238E27FC236}">
                            <a16:creationId xmlns:a16="http://schemas.microsoft.com/office/drawing/2014/main" id="{CE8345DD-9A23-4B5A-A41C-C17B62AEAB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258" name="Group 6257">
                      <a:extLst>
                        <a:ext uri="{FF2B5EF4-FFF2-40B4-BE49-F238E27FC236}">
                          <a16:creationId xmlns:a16="http://schemas.microsoft.com/office/drawing/2014/main" id="{0CFB7131-0569-40A5-BB75-5A037DA8E615}"/>
                        </a:ext>
                      </a:extLst>
                    </p:cNvPr>
                    <p:cNvGrpSpPr/>
                    <p:nvPr/>
                  </p:nvGrpSpPr>
                  <p:grpSpPr>
                    <a:xfrm rot="1465711" flipV="1">
                      <a:off x="2002734" y="340448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6274" name="Freeform: Shape 6273">
                        <a:extLst>
                          <a:ext uri="{FF2B5EF4-FFF2-40B4-BE49-F238E27FC236}">
                            <a16:creationId xmlns:a16="http://schemas.microsoft.com/office/drawing/2014/main" id="{1B9275CD-5AB5-4399-BE4B-08BC9A9C24F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275" name="Rectangle: Rounded Corners 6274">
                        <a:extLst>
                          <a:ext uri="{FF2B5EF4-FFF2-40B4-BE49-F238E27FC236}">
                            <a16:creationId xmlns:a16="http://schemas.microsoft.com/office/drawing/2014/main" id="{3A41EB16-E231-4E24-BB4C-5359AA9B25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259" name="Group 6258">
                      <a:extLst>
                        <a:ext uri="{FF2B5EF4-FFF2-40B4-BE49-F238E27FC236}">
                          <a16:creationId xmlns:a16="http://schemas.microsoft.com/office/drawing/2014/main" id="{2354E9FA-88DC-45D3-81CA-F64D63E46F97}"/>
                        </a:ext>
                      </a:extLst>
                    </p:cNvPr>
                    <p:cNvGrpSpPr/>
                    <p:nvPr/>
                  </p:nvGrpSpPr>
                  <p:grpSpPr>
                    <a:xfrm rot="19016516">
                      <a:off x="1733273" y="283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6272" name="Freeform: Shape 6271">
                        <a:extLst>
                          <a:ext uri="{FF2B5EF4-FFF2-40B4-BE49-F238E27FC236}">
                            <a16:creationId xmlns:a16="http://schemas.microsoft.com/office/drawing/2014/main" id="{A7D58A0B-59D6-479F-8A9B-EA28926B641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273" name="Rectangle: Rounded Corners 6272">
                        <a:extLst>
                          <a:ext uri="{FF2B5EF4-FFF2-40B4-BE49-F238E27FC236}">
                            <a16:creationId xmlns:a16="http://schemas.microsoft.com/office/drawing/2014/main" id="{F9B59689-A9C4-4220-8F53-65573EE4D5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260" name="Group 6259">
                      <a:extLst>
                        <a:ext uri="{FF2B5EF4-FFF2-40B4-BE49-F238E27FC236}">
                          <a16:creationId xmlns:a16="http://schemas.microsoft.com/office/drawing/2014/main" id="{11908E29-882E-485F-904C-19CDAB3DD1D4}"/>
                        </a:ext>
                      </a:extLst>
                    </p:cNvPr>
                    <p:cNvGrpSpPr/>
                    <p:nvPr/>
                  </p:nvGrpSpPr>
                  <p:grpSpPr>
                    <a:xfrm rot="19245075">
                      <a:off x="1632068" y="282541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6270" name="Freeform: Shape 6269">
                        <a:extLst>
                          <a:ext uri="{FF2B5EF4-FFF2-40B4-BE49-F238E27FC236}">
                            <a16:creationId xmlns:a16="http://schemas.microsoft.com/office/drawing/2014/main" id="{B55B47EF-F6E4-46FB-8EFC-4BBA5AE911C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271" name="Rectangle: Rounded Corners 6270">
                        <a:extLst>
                          <a:ext uri="{FF2B5EF4-FFF2-40B4-BE49-F238E27FC236}">
                            <a16:creationId xmlns:a16="http://schemas.microsoft.com/office/drawing/2014/main" id="{86B951A2-4DC1-4FB3-AD11-C6046C21F6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261" name="Group 6260">
                      <a:extLst>
                        <a:ext uri="{FF2B5EF4-FFF2-40B4-BE49-F238E27FC236}">
                          <a16:creationId xmlns:a16="http://schemas.microsoft.com/office/drawing/2014/main" id="{19FBE313-DE7F-4F38-AD12-0C774578C1FF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838889" y="36428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6268" name="Freeform: Shape 6267">
                        <a:extLst>
                          <a:ext uri="{FF2B5EF4-FFF2-40B4-BE49-F238E27FC236}">
                            <a16:creationId xmlns:a16="http://schemas.microsoft.com/office/drawing/2014/main" id="{3B50E471-1081-4395-B1F7-64ABA881194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269" name="Rectangle: Rounded Corners 6268">
                        <a:extLst>
                          <a:ext uri="{FF2B5EF4-FFF2-40B4-BE49-F238E27FC236}">
                            <a16:creationId xmlns:a16="http://schemas.microsoft.com/office/drawing/2014/main" id="{72408D98-0D6B-45FB-99A0-7E94644232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262" name="Group 6261">
                      <a:extLst>
                        <a:ext uri="{FF2B5EF4-FFF2-40B4-BE49-F238E27FC236}">
                          <a16:creationId xmlns:a16="http://schemas.microsoft.com/office/drawing/2014/main" id="{F85A05E6-AE8C-4375-B577-1CA33039E547}"/>
                        </a:ext>
                      </a:extLst>
                    </p:cNvPr>
                    <p:cNvGrpSpPr/>
                    <p:nvPr/>
                  </p:nvGrpSpPr>
                  <p:grpSpPr>
                    <a:xfrm rot="15824399">
                      <a:off x="1224680" y="281893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6266" name="Freeform: Shape 6265">
                        <a:extLst>
                          <a:ext uri="{FF2B5EF4-FFF2-40B4-BE49-F238E27FC236}">
                            <a16:creationId xmlns:a16="http://schemas.microsoft.com/office/drawing/2014/main" id="{819FA798-4F78-4E0C-BFCF-17B583293A4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267" name="Rectangle: Rounded Corners 6266">
                        <a:extLst>
                          <a:ext uri="{FF2B5EF4-FFF2-40B4-BE49-F238E27FC236}">
                            <a16:creationId xmlns:a16="http://schemas.microsoft.com/office/drawing/2014/main" id="{9B767A5E-07DE-4D8A-A99F-CF6CFC5D65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263" name="Group 6262">
                      <a:extLst>
                        <a:ext uri="{FF2B5EF4-FFF2-40B4-BE49-F238E27FC236}">
                          <a16:creationId xmlns:a16="http://schemas.microsoft.com/office/drawing/2014/main" id="{6A9ECF46-B5B1-431F-9253-20BA0FB1E2CE}"/>
                        </a:ext>
                      </a:extLst>
                    </p:cNvPr>
                    <p:cNvGrpSpPr/>
                    <p:nvPr/>
                  </p:nvGrpSpPr>
                  <p:grpSpPr>
                    <a:xfrm rot="16697394">
                      <a:off x="1080028" y="2168448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6264" name="Freeform: Shape 6263">
                        <a:extLst>
                          <a:ext uri="{FF2B5EF4-FFF2-40B4-BE49-F238E27FC236}">
                            <a16:creationId xmlns:a16="http://schemas.microsoft.com/office/drawing/2014/main" id="{EEB03192-AFA6-4428-B17C-1E0DF2D1561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265" name="Rectangle: Rounded Corners 6264">
                        <a:extLst>
                          <a:ext uri="{FF2B5EF4-FFF2-40B4-BE49-F238E27FC236}">
                            <a16:creationId xmlns:a16="http://schemas.microsoft.com/office/drawing/2014/main" id="{576B2AFE-04BA-44FF-AE3D-4A9339BE87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</p:grpSp>
              <p:sp>
                <p:nvSpPr>
                  <p:cNvPr id="6234" name="Freeform: Shape 6233">
                    <a:extLst>
                      <a:ext uri="{FF2B5EF4-FFF2-40B4-BE49-F238E27FC236}">
                        <a16:creationId xmlns:a16="http://schemas.microsoft.com/office/drawing/2014/main" id="{97866878-30AC-4D6A-A129-C4BC562E6B64}"/>
                      </a:ext>
                    </a:extLst>
                  </p:cNvPr>
                  <p:cNvSpPr/>
                  <p:nvPr/>
                </p:nvSpPr>
                <p:spPr>
                  <a:xfrm rot="6017948" flipV="1">
                    <a:off x="1305755" y="4290452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6235" name="Freeform: Shape 6234">
                    <a:extLst>
                      <a:ext uri="{FF2B5EF4-FFF2-40B4-BE49-F238E27FC236}">
                        <a16:creationId xmlns:a16="http://schemas.microsoft.com/office/drawing/2014/main" id="{71497B0C-AF4B-4C5D-B86E-413E54982DFB}"/>
                      </a:ext>
                    </a:extLst>
                  </p:cNvPr>
                  <p:cNvSpPr/>
                  <p:nvPr/>
                </p:nvSpPr>
                <p:spPr>
                  <a:xfrm rot="21277659">
                    <a:off x="2517403" y="2906549"/>
                    <a:ext cx="690584" cy="235253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6236" name="Freeform: Shape 6235">
                    <a:extLst>
                      <a:ext uri="{FF2B5EF4-FFF2-40B4-BE49-F238E27FC236}">
                        <a16:creationId xmlns:a16="http://schemas.microsoft.com/office/drawing/2014/main" id="{30FFED67-5065-4130-96B1-5446E21D0D2D}"/>
                      </a:ext>
                    </a:extLst>
                  </p:cNvPr>
                  <p:cNvSpPr/>
                  <p:nvPr/>
                </p:nvSpPr>
                <p:spPr>
                  <a:xfrm rot="11528244" flipV="1">
                    <a:off x="344853" y="2978311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</p:grpSp>
            <p:grpSp>
              <p:nvGrpSpPr>
                <p:cNvPr id="4403" name="Group 4402">
                  <a:extLst>
                    <a:ext uri="{FF2B5EF4-FFF2-40B4-BE49-F238E27FC236}">
                      <a16:creationId xmlns:a16="http://schemas.microsoft.com/office/drawing/2014/main" id="{8226A4A3-05A1-4811-BFBA-E102803EC286}"/>
                    </a:ext>
                  </a:extLst>
                </p:cNvPr>
                <p:cNvGrpSpPr/>
                <p:nvPr/>
              </p:nvGrpSpPr>
              <p:grpSpPr>
                <a:xfrm>
                  <a:off x="3528453" y="2101500"/>
                  <a:ext cx="531923" cy="573923"/>
                  <a:chOff x="163719" y="1822501"/>
                  <a:chExt cx="3062199" cy="3047160"/>
                </a:xfrm>
              </p:grpSpPr>
              <p:grpSp>
                <p:nvGrpSpPr>
                  <p:cNvPr id="5868" name="Group 5867">
                    <a:extLst>
                      <a:ext uri="{FF2B5EF4-FFF2-40B4-BE49-F238E27FC236}">
                        <a16:creationId xmlns:a16="http://schemas.microsoft.com/office/drawing/2014/main" id="{BFFA8EE5-21EA-486B-B700-92739070A2DE}"/>
                      </a:ext>
                    </a:extLst>
                  </p:cNvPr>
                  <p:cNvGrpSpPr/>
                  <p:nvPr/>
                </p:nvGrpSpPr>
                <p:grpSpPr>
                  <a:xfrm>
                    <a:off x="163719" y="1822501"/>
                    <a:ext cx="3062199" cy="3047160"/>
                    <a:chOff x="163719" y="1822501"/>
                    <a:chExt cx="3062199" cy="3047160"/>
                  </a:xfrm>
                </p:grpSpPr>
                <p:grpSp>
                  <p:nvGrpSpPr>
                    <p:cNvPr id="5872" name="Group 5871">
                      <a:extLst>
                        <a:ext uri="{FF2B5EF4-FFF2-40B4-BE49-F238E27FC236}">
                          <a16:creationId xmlns:a16="http://schemas.microsoft.com/office/drawing/2014/main" id="{63D43AFA-1653-425B-B95C-DB149A4AA20A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683131" y="384412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6231" name="Freeform: Shape 6230">
                        <a:extLst>
                          <a:ext uri="{FF2B5EF4-FFF2-40B4-BE49-F238E27FC236}">
                            <a16:creationId xmlns:a16="http://schemas.microsoft.com/office/drawing/2014/main" id="{56640AD2-E9D6-423C-948A-20744A57D7E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232" name="Rectangle: Rounded Corners 6231">
                        <a:extLst>
                          <a:ext uri="{FF2B5EF4-FFF2-40B4-BE49-F238E27FC236}">
                            <a16:creationId xmlns:a16="http://schemas.microsoft.com/office/drawing/2014/main" id="{D483F4C8-73D4-43FF-8691-65CDA6E8F8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873" name="Group 5872">
                      <a:extLst>
                        <a:ext uri="{FF2B5EF4-FFF2-40B4-BE49-F238E27FC236}">
                          <a16:creationId xmlns:a16="http://schemas.microsoft.com/office/drawing/2014/main" id="{98C2664F-6FF9-4626-B33B-8875ABF211C8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123013" y="4110752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6229" name="Freeform: Shape 6228">
                        <a:extLst>
                          <a:ext uri="{FF2B5EF4-FFF2-40B4-BE49-F238E27FC236}">
                            <a16:creationId xmlns:a16="http://schemas.microsoft.com/office/drawing/2014/main" id="{100DD8A2-2762-45F1-8687-59D1AD6355B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230" name="Rectangle: Rounded Corners 6229">
                        <a:extLst>
                          <a:ext uri="{FF2B5EF4-FFF2-40B4-BE49-F238E27FC236}">
                            <a16:creationId xmlns:a16="http://schemas.microsoft.com/office/drawing/2014/main" id="{E4449EDB-B9BF-44E2-8E0B-B71D587DE0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874" name="Group 5873">
                      <a:extLst>
                        <a:ext uri="{FF2B5EF4-FFF2-40B4-BE49-F238E27FC236}">
                          <a16:creationId xmlns:a16="http://schemas.microsoft.com/office/drawing/2014/main" id="{72EC7A0F-4380-41F0-A0AA-EBC9408B53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0260" y="2440902"/>
                      <a:ext cx="1730523" cy="1839492"/>
                      <a:chOff x="420511" y="1784768"/>
                      <a:chExt cx="1730523" cy="1839492"/>
                    </a:xfrm>
                  </p:grpSpPr>
                  <p:grpSp>
                    <p:nvGrpSpPr>
                      <p:cNvPr id="5947" name="Group 5946">
                        <a:extLst>
                          <a:ext uri="{FF2B5EF4-FFF2-40B4-BE49-F238E27FC236}">
                            <a16:creationId xmlns:a16="http://schemas.microsoft.com/office/drawing/2014/main" id="{F8E90648-DFC2-480D-98DB-42CC0AFA5A0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69572" y="1784768"/>
                        <a:ext cx="1081462" cy="1476716"/>
                        <a:chOff x="2089993" y="1523034"/>
                        <a:chExt cx="1081462" cy="1476716"/>
                      </a:xfrm>
                    </p:grpSpPr>
                    <p:grpSp>
                      <p:nvGrpSpPr>
                        <p:cNvPr id="6168" name="Group 6167">
                          <a:extLst>
                            <a:ext uri="{FF2B5EF4-FFF2-40B4-BE49-F238E27FC236}">
                              <a16:creationId xmlns:a16="http://schemas.microsoft.com/office/drawing/2014/main" id="{804E112A-1ACE-4C59-B7BD-98ACD8A381B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70705"/>
                          <a:ext cx="101484" cy="1016226"/>
                          <a:chOff x="1800622" y="2364951"/>
                          <a:chExt cx="101484" cy="1016226"/>
                        </a:xfrm>
                      </p:grpSpPr>
                      <p:sp>
                        <p:nvSpPr>
                          <p:cNvPr id="6225" name="Flowchart: Connector 6224">
                            <a:extLst>
                              <a:ext uri="{FF2B5EF4-FFF2-40B4-BE49-F238E27FC236}">
                                <a16:creationId xmlns:a16="http://schemas.microsoft.com/office/drawing/2014/main" id="{BF249AA3-E3FF-438C-B1B1-D1B50B5FA14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226" name="Flowchart: Connector 6225">
                            <a:extLst>
                              <a:ext uri="{FF2B5EF4-FFF2-40B4-BE49-F238E27FC236}">
                                <a16:creationId xmlns:a16="http://schemas.microsoft.com/office/drawing/2014/main" id="{E9D23CC7-B792-45C4-819F-E4B2CE3C1D7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227" name="Flowchart: Connector 6226">
                            <a:extLst>
                              <a:ext uri="{FF2B5EF4-FFF2-40B4-BE49-F238E27FC236}">
                                <a16:creationId xmlns:a16="http://schemas.microsoft.com/office/drawing/2014/main" id="{B7D215CC-19C2-4D6F-9F0E-54468D1C737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228" name="Flowchart: Connector 6227">
                            <a:extLst>
                              <a:ext uri="{FF2B5EF4-FFF2-40B4-BE49-F238E27FC236}">
                                <a16:creationId xmlns:a16="http://schemas.microsoft.com/office/drawing/2014/main" id="{9C7F45F6-ABDE-4F22-AFD3-A844ED43C17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649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6169" name="Group 6168">
                          <a:extLst>
                            <a:ext uri="{FF2B5EF4-FFF2-40B4-BE49-F238E27FC236}">
                              <a16:creationId xmlns:a16="http://schemas.microsoft.com/office/drawing/2014/main" id="{213F7129-06A8-402A-B600-1D13AA52B8F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23034"/>
                          <a:ext cx="1057223" cy="1476716"/>
                          <a:chOff x="2114232" y="1523034"/>
                          <a:chExt cx="1057223" cy="1476716"/>
                        </a:xfrm>
                      </p:grpSpPr>
                      <p:grpSp>
                        <p:nvGrpSpPr>
                          <p:cNvPr id="6170" name="Group 6169">
                            <a:extLst>
                              <a:ext uri="{FF2B5EF4-FFF2-40B4-BE49-F238E27FC236}">
                                <a16:creationId xmlns:a16="http://schemas.microsoft.com/office/drawing/2014/main" id="{59ECDF09-7CB5-4DE2-8E5C-CC5AE72189B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47544" cy="539639"/>
                            <a:chOff x="3717189" y="1719497"/>
                            <a:chExt cx="1047544" cy="539639"/>
                          </a:xfrm>
                        </p:grpSpPr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218" name="3D Model 6217" descr="Sphere">
                                  <a:extLst>
                                    <a:ext uri="{FF2B5EF4-FFF2-40B4-BE49-F238E27FC236}">
                                      <a16:creationId xmlns:a16="http://schemas.microsoft.com/office/drawing/2014/main" id="{00BD93E6-60EC-432D-99B5-3F5B1933045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894448664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219" name="Flowchart: Connector 6218">
                              <a:extLst>
                                <a:ext uri="{FF2B5EF4-FFF2-40B4-BE49-F238E27FC236}">
                                  <a16:creationId xmlns:a16="http://schemas.microsoft.com/office/drawing/2014/main" id="{6D8F78BD-B85B-4EA8-BB11-BFA7416C59D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220" name="3D Model 6219" descr="Sphere">
                                  <a:extLst>
                                    <a:ext uri="{FF2B5EF4-FFF2-40B4-BE49-F238E27FC236}">
                                      <a16:creationId xmlns:a16="http://schemas.microsoft.com/office/drawing/2014/main" id="{EA942789-4F43-439F-A1C4-4AB9197BAB4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584154226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221" name="Flowchart: Connector 6220">
                              <a:extLst>
                                <a:ext uri="{FF2B5EF4-FFF2-40B4-BE49-F238E27FC236}">
                                  <a16:creationId xmlns:a16="http://schemas.microsoft.com/office/drawing/2014/main" id="{F6DE7E1C-9851-4AE7-94E6-F101B01DA5D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222" name="3D Model 6221" descr="Sphere">
                                  <a:extLst>
                                    <a:ext uri="{FF2B5EF4-FFF2-40B4-BE49-F238E27FC236}">
                                      <a16:creationId xmlns:a16="http://schemas.microsoft.com/office/drawing/2014/main" id="{5AC7FABD-9E99-4A24-A7D5-C4CC5B7999F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96994015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223" name="Flowchart: Connector 6222">
                              <a:extLst>
                                <a:ext uri="{FF2B5EF4-FFF2-40B4-BE49-F238E27FC236}">
                                  <a16:creationId xmlns:a16="http://schemas.microsoft.com/office/drawing/2014/main" id="{FDF963D5-520F-41DA-B70E-E409759E150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224" name="3D Model 6223" descr="Sphere">
                                  <a:extLst>
                                    <a:ext uri="{FF2B5EF4-FFF2-40B4-BE49-F238E27FC236}">
                                      <a16:creationId xmlns:a16="http://schemas.microsoft.com/office/drawing/2014/main" id="{DBFC71DC-7D0E-41B5-A932-DEA117BB459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207399008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6171" name="Group 6170">
                            <a:extLst>
                              <a:ext uri="{FF2B5EF4-FFF2-40B4-BE49-F238E27FC236}">
                                <a16:creationId xmlns:a16="http://schemas.microsoft.com/office/drawing/2014/main" id="{98190FE4-BCA8-494F-B6D9-35C1409238B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6203" name="Flowchart: Connector 6202">
                              <a:extLst>
                                <a:ext uri="{FF2B5EF4-FFF2-40B4-BE49-F238E27FC236}">
                                  <a16:creationId xmlns:a16="http://schemas.microsoft.com/office/drawing/2014/main" id="{502C787B-5B15-41BF-8B38-95D996523C55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204" name="Flowchart: Connector 6203">
                              <a:extLst>
                                <a:ext uri="{FF2B5EF4-FFF2-40B4-BE49-F238E27FC236}">
                                  <a16:creationId xmlns:a16="http://schemas.microsoft.com/office/drawing/2014/main" id="{0AFD9114-F1B9-4626-8D58-29E58523CD9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205" name="Flowchart: Connector 6204">
                              <a:extLst>
                                <a:ext uri="{FF2B5EF4-FFF2-40B4-BE49-F238E27FC236}">
                                  <a16:creationId xmlns:a16="http://schemas.microsoft.com/office/drawing/2014/main" id="{8461DDBC-F0B9-457B-99A4-08A65309D74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206" name="Flowchart: Connector 6205">
                              <a:extLst>
                                <a:ext uri="{FF2B5EF4-FFF2-40B4-BE49-F238E27FC236}">
                                  <a16:creationId xmlns:a16="http://schemas.microsoft.com/office/drawing/2014/main" id="{0AEBCFE1-7123-4ACE-9519-E6481FC8E3C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207" name="Flowchart: Connector 6206">
                              <a:extLst>
                                <a:ext uri="{FF2B5EF4-FFF2-40B4-BE49-F238E27FC236}">
                                  <a16:creationId xmlns:a16="http://schemas.microsoft.com/office/drawing/2014/main" id="{71AB312F-B41C-43A1-A706-4E4A0D77F49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208" name="Flowchart: Connector 6207">
                              <a:extLst>
                                <a:ext uri="{FF2B5EF4-FFF2-40B4-BE49-F238E27FC236}">
                                  <a16:creationId xmlns:a16="http://schemas.microsoft.com/office/drawing/2014/main" id="{8621EE5B-3A81-4391-8FEF-43A0AF51521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209" name="Flowchart: Connector 6208">
                              <a:extLst>
                                <a:ext uri="{FF2B5EF4-FFF2-40B4-BE49-F238E27FC236}">
                                  <a16:creationId xmlns:a16="http://schemas.microsoft.com/office/drawing/2014/main" id="{2E0F1376-BD18-4FD6-AFAB-893C0E3433D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210" name="Flowchart: Connector 6209">
                              <a:extLst>
                                <a:ext uri="{FF2B5EF4-FFF2-40B4-BE49-F238E27FC236}">
                                  <a16:creationId xmlns:a16="http://schemas.microsoft.com/office/drawing/2014/main" id="{477B3871-CFD8-44DF-8D06-BCB477510CE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211" name="3D Model 6210" descr="Sphere">
                                  <a:extLst>
                                    <a:ext uri="{FF2B5EF4-FFF2-40B4-BE49-F238E27FC236}">
                                      <a16:creationId xmlns:a16="http://schemas.microsoft.com/office/drawing/2014/main" id="{9C98CE8C-99B8-4CC2-91A0-C029FF920A7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333147927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212" name="Flowchart: Connector 6211">
                              <a:extLst>
                                <a:ext uri="{FF2B5EF4-FFF2-40B4-BE49-F238E27FC236}">
                                  <a16:creationId xmlns:a16="http://schemas.microsoft.com/office/drawing/2014/main" id="{28D337F9-F5EE-4B85-A9F4-8A28D8291E7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213" name="3D Model 6212" descr="Sphere">
                                  <a:extLst>
                                    <a:ext uri="{FF2B5EF4-FFF2-40B4-BE49-F238E27FC236}">
                                      <a16:creationId xmlns:a16="http://schemas.microsoft.com/office/drawing/2014/main" id="{7B01FCDD-4F72-49B0-8D9F-F7ECA66F4DE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033597540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214" name="Flowchart: Connector 6213">
                              <a:extLst>
                                <a:ext uri="{FF2B5EF4-FFF2-40B4-BE49-F238E27FC236}">
                                  <a16:creationId xmlns:a16="http://schemas.microsoft.com/office/drawing/2014/main" id="{794B0C54-B32D-4D10-BCE7-ECD069CDA80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215" name="3D Model 6214" descr="Sphere">
                                  <a:extLst>
                                    <a:ext uri="{FF2B5EF4-FFF2-40B4-BE49-F238E27FC236}">
                                      <a16:creationId xmlns:a16="http://schemas.microsoft.com/office/drawing/2014/main" id="{10101A04-A62A-4912-9864-948546C4985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441740849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216" name="Flowchart: Connector 6215">
                              <a:extLst>
                                <a:ext uri="{FF2B5EF4-FFF2-40B4-BE49-F238E27FC236}">
                                  <a16:creationId xmlns:a16="http://schemas.microsoft.com/office/drawing/2014/main" id="{13FEE2E8-83B2-407C-9755-651B73AAEE2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217" name="3D Model 6216" descr="Sphere">
                                  <a:extLst>
                                    <a:ext uri="{FF2B5EF4-FFF2-40B4-BE49-F238E27FC236}">
                                      <a16:creationId xmlns:a16="http://schemas.microsoft.com/office/drawing/2014/main" id="{480927EB-696B-4F2B-A972-4963D815E68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262949319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6172" name="Group 6171">
                            <a:extLst>
                              <a:ext uri="{FF2B5EF4-FFF2-40B4-BE49-F238E27FC236}">
                                <a16:creationId xmlns:a16="http://schemas.microsoft.com/office/drawing/2014/main" id="{E14B7348-B1A0-452B-955E-5BBE81CBD8D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6188" name="Flowchart: Connector 6187">
                              <a:extLst>
                                <a:ext uri="{FF2B5EF4-FFF2-40B4-BE49-F238E27FC236}">
                                  <a16:creationId xmlns:a16="http://schemas.microsoft.com/office/drawing/2014/main" id="{0470CD6F-4A91-408A-87B7-FDA5A07BFBB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189" name="Flowchart: Connector 6188">
                              <a:extLst>
                                <a:ext uri="{FF2B5EF4-FFF2-40B4-BE49-F238E27FC236}">
                                  <a16:creationId xmlns:a16="http://schemas.microsoft.com/office/drawing/2014/main" id="{BC2C9C8F-1ADB-40D6-B2F0-B999D99F688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190" name="Flowchart: Connector 6189">
                              <a:extLst>
                                <a:ext uri="{FF2B5EF4-FFF2-40B4-BE49-F238E27FC236}">
                                  <a16:creationId xmlns:a16="http://schemas.microsoft.com/office/drawing/2014/main" id="{914E7F50-0E16-4C6E-B830-6742FE64C0B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191" name="Flowchart: Connector 6190">
                              <a:extLst>
                                <a:ext uri="{FF2B5EF4-FFF2-40B4-BE49-F238E27FC236}">
                                  <a16:creationId xmlns:a16="http://schemas.microsoft.com/office/drawing/2014/main" id="{0A1C2E6A-4E19-4EC2-A8FC-7D0C3F2511A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192" name="Flowchart: Connector 6191">
                              <a:extLst>
                                <a:ext uri="{FF2B5EF4-FFF2-40B4-BE49-F238E27FC236}">
                                  <a16:creationId xmlns:a16="http://schemas.microsoft.com/office/drawing/2014/main" id="{5E5CF1E7-10DE-4358-B139-225F208EA5C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193" name="Flowchart: Connector 6192">
                              <a:extLst>
                                <a:ext uri="{FF2B5EF4-FFF2-40B4-BE49-F238E27FC236}">
                                  <a16:creationId xmlns:a16="http://schemas.microsoft.com/office/drawing/2014/main" id="{9BC40DB9-688F-467B-A4D2-12ABF1F5F5A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194" name="Flowchart: Connector 6193">
                              <a:extLst>
                                <a:ext uri="{FF2B5EF4-FFF2-40B4-BE49-F238E27FC236}">
                                  <a16:creationId xmlns:a16="http://schemas.microsoft.com/office/drawing/2014/main" id="{B2644179-6402-44C4-BB47-7DA832EB2DA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195" name="Flowchart: Connector 6194">
                              <a:extLst>
                                <a:ext uri="{FF2B5EF4-FFF2-40B4-BE49-F238E27FC236}">
                                  <a16:creationId xmlns:a16="http://schemas.microsoft.com/office/drawing/2014/main" id="{FA46CAAF-56C1-4F3B-92B0-33643BE5F57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196" name="3D Model 6195" descr="Sphere">
                                  <a:extLst>
                                    <a:ext uri="{FF2B5EF4-FFF2-40B4-BE49-F238E27FC236}">
                                      <a16:creationId xmlns:a16="http://schemas.microsoft.com/office/drawing/2014/main" id="{70E4E9C7-A81E-4450-9FD9-DFAEE334E46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220794851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197" name="Flowchart: Connector 6196">
                              <a:extLst>
                                <a:ext uri="{FF2B5EF4-FFF2-40B4-BE49-F238E27FC236}">
                                  <a16:creationId xmlns:a16="http://schemas.microsoft.com/office/drawing/2014/main" id="{454E7B83-5BA0-4627-B726-943A054DE18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198" name="3D Model 6197" descr="Sphere">
                                  <a:extLst>
                                    <a:ext uri="{FF2B5EF4-FFF2-40B4-BE49-F238E27FC236}">
                                      <a16:creationId xmlns:a16="http://schemas.microsoft.com/office/drawing/2014/main" id="{8C44ED21-B753-44E0-AC24-5A1FBEE32D3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237589034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199" name="Flowchart: Connector 6198">
                              <a:extLst>
                                <a:ext uri="{FF2B5EF4-FFF2-40B4-BE49-F238E27FC236}">
                                  <a16:creationId xmlns:a16="http://schemas.microsoft.com/office/drawing/2014/main" id="{EF67C1DE-7338-48C8-9ACE-3CB7F71F951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200" name="3D Model 6199" descr="Sphere">
                                  <a:extLst>
                                    <a:ext uri="{FF2B5EF4-FFF2-40B4-BE49-F238E27FC236}">
                                      <a16:creationId xmlns:a16="http://schemas.microsoft.com/office/drawing/2014/main" id="{71300B10-4D39-4680-8061-625F6BBEE93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767349688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201" name="Flowchart: Connector 6200">
                              <a:extLst>
                                <a:ext uri="{FF2B5EF4-FFF2-40B4-BE49-F238E27FC236}">
                                  <a16:creationId xmlns:a16="http://schemas.microsoft.com/office/drawing/2014/main" id="{28EDB337-E1F6-4A31-A184-0C582E1D03E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202" name="3D Model 6201" descr="Sphere">
                                  <a:extLst>
                                    <a:ext uri="{FF2B5EF4-FFF2-40B4-BE49-F238E27FC236}">
                                      <a16:creationId xmlns:a16="http://schemas.microsoft.com/office/drawing/2014/main" id="{78F6361D-7C9A-44D0-9E97-AD4EB95A075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13586380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6173" name="Flowchart: Connector 6172">
                            <a:extLst>
                              <a:ext uri="{FF2B5EF4-FFF2-40B4-BE49-F238E27FC236}">
                                <a16:creationId xmlns:a16="http://schemas.microsoft.com/office/drawing/2014/main" id="{ECA21136-BA68-4302-8539-09503D1FE12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174" name="Flowchart: Connector 6173">
                            <a:extLst>
                              <a:ext uri="{FF2B5EF4-FFF2-40B4-BE49-F238E27FC236}">
                                <a16:creationId xmlns:a16="http://schemas.microsoft.com/office/drawing/2014/main" id="{9F07FB59-1AF3-434C-8660-826875C408C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175" name="Flowchart: Connector 6174">
                            <a:extLst>
                              <a:ext uri="{FF2B5EF4-FFF2-40B4-BE49-F238E27FC236}">
                                <a16:creationId xmlns:a16="http://schemas.microsoft.com/office/drawing/2014/main" id="{8ECA6EE1-25E8-40FC-836A-BFDF60849F5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176" name="Flowchart: Connector 6175">
                            <a:extLst>
                              <a:ext uri="{FF2B5EF4-FFF2-40B4-BE49-F238E27FC236}">
                                <a16:creationId xmlns:a16="http://schemas.microsoft.com/office/drawing/2014/main" id="{F5E72FDA-3878-4D93-AF85-20AB183C0B1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177" name="Flowchart: Connector 6176">
                            <a:extLst>
                              <a:ext uri="{FF2B5EF4-FFF2-40B4-BE49-F238E27FC236}">
                                <a16:creationId xmlns:a16="http://schemas.microsoft.com/office/drawing/2014/main" id="{AA8637A7-C607-4133-B1A7-9DAC18C3738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178" name="Flowchart: Connector 6177">
                            <a:extLst>
                              <a:ext uri="{FF2B5EF4-FFF2-40B4-BE49-F238E27FC236}">
                                <a16:creationId xmlns:a16="http://schemas.microsoft.com/office/drawing/2014/main" id="{815BC999-EC45-45A3-9984-EEE28BC59B0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179" name="Flowchart: Connector 6178">
                            <a:extLst>
                              <a:ext uri="{FF2B5EF4-FFF2-40B4-BE49-F238E27FC236}">
                                <a16:creationId xmlns:a16="http://schemas.microsoft.com/office/drawing/2014/main" id="{BA97CF51-ED76-4F13-AA37-C005E22B7B7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180" name="Flowchart: Connector 6179">
                            <a:extLst>
                              <a:ext uri="{FF2B5EF4-FFF2-40B4-BE49-F238E27FC236}">
                                <a16:creationId xmlns:a16="http://schemas.microsoft.com/office/drawing/2014/main" id="{8B87972C-66B2-470A-82E8-30708D916BE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181" name="3D Model 6180" descr="Sphere">
                                <a:extLst>
                                  <a:ext uri="{FF2B5EF4-FFF2-40B4-BE49-F238E27FC236}">
                                    <a16:creationId xmlns:a16="http://schemas.microsoft.com/office/drawing/2014/main" id="{A83455B4-3709-4242-B624-E30D9EB9698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30219980"/>
                                  </p:ext>
                                </p:extLst>
                              </p:nvPr>
                            </p:nvGraphicFramePr>
                            <p:xfrm>
                              <a:off x="2134543" y="1523034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053" name="3D Model 1052" descr="Sphere">
                                <a:extLst>
                                  <a:ext uri="{FF2B5EF4-FFF2-40B4-BE49-F238E27FC236}">
                                    <a16:creationId xmlns:a16="http://schemas.microsoft.com/office/drawing/2014/main" id="{E185EB93-A5FF-4887-8019-45BC41F007C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769931" y="221797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182" name="Flowchart: Connector 6181">
                            <a:extLst>
                              <a:ext uri="{FF2B5EF4-FFF2-40B4-BE49-F238E27FC236}">
                                <a16:creationId xmlns:a16="http://schemas.microsoft.com/office/drawing/2014/main" id="{8F117E43-E870-4A8F-9128-09E5499117F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183" name="3D Model 6182" descr="Sphere">
                                <a:extLst>
                                  <a:ext uri="{FF2B5EF4-FFF2-40B4-BE49-F238E27FC236}">
                                    <a16:creationId xmlns:a16="http://schemas.microsoft.com/office/drawing/2014/main" id="{BC2D8025-5BE1-4F42-B578-6C061BFB725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283609609"/>
                                  </p:ext>
                                </p:extLst>
                              </p:nvPr>
                            </p:nvGraphicFramePr>
                            <p:xfrm>
                              <a:off x="2371307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055" name="3D Model 1054" descr="Sphere">
                                <a:extLst>
                                  <a:ext uri="{FF2B5EF4-FFF2-40B4-BE49-F238E27FC236}">
                                    <a16:creationId xmlns:a16="http://schemas.microsoft.com/office/drawing/2014/main" id="{FF50E6D9-E8A3-4B47-BD1E-DB43B9D0075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811059" y="2228657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184" name="Flowchart: Connector 6183">
                            <a:extLst>
                              <a:ext uri="{FF2B5EF4-FFF2-40B4-BE49-F238E27FC236}">
                                <a16:creationId xmlns:a16="http://schemas.microsoft.com/office/drawing/2014/main" id="{59F8D791-BC68-4D3E-A572-AB3B5A5351E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4559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185" name="3D Model 6184" descr="Sphere">
                                <a:extLst>
                                  <a:ext uri="{FF2B5EF4-FFF2-40B4-BE49-F238E27FC236}">
                                    <a16:creationId xmlns:a16="http://schemas.microsoft.com/office/drawing/2014/main" id="{B9933902-585C-4024-BDED-6FEEBBBA16C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98352972"/>
                                  </p:ext>
                                </p:extLst>
                              </p:nvPr>
                            </p:nvGraphicFramePr>
                            <p:xfrm>
                              <a:off x="2609177" y="164155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057" name="3D Model 1056" descr="Sphere">
                                <a:extLst>
                                  <a:ext uri="{FF2B5EF4-FFF2-40B4-BE49-F238E27FC236}">
                                    <a16:creationId xmlns:a16="http://schemas.microsoft.com/office/drawing/2014/main" id="{6A436E4E-5C07-4DFB-A10F-61442DFC805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852378" y="2240296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186" name="Flowchart: Connector 6185">
                            <a:extLst>
                              <a:ext uri="{FF2B5EF4-FFF2-40B4-BE49-F238E27FC236}">
                                <a16:creationId xmlns:a16="http://schemas.microsoft.com/office/drawing/2014/main" id="{738F6266-D657-4F81-9910-66D49FEDC20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187" name="3D Model 6186" descr="Sphere">
                                <a:extLst>
                                  <a:ext uri="{FF2B5EF4-FFF2-40B4-BE49-F238E27FC236}">
                                    <a16:creationId xmlns:a16="http://schemas.microsoft.com/office/drawing/2014/main" id="{D4758D8A-D173-458E-BF66-39AC945862B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40297490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6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6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059" name="3D Model 1058" descr="Sphere">
                                <a:extLst>
                                  <a:ext uri="{FF2B5EF4-FFF2-40B4-BE49-F238E27FC236}">
                                    <a16:creationId xmlns:a16="http://schemas.microsoft.com/office/drawing/2014/main" id="{1091C89F-AB3F-4E91-A247-7DE232367EF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899004" y="2256690"/>
                                <a:ext cx="51046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5948" name="Group 5947">
                        <a:extLst>
                          <a:ext uri="{FF2B5EF4-FFF2-40B4-BE49-F238E27FC236}">
                            <a16:creationId xmlns:a16="http://schemas.microsoft.com/office/drawing/2014/main" id="{535F72B7-52D3-4EFF-A7E2-D49109DFED1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3325" y="2268938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6165" name="Flowchart: Connector 6164">
                          <a:extLst>
                            <a:ext uri="{FF2B5EF4-FFF2-40B4-BE49-F238E27FC236}">
                              <a16:creationId xmlns:a16="http://schemas.microsoft.com/office/drawing/2014/main" id="{B86F612D-944B-438C-8E26-583217195C1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166" name="Flowchart: Connector 6165">
                          <a:extLst>
                            <a:ext uri="{FF2B5EF4-FFF2-40B4-BE49-F238E27FC236}">
                              <a16:creationId xmlns:a16="http://schemas.microsoft.com/office/drawing/2014/main" id="{1E55AA01-F5D6-42B2-91CE-5864852FE18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167" name="Flowchart: Connector 6166">
                          <a:extLst>
                            <a:ext uri="{FF2B5EF4-FFF2-40B4-BE49-F238E27FC236}">
                              <a16:creationId xmlns:a16="http://schemas.microsoft.com/office/drawing/2014/main" id="{B1788ACE-E3A2-440F-8797-7AAADFADE2A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5949" name="Flowchart: Connector 5948">
                        <a:extLst>
                          <a:ext uri="{FF2B5EF4-FFF2-40B4-BE49-F238E27FC236}">
                            <a16:creationId xmlns:a16="http://schemas.microsoft.com/office/drawing/2014/main" id="{5AE7C963-996E-4548-88E1-5393E255FB2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37026" y="201261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950" name="Flowchart: Connector 5949">
                        <a:extLst>
                          <a:ext uri="{FF2B5EF4-FFF2-40B4-BE49-F238E27FC236}">
                            <a16:creationId xmlns:a16="http://schemas.microsoft.com/office/drawing/2014/main" id="{BCC77646-F359-48A9-88A7-8194B41C987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588002" y="208727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5951" name="Group 5950">
                        <a:extLst>
                          <a:ext uri="{FF2B5EF4-FFF2-40B4-BE49-F238E27FC236}">
                            <a16:creationId xmlns:a16="http://schemas.microsoft.com/office/drawing/2014/main" id="{9C032516-8D87-41CF-8340-0064CF9EB550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228750">
                        <a:off x="1171220" y="1918660"/>
                        <a:ext cx="698062" cy="387533"/>
                        <a:chOff x="854933" y="2290871"/>
                        <a:chExt cx="698062" cy="387533"/>
                      </a:xfrm>
                    </p:grpSpPr>
                    <p:sp>
                      <p:nvSpPr>
                        <p:cNvPr id="6162" name="Flowchart: Connector 6161">
                          <a:extLst>
                            <a:ext uri="{FF2B5EF4-FFF2-40B4-BE49-F238E27FC236}">
                              <a16:creationId xmlns:a16="http://schemas.microsoft.com/office/drawing/2014/main" id="{3F1F3FF6-21DA-452E-82E7-C5C2915C6CF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3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163" name="Flowchart: Connector 6162">
                          <a:extLst>
                            <a:ext uri="{FF2B5EF4-FFF2-40B4-BE49-F238E27FC236}">
                              <a16:creationId xmlns:a16="http://schemas.microsoft.com/office/drawing/2014/main" id="{00775B67-E7A9-4E3C-A0BC-3073B4CF472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5206" y="2377897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164" name="Flowchart: Connector 6163">
                          <a:extLst>
                            <a:ext uri="{FF2B5EF4-FFF2-40B4-BE49-F238E27FC236}">
                              <a16:creationId xmlns:a16="http://schemas.microsoft.com/office/drawing/2014/main" id="{E2ECC3CC-7639-4651-88F4-AA114BFEF36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41136" y="2462404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5952" name="Group 5951">
                        <a:extLst>
                          <a:ext uri="{FF2B5EF4-FFF2-40B4-BE49-F238E27FC236}">
                            <a16:creationId xmlns:a16="http://schemas.microsoft.com/office/drawing/2014/main" id="{EE4D5461-2160-4B29-A94F-26F4F0C068A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49741" y="1890320"/>
                        <a:ext cx="1098636" cy="1497980"/>
                        <a:chOff x="2089993" y="1501770"/>
                        <a:chExt cx="1098636" cy="1497980"/>
                      </a:xfrm>
                    </p:grpSpPr>
                    <p:grpSp>
                      <p:nvGrpSpPr>
                        <p:cNvPr id="6097" name="Group 6096">
                          <a:extLst>
                            <a:ext uri="{FF2B5EF4-FFF2-40B4-BE49-F238E27FC236}">
                              <a16:creationId xmlns:a16="http://schemas.microsoft.com/office/drawing/2014/main" id="{0D821A97-02A1-43A4-A188-C7A4BC0CBE9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34990"/>
                          <a:ext cx="101484" cy="1051941"/>
                          <a:chOff x="1800622" y="2329236"/>
                          <a:chExt cx="101484" cy="1051941"/>
                        </a:xfrm>
                      </p:grpSpPr>
                      <p:sp>
                        <p:nvSpPr>
                          <p:cNvPr id="6158" name="Flowchart: Connector 6157">
                            <a:extLst>
                              <a:ext uri="{FF2B5EF4-FFF2-40B4-BE49-F238E27FC236}">
                                <a16:creationId xmlns:a16="http://schemas.microsoft.com/office/drawing/2014/main" id="{16391C0C-AE63-4F59-86B4-2444B80A353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159" name="Flowchart: Connector 6158">
                            <a:extLst>
                              <a:ext uri="{FF2B5EF4-FFF2-40B4-BE49-F238E27FC236}">
                                <a16:creationId xmlns:a16="http://schemas.microsoft.com/office/drawing/2014/main" id="{31F54CFA-CF94-42ED-B0F7-F59BFD22230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160" name="Flowchart: Connector 6159">
                            <a:extLst>
                              <a:ext uri="{FF2B5EF4-FFF2-40B4-BE49-F238E27FC236}">
                                <a16:creationId xmlns:a16="http://schemas.microsoft.com/office/drawing/2014/main" id="{61DA1A97-8101-412A-8E77-0624A6B1018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161" name="Flowchart: Connector 6160">
                            <a:extLst>
                              <a:ext uri="{FF2B5EF4-FFF2-40B4-BE49-F238E27FC236}">
                                <a16:creationId xmlns:a16="http://schemas.microsoft.com/office/drawing/2014/main" id="{1CD5F96D-1CB5-48FA-926F-601944C6EEA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2923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6098" name="Group 6097">
                          <a:extLst>
                            <a:ext uri="{FF2B5EF4-FFF2-40B4-BE49-F238E27FC236}">
                              <a16:creationId xmlns:a16="http://schemas.microsoft.com/office/drawing/2014/main" id="{0EE6F915-E60C-49E2-8E39-C9D8FE5FE9E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01770"/>
                          <a:ext cx="1074397" cy="1497980"/>
                          <a:chOff x="2114232" y="1501770"/>
                          <a:chExt cx="1074397" cy="1497980"/>
                        </a:xfrm>
                      </p:grpSpPr>
                      <p:grpSp>
                        <p:nvGrpSpPr>
                          <p:cNvPr id="6099" name="Group 6098">
                            <a:extLst>
                              <a:ext uri="{FF2B5EF4-FFF2-40B4-BE49-F238E27FC236}">
                                <a16:creationId xmlns:a16="http://schemas.microsoft.com/office/drawing/2014/main" id="{2D78A72E-A88A-4FC5-A1B1-915A011D709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6150" name="Flowchart: Connector 6149">
                              <a:extLst>
                                <a:ext uri="{FF2B5EF4-FFF2-40B4-BE49-F238E27FC236}">
                                  <a16:creationId xmlns:a16="http://schemas.microsoft.com/office/drawing/2014/main" id="{54D512DD-4EC9-4154-86AB-FA54C963BE9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151" name="3D Model 6150" descr="Sphere">
                                  <a:extLst>
                                    <a:ext uri="{FF2B5EF4-FFF2-40B4-BE49-F238E27FC236}">
                                      <a16:creationId xmlns:a16="http://schemas.microsoft.com/office/drawing/2014/main" id="{09EF3547-2C75-4787-A034-C9962249935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161089493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152" name="Flowchart: Connector 6151">
                              <a:extLst>
                                <a:ext uri="{FF2B5EF4-FFF2-40B4-BE49-F238E27FC236}">
                                  <a16:creationId xmlns:a16="http://schemas.microsoft.com/office/drawing/2014/main" id="{2A8FD0F2-9535-4068-85FA-2CA892FE98B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153" name="3D Model 6152" descr="Sphere">
                                  <a:extLst>
                                    <a:ext uri="{FF2B5EF4-FFF2-40B4-BE49-F238E27FC236}">
                                      <a16:creationId xmlns:a16="http://schemas.microsoft.com/office/drawing/2014/main" id="{65132B3F-2495-47FB-B20C-21E66E42F0C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413565257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154" name="Flowchart: Connector 6153">
                              <a:extLst>
                                <a:ext uri="{FF2B5EF4-FFF2-40B4-BE49-F238E27FC236}">
                                  <a16:creationId xmlns:a16="http://schemas.microsoft.com/office/drawing/2014/main" id="{44DA7120-FA1D-4DB1-B1B3-ED925065F48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155" name="3D Model 6154" descr="Sphere">
                                  <a:extLst>
                                    <a:ext uri="{FF2B5EF4-FFF2-40B4-BE49-F238E27FC236}">
                                      <a16:creationId xmlns:a16="http://schemas.microsoft.com/office/drawing/2014/main" id="{70B06E49-500D-4CC2-9465-E78EBAADE4C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294591143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156" name="Flowchart: Connector 6155">
                              <a:extLst>
                                <a:ext uri="{FF2B5EF4-FFF2-40B4-BE49-F238E27FC236}">
                                  <a16:creationId xmlns:a16="http://schemas.microsoft.com/office/drawing/2014/main" id="{269602D7-7EEC-4C92-9E46-35D9D52969B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157" name="3D Model 6156" descr="Sphere">
                                  <a:extLst>
                                    <a:ext uri="{FF2B5EF4-FFF2-40B4-BE49-F238E27FC236}">
                                      <a16:creationId xmlns:a16="http://schemas.microsoft.com/office/drawing/2014/main" id="{764C519F-1090-4337-9AD0-3956941B74F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992710424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6100" name="Group 6099">
                            <a:extLst>
                              <a:ext uri="{FF2B5EF4-FFF2-40B4-BE49-F238E27FC236}">
                                <a16:creationId xmlns:a16="http://schemas.microsoft.com/office/drawing/2014/main" id="{6597AC8E-4AFE-4756-9EBF-C7C4BF4DDB8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6134" name="Flowchart: Connector 6133">
                              <a:extLst>
                                <a:ext uri="{FF2B5EF4-FFF2-40B4-BE49-F238E27FC236}">
                                  <a16:creationId xmlns:a16="http://schemas.microsoft.com/office/drawing/2014/main" id="{88EBDB7B-8B84-4CA3-9026-278C23C305D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135" name="Flowchart: Connector 6134">
                              <a:extLst>
                                <a:ext uri="{FF2B5EF4-FFF2-40B4-BE49-F238E27FC236}">
                                  <a16:creationId xmlns:a16="http://schemas.microsoft.com/office/drawing/2014/main" id="{A48C4180-091F-42D8-8D23-B3DE7835105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136" name="Flowchart: Connector 6135">
                              <a:extLst>
                                <a:ext uri="{FF2B5EF4-FFF2-40B4-BE49-F238E27FC236}">
                                  <a16:creationId xmlns:a16="http://schemas.microsoft.com/office/drawing/2014/main" id="{E45F41C6-B3A0-43D6-BECF-92F820C748C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137" name="Flowchart: Connector 6136">
                              <a:extLst>
                                <a:ext uri="{FF2B5EF4-FFF2-40B4-BE49-F238E27FC236}">
                                  <a16:creationId xmlns:a16="http://schemas.microsoft.com/office/drawing/2014/main" id="{7EFEA414-CFE8-4A3B-8F75-F74B0D573FE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138" name="Flowchart: Connector 6137">
                              <a:extLst>
                                <a:ext uri="{FF2B5EF4-FFF2-40B4-BE49-F238E27FC236}">
                                  <a16:creationId xmlns:a16="http://schemas.microsoft.com/office/drawing/2014/main" id="{D29CE6F2-A216-41FF-9921-E233A743791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139" name="Flowchart: Connector 6138">
                              <a:extLst>
                                <a:ext uri="{FF2B5EF4-FFF2-40B4-BE49-F238E27FC236}">
                                  <a16:creationId xmlns:a16="http://schemas.microsoft.com/office/drawing/2014/main" id="{8CDA02AB-2E56-4891-82D6-BDCE413C84D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140" name="Flowchart: Connector 6139">
                              <a:extLst>
                                <a:ext uri="{FF2B5EF4-FFF2-40B4-BE49-F238E27FC236}">
                                  <a16:creationId xmlns:a16="http://schemas.microsoft.com/office/drawing/2014/main" id="{8EE26C59-3C63-4A71-B4DE-5A28AF5392C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141" name="Flowchart: Connector 6140">
                              <a:extLst>
                                <a:ext uri="{FF2B5EF4-FFF2-40B4-BE49-F238E27FC236}">
                                  <a16:creationId xmlns:a16="http://schemas.microsoft.com/office/drawing/2014/main" id="{23781AB7-4C8D-4852-9510-C50A697ADCC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142" name="Flowchart: Connector 6141">
                              <a:extLst>
                                <a:ext uri="{FF2B5EF4-FFF2-40B4-BE49-F238E27FC236}">
                                  <a16:creationId xmlns:a16="http://schemas.microsoft.com/office/drawing/2014/main" id="{ECDEF102-F3A8-411E-8F54-AF19382385E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143" name="3D Model 6142" descr="Sphere">
                                  <a:extLst>
                                    <a:ext uri="{FF2B5EF4-FFF2-40B4-BE49-F238E27FC236}">
                                      <a16:creationId xmlns:a16="http://schemas.microsoft.com/office/drawing/2014/main" id="{19FD0B3E-CA8F-4F5C-8F34-9B9AB985F43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751186351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144" name="Flowchart: Connector 6143">
                              <a:extLst>
                                <a:ext uri="{FF2B5EF4-FFF2-40B4-BE49-F238E27FC236}">
                                  <a16:creationId xmlns:a16="http://schemas.microsoft.com/office/drawing/2014/main" id="{D66F1757-40C0-44B2-906A-33FD1621A61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145" name="3D Model 6144" descr="Sphere">
                                  <a:extLst>
                                    <a:ext uri="{FF2B5EF4-FFF2-40B4-BE49-F238E27FC236}">
                                      <a16:creationId xmlns:a16="http://schemas.microsoft.com/office/drawing/2014/main" id="{E4CEC181-024E-41A7-AC1C-ED823411EDB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984117529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146" name="Flowchart: Connector 6145">
                              <a:extLst>
                                <a:ext uri="{FF2B5EF4-FFF2-40B4-BE49-F238E27FC236}">
                                  <a16:creationId xmlns:a16="http://schemas.microsoft.com/office/drawing/2014/main" id="{57B756AF-40F9-486F-AFC0-6D52296F639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147" name="3D Model 6146" descr="Sphere">
                                  <a:extLst>
                                    <a:ext uri="{FF2B5EF4-FFF2-40B4-BE49-F238E27FC236}">
                                      <a16:creationId xmlns:a16="http://schemas.microsoft.com/office/drawing/2014/main" id="{7704FBE9-7796-47D6-9351-74723AB444D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605988282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148" name="Flowchart: Connector 6147">
                              <a:extLst>
                                <a:ext uri="{FF2B5EF4-FFF2-40B4-BE49-F238E27FC236}">
                                  <a16:creationId xmlns:a16="http://schemas.microsoft.com/office/drawing/2014/main" id="{18B8D8F5-19B8-4D47-8502-52929DFEBD7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149" name="3D Model 6148" descr="Sphere">
                                  <a:extLst>
                                    <a:ext uri="{FF2B5EF4-FFF2-40B4-BE49-F238E27FC236}">
                                      <a16:creationId xmlns:a16="http://schemas.microsoft.com/office/drawing/2014/main" id="{84B099A3-0068-48D0-8E7C-FFEBF107B44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63478949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6101" name="Group 6100">
                            <a:extLst>
                              <a:ext uri="{FF2B5EF4-FFF2-40B4-BE49-F238E27FC236}">
                                <a16:creationId xmlns:a16="http://schemas.microsoft.com/office/drawing/2014/main" id="{57D4B353-17D6-49FB-9C3B-CC8F7D6F494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6118" name="Flowchart: Connector 6117">
                              <a:extLst>
                                <a:ext uri="{FF2B5EF4-FFF2-40B4-BE49-F238E27FC236}">
                                  <a16:creationId xmlns:a16="http://schemas.microsoft.com/office/drawing/2014/main" id="{FEB1954C-4BA3-447A-83D6-09BFDFDB556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119" name="Flowchart: Connector 6118">
                              <a:extLst>
                                <a:ext uri="{FF2B5EF4-FFF2-40B4-BE49-F238E27FC236}">
                                  <a16:creationId xmlns:a16="http://schemas.microsoft.com/office/drawing/2014/main" id="{A27BAEC3-B065-47B8-A491-C18E8DFAEB0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120" name="Flowchart: Connector 6119">
                              <a:extLst>
                                <a:ext uri="{FF2B5EF4-FFF2-40B4-BE49-F238E27FC236}">
                                  <a16:creationId xmlns:a16="http://schemas.microsoft.com/office/drawing/2014/main" id="{4DEF4A21-08E5-4143-B82C-222167F2493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121" name="Flowchart: Connector 6120">
                              <a:extLst>
                                <a:ext uri="{FF2B5EF4-FFF2-40B4-BE49-F238E27FC236}">
                                  <a16:creationId xmlns:a16="http://schemas.microsoft.com/office/drawing/2014/main" id="{2F4557CA-5565-48E1-A0B3-9EDAEFE0FAF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122" name="Flowchart: Connector 6121">
                              <a:extLst>
                                <a:ext uri="{FF2B5EF4-FFF2-40B4-BE49-F238E27FC236}">
                                  <a16:creationId xmlns:a16="http://schemas.microsoft.com/office/drawing/2014/main" id="{0B7D56AD-0267-446F-98EA-B618D2E898C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123" name="Flowchart: Connector 6122">
                              <a:extLst>
                                <a:ext uri="{FF2B5EF4-FFF2-40B4-BE49-F238E27FC236}">
                                  <a16:creationId xmlns:a16="http://schemas.microsoft.com/office/drawing/2014/main" id="{8D9BABD1-F517-45F4-9ACB-4DF14B61430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124" name="Flowchart: Connector 6123">
                              <a:extLst>
                                <a:ext uri="{FF2B5EF4-FFF2-40B4-BE49-F238E27FC236}">
                                  <a16:creationId xmlns:a16="http://schemas.microsoft.com/office/drawing/2014/main" id="{E2929AA5-D6D1-4FB8-BC90-DDBF3CAE351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125" name="Flowchart: Connector 6124">
                              <a:extLst>
                                <a:ext uri="{FF2B5EF4-FFF2-40B4-BE49-F238E27FC236}">
                                  <a16:creationId xmlns:a16="http://schemas.microsoft.com/office/drawing/2014/main" id="{AC7EA96D-DA5F-40AA-8DE6-0FCF2644302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126" name="Flowchart: Connector 6125">
                              <a:extLst>
                                <a:ext uri="{FF2B5EF4-FFF2-40B4-BE49-F238E27FC236}">
                                  <a16:creationId xmlns:a16="http://schemas.microsoft.com/office/drawing/2014/main" id="{BE4CD622-EC14-416D-AF5D-06F19A2E46C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127" name="3D Model 6126" descr="Sphere">
                                  <a:extLst>
                                    <a:ext uri="{FF2B5EF4-FFF2-40B4-BE49-F238E27FC236}">
                                      <a16:creationId xmlns:a16="http://schemas.microsoft.com/office/drawing/2014/main" id="{79C4D6EB-E7E6-4CCB-AA44-81EEB98170C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22438937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128" name="Flowchart: Connector 6127">
                              <a:extLst>
                                <a:ext uri="{FF2B5EF4-FFF2-40B4-BE49-F238E27FC236}">
                                  <a16:creationId xmlns:a16="http://schemas.microsoft.com/office/drawing/2014/main" id="{78CEEB98-F8C6-41A7-8C52-ED17AA979CE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129" name="3D Model 6128" descr="Sphere">
                                  <a:extLst>
                                    <a:ext uri="{FF2B5EF4-FFF2-40B4-BE49-F238E27FC236}">
                                      <a16:creationId xmlns:a16="http://schemas.microsoft.com/office/drawing/2014/main" id="{7D961008-7379-412E-82A3-E23EADE02EA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11219317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130" name="Flowchart: Connector 6129">
                              <a:extLst>
                                <a:ext uri="{FF2B5EF4-FFF2-40B4-BE49-F238E27FC236}">
                                  <a16:creationId xmlns:a16="http://schemas.microsoft.com/office/drawing/2014/main" id="{A78E542A-3201-48DE-BE02-43D5FAFFBBA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131" name="3D Model 6130" descr="Sphere">
                                  <a:extLst>
                                    <a:ext uri="{FF2B5EF4-FFF2-40B4-BE49-F238E27FC236}">
                                      <a16:creationId xmlns:a16="http://schemas.microsoft.com/office/drawing/2014/main" id="{35259B2A-BC04-4724-B408-CA33C571CE8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729925855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132" name="Flowchart: Connector 6131">
                              <a:extLst>
                                <a:ext uri="{FF2B5EF4-FFF2-40B4-BE49-F238E27FC236}">
                                  <a16:creationId xmlns:a16="http://schemas.microsoft.com/office/drawing/2014/main" id="{A1FD9886-76EC-414A-8D7D-AB25100B795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133" name="3D Model 6132" descr="Sphere">
                                  <a:extLst>
                                    <a:ext uri="{FF2B5EF4-FFF2-40B4-BE49-F238E27FC236}">
                                      <a16:creationId xmlns:a16="http://schemas.microsoft.com/office/drawing/2014/main" id="{63CFAFC7-9C3D-4E40-BE93-25DB2369D90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830767911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6102" name="Flowchart: Connector 6101">
                            <a:extLst>
                              <a:ext uri="{FF2B5EF4-FFF2-40B4-BE49-F238E27FC236}">
                                <a16:creationId xmlns:a16="http://schemas.microsoft.com/office/drawing/2014/main" id="{0C68E9ED-EE97-4B62-AD30-36EAD57B3B7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103" name="Flowchart: Connector 6102">
                            <a:extLst>
                              <a:ext uri="{FF2B5EF4-FFF2-40B4-BE49-F238E27FC236}">
                                <a16:creationId xmlns:a16="http://schemas.microsoft.com/office/drawing/2014/main" id="{D1DE2B22-4EE5-4328-B163-153E41293E2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104" name="Flowchart: Connector 6103">
                            <a:extLst>
                              <a:ext uri="{FF2B5EF4-FFF2-40B4-BE49-F238E27FC236}">
                                <a16:creationId xmlns:a16="http://schemas.microsoft.com/office/drawing/2014/main" id="{31849A9E-0509-47F1-818A-B54D6F83184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105" name="Flowchart: Connector 6104">
                            <a:extLst>
                              <a:ext uri="{FF2B5EF4-FFF2-40B4-BE49-F238E27FC236}">
                                <a16:creationId xmlns:a16="http://schemas.microsoft.com/office/drawing/2014/main" id="{FC84B419-61B7-48A8-ABF4-13D87EBA916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106" name="Flowchart: Connector 6105">
                            <a:extLst>
                              <a:ext uri="{FF2B5EF4-FFF2-40B4-BE49-F238E27FC236}">
                                <a16:creationId xmlns:a16="http://schemas.microsoft.com/office/drawing/2014/main" id="{42DCEF85-91E1-4AA0-B61D-3196E5F8415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107" name="Flowchart: Connector 6106">
                            <a:extLst>
                              <a:ext uri="{FF2B5EF4-FFF2-40B4-BE49-F238E27FC236}">
                                <a16:creationId xmlns:a16="http://schemas.microsoft.com/office/drawing/2014/main" id="{784E5E37-1FD3-41E0-A947-CB2E8A155F6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108" name="Flowchart: Connector 6107">
                            <a:extLst>
                              <a:ext uri="{FF2B5EF4-FFF2-40B4-BE49-F238E27FC236}">
                                <a16:creationId xmlns:a16="http://schemas.microsoft.com/office/drawing/2014/main" id="{1956BB43-3CE6-4FBF-8148-F679DDD5B78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109" name="Flowchart: Connector 6108">
                            <a:extLst>
                              <a:ext uri="{FF2B5EF4-FFF2-40B4-BE49-F238E27FC236}">
                                <a16:creationId xmlns:a16="http://schemas.microsoft.com/office/drawing/2014/main" id="{BD8A5103-08C1-461D-87F7-755A91D7FED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110" name="Flowchart: Connector 6109">
                            <a:extLst>
                              <a:ext uri="{FF2B5EF4-FFF2-40B4-BE49-F238E27FC236}">
                                <a16:creationId xmlns:a16="http://schemas.microsoft.com/office/drawing/2014/main" id="{747A127F-765B-44FF-9B87-E8583141300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111" name="3D Model 6110" descr="Sphere">
                                <a:extLst>
                                  <a:ext uri="{FF2B5EF4-FFF2-40B4-BE49-F238E27FC236}">
                                    <a16:creationId xmlns:a16="http://schemas.microsoft.com/office/drawing/2014/main" id="{EACA3A3B-8AA2-4572-84D0-C428BDB759D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863749153"/>
                                  </p:ext>
                                </p:extLst>
                              </p:nvPr>
                            </p:nvGraphicFramePr>
                            <p:xfrm>
                              <a:off x="2123911" y="1501770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83" name="3D Model 982" descr="Sphere">
                                <a:extLst>
                                  <a:ext uri="{FF2B5EF4-FFF2-40B4-BE49-F238E27FC236}">
                                    <a16:creationId xmlns:a16="http://schemas.microsoft.com/office/drawing/2014/main" id="{FB416F3B-0451-42EE-A1D4-E6FB787E5E4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729898" y="223785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112" name="Flowchart: Connector 6111">
                            <a:extLst>
                              <a:ext uri="{FF2B5EF4-FFF2-40B4-BE49-F238E27FC236}">
                                <a16:creationId xmlns:a16="http://schemas.microsoft.com/office/drawing/2014/main" id="{DC51E1E8-143A-4636-9955-5C7B348F92B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113" name="3D Model 6112" descr="Sphere">
                                <a:extLst>
                                  <a:ext uri="{FF2B5EF4-FFF2-40B4-BE49-F238E27FC236}">
                                    <a16:creationId xmlns:a16="http://schemas.microsoft.com/office/drawing/2014/main" id="{76246407-122E-4CDA-8871-4F2B8DE675F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40199962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85" name="3D Model 984" descr="Sphere">
                                <a:extLst>
                                  <a:ext uri="{FF2B5EF4-FFF2-40B4-BE49-F238E27FC236}">
                                    <a16:creationId xmlns:a16="http://schemas.microsoft.com/office/drawing/2014/main" id="{2E9E03F8-8480-42C0-99A1-5F214647DB3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771722" y="225254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114" name="Flowchart: Connector 6113">
                            <a:extLst>
                              <a:ext uri="{FF2B5EF4-FFF2-40B4-BE49-F238E27FC236}">
                                <a16:creationId xmlns:a16="http://schemas.microsoft.com/office/drawing/2014/main" id="{A06A0C40-F844-4B05-93DB-8B1486F1A03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93292" y="171776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115" name="3D Model 6114" descr="Sphere">
                                <a:extLst>
                                  <a:ext uri="{FF2B5EF4-FFF2-40B4-BE49-F238E27FC236}">
                                    <a16:creationId xmlns:a16="http://schemas.microsoft.com/office/drawing/2014/main" id="{F201DBED-4EF6-4831-B9F2-76003D875C5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508086268"/>
                                  </p:ext>
                                </p:extLst>
                              </p:nvPr>
                            </p:nvGraphicFramePr>
                            <p:xfrm>
                              <a:off x="2622429" y="163823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87" name="3D Model 986" descr="Sphere">
                                <a:extLst>
                                  <a:ext uri="{FF2B5EF4-FFF2-40B4-BE49-F238E27FC236}">
                                    <a16:creationId xmlns:a16="http://schemas.microsoft.com/office/drawing/2014/main" id="{C171328B-1BA7-43BC-AD9C-A4153FC27D2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816494" y="2263557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116" name="Flowchart: Connector 6115">
                            <a:extLst>
                              <a:ext uri="{FF2B5EF4-FFF2-40B4-BE49-F238E27FC236}">
                                <a16:creationId xmlns:a16="http://schemas.microsoft.com/office/drawing/2014/main" id="{77B81C56-C05C-4677-878B-02946DA3F3A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117" name="3D Model 6116" descr="Sphere">
                                <a:extLst>
                                  <a:ext uri="{FF2B5EF4-FFF2-40B4-BE49-F238E27FC236}">
                                    <a16:creationId xmlns:a16="http://schemas.microsoft.com/office/drawing/2014/main" id="{83F24BEF-3DD6-4EB9-A215-4A6B2437116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248818227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89" name="3D Model 988" descr="Sphere">
                                <a:extLst>
                                  <a:ext uri="{FF2B5EF4-FFF2-40B4-BE49-F238E27FC236}">
                                    <a16:creationId xmlns:a16="http://schemas.microsoft.com/office/drawing/2014/main" id="{A2B7A9BF-F60A-4BAF-AAC1-A0035A95F75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860818" y="2280575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5953" name="Group 5952">
                        <a:extLst>
                          <a:ext uri="{FF2B5EF4-FFF2-40B4-BE49-F238E27FC236}">
                            <a16:creationId xmlns:a16="http://schemas.microsoft.com/office/drawing/2014/main" id="{4B45D963-ADD4-410E-B6EE-33E6FF63DC7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547436" y="2361226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6094" name="Flowchart: Connector 6093">
                          <a:extLst>
                            <a:ext uri="{FF2B5EF4-FFF2-40B4-BE49-F238E27FC236}">
                              <a16:creationId xmlns:a16="http://schemas.microsoft.com/office/drawing/2014/main" id="{3D7D4FF6-233F-42D4-9B7D-E213D1279CC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095" name="Flowchart: Connector 6094">
                          <a:extLst>
                            <a:ext uri="{FF2B5EF4-FFF2-40B4-BE49-F238E27FC236}">
                              <a16:creationId xmlns:a16="http://schemas.microsoft.com/office/drawing/2014/main" id="{80C16071-BBCB-4541-BDC3-427387543D2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096" name="Flowchart: Connector 6095">
                          <a:extLst>
                            <a:ext uri="{FF2B5EF4-FFF2-40B4-BE49-F238E27FC236}">
                              <a16:creationId xmlns:a16="http://schemas.microsoft.com/office/drawing/2014/main" id="{9299BE72-3EAB-46C7-9034-623FE474D9F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5954" name="Flowchart: Connector 5953">
                        <a:extLst>
                          <a:ext uri="{FF2B5EF4-FFF2-40B4-BE49-F238E27FC236}">
                            <a16:creationId xmlns:a16="http://schemas.microsoft.com/office/drawing/2014/main" id="{7026AF35-0A61-48E0-B6B1-255433C46BE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19794" y="212254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955" name="Flowchart: Connector 5954">
                        <a:extLst>
                          <a:ext uri="{FF2B5EF4-FFF2-40B4-BE49-F238E27FC236}">
                            <a16:creationId xmlns:a16="http://schemas.microsoft.com/office/drawing/2014/main" id="{1517F7A9-E266-4E00-B0AF-B0A8AD031E2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74020" y="218539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5956" name="Group 5955">
                        <a:extLst>
                          <a:ext uri="{FF2B5EF4-FFF2-40B4-BE49-F238E27FC236}">
                            <a16:creationId xmlns:a16="http://schemas.microsoft.com/office/drawing/2014/main" id="{88949B8D-2E62-4D06-BE49-543EDE2A7C15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18957">
                        <a:off x="941432" y="2025443"/>
                        <a:ext cx="710250" cy="369080"/>
                        <a:chOff x="854932" y="2290871"/>
                        <a:chExt cx="710250" cy="369080"/>
                      </a:xfrm>
                    </p:grpSpPr>
                    <p:sp>
                      <p:nvSpPr>
                        <p:cNvPr id="6091" name="Flowchart: Connector 6090">
                          <a:extLst>
                            <a:ext uri="{FF2B5EF4-FFF2-40B4-BE49-F238E27FC236}">
                              <a16:creationId xmlns:a16="http://schemas.microsoft.com/office/drawing/2014/main" id="{82447FDB-49E4-4186-B057-808992B2424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2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092" name="Flowchart: Connector 6091">
                          <a:extLst>
                            <a:ext uri="{FF2B5EF4-FFF2-40B4-BE49-F238E27FC236}">
                              <a16:creationId xmlns:a16="http://schemas.microsoft.com/office/drawing/2014/main" id="{831AB00C-C00B-4567-810B-FB436AF3B14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1897" y="2377722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093" name="Flowchart: Connector 6092">
                          <a:extLst>
                            <a:ext uri="{FF2B5EF4-FFF2-40B4-BE49-F238E27FC236}">
                              <a16:creationId xmlns:a16="http://schemas.microsoft.com/office/drawing/2014/main" id="{BB65E3C1-9209-4E22-A81D-E0B8A7966E9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53323" y="244395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5957" name="Group 5956">
                        <a:extLst>
                          <a:ext uri="{FF2B5EF4-FFF2-40B4-BE49-F238E27FC236}">
                            <a16:creationId xmlns:a16="http://schemas.microsoft.com/office/drawing/2014/main" id="{015218BB-40B0-48FE-8117-5F6577B721F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21287" y="1995259"/>
                        <a:ext cx="1102917" cy="1484052"/>
                        <a:chOff x="2085712" y="1515698"/>
                        <a:chExt cx="1102917" cy="1484052"/>
                      </a:xfrm>
                    </p:grpSpPr>
                    <p:grpSp>
                      <p:nvGrpSpPr>
                        <p:cNvPr id="6026" name="Group 6025">
                          <a:extLst>
                            <a:ext uri="{FF2B5EF4-FFF2-40B4-BE49-F238E27FC236}">
                              <a16:creationId xmlns:a16="http://schemas.microsoft.com/office/drawing/2014/main" id="{1C4D4DA9-A7AD-4237-A5CF-DBF9A8FE4CE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5712" y="1648950"/>
                          <a:ext cx="105765" cy="1037981"/>
                          <a:chOff x="1796341" y="2343196"/>
                          <a:chExt cx="105765" cy="1037981"/>
                        </a:xfrm>
                      </p:grpSpPr>
                      <p:sp>
                        <p:nvSpPr>
                          <p:cNvPr id="6087" name="Flowchart: Connector 6086">
                            <a:extLst>
                              <a:ext uri="{FF2B5EF4-FFF2-40B4-BE49-F238E27FC236}">
                                <a16:creationId xmlns:a16="http://schemas.microsoft.com/office/drawing/2014/main" id="{F92562A3-5ABC-4DA0-AE1A-750513D601C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088" name="Flowchart: Connector 6087">
                            <a:extLst>
                              <a:ext uri="{FF2B5EF4-FFF2-40B4-BE49-F238E27FC236}">
                                <a16:creationId xmlns:a16="http://schemas.microsoft.com/office/drawing/2014/main" id="{7870879A-EDF9-4ED1-9EFD-1CB45B3A57A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089" name="Flowchart: Connector 6088">
                            <a:extLst>
                              <a:ext uri="{FF2B5EF4-FFF2-40B4-BE49-F238E27FC236}">
                                <a16:creationId xmlns:a16="http://schemas.microsoft.com/office/drawing/2014/main" id="{E58645DA-F290-492C-AEFF-EB99E95808C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090" name="Flowchart: Connector 6089">
                            <a:extLst>
                              <a:ext uri="{FF2B5EF4-FFF2-40B4-BE49-F238E27FC236}">
                                <a16:creationId xmlns:a16="http://schemas.microsoft.com/office/drawing/2014/main" id="{63D33FD8-437F-46AE-9BF7-D5CF413EE18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796341" y="2343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6027" name="Group 6026">
                          <a:extLst>
                            <a:ext uri="{FF2B5EF4-FFF2-40B4-BE49-F238E27FC236}">
                              <a16:creationId xmlns:a16="http://schemas.microsoft.com/office/drawing/2014/main" id="{4DA9651B-57C0-4174-A5CD-029C43376A3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15698"/>
                          <a:ext cx="1074397" cy="1484052"/>
                          <a:chOff x="2114232" y="1515698"/>
                          <a:chExt cx="1074397" cy="1484052"/>
                        </a:xfrm>
                      </p:grpSpPr>
                      <p:grpSp>
                        <p:nvGrpSpPr>
                          <p:cNvPr id="6028" name="Group 6027">
                            <a:extLst>
                              <a:ext uri="{FF2B5EF4-FFF2-40B4-BE49-F238E27FC236}">
                                <a16:creationId xmlns:a16="http://schemas.microsoft.com/office/drawing/2014/main" id="{3891B328-D073-4141-8477-95E57181185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6079" name="Flowchart: Connector 6078">
                              <a:extLst>
                                <a:ext uri="{FF2B5EF4-FFF2-40B4-BE49-F238E27FC236}">
                                  <a16:creationId xmlns:a16="http://schemas.microsoft.com/office/drawing/2014/main" id="{69FEAEBA-AC29-4EC3-B91B-5BC96419534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080" name="3D Model 6079" descr="Sphere">
                                  <a:extLst>
                                    <a:ext uri="{FF2B5EF4-FFF2-40B4-BE49-F238E27FC236}">
                                      <a16:creationId xmlns:a16="http://schemas.microsoft.com/office/drawing/2014/main" id="{4FDFC9C6-C2E9-4B53-8349-87C3BA51CC0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50164564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081" name="Flowchart: Connector 6080">
                              <a:extLst>
                                <a:ext uri="{FF2B5EF4-FFF2-40B4-BE49-F238E27FC236}">
                                  <a16:creationId xmlns:a16="http://schemas.microsoft.com/office/drawing/2014/main" id="{52DBD9EE-C536-4419-B162-D08FE45486E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082" name="3D Model 6081" descr="Sphere">
                                  <a:extLst>
                                    <a:ext uri="{FF2B5EF4-FFF2-40B4-BE49-F238E27FC236}">
                                      <a16:creationId xmlns:a16="http://schemas.microsoft.com/office/drawing/2014/main" id="{D324AAF6-C0DE-4788-B5F5-F06D027D7B3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416546479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083" name="Flowchart: Connector 6082">
                              <a:extLst>
                                <a:ext uri="{FF2B5EF4-FFF2-40B4-BE49-F238E27FC236}">
                                  <a16:creationId xmlns:a16="http://schemas.microsoft.com/office/drawing/2014/main" id="{2DC5D56F-7C0E-40DF-B962-D97A3DA372D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084" name="3D Model 6083" descr="Sphere">
                                  <a:extLst>
                                    <a:ext uri="{FF2B5EF4-FFF2-40B4-BE49-F238E27FC236}">
                                      <a16:creationId xmlns:a16="http://schemas.microsoft.com/office/drawing/2014/main" id="{8E34470C-DEE7-4D75-934E-E5F98858866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359249230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085" name="Flowchart: Connector 6084">
                              <a:extLst>
                                <a:ext uri="{FF2B5EF4-FFF2-40B4-BE49-F238E27FC236}">
                                  <a16:creationId xmlns:a16="http://schemas.microsoft.com/office/drawing/2014/main" id="{37F5A750-9EB9-48B1-AA32-8D969F8D96A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086" name="3D Model 6085" descr="Sphere">
                                  <a:extLst>
                                    <a:ext uri="{FF2B5EF4-FFF2-40B4-BE49-F238E27FC236}">
                                      <a16:creationId xmlns:a16="http://schemas.microsoft.com/office/drawing/2014/main" id="{423EDED0-B276-4CFE-9AAA-AD15FE2DE8C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534421878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6029" name="Group 6028">
                            <a:extLst>
                              <a:ext uri="{FF2B5EF4-FFF2-40B4-BE49-F238E27FC236}">
                                <a16:creationId xmlns:a16="http://schemas.microsoft.com/office/drawing/2014/main" id="{92271767-E3A5-4D60-8219-560F72F370F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6063" name="Flowchart: Connector 6062">
                              <a:extLst>
                                <a:ext uri="{FF2B5EF4-FFF2-40B4-BE49-F238E27FC236}">
                                  <a16:creationId xmlns:a16="http://schemas.microsoft.com/office/drawing/2014/main" id="{A8B3A531-DA2D-49A3-9D03-65390290B31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064" name="Flowchart: Connector 6063">
                              <a:extLst>
                                <a:ext uri="{FF2B5EF4-FFF2-40B4-BE49-F238E27FC236}">
                                  <a16:creationId xmlns:a16="http://schemas.microsoft.com/office/drawing/2014/main" id="{0DB9E976-2AB1-4937-80D0-B63934B4F84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065" name="Flowchart: Connector 6064">
                              <a:extLst>
                                <a:ext uri="{FF2B5EF4-FFF2-40B4-BE49-F238E27FC236}">
                                  <a16:creationId xmlns:a16="http://schemas.microsoft.com/office/drawing/2014/main" id="{EE9DB5FD-DE7C-4599-8798-67C7406D60B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066" name="Flowchart: Connector 6065">
                              <a:extLst>
                                <a:ext uri="{FF2B5EF4-FFF2-40B4-BE49-F238E27FC236}">
                                  <a16:creationId xmlns:a16="http://schemas.microsoft.com/office/drawing/2014/main" id="{C7384186-92EE-487C-B519-D79AC2F40E4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067" name="Flowchart: Connector 6066">
                              <a:extLst>
                                <a:ext uri="{FF2B5EF4-FFF2-40B4-BE49-F238E27FC236}">
                                  <a16:creationId xmlns:a16="http://schemas.microsoft.com/office/drawing/2014/main" id="{9120DAC1-CBFF-4346-9A51-400434819C9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068" name="Flowchart: Connector 6067">
                              <a:extLst>
                                <a:ext uri="{FF2B5EF4-FFF2-40B4-BE49-F238E27FC236}">
                                  <a16:creationId xmlns:a16="http://schemas.microsoft.com/office/drawing/2014/main" id="{F636CA9C-E5AF-4119-8032-6F5FD49C2BA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069" name="Flowchart: Connector 6068">
                              <a:extLst>
                                <a:ext uri="{FF2B5EF4-FFF2-40B4-BE49-F238E27FC236}">
                                  <a16:creationId xmlns:a16="http://schemas.microsoft.com/office/drawing/2014/main" id="{598A07E4-7735-4CB1-8E82-95352C625D3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070" name="Flowchart: Connector 6069">
                              <a:extLst>
                                <a:ext uri="{FF2B5EF4-FFF2-40B4-BE49-F238E27FC236}">
                                  <a16:creationId xmlns:a16="http://schemas.microsoft.com/office/drawing/2014/main" id="{EAD4067B-7EE1-426C-9CA4-0367D902A69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071" name="Flowchart: Connector 6070">
                              <a:extLst>
                                <a:ext uri="{FF2B5EF4-FFF2-40B4-BE49-F238E27FC236}">
                                  <a16:creationId xmlns:a16="http://schemas.microsoft.com/office/drawing/2014/main" id="{9718C0B8-56BC-4E66-8F5E-27D2EF4E620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072" name="3D Model 6071" descr="Sphere">
                                  <a:extLst>
                                    <a:ext uri="{FF2B5EF4-FFF2-40B4-BE49-F238E27FC236}">
                                      <a16:creationId xmlns:a16="http://schemas.microsoft.com/office/drawing/2014/main" id="{225523F6-3313-465B-86DB-12988B9EAB7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245564941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073" name="Flowchart: Connector 6072">
                              <a:extLst>
                                <a:ext uri="{FF2B5EF4-FFF2-40B4-BE49-F238E27FC236}">
                                  <a16:creationId xmlns:a16="http://schemas.microsoft.com/office/drawing/2014/main" id="{CC49D08E-CB73-4B2C-991A-BAAEBB18E41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074" name="3D Model 6073" descr="Sphere">
                                  <a:extLst>
                                    <a:ext uri="{FF2B5EF4-FFF2-40B4-BE49-F238E27FC236}">
                                      <a16:creationId xmlns:a16="http://schemas.microsoft.com/office/drawing/2014/main" id="{AF05F63E-F991-4331-A3A9-6B04A92032C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960719147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075" name="Flowchart: Connector 6074">
                              <a:extLst>
                                <a:ext uri="{FF2B5EF4-FFF2-40B4-BE49-F238E27FC236}">
                                  <a16:creationId xmlns:a16="http://schemas.microsoft.com/office/drawing/2014/main" id="{082CAE84-49DC-4F6B-B14F-95E1225AAFC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076" name="3D Model 6075" descr="Sphere">
                                  <a:extLst>
                                    <a:ext uri="{FF2B5EF4-FFF2-40B4-BE49-F238E27FC236}">
                                      <a16:creationId xmlns:a16="http://schemas.microsoft.com/office/drawing/2014/main" id="{BD5F0CB4-316F-4FB7-A394-FACDED52AFD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29467379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077" name="Flowchart: Connector 6076">
                              <a:extLst>
                                <a:ext uri="{FF2B5EF4-FFF2-40B4-BE49-F238E27FC236}">
                                  <a16:creationId xmlns:a16="http://schemas.microsoft.com/office/drawing/2014/main" id="{912F909F-CEB2-48AF-B656-5B253C2D373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078" name="3D Model 6077" descr="Sphere">
                                  <a:extLst>
                                    <a:ext uri="{FF2B5EF4-FFF2-40B4-BE49-F238E27FC236}">
                                      <a16:creationId xmlns:a16="http://schemas.microsoft.com/office/drawing/2014/main" id="{C643EE19-9A48-4F5C-872B-368723B0828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181246086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6030" name="Group 6029">
                            <a:extLst>
                              <a:ext uri="{FF2B5EF4-FFF2-40B4-BE49-F238E27FC236}">
                                <a16:creationId xmlns:a16="http://schemas.microsoft.com/office/drawing/2014/main" id="{49C5C263-0E18-4144-B007-1D9069DC390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6047" name="Flowchart: Connector 6046">
                              <a:extLst>
                                <a:ext uri="{FF2B5EF4-FFF2-40B4-BE49-F238E27FC236}">
                                  <a16:creationId xmlns:a16="http://schemas.microsoft.com/office/drawing/2014/main" id="{DDA2A4B9-4C9D-41BF-BEDC-4832E0E4B21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048" name="Flowchart: Connector 6047">
                              <a:extLst>
                                <a:ext uri="{FF2B5EF4-FFF2-40B4-BE49-F238E27FC236}">
                                  <a16:creationId xmlns:a16="http://schemas.microsoft.com/office/drawing/2014/main" id="{AC66AB62-F244-446A-B582-80B4E1DC842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049" name="Flowchart: Connector 6048">
                              <a:extLst>
                                <a:ext uri="{FF2B5EF4-FFF2-40B4-BE49-F238E27FC236}">
                                  <a16:creationId xmlns:a16="http://schemas.microsoft.com/office/drawing/2014/main" id="{90D96A32-4893-410E-978E-F726C2B9287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050" name="Flowchart: Connector 6049">
                              <a:extLst>
                                <a:ext uri="{FF2B5EF4-FFF2-40B4-BE49-F238E27FC236}">
                                  <a16:creationId xmlns:a16="http://schemas.microsoft.com/office/drawing/2014/main" id="{F26E3AC4-48CC-4459-AE84-71030841821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051" name="Flowchart: Connector 6050">
                              <a:extLst>
                                <a:ext uri="{FF2B5EF4-FFF2-40B4-BE49-F238E27FC236}">
                                  <a16:creationId xmlns:a16="http://schemas.microsoft.com/office/drawing/2014/main" id="{B05E597B-27CC-448A-9301-B0F3E51A372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052" name="Flowchart: Connector 6051">
                              <a:extLst>
                                <a:ext uri="{FF2B5EF4-FFF2-40B4-BE49-F238E27FC236}">
                                  <a16:creationId xmlns:a16="http://schemas.microsoft.com/office/drawing/2014/main" id="{812829B4-FA95-424F-ADF0-4FA2206A05C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053" name="Flowchart: Connector 6052">
                              <a:extLst>
                                <a:ext uri="{FF2B5EF4-FFF2-40B4-BE49-F238E27FC236}">
                                  <a16:creationId xmlns:a16="http://schemas.microsoft.com/office/drawing/2014/main" id="{C3D5E035-CAAE-4CAF-9056-1237F9FDADA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054" name="Flowchart: Connector 6053">
                              <a:extLst>
                                <a:ext uri="{FF2B5EF4-FFF2-40B4-BE49-F238E27FC236}">
                                  <a16:creationId xmlns:a16="http://schemas.microsoft.com/office/drawing/2014/main" id="{EE3F3AEB-5BC9-46AE-91A4-098D1E690AA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055" name="Flowchart: Connector 6054">
                              <a:extLst>
                                <a:ext uri="{FF2B5EF4-FFF2-40B4-BE49-F238E27FC236}">
                                  <a16:creationId xmlns:a16="http://schemas.microsoft.com/office/drawing/2014/main" id="{0C71924A-3915-429C-8212-6C98C6504B0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056" name="3D Model 6055" descr="Sphere">
                                  <a:extLst>
                                    <a:ext uri="{FF2B5EF4-FFF2-40B4-BE49-F238E27FC236}">
                                      <a16:creationId xmlns:a16="http://schemas.microsoft.com/office/drawing/2014/main" id="{5A785628-B913-4C6F-99DE-6EF40FFD023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712056250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057" name="Flowchart: Connector 6056">
                              <a:extLst>
                                <a:ext uri="{FF2B5EF4-FFF2-40B4-BE49-F238E27FC236}">
                                  <a16:creationId xmlns:a16="http://schemas.microsoft.com/office/drawing/2014/main" id="{C2F929F1-98BF-40D4-94B8-18517E5C1AD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058" name="3D Model 6057" descr="Sphere">
                                  <a:extLst>
                                    <a:ext uri="{FF2B5EF4-FFF2-40B4-BE49-F238E27FC236}">
                                      <a16:creationId xmlns:a16="http://schemas.microsoft.com/office/drawing/2014/main" id="{831F6DDD-887E-4628-A992-6782D2161D2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273614180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059" name="Flowchart: Connector 6058">
                              <a:extLst>
                                <a:ext uri="{FF2B5EF4-FFF2-40B4-BE49-F238E27FC236}">
                                  <a16:creationId xmlns:a16="http://schemas.microsoft.com/office/drawing/2014/main" id="{02FB7387-60E0-4644-98FD-D6F98B36604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060" name="3D Model 6059" descr="Sphere">
                                  <a:extLst>
                                    <a:ext uri="{FF2B5EF4-FFF2-40B4-BE49-F238E27FC236}">
                                      <a16:creationId xmlns:a16="http://schemas.microsoft.com/office/drawing/2014/main" id="{310E771F-283F-410E-972E-61C50F47923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106568966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061" name="Flowchart: Connector 6060">
                              <a:extLst>
                                <a:ext uri="{FF2B5EF4-FFF2-40B4-BE49-F238E27FC236}">
                                  <a16:creationId xmlns:a16="http://schemas.microsoft.com/office/drawing/2014/main" id="{F4AF1C40-4F10-4916-8EC2-A4B89723EDC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062" name="3D Model 6061" descr="Sphere">
                                  <a:extLst>
                                    <a:ext uri="{FF2B5EF4-FFF2-40B4-BE49-F238E27FC236}">
                                      <a16:creationId xmlns:a16="http://schemas.microsoft.com/office/drawing/2014/main" id="{29C98269-5382-4101-8500-01367392C08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636416476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6031" name="Flowchart: Connector 6030">
                            <a:extLst>
                              <a:ext uri="{FF2B5EF4-FFF2-40B4-BE49-F238E27FC236}">
                                <a16:creationId xmlns:a16="http://schemas.microsoft.com/office/drawing/2014/main" id="{8B743E31-9598-46D2-BBA5-CCA5B5B3504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032" name="Flowchart: Connector 6031">
                            <a:extLst>
                              <a:ext uri="{FF2B5EF4-FFF2-40B4-BE49-F238E27FC236}">
                                <a16:creationId xmlns:a16="http://schemas.microsoft.com/office/drawing/2014/main" id="{AECD8451-EF1B-434A-9E7A-C14B43192C3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033" name="Flowchart: Connector 6032">
                            <a:extLst>
                              <a:ext uri="{FF2B5EF4-FFF2-40B4-BE49-F238E27FC236}">
                                <a16:creationId xmlns:a16="http://schemas.microsoft.com/office/drawing/2014/main" id="{0DDC6CCD-A270-4100-9678-ECCFD820F23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034" name="Flowchart: Connector 6033">
                            <a:extLst>
                              <a:ext uri="{FF2B5EF4-FFF2-40B4-BE49-F238E27FC236}">
                                <a16:creationId xmlns:a16="http://schemas.microsoft.com/office/drawing/2014/main" id="{FA46CEE6-3B6D-434D-A39A-1DBED62C03E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035" name="Flowchart: Connector 6034">
                            <a:extLst>
                              <a:ext uri="{FF2B5EF4-FFF2-40B4-BE49-F238E27FC236}">
                                <a16:creationId xmlns:a16="http://schemas.microsoft.com/office/drawing/2014/main" id="{FA5FFDC3-855B-41C5-9435-3CDA234AC98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036" name="Flowchart: Connector 6035">
                            <a:extLst>
                              <a:ext uri="{FF2B5EF4-FFF2-40B4-BE49-F238E27FC236}">
                                <a16:creationId xmlns:a16="http://schemas.microsoft.com/office/drawing/2014/main" id="{FFDE814E-C54A-4383-9FF2-6A2589473C3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037" name="Flowchart: Connector 6036">
                            <a:extLst>
                              <a:ext uri="{FF2B5EF4-FFF2-40B4-BE49-F238E27FC236}">
                                <a16:creationId xmlns:a16="http://schemas.microsoft.com/office/drawing/2014/main" id="{5E0666D2-F661-4AF5-8190-DDA56AF4F6F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038" name="Flowchart: Connector 6037">
                            <a:extLst>
                              <a:ext uri="{FF2B5EF4-FFF2-40B4-BE49-F238E27FC236}">
                                <a16:creationId xmlns:a16="http://schemas.microsoft.com/office/drawing/2014/main" id="{99088F59-90D7-4D97-8BD0-BC8B0267EC3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039" name="Flowchart: Connector 6038">
                            <a:extLst>
                              <a:ext uri="{FF2B5EF4-FFF2-40B4-BE49-F238E27FC236}">
                                <a16:creationId xmlns:a16="http://schemas.microsoft.com/office/drawing/2014/main" id="{AE51B42B-F2A3-4B63-B0C2-5E50CA722FD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040" name="3D Model 6039" descr="Sphere">
                                <a:extLst>
                                  <a:ext uri="{FF2B5EF4-FFF2-40B4-BE49-F238E27FC236}">
                                    <a16:creationId xmlns:a16="http://schemas.microsoft.com/office/drawing/2014/main" id="{2BD1B1B4-7FDA-4CBD-895D-86B925CC427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7990509"/>
                                  </p:ext>
                                </p:extLst>
                              </p:nvPr>
                            </p:nvGraphicFramePr>
                            <p:xfrm>
                              <a:off x="2127272" y="1515698"/>
                              <a:ext cx="299738" cy="29973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7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4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12" name="3D Model 911" descr="Sphere">
                                <a:extLst>
                                  <a:ext uri="{FF2B5EF4-FFF2-40B4-BE49-F238E27FC236}">
                                    <a16:creationId xmlns:a16="http://schemas.microsoft.com/office/drawing/2014/main" id="{EFF63504-F791-4099-8B09-8ACAE9152D7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691542" y="2257619"/>
                                <a:ext cx="52067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041" name="Flowchart: Connector 6040">
                            <a:extLst>
                              <a:ext uri="{FF2B5EF4-FFF2-40B4-BE49-F238E27FC236}">
                                <a16:creationId xmlns:a16="http://schemas.microsoft.com/office/drawing/2014/main" id="{B396C116-6177-430C-9E9F-1E2E6B09F74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042" name="3D Model 6041" descr="Sphere">
                                <a:extLst>
                                  <a:ext uri="{FF2B5EF4-FFF2-40B4-BE49-F238E27FC236}">
                                    <a16:creationId xmlns:a16="http://schemas.microsoft.com/office/drawing/2014/main" id="{A5D628D6-BDFF-4C6D-AB62-4E831DAE89C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02060188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14" name="3D Model 913" descr="Sphere">
                                <a:extLst>
                                  <a:ext uri="{FF2B5EF4-FFF2-40B4-BE49-F238E27FC236}">
                                    <a16:creationId xmlns:a16="http://schemas.microsoft.com/office/drawing/2014/main" id="{BB2A5801-0595-4989-A3CE-F9C2107FA37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732782" y="226968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043" name="Flowchart: Connector 6042">
                            <a:extLst>
                              <a:ext uri="{FF2B5EF4-FFF2-40B4-BE49-F238E27FC236}">
                                <a16:creationId xmlns:a16="http://schemas.microsoft.com/office/drawing/2014/main" id="{35E14554-CA6F-4A14-B3D4-BD0771957F2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6940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044" name="3D Model 6043" descr="Sphere">
                                <a:extLst>
                                  <a:ext uri="{FF2B5EF4-FFF2-40B4-BE49-F238E27FC236}">
                                    <a16:creationId xmlns:a16="http://schemas.microsoft.com/office/drawing/2014/main" id="{D96D9BD3-5D27-4B26-A673-939E70AEF1D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792405842"/>
                                  </p:ext>
                                </p:extLst>
                              </p:nvPr>
                            </p:nvGraphicFramePr>
                            <p:xfrm>
                              <a:off x="2609177" y="164853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16" name="3D Model 915" descr="Sphere">
                                <a:extLst>
                                  <a:ext uri="{FF2B5EF4-FFF2-40B4-BE49-F238E27FC236}">
                                    <a16:creationId xmlns:a16="http://schemas.microsoft.com/office/drawing/2014/main" id="{085EEDE2-4F9B-41F7-9E9E-B5B166BCABD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775252" y="2282638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045" name="Flowchart: Connector 6044">
                            <a:extLst>
                              <a:ext uri="{FF2B5EF4-FFF2-40B4-BE49-F238E27FC236}">
                                <a16:creationId xmlns:a16="http://schemas.microsoft.com/office/drawing/2014/main" id="{0AE1E4C4-06AB-4DEE-9AE6-A68AEAFC770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046" name="3D Model 6045" descr="Sphere">
                                <a:extLst>
                                  <a:ext uri="{FF2B5EF4-FFF2-40B4-BE49-F238E27FC236}">
                                    <a16:creationId xmlns:a16="http://schemas.microsoft.com/office/drawing/2014/main" id="{AE9CFCA2-FA46-4F74-A8C3-432A3E0EA34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732978388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18" name="3D Model 917" descr="Sphere">
                                <a:extLst>
                                  <a:ext uri="{FF2B5EF4-FFF2-40B4-BE49-F238E27FC236}">
                                    <a16:creationId xmlns:a16="http://schemas.microsoft.com/office/drawing/2014/main" id="{2068CB14-7D8F-47FD-955D-7AD0EB5FF67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821878" y="2297717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sp>
                    <p:nvSpPr>
                      <p:cNvPr id="5958" name="Flowchart: Connector 5957">
                        <a:extLst>
                          <a:ext uri="{FF2B5EF4-FFF2-40B4-BE49-F238E27FC236}">
                            <a16:creationId xmlns:a16="http://schemas.microsoft.com/office/drawing/2014/main" id="{1257F970-03B8-4975-9F20-176A215319F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06374" y="21384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959" name="Flowchart: Connector 5958">
                        <a:extLst>
                          <a:ext uri="{FF2B5EF4-FFF2-40B4-BE49-F238E27FC236}">
                            <a16:creationId xmlns:a16="http://schemas.microsoft.com/office/drawing/2014/main" id="{01637D46-343B-4802-8FBA-BA828523EBF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886236" y="22322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960" name="Flowchart: Connector 5959">
                        <a:extLst>
                          <a:ext uri="{FF2B5EF4-FFF2-40B4-BE49-F238E27FC236}">
                            <a16:creationId xmlns:a16="http://schemas.microsoft.com/office/drawing/2014/main" id="{093DD40B-A8E8-444A-836B-A9ACA2AED69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952806" y="22254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961" name="Flowchart: Connector 5960">
                        <a:extLst>
                          <a:ext uri="{FF2B5EF4-FFF2-40B4-BE49-F238E27FC236}">
                            <a16:creationId xmlns:a16="http://schemas.microsoft.com/office/drawing/2014/main" id="{FE1D213D-A664-46F8-BEAD-DE0F82CBAB4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0272" y="25040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962" name="Flowchart: Connector 5961">
                        <a:extLst>
                          <a:ext uri="{FF2B5EF4-FFF2-40B4-BE49-F238E27FC236}">
                            <a16:creationId xmlns:a16="http://schemas.microsoft.com/office/drawing/2014/main" id="{9CC2EB14-3F2E-47C3-AA80-E076E5A1273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20633" y="28301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963" name="Flowchart: Connector 5962">
                        <a:extLst>
                          <a:ext uri="{FF2B5EF4-FFF2-40B4-BE49-F238E27FC236}">
                            <a16:creationId xmlns:a16="http://schemas.microsoft.com/office/drawing/2014/main" id="{D4C24054-AEC1-47BF-93CB-CF23DDAD4AB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29128" y="231321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964" name="Flowchart: Connector 5963">
                        <a:extLst>
                          <a:ext uri="{FF2B5EF4-FFF2-40B4-BE49-F238E27FC236}">
                            <a16:creationId xmlns:a16="http://schemas.microsoft.com/office/drawing/2014/main" id="{E2C9F4E0-E40A-4881-9EB5-6F9DA268D60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211385" y="230237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965" name="Flowchart: Connector 5964">
                        <a:extLst>
                          <a:ext uri="{FF2B5EF4-FFF2-40B4-BE49-F238E27FC236}">
                            <a16:creationId xmlns:a16="http://schemas.microsoft.com/office/drawing/2014/main" id="{909F3E04-FCDA-48E0-87A9-A07E1F8083A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1097" y="31484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grpSp>
                    <p:nvGrpSpPr>
                      <p:cNvPr id="5966" name="Group 5965">
                        <a:extLst>
                          <a:ext uri="{FF2B5EF4-FFF2-40B4-BE49-F238E27FC236}">
                            <a16:creationId xmlns:a16="http://schemas.microsoft.com/office/drawing/2014/main" id="{925055B3-AF83-45DD-965F-7B9FA7908F4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20511" y="2127869"/>
                        <a:ext cx="1073693" cy="1496391"/>
                        <a:chOff x="2114936" y="1503359"/>
                        <a:chExt cx="1073693" cy="1496391"/>
                      </a:xfrm>
                    </p:grpSpPr>
                    <p:grpSp>
                      <p:nvGrpSpPr>
                        <p:cNvPr id="5967" name="Group 5966">
                          <a:extLst>
                            <a:ext uri="{FF2B5EF4-FFF2-40B4-BE49-F238E27FC236}">
                              <a16:creationId xmlns:a16="http://schemas.microsoft.com/office/drawing/2014/main" id="{DE47E2FB-2EE9-42F9-8429-B3770113BF3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7974" y="2474038"/>
                          <a:ext cx="1060655" cy="525712"/>
                          <a:chOff x="3721252" y="1733424"/>
                          <a:chExt cx="1060655" cy="525712"/>
                        </a:xfrm>
                      </p:grpSpPr>
                      <p:sp>
                        <p:nvSpPr>
                          <p:cNvPr id="6018" name="Flowchart: Connector 6017">
                            <a:extLst>
                              <a:ext uri="{FF2B5EF4-FFF2-40B4-BE49-F238E27FC236}">
                                <a16:creationId xmlns:a16="http://schemas.microsoft.com/office/drawing/2014/main" id="{2E5C698F-CE64-4B76-AD1D-59E2DC8A3A6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019" name="3D Model 6018" descr="Sphere">
                                <a:extLst>
                                  <a:ext uri="{FF2B5EF4-FFF2-40B4-BE49-F238E27FC236}">
                                    <a16:creationId xmlns:a16="http://schemas.microsoft.com/office/drawing/2014/main" id="{B521284A-56B0-4F82-8DEA-7AB251563D8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289524486"/>
                                  </p:ext>
                                </p:extLst>
                              </p:nvPr>
                            </p:nvGraphicFramePr>
                            <p:xfrm>
                              <a:off x="3721252" y="1733424"/>
                              <a:ext cx="299739" cy="299738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6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891" name="3D Model 890" descr="Sphere">
                                <a:extLst>
                                  <a:ext uri="{FF2B5EF4-FFF2-40B4-BE49-F238E27FC236}">
                                    <a16:creationId xmlns:a16="http://schemas.microsoft.com/office/drawing/2014/main" id="{7104BA4B-8A96-40B6-B0CF-BD492034CF7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651712" y="2465421"/>
                                <a:ext cx="52066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020" name="Flowchart: Connector 6019">
                            <a:extLst>
                              <a:ext uri="{FF2B5EF4-FFF2-40B4-BE49-F238E27FC236}">
                                <a16:creationId xmlns:a16="http://schemas.microsoft.com/office/drawing/2014/main" id="{64972E49-EF8A-47B0-AA04-A5B2262F556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021" name="3D Model 6020" descr="Sphere">
                                <a:extLst>
                                  <a:ext uri="{FF2B5EF4-FFF2-40B4-BE49-F238E27FC236}">
                                    <a16:creationId xmlns:a16="http://schemas.microsoft.com/office/drawing/2014/main" id="{1AD2D342-ABF2-4AF4-BCD4-EA9DA84933D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275196684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022" name="Flowchart: Connector 6021">
                            <a:extLst>
                              <a:ext uri="{FF2B5EF4-FFF2-40B4-BE49-F238E27FC236}">
                                <a16:creationId xmlns:a16="http://schemas.microsoft.com/office/drawing/2014/main" id="{8500E9F2-6161-452D-AF13-65B81F9F441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023" name="3D Model 6022" descr="Sphere">
                                <a:extLst>
                                  <a:ext uri="{FF2B5EF4-FFF2-40B4-BE49-F238E27FC236}">
                                    <a16:creationId xmlns:a16="http://schemas.microsoft.com/office/drawing/2014/main" id="{E92042B2-2953-4076-BAAD-7F64F7A67FC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567985060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024" name="Flowchart: Connector 6023">
                            <a:extLst>
                              <a:ext uri="{FF2B5EF4-FFF2-40B4-BE49-F238E27FC236}">
                                <a16:creationId xmlns:a16="http://schemas.microsoft.com/office/drawing/2014/main" id="{2A20C12B-2E81-4C5F-8200-F48A1674E01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025" name="3D Model 6024" descr="Sphere">
                                <a:extLst>
                                  <a:ext uri="{FF2B5EF4-FFF2-40B4-BE49-F238E27FC236}">
                                    <a16:creationId xmlns:a16="http://schemas.microsoft.com/office/drawing/2014/main" id="{46859748-F85B-4734-BF2F-A9E3DC6947E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487263788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8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5968" name="Group 5967">
                          <a:extLst>
                            <a:ext uri="{FF2B5EF4-FFF2-40B4-BE49-F238E27FC236}">
                              <a16:creationId xmlns:a16="http://schemas.microsoft.com/office/drawing/2014/main" id="{147046B8-3957-4A0B-9FDD-32074DE9BDD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4615" y="2140429"/>
                          <a:ext cx="1064014" cy="637179"/>
                          <a:chOff x="3717893" y="1719497"/>
                          <a:chExt cx="1064014" cy="637179"/>
                        </a:xfrm>
                      </p:grpSpPr>
                      <p:sp>
                        <p:nvSpPr>
                          <p:cNvPr id="6002" name="Flowchart: Connector 6001">
                            <a:extLst>
                              <a:ext uri="{FF2B5EF4-FFF2-40B4-BE49-F238E27FC236}">
                                <a16:creationId xmlns:a16="http://schemas.microsoft.com/office/drawing/2014/main" id="{88408174-2972-4D63-9F72-D446896C822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003" name="Flowchart: Connector 6002">
                            <a:extLst>
                              <a:ext uri="{FF2B5EF4-FFF2-40B4-BE49-F238E27FC236}">
                                <a16:creationId xmlns:a16="http://schemas.microsoft.com/office/drawing/2014/main" id="{85E2CF53-F22D-4CAF-B463-770BE729DDF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004" name="Flowchart: Connector 6003">
                            <a:extLst>
                              <a:ext uri="{FF2B5EF4-FFF2-40B4-BE49-F238E27FC236}">
                                <a16:creationId xmlns:a16="http://schemas.microsoft.com/office/drawing/2014/main" id="{4BBB394A-5BB0-494F-84A2-68BAC739B16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005" name="Flowchart: Connector 6004">
                            <a:extLst>
                              <a:ext uri="{FF2B5EF4-FFF2-40B4-BE49-F238E27FC236}">
                                <a16:creationId xmlns:a16="http://schemas.microsoft.com/office/drawing/2014/main" id="{62063EF4-9630-49F6-B0E9-5B6EB3E3C2F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006" name="Flowchart: Connector 6005">
                            <a:extLst>
                              <a:ext uri="{FF2B5EF4-FFF2-40B4-BE49-F238E27FC236}">
                                <a16:creationId xmlns:a16="http://schemas.microsoft.com/office/drawing/2014/main" id="{5D1D8743-63B8-4686-AD7C-33B48FE5B45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007" name="Flowchart: Connector 6006">
                            <a:extLst>
                              <a:ext uri="{FF2B5EF4-FFF2-40B4-BE49-F238E27FC236}">
                                <a16:creationId xmlns:a16="http://schemas.microsoft.com/office/drawing/2014/main" id="{40209151-7065-472A-BA6B-0D70B7D4B66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008" name="Flowchart: Connector 6007">
                            <a:extLst>
                              <a:ext uri="{FF2B5EF4-FFF2-40B4-BE49-F238E27FC236}">
                                <a16:creationId xmlns:a16="http://schemas.microsoft.com/office/drawing/2014/main" id="{BEDFEADE-C02C-4B68-BEAC-DFBD61128E3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009" name="Flowchart: Connector 6008">
                            <a:extLst>
                              <a:ext uri="{FF2B5EF4-FFF2-40B4-BE49-F238E27FC236}">
                                <a16:creationId xmlns:a16="http://schemas.microsoft.com/office/drawing/2014/main" id="{7A98FE54-AA00-4A8D-A65F-AD914CC2718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010" name="Flowchart: Connector 6009">
                            <a:extLst>
                              <a:ext uri="{FF2B5EF4-FFF2-40B4-BE49-F238E27FC236}">
                                <a16:creationId xmlns:a16="http://schemas.microsoft.com/office/drawing/2014/main" id="{968E5209-D350-46F7-9A75-718FBB7EC82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011" name="3D Model 6010" descr="Sphere">
                                <a:extLst>
                                  <a:ext uri="{FF2B5EF4-FFF2-40B4-BE49-F238E27FC236}">
                                    <a16:creationId xmlns:a16="http://schemas.microsoft.com/office/drawing/2014/main" id="{092561B8-E3D0-4935-B427-B7119C345A2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689127136"/>
                                  </p:ext>
                                </p:extLst>
                              </p:nvPr>
                            </p:nvGraphicFramePr>
                            <p:xfrm>
                              <a:off x="3717893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883" name="3D Model 882" descr="Sphere">
                                <a:extLst>
                                  <a:ext uri="{FF2B5EF4-FFF2-40B4-BE49-F238E27FC236}">
                                    <a16:creationId xmlns:a16="http://schemas.microsoft.com/office/drawing/2014/main" id="{34424F11-9FE6-4FB3-B40C-12306578544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651128" y="2402586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012" name="Flowchart: Connector 6011">
                            <a:extLst>
                              <a:ext uri="{FF2B5EF4-FFF2-40B4-BE49-F238E27FC236}">
                                <a16:creationId xmlns:a16="http://schemas.microsoft.com/office/drawing/2014/main" id="{6281AC5F-BA24-4645-96C7-6D3B644286B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013" name="3D Model 6012" descr="Sphere">
                                <a:extLst>
                                  <a:ext uri="{FF2B5EF4-FFF2-40B4-BE49-F238E27FC236}">
                                    <a16:creationId xmlns:a16="http://schemas.microsoft.com/office/drawing/2014/main" id="{91DF2889-63E6-4735-815C-A3964DFF2CA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243749613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014" name="Flowchart: Connector 6013">
                            <a:extLst>
                              <a:ext uri="{FF2B5EF4-FFF2-40B4-BE49-F238E27FC236}">
                                <a16:creationId xmlns:a16="http://schemas.microsoft.com/office/drawing/2014/main" id="{AA77762F-81F2-411B-8CF5-1D06ED50A14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015" name="3D Model 6014" descr="Sphere">
                                <a:extLst>
                                  <a:ext uri="{FF2B5EF4-FFF2-40B4-BE49-F238E27FC236}">
                                    <a16:creationId xmlns:a16="http://schemas.microsoft.com/office/drawing/2014/main" id="{18FB2439-1857-4322-B960-CDBC2F01571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008310305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016" name="Flowchart: Connector 6015">
                            <a:extLst>
                              <a:ext uri="{FF2B5EF4-FFF2-40B4-BE49-F238E27FC236}">
                                <a16:creationId xmlns:a16="http://schemas.microsoft.com/office/drawing/2014/main" id="{7EE0BFA3-BFF1-4087-AAF2-011D13C4CAC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017" name="3D Model 6016" descr="Sphere">
                                <a:extLst>
                                  <a:ext uri="{FF2B5EF4-FFF2-40B4-BE49-F238E27FC236}">
                                    <a16:creationId xmlns:a16="http://schemas.microsoft.com/office/drawing/2014/main" id="{AFE2E8CF-127E-4937-A15E-42E469AFD99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722553030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5969" name="Group 5968">
                          <a:extLst>
                            <a:ext uri="{FF2B5EF4-FFF2-40B4-BE49-F238E27FC236}">
                              <a16:creationId xmlns:a16="http://schemas.microsoft.com/office/drawing/2014/main" id="{83686565-2C39-4BD5-AD4C-2920C74F684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936" y="1817250"/>
                          <a:ext cx="1064014" cy="643455"/>
                          <a:chOff x="3717893" y="1713221"/>
                          <a:chExt cx="1064014" cy="643455"/>
                        </a:xfrm>
                      </p:grpSpPr>
                      <p:sp>
                        <p:nvSpPr>
                          <p:cNvPr id="5986" name="Flowchart: Connector 5985">
                            <a:extLst>
                              <a:ext uri="{FF2B5EF4-FFF2-40B4-BE49-F238E27FC236}">
                                <a16:creationId xmlns:a16="http://schemas.microsoft.com/office/drawing/2014/main" id="{2DE525EF-F809-4020-93C2-CDA26E6B0AB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987" name="Flowchart: Connector 5986">
                            <a:extLst>
                              <a:ext uri="{FF2B5EF4-FFF2-40B4-BE49-F238E27FC236}">
                                <a16:creationId xmlns:a16="http://schemas.microsoft.com/office/drawing/2014/main" id="{AE0F0C4E-0799-4412-839A-6317DE75FEB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988" name="Flowchart: Connector 5987">
                            <a:extLst>
                              <a:ext uri="{FF2B5EF4-FFF2-40B4-BE49-F238E27FC236}">
                                <a16:creationId xmlns:a16="http://schemas.microsoft.com/office/drawing/2014/main" id="{7F875340-67A0-453A-8E25-A5BCF0627D4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989" name="Flowchart: Connector 5988">
                            <a:extLst>
                              <a:ext uri="{FF2B5EF4-FFF2-40B4-BE49-F238E27FC236}">
                                <a16:creationId xmlns:a16="http://schemas.microsoft.com/office/drawing/2014/main" id="{413C3FD4-DF6B-43FD-8FD5-0DD52FB93DE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990" name="Flowchart: Connector 5989">
                            <a:extLst>
                              <a:ext uri="{FF2B5EF4-FFF2-40B4-BE49-F238E27FC236}">
                                <a16:creationId xmlns:a16="http://schemas.microsoft.com/office/drawing/2014/main" id="{751C7D0F-EEF1-4222-AF6E-799A2717283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991" name="Flowchart: Connector 5990">
                            <a:extLst>
                              <a:ext uri="{FF2B5EF4-FFF2-40B4-BE49-F238E27FC236}">
                                <a16:creationId xmlns:a16="http://schemas.microsoft.com/office/drawing/2014/main" id="{2747D33D-7097-49D6-B4D0-40B71283CE9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992" name="Flowchart: Connector 5991">
                            <a:extLst>
                              <a:ext uri="{FF2B5EF4-FFF2-40B4-BE49-F238E27FC236}">
                                <a16:creationId xmlns:a16="http://schemas.microsoft.com/office/drawing/2014/main" id="{A10E3077-8419-4574-A5AA-82A9F2AAB28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993" name="Flowchart: Connector 5992">
                            <a:extLst>
                              <a:ext uri="{FF2B5EF4-FFF2-40B4-BE49-F238E27FC236}">
                                <a16:creationId xmlns:a16="http://schemas.microsoft.com/office/drawing/2014/main" id="{3EEA3CDD-999C-40BD-92DC-F821A0DB826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994" name="Flowchart: Connector 5993">
                            <a:extLst>
                              <a:ext uri="{FF2B5EF4-FFF2-40B4-BE49-F238E27FC236}">
                                <a16:creationId xmlns:a16="http://schemas.microsoft.com/office/drawing/2014/main" id="{B71C48DA-692F-49BD-BE08-6E8F0950891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995" name="3D Model 5994" descr="Sphere">
                                <a:extLst>
                                  <a:ext uri="{FF2B5EF4-FFF2-40B4-BE49-F238E27FC236}">
                                    <a16:creationId xmlns:a16="http://schemas.microsoft.com/office/drawing/2014/main" id="{A0C79218-ACA1-4270-B03E-3BE8425DB83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801618071"/>
                                  </p:ext>
                                </p:extLst>
                              </p:nvPr>
                            </p:nvGraphicFramePr>
                            <p:xfrm>
                              <a:off x="3717893" y="171322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867" name="3D Model 866" descr="Sphere">
                                <a:extLst>
                                  <a:ext uri="{FF2B5EF4-FFF2-40B4-BE49-F238E27FC236}">
                                    <a16:creationId xmlns:a16="http://schemas.microsoft.com/office/drawing/2014/main" id="{91844925-F6F7-450C-B8D3-E63B7F45C8E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649447" y="2341716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996" name="Flowchart: Connector 5995">
                            <a:extLst>
                              <a:ext uri="{FF2B5EF4-FFF2-40B4-BE49-F238E27FC236}">
                                <a16:creationId xmlns:a16="http://schemas.microsoft.com/office/drawing/2014/main" id="{4DDAF5EE-FD79-45E6-B3E9-A83513CE82C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997" name="3D Model 5996" descr="Sphere">
                                <a:extLst>
                                  <a:ext uri="{FF2B5EF4-FFF2-40B4-BE49-F238E27FC236}">
                                    <a16:creationId xmlns:a16="http://schemas.microsoft.com/office/drawing/2014/main" id="{609C957F-4E26-4292-BBC7-30424582449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948206288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869" name="3D Model 868" descr="Sphere">
                                <a:extLst>
                                  <a:ext uri="{FF2B5EF4-FFF2-40B4-BE49-F238E27FC236}">
                                    <a16:creationId xmlns:a16="http://schemas.microsoft.com/office/drawing/2014/main" id="{FF55A920-C771-44B6-BF72-F840F1842F7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691148" y="2357586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998" name="Flowchart: Connector 5997">
                            <a:extLst>
                              <a:ext uri="{FF2B5EF4-FFF2-40B4-BE49-F238E27FC236}">
                                <a16:creationId xmlns:a16="http://schemas.microsoft.com/office/drawing/2014/main" id="{AAAC3B56-0B36-4E5D-BAEC-8742F68D896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999" name="3D Model 5998" descr="Sphere">
                                <a:extLst>
                                  <a:ext uri="{FF2B5EF4-FFF2-40B4-BE49-F238E27FC236}">
                                    <a16:creationId xmlns:a16="http://schemas.microsoft.com/office/drawing/2014/main" id="{1C1939FB-248D-4DBB-9391-4AE1A82AD32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030878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000" name="Flowchart: Connector 5999">
                            <a:extLst>
                              <a:ext uri="{FF2B5EF4-FFF2-40B4-BE49-F238E27FC236}">
                                <a16:creationId xmlns:a16="http://schemas.microsoft.com/office/drawing/2014/main" id="{1C3C6FB8-85A2-4497-8727-FCE83405531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001" name="3D Model 6000" descr="Sphere">
                                <a:extLst>
                                  <a:ext uri="{FF2B5EF4-FFF2-40B4-BE49-F238E27FC236}">
                                    <a16:creationId xmlns:a16="http://schemas.microsoft.com/office/drawing/2014/main" id="{FA86DEFA-38DE-42BA-8A61-E0F0E58DA69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324363418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5970" name="Flowchart: Connector 5969">
                          <a:extLst>
                            <a:ext uri="{FF2B5EF4-FFF2-40B4-BE49-F238E27FC236}">
                              <a16:creationId xmlns:a16="http://schemas.microsoft.com/office/drawing/2014/main" id="{67A83192-9184-4BBC-B29C-74CBB1E8736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971" name="Flowchart: Connector 5970">
                          <a:extLst>
                            <a:ext uri="{FF2B5EF4-FFF2-40B4-BE49-F238E27FC236}">
                              <a16:creationId xmlns:a16="http://schemas.microsoft.com/office/drawing/2014/main" id="{E961B7B5-42AC-4359-9612-C4BD3693AC5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972" name="Flowchart: Connector 5971">
                          <a:extLst>
                            <a:ext uri="{FF2B5EF4-FFF2-40B4-BE49-F238E27FC236}">
                              <a16:creationId xmlns:a16="http://schemas.microsoft.com/office/drawing/2014/main" id="{E01F90FB-F821-4787-9F4F-9E9D5C154B4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26347" y="177334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973" name="Flowchart: Connector 5972">
                          <a:extLst>
                            <a:ext uri="{FF2B5EF4-FFF2-40B4-BE49-F238E27FC236}">
                              <a16:creationId xmlns:a16="http://schemas.microsoft.com/office/drawing/2014/main" id="{2B257AB3-D6EE-4265-BB9A-C38C33722D2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974" name="Flowchart: Connector 5973">
                          <a:extLst>
                            <a:ext uri="{FF2B5EF4-FFF2-40B4-BE49-F238E27FC236}">
                              <a16:creationId xmlns:a16="http://schemas.microsoft.com/office/drawing/2014/main" id="{4A27E386-54C3-4EA3-BD0F-DE5F15B8FE0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975" name="Flowchart: Connector 5974">
                          <a:extLst>
                            <a:ext uri="{FF2B5EF4-FFF2-40B4-BE49-F238E27FC236}">
                              <a16:creationId xmlns:a16="http://schemas.microsoft.com/office/drawing/2014/main" id="{DED125F5-13D4-4DA7-A8B2-4C024277D56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976" name="Flowchart: Connector 5975">
                          <a:extLst>
                            <a:ext uri="{FF2B5EF4-FFF2-40B4-BE49-F238E27FC236}">
                              <a16:creationId xmlns:a16="http://schemas.microsoft.com/office/drawing/2014/main" id="{07175FC4-F2D5-401F-95F7-4FF1AF097CA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977" name="Flowchart: Connector 5976">
                          <a:extLst>
                            <a:ext uri="{FF2B5EF4-FFF2-40B4-BE49-F238E27FC236}">
                              <a16:creationId xmlns:a16="http://schemas.microsoft.com/office/drawing/2014/main" id="{2E626D7C-B354-4109-9A23-51D49B9803C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978" name="Flowchart: Connector 5977">
                          <a:extLst>
                            <a:ext uri="{FF2B5EF4-FFF2-40B4-BE49-F238E27FC236}">
                              <a16:creationId xmlns:a16="http://schemas.microsoft.com/office/drawing/2014/main" id="{5981579B-5665-42C7-97BD-2DC9FB12E29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979" name="3D Model 5978" descr="Sphere">
                              <a:extLst>
                                <a:ext uri="{FF2B5EF4-FFF2-40B4-BE49-F238E27FC236}">
                                  <a16:creationId xmlns:a16="http://schemas.microsoft.com/office/drawing/2014/main" id="{A7A31972-9B9A-4318-8DBE-CA052C12E9F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82089377"/>
                                </p:ext>
                              </p:extLst>
                            </p:nvPr>
                          </p:nvGraphicFramePr>
                          <p:xfrm>
                            <a:off x="2122087" y="1503359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433448" ay="1433014" az="-1105299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7"/>
                                </am3d:raster>
                                <am3d:objViewport viewportSz="5757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851" name="3D Model 850" descr="Sphere">
                              <a:extLst>
                                <a:ext uri="{FF2B5EF4-FFF2-40B4-BE49-F238E27FC236}">
                                  <a16:creationId xmlns:a16="http://schemas.microsoft.com/office/drawing/2014/main" id="{0727A1CA-B6CD-4DAE-99FF-69BB90DD571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650689" y="2282596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980" name="Flowchart: Connector 5979">
                          <a:extLst>
                            <a:ext uri="{FF2B5EF4-FFF2-40B4-BE49-F238E27FC236}">
                              <a16:creationId xmlns:a16="http://schemas.microsoft.com/office/drawing/2014/main" id="{849C3C9A-D93F-4989-B91D-F78925F4BE2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981" name="3D Model 5980" descr="Sphere">
                              <a:extLst>
                                <a:ext uri="{FF2B5EF4-FFF2-40B4-BE49-F238E27FC236}">
                                  <a16:creationId xmlns:a16="http://schemas.microsoft.com/office/drawing/2014/main" id="{AAB62054-390A-4102-BC46-D8DB69D2CEA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123234359"/>
                                </p:ext>
                              </p:extLst>
                            </p:nvPr>
                          </p:nvGraphicFramePr>
                          <p:xfrm>
                            <a:off x="2368043" y="1593681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5"/>
                                </am3d:raster>
                                <am3d:objViewport viewportSz="5886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853" name="3D Model 852" descr="Sphere">
                              <a:extLst>
                                <a:ext uri="{FF2B5EF4-FFF2-40B4-BE49-F238E27FC236}">
                                  <a16:creationId xmlns:a16="http://schemas.microsoft.com/office/drawing/2014/main" id="{D841DD42-36A5-4623-BE98-E44C0C8B5602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693413" y="2299608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982" name="Flowchart: Connector 5981">
                          <a:extLst>
                            <a:ext uri="{FF2B5EF4-FFF2-40B4-BE49-F238E27FC236}">
                              <a16:creationId xmlns:a16="http://schemas.microsoft.com/office/drawing/2014/main" id="{30AF9A4F-5083-4CA5-B38D-5C026587DA6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983" name="3D Model 5982" descr="Sphere">
                              <a:extLst>
                                <a:ext uri="{FF2B5EF4-FFF2-40B4-BE49-F238E27FC236}">
                                  <a16:creationId xmlns:a16="http://schemas.microsoft.com/office/drawing/2014/main" id="{FAC99C17-6690-4BD4-A6B5-FF51357F19C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948337556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3235" cy="6170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7"/>
                                </am3d:raster>
                                <am3d:objViewport viewportSz="6018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855" name="3D Model 854" descr="Sphere">
                              <a:extLst>
                                <a:ext uri="{FF2B5EF4-FFF2-40B4-BE49-F238E27FC236}">
                                  <a16:creationId xmlns:a16="http://schemas.microsoft.com/office/drawing/2014/main" id="{AEEBBBBB-6EA1-41E8-A645-A2AC3676D29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3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735300" y="2308624"/>
                              <a:ext cx="53235" cy="61702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984" name="Flowchart: Connector 5983">
                          <a:extLst>
                            <a:ext uri="{FF2B5EF4-FFF2-40B4-BE49-F238E27FC236}">
                              <a16:creationId xmlns:a16="http://schemas.microsoft.com/office/drawing/2014/main" id="{6677DF36-8A2F-4B7D-B043-BB490DE2FBE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985" name="3D Model 5984" descr="Sphere">
                              <a:extLst>
                                <a:ext uri="{FF2B5EF4-FFF2-40B4-BE49-F238E27FC236}">
                                  <a16:creationId xmlns:a16="http://schemas.microsoft.com/office/drawing/2014/main" id="{5F444B99-F498-467A-865C-49CBB30D181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946866787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1045" cy="5891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9"/>
                                </am3d:raster>
                                <am3d:objViewport viewportSz="5955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857" name="3D Model 856" descr="Sphere">
                              <a:extLst>
                                <a:ext uri="{FF2B5EF4-FFF2-40B4-BE49-F238E27FC236}">
                                  <a16:creationId xmlns:a16="http://schemas.microsoft.com/office/drawing/2014/main" id="{6C1E3FBB-6BE6-4150-AA32-F4B23F79453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781926" y="2325018"/>
                              <a:ext cx="51045" cy="589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5875" name="Group 5874">
                      <a:extLst>
                        <a:ext uri="{FF2B5EF4-FFF2-40B4-BE49-F238E27FC236}">
                          <a16:creationId xmlns:a16="http://schemas.microsoft.com/office/drawing/2014/main" id="{994059AC-C2D8-4732-9E00-EE3B8A1DEEEF}"/>
                        </a:ext>
                      </a:extLst>
                    </p:cNvPr>
                    <p:cNvGrpSpPr/>
                    <p:nvPr/>
                  </p:nvGrpSpPr>
                  <p:grpSpPr>
                    <a:xfrm rot="18542409">
                      <a:off x="2257159" y="236280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5945" name="Freeform: Shape 5944">
                        <a:extLst>
                          <a:ext uri="{FF2B5EF4-FFF2-40B4-BE49-F238E27FC236}">
                            <a16:creationId xmlns:a16="http://schemas.microsoft.com/office/drawing/2014/main" id="{3F0B7FAC-16FA-4822-A840-4FD13DCCCE3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946" name="Rectangle: Rounded Corners 5945">
                        <a:extLst>
                          <a:ext uri="{FF2B5EF4-FFF2-40B4-BE49-F238E27FC236}">
                            <a16:creationId xmlns:a16="http://schemas.microsoft.com/office/drawing/2014/main" id="{71717A08-CEC3-4D5E-8636-26DCF57EF9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876" name="Group 5875">
                      <a:extLst>
                        <a:ext uri="{FF2B5EF4-FFF2-40B4-BE49-F238E27FC236}">
                          <a16:creationId xmlns:a16="http://schemas.microsoft.com/office/drawing/2014/main" id="{010C8B19-2864-4EA9-89E6-6C198A9783CD}"/>
                        </a:ext>
                      </a:extLst>
                    </p:cNvPr>
                    <p:cNvGrpSpPr/>
                    <p:nvPr/>
                  </p:nvGrpSpPr>
                  <p:grpSpPr>
                    <a:xfrm rot="17122200">
                      <a:off x="1187274" y="235013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5943" name="Freeform: Shape 5942">
                        <a:extLst>
                          <a:ext uri="{FF2B5EF4-FFF2-40B4-BE49-F238E27FC236}">
                            <a16:creationId xmlns:a16="http://schemas.microsoft.com/office/drawing/2014/main" id="{416DE738-C366-4A97-8D30-BFD3B4D920A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944" name="Rectangle: Rounded Corners 5943">
                        <a:extLst>
                          <a:ext uri="{FF2B5EF4-FFF2-40B4-BE49-F238E27FC236}">
                            <a16:creationId xmlns:a16="http://schemas.microsoft.com/office/drawing/2014/main" id="{9F4E227C-B12A-4BF7-9B17-56494B7261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877" name="Group 5876">
                      <a:extLst>
                        <a:ext uri="{FF2B5EF4-FFF2-40B4-BE49-F238E27FC236}">
                          <a16:creationId xmlns:a16="http://schemas.microsoft.com/office/drawing/2014/main" id="{15B8CEA2-BC94-400B-B3C9-3EB0F43D2BD1}"/>
                        </a:ext>
                      </a:extLst>
                    </p:cNvPr>
                    <p:cNvGrpSpPr/>
                    <p:nvPr/>
                  </p:nvGrpSpPr>
                  <p:grpSpPr>
                    <a:xfrm rot="658209">
                      <a:off x="2479276" y="3323586"/>
                      <a:ext cx="746642" cy="235253"/>
                      <a:chOff x="2620172" y="2546175"/>
                      <a:chExt cx="834986" cy="143092"/>
                    </a:xfrm>
                  </p:grpSpPr>
                  <p:sp>
                    <p:nvSpPr>
                      <p:cNvPr id="5941" name="Freeform: Shape 5940">
                        <a:extLst>
                          <a:ext uri="{FF2B5EF4-FFF2-40B4-BE49-F238E27FC236}">
                            <a16:creationId xmlns:a16="http://schemas.microsoft.com/office/drawing/2014/main" id="{FF47BF88-990E-49ED-9DDD-FDBDECE2823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942" name="Rectangle: Rounded Corners 5941">
                        <a:extLst>
                          <a:ext uri="{FF2B5EF4-FFF2-40B4-BE49-F238E27FC236}">
                            <a16:creationId xmlns:a16="http://schemas.microsoft.com/office/drawing/2014/main" id="{BC2E0253-42A1-43E8-8B36-EF95F8F054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878" name="Group 5877">
                      <a:extLst>
                        <a:ext uri="{FF2B5EF4-FFF2-40B4-BE49-F238E27FC236}">
                          <a16:creationId xmlns:a16="http://schemas.microsoft.com/office/drawing/2014/main" id="{D0C6FB19-A530-4CEE-9093-379684CB0514}"/>
                        </a:ext>
                      </a:extLst>
                    </p:cNvPr>
                    <p:cNvGrpSpPr/>
                    <p:nvPr/>
                  </p:nvGrpSpPr>
                  <p:grpSpPr>
                    <a:xfrm rot="18837888">
                      <a:off x="1789768" y="223810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5939" name="Freeform: Shape 5938">
                        <a:extLst>
                          <a:ext uri="{FF2B5EF4-FFF2-40B4-BE49-F238E27FC236}">
                            <a16:creationId xmlns:a16="http://schemas.microsoft.com/office/drawing/2014/main" id="{041F2D33-1E1A-4697-8D37-BA98E45B6DC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940" name="Rectangle: Rounded Corners 5939">
                        <a:extLst>
                          <a:ext uri="{FF2B5EF4-FFF2-40B4-BE49-F238E27FC236}">
                            <a16:creationId xmlns:a16="http://schemas.microsoft.com/office/drawing/2014/main" id="{9842AC75-4B2A-4B9B-A60A-C194E22881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879" name="Group 5878">
                      <a:extLst>
                        <a:ext uri="{FF2B5EF4-FFF2-40B4-BE49-F238E27FC236}">
                          <a16:creationId xmlns:a16="http://schemas.microsoft.com/office/drawing/2014/main" id="{109DAE21-9246-4300-AE0A-4353BC6BD7A3}"/>
                        </a:ext>
                      </a:extLst>
                    </p:cNvPr>
                    <p:cNvGrpSpPr/>
                    <p:nvPr/>
                  </p:nvGrpSpPr>
                  <p:grpSpPr>
                    <a:xfrm rot="16200000">
                      <a:off x="563034" y="2429570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5937" name="Freeform: Shape 5936">
                        <a:extLst>
                          <a:ext uri="{FF2B5EF4-FFF2-40B4-BE49-F238E27FC236}">
                            <a16:creationId xmlns:a16="http://schemas.microsoft.com/office/drawing/2014/main" id="{489228E0-AAAA-4735-93C5-60852236011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938" name="Rectangle: Rounded Corners 5937">
                        <a:extLst>
                          <a:ext uri="{FF2B5EF4-FFF2-40B4-BE49-F238E27FC236}">
                            <a16:creationId xmlns:a16="http://schemas.microsoft.com/office/drawing/2014/main" id="{F52373A8-F062-4672-BF31-F31EBFF892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880" name="Group 5879">
                      <a:extLst>
                        <a:ext uri="{FF2B5EF4-FFF2-40B4-BE49-F238E27FC236}">
                          <a16:creationId xmlns:a16="http://schemas.microsoft.com/office/drawing/2014/main" id="{B90610FD-3DB7-4255-A82B-06DF9D78774C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350328" y="442527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5935" name="Freeform: Shape 5934">
                        <a:extLst>
                          <a:ext uri="{FF2B5EF4-FFF2-40B4-BE49-F238E27FC236}">
                            <a16:creationId xmlns:a16="http://schemas.microsoft.com/office/drawing/2014/main" id="{104F1966-8323-41FA-9760-376F5A04314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936" name="Rectangle: Rounded Corners 5935">
                        <a:extLst>
                          <a:ext uri="{FF2B5EF4-FFF2-40B4-BE49-F238E27FC236}">
                            <a16:creationId xmlns:a16="http://schemas.microsoft.com/office/drawing/2014/main" id="{BDC00798-A97C-485E-A44F-872D656674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881" name="Group 5880">
                      <a:extLst>
                        <a:ext uri="{FF2B5EF4-FFF2-40B4-BE49-F238E27FC236}">
                          <a16:creationId xmlns:a16="http://schemas.microsoft.com/office/drawing/2014/main" id="{3643B4D7-28D5-40BD-9DB7-68C5A698B6EC}"/>
                        </a:ext>
                      </a:extLst>
                    </p:cNvPr>
                    <p:cNvGrpSpPr/>
                    <p:nvPr/>
                  </p:nvGrpSpPr>
                  <p:grpSpPr>
                    <a:xfrm rot="5880914">
                      <a:off x="789613" y="438062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5933" name="Freeform: Shape 5932">
                        <a:extLst>
                          <a:ext uri="{FF2B5EF4-FFF2-40B4-BE49-F238E27FC236}">
                            <a16:creationId xmlns:a16="http://schemas.microsoft.com/office/drawing/2014/main" id="{CCC4737F-FFB8-483F-97BF-E49AE49B8C84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934" name="Rectangle: Rounded Corners 5933">
                        <a:extLst>
                          <a:ext uri="{FF2B5EF4-FFF2-40B4-BE49-F238E27FC236}">
                            <a16:creationId xmlns:a16="http://schemas.microsoft.com/office/drawing/2014/main" id="{82505221-E04A-498F-8D12-B2D62F2BDE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882" name="Group 5881">
                      <a:extLst>
                        <a:ext uri="{FF2B5EF4-FFF2-40B4-BE49-F238E27FC236}">
                          <a16:creationId xmlns:a16="http://schemas.microsoft.com/office/drawing/2014/main" id="{65ECB07F-D1D9-4DE1-B090-C636A523CEF8}"/>
                        </a:ext>
                      </a:extLst>
                    </p:cNvPr>
                    <p:cNvGrpSpPr/>
                    <p:nvPr/>
                  </p:nvGrpSpPr>
                  <p:grpSpPr>
                    <a:xfrm rot="13587211">
                      <a:off x="651990" y="2929858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5931" name="Freeform: Shape 5930">
                        <a:extLst>
                          <a:ext uri="{FF2B5EF4-FFF2-40B4-BE49-F238E27FC236}">
                            <a16:creationId xmlns:a16="http://schemas.microsoft.com/office/drawing/2014/main" id="{1FB5A3E8-F8B4-4204-A1F8-5F5973FF1F8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932" name="Rectangle: Rounded Corners 5931">
                        <a:extLst>
                          <a:ext uri="{FF2B5EF4-FFF2-40B4-BE49-F238E27FC236}">
                            <a16:creationId xmlns:a16="http://schemas.microsoft.com/office/drawing/2014/main" id="{E5C073D1-9EF2-463E-9CBF-D2DAF58465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883" name="Group 5882">
                      <a:extLst>
                        <a:ext uri="{FF2B5EF4-FFF2-40B4-BE49-F238E27FC236}">
                          <a16:creationId xmlns:a16="http://schemas.microsoft.com/office/drawing/2014/main" id="{E69CFEF0-428B-4DB5-B8BC-F83D18500C1E}"/>
                        </a:ext>
                      </a:extLst>
                    </p:cNvPr>
                    <p:cNvGrpSpPr/>
                    <p:nvPr/>
                  </p:nvGrpSpPr>
                  <p:grpSpPr>
                    <a:xfrm rot="11351284">
                      <a:off x="163719" y="3807693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5929" name="Freeform: Shape 5928">
                        <a:extLst>
                          <a:ext uri="{FF2B5EF4-FFF2-40B4-BE49-F238E27FC236}">
                            <a16:creationId xmlns:a16="http://schemas.microsoft.com/office/drawing/2014/main" id="{D5A1C385-43B6-47C2-A573-81AF876EEF1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930" name="Rectangle: Rounded Corners 5929">
                        <a:extLst>
                          <a:ext uri="{FF2B5EF4-FFF2-40B4-BE49-F238E27FC236}">
                            <a16:creationId xmlns:a16="http://schemas.microsoft.com/office/drawing/2014/main" id="{B29B1BD3-889D-4565-806C-EA6297EECE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884" name="Group 5883">
                      <a:extLst>
                        <a:ext uri="{FF2B5EF4-FFF2-40B4-BE49-F238E27FC236}">
                          <a16:creationId xmlns:a16="http://schemas.microsoft.com/office/drawing/2014/main" id="{F14CFBA2-9367-4C8B-A743-7988BD7660B9}"/>
                        </a:ext>
                      </a:extLst>
                    </p:cNvPr>
                    <p:cNvGrpSpPr/>
                    <p:nvPr/>
                  </p:nvGrpSpPr>
                  <p:grpSpPr>
                    <a:xfrm rot="4193783">
                      <a:off x="2062756" y="4148262"/>
                      <a:ext cx="706454" cy="171076"/>
                      <a:chOff x="2620172" y="2546175"/>
                      <a:chExt cx="834986" cy="143092"/>
                    </a:xfrm>
                  </p:grpSpPr>
                  <p:sp>
                    <p:nvSpPr>
                      <p:cNvPr id="5927" name="Freeform: Shape 5926">
                        <a:extLst>
                          <a:ext uri="{FF2B5EF4-FFF2-40B4-BE49-F238E27FC236}">
                            <a16:creationId xmlns:a16="http://schemas.microsoft.com/office/drawing/2014/main" id="{F9665230-F917-4498-9B1C-79CD78CB94C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928" name="Rectangle: Rounded Corners 5927">
                        <a:extLst>
                          <a:ext uri="{FF2B5EF4-FFF2-40B4-BE49-F238E27FC236}">
                            <a16:creationId xmlns:a16="http://schemas.microsoft.com/office/drawing/2014/main" id="{437C82AB-B31B-4663-8EF4-F074F2F164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885" name="Group 5884">
                      <a:extLst>
                        <a:ext uri="{FF2B5EF4-FFF2-40B4-BE49-F238E27FC236}">
                          <a16:creationId xmlns:a16="http://schemas.microsoft.com/office/drawing/2014/main" id="{F291124B-C5EC-4074-B672-4BAD279C0C68}"/>
                        </a:ext>
                      </a:extLst>
                    </p:cNvPr>
                    <p:cNvGrpSpPr/>
                    <p:nvPr/>
                  </p:nvGrpSpPr>
                  <p:grpSpPr>
                    <a:xfrm rot="1837203">
                      <a:off x="2331692" y="387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5925" name="Freeform: Shape 5924">
                        <a:extLst>
                          <a:ext uri="{FF2B5EF4-FFF2-40B4-BE49-F238E27FC236}">
                            <a16:creationId xmlns:a16="http://schemas.microsoft.com/office/drawing/2014/main" id="{4860B918-7395-4D14-A345-EE26773EFB0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926" name="Rectangle: Rounded Corners 5925">
                        <a:extLst>
                          <a:ext uri="{FF2B5EF4-FFF2-40B4-BE49-F238E27FC236}">
                            <a16:creationId xmlns:a16="http://schemas.microsoft.com/office/drawing/2014/main" id="{D6DA229F-9F59-493F-A7A8-79F4B5B464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886" name="Group 5885">
                      <a:extLst>
                        <a:ext uri="{FF2B5EF4-FFF2-40B4-BE49-F238E27FC236}">
                          <a16:creationId xmlns:a16="http://schemas.microsoft.com/office/drawing/2014/main" id="{A3F35AAF-D4AD-4E05-AF97-8EE6A10B772D}"/>
                        </a:ext>
                      </a:extLst>
                    </p:cNvPr>
                    <p:cNvGrpSpPr/>
                    <p:nvPr/>
                  </p:nvGrpSpPr>
                  <p:grpSpPr>
                    <a:xfrm rot="932650">
                      <a:off x="2489621" y="310501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5923" name="Freeform: Shape 5922">
                        <a:extLst>
                          <a:ext uri="{FF2B5EF4-FFF2-40B4-BE49-F238E27FC236}">
                            <a16:creationId xmlns:a16="http://schemas.microsoft.com/office/drawing/2014/main" id="{D293D53C-DA08-4114-922B-BAA26E85A3B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924" name="Rectangle: Rounded Corners 5923">
                        <a:extLst>
                          <a:ext uri="{FF2B5EF4-FFF2-40B4-BE49-F238E27FC236}">
                            <a16:creationId xmlns:a16="http://schemas.microsoft.com/office/drawing/2014/main" id="{265DFC52-AAC8-4E55-A802-6CF17B5B29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887" name="Group 5886">
                      <a:extLst>
                        <a:ext uri="{FF2B5EF4-FFF2-40B4-BE49-F238E27FC236}">
                          <a16:creationId xmlns:a16="http://schemas.microsoft.com/office/drawing/2014/main" id="{B4897B7C-6081-4F3E-9E8B-1F3E4CD8A8AC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686489" y="34904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5921" name="Freeform: Shape 5920">
                        <a:extLst>
                          <a:ext uri="{FF2B5EF4-FFF2-40B4-BE49-F238E27FC236}">
                            <a16:creationId xmlns:a16="http://schemas.microsoft.com/office/drawing/2014/main" id="{A62C22CB-9DAE-4F2C-A214-63C5C9A75EF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922" name="Rectangle: Rounded Corners 5921">
                        <a:extLst>
                          <a:ext uri="{FF2B5EF4-FFF2-40B4-BE49-F238E27FC236}">
                            <a16:creationId xmlns:a16="http://schemas.microsoft.com/office/drawing/2014/main" id="{39A3EA38-AE1A-4E54-98FB-7D1295058A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888" name="Group 5887">
                      <a:extLst>
                        <a:ext uri="{FF2B5EF4-FFF2-40B4-BE49-F238E27FC236}">
                          <a16:creationId xmlns:a16="http://schemas.microsoft.com/office/drawing/2014/main" id="{348D898C-A3AA-4CD2-AE3F-29705FB7B167}"/>
                        </a:ext>
                      </a:extLst>
                    </p:cNvPr>
                    <p:cNvGrpSpPr/>
                    <p:nvPr/>
                  </p:nvGrpSpPr>
                  <p:grpSpPr>
                    <a:xfrm rot="16924252">
                      <a:off x="1635001" y="2371073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5919" name="Freeform: Shape 5918">
                        <a:extLst>
                          <a:ext uri="{FF2B5EF4-FFF2-40B4-BE49-F238E27FC236}">
                            <a16:creationId xmlns:a16="http://schemas.microsoft.com/office/drawing/2014/main" id="{8EF5D154-3558-49E2-8D40-E87DE58BAD9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920" name="Rectangle: Rounded Corners 5919">
                        <a:extLst>
                          <a:ext uri="{FF2B5EF4-FFF2-40B4-BE49-F238E27FC236}">
                            <a16:creationId xmlns:a16="http://schemas.microsoft.com/office/drawing/2014/main" id="{10551AF7-7833-4E51-B033-F74E3AE1FB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889" name="Group 5888">
                      <a:extLst>
                        <a:ext uri="{FF2B5EF4-FFF2-40B4-BE49-F238E27FC236}">
                          <a16:creationId xmlns:a16="http://schemas.microsoft.com/office/drawing/2014/main" id="{3426615B-95BF-497F-A8EA-CA189018BF4B}"/>
                        </a:ext>
                      </a:extLst>
                    </p:cNvPr>
                    <p:cNvGrpSpPr/>
                    <p:nvPr/>
                  </p:nvGrpSpPr>
                  <p:grpSpPr>
                    <a:xfrm rot="15677156">
                      <a:off x="985517" y="2521255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5917" name="Freeform: Shape 5916">
                        <a:extLst>
                          <a:ext uri="{FF2B5EF4-FFF2-40B4-BE49-F238E27FC236}">
                            <a16:creationId xmlns:a16="http://schemas.microsoft.com/office/drawing/2014/main" id="{99D3A376-23CD-491B-BE6A-A07EAECD6CA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918" name="Rectangle: Rounded Corners 5917">
                        <a:extLst>
                          <a:ext uri="{FF2B5EF4-FFF2-40B4-BE49-F238E27FC236}">
                            <a16:creationId xmlns:a16="http://schemas.microsoft.com/office/drawing/2014/main" id="{E1C2CC43-599A-42F6-8E51-F04FAF8763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890" name="Group 5889">
                      <a:extLst>
                        <a:ext uri="{FF2B5EF4-FFF2-40B4-BE49-F238E27FC236}">
                          <a16:creationId xmlns:a16="http://schemas.microsoft.com/office/drawing/2014/main" id="{69D5D983-ECF8-4AA5-AA30-75A060B71AF9}"/>
                        </a:ext>
                      </a:extLst>
                    </p:cNvPr>
                    <p:cNvGrpSpPr/>
                    <p:nvPr/>
                  </p:nvGrpSpPr>
                  <p:grpSpPr>
                    <a:xfrm rot="14354853" flipV="1">
                      <a:off x="976412" y="243847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5915" name="Freeform: Shape 5914">
                        <a:extLst>
                          <a:ext uri="{FF2B5EF4-FFF2-40B4-BE49-F238E27FC236}">
                            <a16:creationId xmlns:a16="http://schemas.microsoft.com/office/drawing/2014/main" id="{83817704-EB1A-4711-BF56-92D07D1DA78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916" name="Rectangle: Rounded Corners 5915">
                        <a:extLst>
                          <a:ext uri="{FF2B5EF4-FFF2-40B4-BE49-F238E27FC236}">
                            <a16:creationId xmlns:a16="http://schemas.microsoft.com/office/drawing/2014/main" id="{1D9D888F-CF1F-4D36-8123-B58F3D9117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891" name="Group 5890">
                      <a:extLst>
                        <a:ext uri="{FF2B5EF4-FFF2-40B4-BE49-F238E27FC236}">
                          <a16:creationId xmlns:a16="http://schemas.microsoft.com/office/drawing/2014/main" id="{2B258700-8AB5-4417-BEF8-FF95FA04F5AD}"/>
                        </a:ext>
                      </a:extLst>
                    </p:cNvPr>
                    <p:cNvGrpSpPr/>
                    <p:nvPr/>
                  </p:nvGrpSpPr>
                  <p:grpSpPr>
                    <a:xfrm rot="9793356" flipV="1">
                      <a:off x="215985" y="323790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5913" name="Freeform: Shape 5912">
                        <a:extLst>
                          <a:ext uri="{FF2B5EF4-FFF2-40B4-BE49-F238E27FC236}">
                            <a16:creationId xmlns:a16="http://schemas.microsoft.com/office/drawing/2014/main" id="{70A427B7-AF30-4D11-95E6-A08404D3043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914" name="Rectangle: Rounded Corners 5913">
                        <a:extLst>
                          <a:ext uri="{FF2B5EF4-FFF2-40B4-BE49-F238E27FC236}">
                            <a16:creationId xmlns:a16="http://schemas.microsoft.com/office/drawing/2014/main" id="{BB61C1F2-60C7-49AA-8B77-1FC7D8C7B5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892" name="Group 5891">
                      <a:extLst>
                        <a:ext uri="{FF2B5EF4-FFF2-40B4-BE49-F238E27FC236}">
                          <a16:creationId xmlns:a16="http://schemas.microsoft.com/office/drawing/2014/main" id="{48E5A71D-F4EB-4A38-8AA3-09D13A575DB7}"/>
                        </a:ext>
                      </a:extLst>
                    </p:cNvPr>
                    <p:cNvGrpSpPr/>
                    <p:nvPr/>
                  </p:nvGrpSpPr>
                  <p:grpSpPr>
                    <a:xfrm rot="6907686" flipV="1">
                      <a:off x="692019" y="393196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5911" name="Freeform: Shape 5910">
                        <a:extLst>
                          <a:ext uri="{FF2B5EF4-FFF2-40B4-BE49-F238E27FC236}">
                            <a16:creationId xmlns:a16="http://schemas.microsoft.com/office/drawing/2014/main" id="{AD64B563-FF7F-42D4-8423-085FCFDD482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912" name="Rectangle: Rounded Corners 5911">
                        <a:extLst>
                          <a:ext uri="{FF2B5EF4-FFF2-40B4-BE49-F238E27FC236}">
                            <a16:creationId xmlns:a16="http://schemas.microsoft.com/office/drawing/2014/main" id="{B8861E1D-EB34-4BD5-BC73-069ACA0DAFB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893" name="Group 5892">
                      <a:extLst>
                        <a:ext uri="{FF2B5EF4-FFF2-40B4-BE49-F238E27FC236}">
                          <a16:creationId xmlns:a16="http://schemas.microsoft.com/office/drawing/2014/main" id="{2BE2A9CD-8ECC-4057-A6BD-9C5293556A49}"/>
                        </a:ext>
                      </a:extLst>
                    </p:cNvPr>
                    <p:cNvGrpSpPr/>
                    <p:nvPr/>
                  </p:nvGrpSpPr>
                  <p:grpSpPr>
                    <a:xfrm rot="1465711" flipV="1">
                      <a:off x="2002734" y="340448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5909" name="Freeform: Shape 5908">
                        <a:extLst>
                          <a:ext uri="{FF2B5EF4-FFF2-40B4-BE49-F238E27FC236}">
                            <a16:creationId xmlns:a16="http://schemas.microsoft.com/office/drawing/2014/main" id="{1C6874CD-A32C-4041-893A-20C91992115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910" name="Rectangle: Rounded Corners 5909">
                        <a:extLst>
                          <a:ext uri="{FF2B5EF4-FFF2-40B4-BE49-F238E27FC236}">
                            <a16:creationId xmlns:a16="http://schemas.microsoft.com/office/drawing/2014/main" id="{BCCB6A2E-9147-48F1-8A25-222F16B27B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894" name="Group 5893">
                      <a:extLst>
                        <a:ext uri="{FF2B5EF4-FFF2-40B4-BE49-F238E27FC236}">
                          <a16:creationId xmlns:a16="http://schemas.microsoft.com/office/drawing/2014/main" id="{70FC2B9D-7224-4440-B532-5C4FDF1668EA}"/>
                        </a:ext>
                      </a:extLst>
                    </p:cNvPr>
                    <p:cNvGrpSpPr/>
                    <p:nvPr/>
                  </p:nvGrpSpPr>
                  <p:grpSpPr>
                    <a:xfrm rot="19016516">
                      <a:off x="1733273" y="283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5907" name="Freeform: Shape 5906">
                        <a:extLst>
                          <a:ext uri="{FF2B5EF4-FFF2-40B4-BE49-F238E27FC236}">
                            <a16:creationId xmlns:a16="http://schemas.microsoft.com/office/drawing/2014/main" id="{14C47428-6490-426D-86A3-BF3F9764D05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908" name="Rectangle: Rounded Corners 5907">
                        <a:extLst>
                          <a:ext uri="{FF2B5EF4-FFF2-40B4-BE49-F238E27FC236}">
                            <a16:creationId xmlns:a16="http://schemas.microsoft.com/office/drawing/2014/main" id="{E382863A-883B-479D-826E-75730EBF888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895" name="Group 5894">
                      <a:extLst>
                        <a:ext uri="{FF2B5EF4-FFF2-40B4-BE49-F238E27FC236}">
                          <a16:creationId xmlns:a16="http://schemas.microsoft.com/office/drawing/2014/main" id="{48E9A4BC-DB1B-4003-AC4D-42DFC77F4F5C}"/>
                        </a:ext>
                      </a:extLst>
                    </p:cNvPr>
                    <p:cNvGrpSpPr/>
                    <p:nvPr/>
                  </p:nvGrpSpPr>
                  <p:grpSpPr>
                    <a:xfrm rot="19245075">
                      <a:off x="1632068" y="282541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5905" name="Freeform: Shape 5904">
                        <a:extLst>
                          <a:ext uri="{FF2B5EF4-FFF2-40B4-BE49-F238E27FC236}">
                            <a16:creationId xmlns:a16="http://schemas.microsoft.com/office/drawing/2014/main" id="{607FC9C1-04B6-4787-AEA4-948F2AC6743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906" name="Rectangle: Rounded Corners 5905">
                        <a:extLst>
                          <a:ext uri="{FF2B5EF4-FFF2-40B4-BE49-F238E27FC236}">
                            <a16:creationId xmlns:a16="http://schemas.microsoft.com/office/drawing/2014/main" id="{B7E9382B-B4FE-4F51-AD87-A3141A7638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896" name="Group 5895">
                      <a:extLst>
                        <a:ext uri="{FF2B5EF4-FFF2-40B4-BE49-F238E27FC236}">
                          <a16:creationId xmlns:a16="http://schemas.microsoft.com/office/drawing/2014/main" id="{4AD04E96-71D0-4CD7-81FB-CBDFFD9C367E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838889" y="36428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5903" name="Freeform: Shape 5902">
                        <a:extLst>
                          <a:ext uri="{FF2B5EF4-FFF2-40B4-BE49-F238E27FC236}">
                            <a16:creationId xmlns:a16="http://schemas.microsoft.com/office/drawing/2014/main" id="{B7BACCF0-0F64-4EE7-9DF4-80B45A78FC3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904" name="Rectangle: Rounded Corners 5903">
                        <a:extLst>
                          <a:ext uri="{FF2B5EF4-FFF2-40B4-BE49-F238E27FC236}">
                            <a16:creationId xmlns:a16="http://schemas.microsoft.com/office/drawing/2014/main" id="{356C2B58-2E1E-4869-9029-AF82DA950A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897" name="Group 5896">
                      <a:extLst>
                        <a:ext uri="{FF2B5EF4-FFF2-40B4-BE49-F238E27FC236}">
                          <a16:creationId xmlns:a16="http://schemas.microsoft.com/office/drawing/2014/main" id="{BAA74311-947E-48D2-B0EE-1179FB839D1C}"/>
                        </a:ext>
                      </a:extLst>
                    </p:cNvPr>
                    <p:cNvGrpSpPr/>
                    <p:nvPr/>
                  </p:nvGrpSpPr>
                  <p:grpSpPr>
                    <a:xfrm rot="15824399">
                      <a:off x="1224680" y="281893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5901" name="Freeform: Shape 5900">
                        <a:extLst>
                          <a:ext uri="{FF2B5EF4-FFF2-40B4-BE49-F238E27FC236}">
                            <a16:creationId xmlns:a16="http://schemas.microsoft.com/office/drawing/2014/main" id="{8909045A-07C5-4BE2-A0BB-22E531C00D3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902" name="Rectangle: Rounded Corners 5901">
                        <a:extLst>
                          <a:ext uri="{FF2B5EF4-FFF2-40B4-BE49-F238E27FC236}">
                            <a16:creationId xmlns:a16="http://schemas.microsoft.com/office/drawing/2014/main" id="{C27D4972-7210-4D7D-B1A2-895F507E45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898" name="Group 5897">
                      <a:extLst>
                        <a:ext uri="{FF2B5EF4-FFF2-40B4-BE49-F238E27FC236}">
                          <a16:creationId xmlns:a16="http://schemas.microsoft.com/office/drawing/2014/main" id="{0DF383EE-6D82-43FE-AA4A-CA46B8E2020F}"/>
                        </a:ext>
                      </a:extLst>
                    </p:cNvPr>
                    <p:cNvGrpSpPr/>
                    <p:nvPr/>
                  </p:nvGrpSpPr>
                  <p:grpSpPr>
                    <a:xfrm rot="16697394">
                      <a:off x="1080028" y="2168448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5899" name="Freeform: Shape 5898">
                        <a:extLst>
                          <a:ext uri="{FF2B5EF4-FFF2-40B4-BE49-F238E27FC236}">
                            <a16:creationId xmlns:a16="http://schemas.microsoft.com/office/drawing/2014/main" id="{E3F6132F-B8D4-4C2C-9357-45F78A0EADA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900" name="Rectangle: Rounded Corners 5899">
                        <a:extLst>
                          <a:ext uri="{FF2B5EF4-FFF2-40B4-BE49-F238E27FC236}">
                            <a16:creationId xmlns:a16="http://schemas.microsoft.com/office/drawing/2014/main" id="{632D5FE1-22B0-45DC-BF06-0B9E6D2286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</p:grpSp>
              <p:sp>
                <p:nvSpPr>
                  <p:cNvPr id="5869" name="Freeform: Shape 5868">
                    <a:extLst>
                      <a:ext uri="{FF2B5EF4-FFF2-40B4-BE49-F238E27FC236}">
                        <a16:creationId xmlns:a16="http://schemas.microsoft.com/office/drawing/2014/main" id="{11B7AAEA-580D-45DA-8BE4-034A9FEB8398}"/>
                      </a:ext>
                    </a:extLst>
                  </p:cNvPr>
                  <p:cNvSpPr/>
                  <p:nvPr/>
                </p:nvSpPr>
                <p:spPr>
                  <a:xfrm rot="6017948" flipV="1">
                    <a:off x="1305755" y="4290452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5870" name="Freeform: Shape 5869">
                    <a:extLst>
                      <a:ext uri="{FF2B5EF4-FFF2-40B4-BE49-F238E27FC236}">
                        <a16:creationId xmlns:a16="http://schemas.microsoft.com/office/drawing/2014/main" id="{CEC3D842-B0A8-4EA3-8A3D-A0888D03491E}"/>
                      </a:ext>
                    </a:extLst>
                  </p:cNvPr>
                  <p:cNvSpPr/>
                  <p:nvPr/>
                </p:nvSpPr>
                <p:spPr>
                  <a:xfrm rot="21277659">
                    <a:off x="2517403" y="2906549"/>
                    <a:ext cx="690584" cy="235253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5871" name="Freeform: Shape 5870">
                    <a:extLst>
                      <a:ext uri="{FF2B5EF4-FFF2-40B4-BE49-F238E27FC236}">
                        <a16:creationId xmlns:a16="http://schemas.microsoft.com/office/drawing/2014/main" id="{51E913D3-5175-4EE7-8058-3FEE53B93219}"/>
                      </a:ext>
                    </a:extLst>
                  </p:cNvPr>
                  <p:cNvSpPr/>
                  <p:nvPr/>
                </p:nvSpPr>
                <p:spPr>
                  <a:xfrm rot="11528244" flipV="1">
                    <a:off x="344853" y="2978311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</p:grpSp>
            <p:grpSp>
              <p:nvGrpSpPr>
                <p:cNvPr id="4404" name="Group 4403">
                  <a:extLst>
                    <a:ext uri="{FF2B5EF4-FFF2-40B4-BE49-F238E27FC236}">
                      <a16:creationId xmlns:a16="http://schemas.microsoft.com/office/drawing/2014/main" id="{147A966B-8008-4175-8637-6D78282E6B11}"/>
                    </a:ext>
                  </a:extLst>
                </p:cNvPr>
                <p:cNvGrpSpPr/>
                <p:nvPr/>
              </p:nvGrpSpPr>
              <p:grpSpPr>
                <a:xfrm>
                  <a:off x="3962289" y="2103579"/>
                  <a:ext cx="531923" cy="573923"/>
                  <a:chOff x="163719" y="1822501"/>
                  <a:chExt cx="3062199" cy="3047160"/>
                </a:xfrm>
              </p:grpSpPr>
              <p:grpSp>
                <p:nvGrpSpPr>
                  <p:cNvPr id="5503" name="Group 5502">
                    <a:extLst>
                      <a:ext uri="{FF2B5EF4-FFF2-40B4-BE49-F238E27FC236}">
                        <a16:creationId xmlns:a16="http://schemas.microsoft.com/office/drawing/2014/main" id="{23ED626E-B441-4739-BE95-E20914E284C8}"/>
                      </a:ext>
                    </a:extLst>
                  </p:cNvPr>
                  <p:cNvGrpSpPr/>
                  <p:nvPr/>
                </p:nvGrpSpPr>
                <p:grpSpPr>
                  <a:xfrm>
                    <a:off x="163719" y="1822501"/>
                    <a:ext cx="3062199" cy="3047160"/>
                    <a:chOff x="163719" y="1822501"/>
                    <a:chExt cx="3062199" cy="3047160"/>
                  </a:xfrm>
                </p:grpSpPr>
                <p:grpSp>
                  <p:nvGrpSpPr>
                    <p:cNvPr id="5507" name="Group 5506">
                      <a:extLst>
                        <a:ext uri="{FF2B5EF4-FFF2-40B4-BE49-F238E27FC236}">
                          <a16:creationId xmlns:a16="http://schemas.microsoft.com/office/drawing/2014/main" id="{70BBDD0B-A73A-49AF-BE15-8C026A99AF86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683131" y="384412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5866" name="Freeform: Shape 5865">
                        <a:extLst>
                          <a:ext uri="{FF2B5EF4-FFF2-40B4-BE49-F238E27FC236}">
                            <a16:creationId xmlns:a16="http://schemas.microsoft.com/office/drawing/2014/main" id="{1E9CEF09-C64C-4FDA-A652-AA733E6B583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867" name="Rectangle: Rounded Corners 5866">
                        <a:extLst>
                          <a:ext uri="{FF2B5EF4-FFF2-40B4-BE49-F238E27FC236}">
                            <a16:creationId xmlns:a16="http://schemas.microsoft.com/office/drawing/2014/main" id="{A1D2A72A-8AD0-4C0C-B90F-24C39947BC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508" name="Group 5507">
                      <a:extLst>
                        <a:ext uri="{FF2B5EF4-FFF2-40B4-BE49-F238E27FC236}">
                          <a16:creationId xmlns:a16="http://schemas.microsoft.com/office/drawing/2014/main" id="{A8A975C7-AD65-4D2C-A975-BB427A4E6C4D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123013" y="4110752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5864" name="Freeform: Shape 5863">
                        <a:extLst>
                          <a:ext uri="{FF2B5EF4-FFF2-40B4-BE49-F238E27FC236}">
                            <a16:creationId xmlns:a16="http://schemas.microsoft.com/office/drawing/2014/main" id="{A05CEC64-B1CF-4E3C-9630-139913F1016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865" name="Rectangle: Rounded Corners 5864">
                        <a:extLst>
                          <a:ext uri="{FF2B5EF4-FFF2-40B4-BE49-F238E27FC236}">
                            <a16:creationId xmlns:a16="http://schemas.microsoft.com/office/drawing/2014/main" id="{59F08304-F3FD-4425-ACF8-2879704C4B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509" name="Group 5508">
                      <a:extLst>
                        <a:ext uri="{FF2B5EF4-FFF2-40B4-BE49-F238E27FC236}">
                          <a16:creationId xmlns:a16="http://schemas.microsoft.com/office/drawing/2014/main" id="{B781EFD9-E306-407F-A981-2842E9A7946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0260" y="2440902"/>
                      <a:ext cx="1730523" cy="1839492"/>
                      <a:chOff x="420511" y="1784768"/>
                      <a:chExt cx="1730523" cy="1839492"/>
                    </a:xfrm>
                  </p:grpSpPr>
                  <p:grpSp>
                    <p:nvGrpSpPr>
                      <p:cNvPr id="5582" name="Group 5581">
                        <a:extLst>
                          <a:ext uri="{FF2B5EF4-FFF2-40B4-BE49-F238E27FC236}">
                            <a16:creationId xmlns:a16="http://schemas.microsoft.com/office/drawing/2014/main" id="{617162F7-E371-482D-A01F-427365E324C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69572" y="1784768"/>
                        <a:ext cx="1081462" cy="1476716"/>
                        <a:chOff x="2089993" y="1523034"/>
                        <a:chExt cx="1081462" cy="1476716"/>
                      </a:xfrm>
                    </p:grpSpPr>
                    <p:grpSp>
                      <p:nvGrpSpPr>
                        <p:cNvPr id="5803" name="Group 5802">
                          <a:extLst>
                            <a:ext uri="{FF2B5EF4-FFF2-40B4-BE49-F238E27FC236}">
                              <a16:creationId xmlns:a16="http://schemas.microsoft.com/office/drawing/2014/main" id="{5E2E2E32-7634-498D-BCD0-824B9A3639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70705"/>
                          <a:ext cx="101484" cy="1016226"/>
                          <a:chOff x="1800622" y="2364951"/>
                          <a:chExt cx="101484" cy="1016226"/>
                        </a:xfrm>
                      </p:grpSpPr>
                      <p:sp>
                        <p:nvSpPr>
                          <p:cNvPr id="5860" name="Flowchart: Connector 5859">
                            <a:extLst>
                              <a:ext uri="{FF2B5EF4-FFF2-40B4-BE49-F238E27FC236}">
                                <a16:creationId xmlns:a16="http://schemas.microsoft.com/office/drawing/2014/main" id="{043E073E-D046-43A2-A8D0-A34C5A9AE80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861" name="Flowchart: Connector 5860">
                            <a:extLst>
                              <a:ext uri="{FF2B5EF4-FFF2-40B4-BE49-F238E27FC236}">
                                <a16:creationId xmlns:a16="http://schemas.microsoft.com/office/drawing/2014/main" id="{D9F475B2-DE6D-4B49-ADD6-57829D1F2EE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862" name="Flowchart: Connector 5861">
                            <a:extLst>
                              <a:ext uri="{FF2B5EF4-FFF2-40B4-BE49-F238E27FC236}">
                                <a16:creationId xmlns:a16="http://schemas.microsoft.com/office/drawing/2014/main" id="{38B5C9CB-A918-4D0D-9C1E-408C931AB80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863" name="Flowchart: Connector 5862">
                            <a:extLst>
                              <a:ext uri="{FF2B5EF4-FFF2-40B4-BE49-F238E27FC236}">
                                <a16:creationId xmlns:a16="http://schemas.microsoft.com/office/drawing/2014/main" id="{0544CE6E-428F-4FD9-9CDC-07DA54B889D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649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5804" name="Group 5803">
                          <a:extLst>
                            <a:ext uri="{FF2B5EF4-FFF2-40B4-BE49-F238E27FC236}">
                              <a16:creationId xmlns:a16="http://schemas.microsoft.com/office/drawing/2014/main" id="{8248C7F0-7572-4E78-8FDC-7AB9D10D2B8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23034"/>
                          <a:ext cx="1057223" cy="1476716"/>
                          <a:chOff x="2114232" y="1523034"/>
                          <a:chExt cx="1057223" cy="1476716"/>
                        </a:xfrm>
                      </p:grpSpPr>
                      <p:grpSp>
                        <p:nvGrpSpPr>
                          <p:cNvPr id="5805" name="Group 5804">
                            <a:extLst>
                              <a:ext uri="{FF2B5EF4-FFF2-40B4-BE49-F238E27FC236}">
                                <a16:creationId xmlns:a16="http://schemas.microsoft.com/office/drawing/2014/main" id="{BFDA35E6-EE86-463B-9F01-8EDA018197B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47544" cy="539639"/>
                            <a:chOff x="3717189" y="1719497"/>
                            <a:chExt cx="1047544" cy="539639"/>
                          </a:xfrm>
                        </p:grpSpPr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853" name="3D Model 5852" descr="Sphere">
                                  <a:extLst>
                                    <a:ext uri="{FF2B5EF4-FFF2-40B4-BE49-F238E27FC236}">
                                      <a16:creationId xmlns:a16="http://schemas.microsoft.com/office/drawing/2014/main" id="{899182BD-5730-432A-A91B-0CFAA596FF1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34311077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854" name="Flowchart: Connector 5853">
                              <a:extLst>
                                <a:ext uri="{FF2B5EF4-FFF2-40B4-BE49-F238E27FC236}">
                                  <a16:creationId xmlns:a16="http://schemas.microsoft.com/office/drawing/2014/main" id="{6FDF30F7-950E-40C7-9BF6-59D780B2A42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855" name="3D Model 5854" descr="Sphere">
                                  <a:extLst>
                                    <a:ext uri="{FF2B5EF4-FFF2-40B4-BE49-F238E27FC236}">
                                      <a16:creationId xmlns:a16="http://schemas.microsoft.com/office/drawing/2014/main" id="{295821FF-9CE0-4417-B4EE-D22342852B8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59180390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856" name="Flowchart: Connector 5855">
                              <a:extLst>
                                <a:ext uri="{FF2B5EF4-FFF2-40B4-BE49-F238E27FC236}">
                                  <a16:creationId xmlns:a16="http://schemas.microsoft.com/office/drawing/2014/main" id="{0D915A0A-DB44-4E8E-9D54-FE7105DE506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857" name="3D Model 5856" descr="Sphere">
                                  <a:extLst>
                                    <a:ext uri="{FF2B5EF4-FFF2-40B4-BE49-F238E27FC236}">
                                      <a16:creationId xmlns:a16="http://schemas.microsoft.com/office/drawing/2014/main" id="{FC957529-E675-4B84-A912-0E2249BF47E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04476067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858" name="Flowchart: Connector 5857">
                              <a:extLst>
                                <a:ext uri="{FF2B5EF4-FFF2-40B4-BE49-F238E27FC236}">
                                  <a16:creationId xmlns:a16="http://schemas.microsoft.com/office/drawing/2014/main" id="{8C072D20-0CE5-47CC-98D9-5A63C61DACD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859" name="3D Model 5858" descr="Sphere">
                                  <a:extLst>
                                    <a:ext uri="{FF2B5EF4-FFF2-40B4-BE49-F238E27FC236}">
                                      <a16:creationId xmlns:a16="http://schemas.microsoft.com/office/drawing/2014/main" id="{BCAC2F58-9598-4E58-82AE-4A46F638CE7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968753386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5806" name="Group 5805">
                            <a:extLst>
                              <a:ext uri="{FF2B5EF4-FFF2-40B4-BE49-F238E27FC236}">
                                <a16:creationId xmlns:a16="http://schemas.microsoft.com/office/drawing/2014/main" id="{4F1E9958-A14F-468F-968C-D7D30BD8C0C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5838" name="Flowchart: Connector 5837">
                              <a:extLst>
                                <a:ext uri="{FF2B5EF4-FFF2-40B4-BE49-F238E27FC236}">
                                  <a16:creationId xmlns:a16="http://schemas.microsoft.com/office/drawing/2014/main" id="{367DFA99-57CA-4470-9919-97436BC55EF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839" name="Flowchart: Connector 5838">
                              <a:extLst>
                                <a:ext uri="{FF2B5EF4-FFF2-40B4-BE49-F238E27FC236}">
                                  <a16:creationId xmlns:a16="http://schemas.microsoft.com/office/drawing/2014/main" id="{11586F15-673F-4259-8E9E-BB64990CFAD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840" name="Flowchart: Connector 5839">
                              <a:extLst>
                                <a:ext uri="{FF2B5EF4-FFF2-40B4-BE49-F238E27FC236}">
                                  <a16:creationId xmlns:a16="http://schemas.microsoft.com/office/drawing/2014/main" id="{D493235E-0C4F-4389-8645-CA29DA7749C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841" name="Flowchart: Connector 5840">
                              <a:extLst>
                                <a:ext uri="{FF2B5EF4-FFF2-40B4-BE49-F238E27FC236}">
                                  <a16:creationId xmlns:a16="http://schemas.microsoft.com/office/drawing/2014/main" id="{E7FD9B0F-033B-417C-AEF7-D9B772B72E9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842" name="Flowchart: Connector 5841">
                              <a:extLst>
                                <a:ext uri="{FF2B5EF4-FFF2-40B4-BE49-F238E27FC236}">
                                  <a16:creationId xmlns:a16="http://schemas.microsoft.com/office/drawing/2014/main" id="{72C87097-5037-4FAD-9E7D-DABD7469DE1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843" name="Flowchart: Connector 5842">
                              <a:extLst>
                                <a:ext uri="{FF2B5EF4-FFF2-40B4-BE49-F238E27FC236}">
                                  <a16:creationId xmlns:a16="http://schemas.microsoft.com/office/drawing/2014/main" id="{DFF1B8A2-3E9C-4B52-919C-3753FE2CD18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844" name="Flowchart: Connector 5843">
                              <a:extLst>
                                <a:ext uri="{FF2B5EF4-FFF2-40B4-BE49-F238E27FC236}">
                                  <a16:creationId xmlns:a16="http://schemas.microsoft.com/office/drawing/2014/main" id="{4A43F73E-4663-43FB-A13F-F875B915BCE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845" name="Flowchart: Connector 5844">
                              <a:extLst>
                                <a:ext uri="{FF2B5EF4-FFF2-40B4-BE49-F238E27FC236}">
                                  <a16:creationId xmlns:a16="http://schemas.microsoft.com/office/drawing/2014/main" id="{06E4FCF7-11B7-4AC3-BE19-F26686078FF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846" name="3D Model 5845" descr="Sphere">
                                  <a:extLst>
                                    <a:ext uri="{FF2B5EF4-FFF2-40B4-BE49-F238E27FC236}">
                                      <a16:creationId xmlns:a16="http://schemas.microsoft.com/office/drawing/2014/main" id="{885212C0-79F4-4CB9-8EC1-1AEE927ED50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8561694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847" name="Flowchart: Connector 5846">
                              <a:extLst>
                                <a:ext uri="{FF2B5EF4-FFF2-40B4-BE49-F238E27FC236}">
                                  <a16:creationId xmlns:a16="http://schemas.microsoft.com/office/drawing/2014/main" id="{4A84C074-7A09-4CED-90FB-92542C1457C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848" name="3D Model 5847" descr="Sphere">
                                  <a:extLst>
                                    <a:ext uri="{FF2B5EF4-FFF2-40B4-BE49-F238E27FC236}">
                                      <a16:creationId xmlns:a16="http://schemas.microsoft.com/office/drawing/2014/main" id="{F1ED2787-14CC-4F11-8F7F-9FC7DA1836E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308703169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849" name="Flowchart: Connector 5848">
                              <a:extLst>
                                <a:ext uri="{FF2B5EF4-FFF2-40B4-BE49-F238E27FC236}">
                                  <a16:creationId xmlns:a16="http://schemas.microsoft.com/office/drawing/2014/main" id="{F4150FB1-93AA-4110-BF34-971502CDB57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850" name="3D Model 5849" descr="Sphere">
                                  <a:extLst>
                                    <a:ext uri="{FF2B5EF4-FFF2-40B4-BE49-F238E27FC236}">
                                      <a16:creationId xmlns:a16="http://schemas.microsoft.com/office/drawing/2014/main" id="{D026FEF2-8FBB-4FBA-92A0-9E7DB98DA55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437211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851" name="Flowchart: Connector 5850">
                              <a:extLst>
                                <a:ext uri="{FF2B5EF4-FFF2-40B4-BE49-F238E27FC236}">
                                  <a16:creationId xmlns:a16="http://schemas.microsoft.com/office/drawing/2014/main" id="{25CA1E47-7DC2-4938-9DC7-0E8512354F4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852" name="3D Model 5851" descr="Sphere">
                                  <a:extLst>
                                    <a:ext uri="{FF2B5EF4-FFF2-40B4-BE49-F238E27FC236}">
                                      <a16:creationId xmlns:a16="http://schemas.microsoft.com/office/drawing/2014/main" id="{5763033F-BCDA-4F9E-86D0-321EC384DFA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722850967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5807" name="Group 5806">
                            <a:extLst>
                              <a:ext uri="{FF2B5EF4-FFF2-40B4-BE49-F238E27FC236}">
                                <a16:creationId xmlns:a16="http://schemas.microsoft.com/office/drawing/2014/main" id="{25D8E3C4-B644-440D-9FE4-7F54AAE3513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5823" name="Flowchart: Connector 5822">
                              <a:extLst>
                                <a:ext uri="{FF2B5EF4-FFF2-40B4-BE49-F238E27FC236}">
                                  <a16:creationId xmlns:a16="http://schemas.microsoft.com/office/drawing/2014/main" id="{D2E2BDCC-C00A-4E73-B32D-7B2E2E5645E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824" name="Flowchart: Connector 5823">
                              <a:extLst>
                                <a:ext uri="{FF2B5EF4-FFF2-40B4-BE49-F238E27FC236}">
                                  <a16:creationId xmlns:a16="http://schemas.microsoft.com/office/drawing/2014/main" id="{B0C15803-4A79-47C5-A376-3AF2EDA0A6B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825" name="Flowchart: Connector 5824">
                              <a:extLst>
                                <a:ext uri="{FF2B5EF4-FFF2-40B4-BE49-F238E27FC236}">
                                  <a16:creationId xmlns:a16="http://schemas.microsoft.com/office/drawing/2014/main" id="{23267DB2-8537-4413-85C3-3AFAEDC2C21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826" name="Flowchart: Connector 5825">
                              <a:extLst>
                                <a:ext uri="{FF2B5EF4-FFF2-40B4-BE49-F238E27FC236}">
                                  <a16:creationId xmlns:a16="http://schemas.microsoft.com/office/drawing/2014/main" id="{D43261E6-728B-49C5-9A83-381FB504A1D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827" name="Flowchart: Connector 5826">
                              <a:extLst>
                                <a:ext uri="{FF2B5EF4-FFF2-40B4-BE49-F238E27FC236}">
                                  <a16:creationId xmlns:a16="http://schemas.microsoft.com/office/drawing/2014/main" id="{2D620992-7FD2-45AC-B1C8-A411259D7F9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828" name="Flowchart: Connector 5827">
                              <a:extLst>
                                <a:ext uri="{FF2B5EF4-FFF2-40B4-BE49-F238E27FC236}">
                                  <a16:creationId xmlns:a16="http://schemas.microsoft.com/office/drawing/2014/main" id="{BECEC795-AC51-4033-97A8-779B0DA36C6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829" name="Flowchart: Connector 5828">
                              <a:extLst>
                                <a:ext uri="{FF2B5EF4-FFF2-40B4-BE49-F238E27FC236}">
                                  <a16:creationId xmlns:a16="http://schemas.microsoft.com/office/drawing/2014/main" id="{10C08BFC-FB00-4AA1-B885-55006FFA3F9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830" name="Flowchart: Connector 5829">
                              <a:extLst>
                                <a:ext uri="{FF2B5EF4-FFF2-40B4-BE49-F238E27FC236}">
                                  <a16:creationId xmlns:a16="http://schemas.microsoft.com/office/drawing/2014/main" id="{E4D06AD3-3EC1-4B02-9DB0-A4C24389CDE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831" name="3D Model 5830" descr="Sphere">
                                  <a:extLst>
                                    <a:ext uri="{FF2B5EF4-FFF2-40B4-BE49-F238E27FC236}">
                                      <a16:creationId xmlns:a16="http://schemas.microsoft.com/office/drawing/2014/main" id="{10965E80-6A69-4F00-B5ED-CFB6FBA78D3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063690576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832" name="Flowchart: Connector 5831">
                              <a:extLst>
                                <a:ext uri="{FF2B5EF4-FFF2-40B4-BE49-F238E27FC236}">
                                  <a16:creationId xmlns:a16="http://schemas.microsoft.com/office/drawing/2014/main" id="{853C7CE6-B78B-40E6-A8E7-D66AB77C584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833" name="3D Model 5832" descr="Sphere">
                                  <a:extLst>
                                    <a:ext uri="{FF2B5EF4-FFF2-40B4-BE49-F238E27FC236}">
                                      <a16:creationId xmlns:a16="http://schemas.microsoft.com/office/drawing/2014/main" id="{BB78FC36-9969-46AE-AF8B-72B09C45F86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67232877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834" name="Flowchart: Connector 5833">
                              <a:extLst>
                                <a:ext uri="{FF2B5EF4-FFF2-40B4-BE49-F238E27FC236}">
                                  <a16:creationId xmlns:a16="http://schemas.microsoft.com/office/drawing/2014/main" id="{5D7B98CB-39E3-4F8E-9BEF-3B1BE2C402F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835" name="3D Model 5834" descr="Sphere">
                                  <a:extLst>
                                    <a:ext uri="{FF2B5EF4-FFF2-40B4-BE49-F238E27FC236}">
                                      <a16:creationId xmlns:a16="http://schemas.microsoft.com/office/drawing/2014/main" id="{FC057369-94CC-4349-86FE-9871EB30BC8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925242281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836" name="Flowchart: Connector 5835">
                              <a:extLst>
                                <a:ext uri="{FF2B5EF4-FFF2-40B4-BE49-F238E27FC236}">
                                  <a16:creationId xmlns:a16="http://schemas.microsoft.com/office/drawing/2014/main" id="{0E831C76-692F-4553-AE03-D76660D02C3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837" name="3D Model 5836" descr="Sphere">
                                  <a:extLst>
                                    <a:ext uri="{FF2B5EF4-FFF2-40B4-BE49-F238E27FC236}">
                                      <a16:creationId xmlns:a16="http://schemas.microsoft.com/office/drawing/2014/main" id="{41DF4690-A6B4-4848-9094-613597E46CC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238042655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5808" name="Flowchart: Connector 5807">
                            <a:extLst>
                              <a:ext uri="{FF2B5EF4-FFF2-40B4-BE49-F238E27FC236}">
                                <a16:creationId xmlns:a16="http://schemas.microsoft.com/office/drawing/2014/main" id="{97C96A07-A647-4FB1-BD83-CE481B2EA76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809" name="Flowchart: Connector 5808">
                            <a:extLst>
                              <a:ext uri="{FF2B5EF4-FFF2-40B4-BE49-F238E27FC236}">
                                <a16:creationId xmlns:a16="http://schemas.microsoft.com/office/drawing/2014/main" id="{E7C5EEA1-AEBB-45C3-AC67-6C23EAAD5FC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810" name="Flowchart: Connector 5809">
                            <a:extLst>
                              <a:ext uri="{FF2B5EF4-FFF2-40B4-BE49-F238E27FC236}">
                                <a16:creationId xmlns:a16="http://schemas.microsoft.com/office/drawing/2014/main" id="{EA36DC5A-132B-4E0B-9DAD-43E1BBA700E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811" name="Flowchart: Connector 5810">
                            <a:extLst>
                              <a:ext uri="{FF2B5EF4-FFF2-40B4-BE49-F238E27FC236}">
                                <a16:creationId xmlns:a16="http://schemas.microsoft.com/office/drawing/2014/main" id="{A1A94C51-9BB3-4968-BB40-E8E169A10C3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812" name="Flowchart: Connector 5811">
                            <a:extLst>
                              <a:ext uri="{FF2B5EF4-FFF2-40B4-BE49-F238E27FC236}">
                                <a16:creationId xmlns:a16="http://schemas.microsoft.com/office/drawing/2014/main" id="{5D8855A0-4AF7-46AD-B943-2678BBB810F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813" name="Flowchart: Connector 5812">
                            <a:extLst>
                              <a:ext uri="{FF2B5EF4-FFF2-40B4-BE49-F238E27FC236}">
                                <a16:creationId xmlns:a16="http://schemas.microsoft.com/office/drawing/2014/main" id="{2C7F3248-4417-4BEC-81DE-D49157A9E68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814" name="Flowchart: Connector 5813">
                            <a:extLst>
                              <a:ext uri="{FF2B5EF4-FFF2-40B4-BE49-F238E27FC236}">
                                <a16:creationId xmlns:a16="http://schemas.microsoft.com/office/drawing/2014/main" id="{0E58939A-BF93-4665-846E-072168C9BA1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815" name="Flowchart: Connector 5814">
                            <a:extLst>
                              <a:ext uri="{FF2B5EF4-FFF2-40B4-BE49-F238E27FC236}">
                                <a16:creationId xmlns:a16="http://schemas.microsoft.com/office/drawing/2014/main" id="{FA29249B-8F4A-48BE-BB99-D04F807571F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816" name="3D Model 5815" descr="Sphere">
                                <a:extLst>
                                  <a:ext uri="{FF2B5EF4-FFF2-40B4-BE49-F238E27FC236}">
                                    <a16:creationId xmlns:a16="http://schemas.microsoft.com/office/drawing/2014/main" id="{C996D264-C743-48F7-9407-0BD4B59EE92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130119313"/>
                                  </p:ext>
                                </p:extLst>
                              </p:nvPr>
                            </p:nvGraphicFramePr>
                            <p:xfrm>
                              <a:off x="2134543" y="1523034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419" name="3D Model 1418" descr="Sphere">
                                <a:extLst>
                                  <a:ext uri="{FF2B5EF4-FFF2-40B4-BE49-F238E27FC236}">
                                    <a16:creationId xmlns:a16="http://schemas.microsoft.com/office/drawing/2014/main" id="{7229CE40-5DC5-4D9D-A7D9-859629ED0F1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03767" y="222005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817" name="Flowchart: Connector 5816">
                            <a:extLst>
                              <a:ext uri="{FF2B5EF4-FFF2-40B4-BE49-F238E27FC236}">
                                <a16:creationId xmlns:a16="http://schemas.microsoft.com/office/drawing/2014/main" id="{F7F8E7D8-B1A7-4763-9112-F9B7177D1F5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818" name="3D Model 5817" descr="Sphere">
                                <a:extLst>
                                  <a:ext uri="{FF2B5EF4-FFF2-40B4-BE49-F238E27FC236}">
                                    <a16:creationId xmlns:a16="http://schemas.microsoft.com/office/drawing/2014/main" id="{F549F25D-8E0D-4FCC-B492-F5E76A3EF3F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293052107"/>
                                  </p:ext>
                                </p:extLst>
                              </p:nvPr>
                            </p:nvGraphicFramePr>
                            <p:xfrm>
                              <a:off x="2371307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421" name="3D Model 1420" descr="Sphere">
                                <a:extLst>
                                  <a:ext uri="{FF2B5EF4-FFF2-40B4-BE49-F238E27FC236}">
                                    <a16:creationId xmlns:a16="http://schemas.microsoft.com/office/drawing/2014/main" id="{97350ED2-333A-46EE-AD93-D7BDDBE739F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44895" y="2230736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819" name="Flowchart: Connector 5818">
                            <a:extLst>
                              <a:ext uri="{FF2B5EF4-FFF2-40B4-BE49-F238E27FC236}">
                                <a16:creationId xmlns:a16="http://schemas.microsoft.com/office/drawing/2014/main" id="{A2797DC7-3779-4132-B4DE-0696FBFB8D0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4559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820" name="3D Model 5819" descr="Sphere">
                                <a:extLst>
                                  <a:ext uri="{FF2B5EF4-FFF2-40B4-BE49-F238E27FC236}">
                                    <a16:creationId xmlns:a16="http://schemas.microsoft.com/office/drawing/2014/main" id="{7B1250EB-2594-43E8-94C7-C9E94A4AF1B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08179611"/>
                                  </p:ext>
                                </p:extLst>
                              </p:nvPr>
                            </p:nvGraphicFramePr>
                            <p:xfrm>
                              <a:off x="2609177" y="164155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423" name="3D Model 1422" descr="Sphere">
                                <a:extLst>
                                  <a:ext uri="{FF2B5EF4-FFF2-40B4-BE49-F238E27FC236}">
                                    <a16:creationId xmlns:a16="http://schemas.microsoft.com/office/drawing/2014/main" id="{4127809F-7720-42F3-8F40-EDE8E5BBA65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86214" y="2242375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821" name="Flowchart: Connector 5820">
                            <a:extLst>
                              <a:ext uri="{FF2B5EF4-FFF2-40B4-BE49-F238E27FC236}">
                                <a16:creationId xmlns:a16="http://schemas.microsoft.com/office/drawing/2014/main" id="{0C21DBEE-C25A-4BAA-AA93-481629406C3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822" name="3D Model 5821" descr="Sphere">
                                <a:extLst>
                                  <a:ext uri="{FF2B5EF4-FFF2-40B4-BE49-F238E27FC236}">
                                    <a16:creationId xmlns:a16="http://schemas.microsoft.com/office/drawing/2014/main" id="{544A105F-647C-487A-8C64-125CCE3EBC1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934442432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6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6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425" name="3D Model 1424" descr="Sphere">
                                <a:extLst>
                                  <a:ext uri="{FF2B5EF4-FFF2-40B4-BE49-F238E27FC236}">
                                    <a16:creationId xmlns:a16="http://schemas.microsoft.com/office/drawing/2014/main" id="{7A7252BE-764A-422C-BF13-66AACF3A455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332840" y="2258769"/>
                                <a:ext cx="51046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5583" name="Group 5582">
                        <a:extLst>
                          <a:ext uri="{FF2B5EF4-FFF2-40B4-BE49-F238E27FC236}">
                            <a16:creationId xmlns:a16="http://schemas.microsoft.com/office/drawing/2014/main" id="{ED332F0F-0153-4610-8752-1AD7AC31FED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3325" y="2268938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5800" name="Flowchart: Connector 5799">
                          <a:extLst>
                            <a:ext uri="{FF2B5EF4-FFF2-40B4-BE49-F238E27FC236}">
                              <a16:creationId xmlns:a16="http://schemas.microsoft.com/office/drawing/2014/main" id="{81BAB41C-C01C-4D2D-8C37-B3536195D40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801" name="Flowchart: Connector 5800">
                          <a:extLst>
                            <a:ext uri="{FF2B5EF4-FFF2-40B4-BE49-F238E27FC236}">
                              <a16:creationId xmlns:a16="http://schemas.microsoft.com/office/drawing/2014/main" id="{5BFC6579-5E30-4FD0-9765-B27EA3E44BB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802" name="Flowchart: Connector 5801">
                          <a:extLst>
                            <a:ext uri="{FF2B5EF4-FFF2-40B4-BE49-F238E27FC236}">
                              <a16:creationId xmlns:a16="http://schemas.microsoft.com/office/drawing/2014/main" id="{EDDB9397-F0FC-405B-9743-73A35DFC31D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5584" name="Flowchart: Connector 5583">
                        <a:extLst>
                          <a:ext uri="{FF2B5EF4-FFF2-40B4-BE49-F238E27FC236}">
                            <a16:creationId xmlns:a16="http://schemas.microsoft.com/office/drawing/2014/main" id="{AF851678-701C-43D9-9632-8C6E02D8182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37026" y="201261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585" name="Flowchart: Connector 5584">
                        <a:extLst>
                          <a:ext uri="{FF2B5EF4-FFF2-40B4-BE49-F238E27FC236}">
                            <a16:creationId xmlns:a16="http://schemas.microsoft.com/office/drawing/2014/main" id="{2D7C726D-F1B5-48F9-AF10-DC3186C5F30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588002" y="208727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5586" name="Group 5585">
                        <a:extLst>
                          <a:ext uri="{FF2B5EF4-FFF2-40B4-BE49-F238E27FC236}">
                            <a16:creationId xmlns:a16="http://schemas.microsoft.com/office/drawing/2014/main" id="{166B2A00-8F68-4C87-958A-A600AEFE24A2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228750">
                        <a:off x="1171220" y="1918660"/>
                        <a:ext cx="698062" cy="387533"/>
                        <a:chOff x="854933" y="2290871"/>
                        <a:chExt cx="698062" cy="387533"/>
                      </a:xfrm>
                    </p:grpSpPr>
                    <p:sp>
                      <p:nvSpPr>
                        <p:cNvPr id="5797" name="Flowchart: Connector 5796">
                          <a:extLst>
                            <a:ext uri="{FF2B5EF4-FFF2-40B4-BE49-F238E27FC236}">
                              <a16:creationId xmlns:a16="http://schemas.microsoft.com/office/drawing/2014/main" id="{4685F2F8-63FE-40A3-8127-256D84B1EBB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3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798" name="Flowchart: Connector 5797">
                          <a:extLst>
                            <a:ext uri="{FF2B5EF4-FFF2-40B4-BE49-F238E27FC236}">
                              <a16:creationId xmlns:a16="http://schemas.microsoft.com/office/drawing/2014/main" id="{2E24AF37-2573-4AFF-94EE-76147AF5DE1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5206" y="2377897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799" name="Flowchart: Connector 5798">
                          <a:extLst>
                            <a:ext uri="{FF2B5EF4-FFF2-40B4-BE49-F238E27FC236}">
                              <a16:creationId xmlns:a16="http://schemas.microsoft.com/office/drawing/2014/main" id="{3B8716AC-1872-4A0C-BEFF-E2F347042D3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41136" y="2462404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5587" name="Group 5586">
                        <a:extLst>
                          <a:ext uri="{FF2B5EF4-FFF2-40B4-BE49-F238E27FC236}">
                            <a16:creationId xmlns:a16="http://schemas.microsoft.com/office/drawing/2014/main" id="{2E7390C3-B2E4-4CA0-AF95-AFA2EEC1A01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49741" y="1890320"/>
                        <a:ext cx="1098636" cy="1497980"/>
                        <a:chOff x="2089993" y="1501770"/>
                        <a:chExt cx="1098636" cy="1497980"/>
                      </a:xfrm>
                    </p:grpSpPr>
                    <p:grpSp>
                      <p:nvGrpSpPr>
                        <p:cNvPr id="5732" name="Group 5731">
                          <a:extLst>
                            <a:ext uri="{FF2B5EF4-FFF2-40B4-BE49-F238E27FC236}">
                              <a16:creationId xmlns:a16="http://schemas.microsoft.com/office/drawing/2014/main" id="{AC1CEC15-7A09-4406-B20D-CDDA6247FE6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34990"/>
                          <a:ext cx="101484" cy="1051941"/>
                          <a:chOff x="1800622" y="2329236"/>
                          <a:chExt cx="101484" cy="1051941"/>
                        </a:xfrm>
                      </p:grpSpPr>
                      <p:sp>
                        <p:nvSpPr>
                          <p:cNvPr id="5793" name="Flowchart: Connector 5792">
                            <a:extLst>
                              <a:ext uri="{FF2B5EF4-FFF2-40B4-BE49-F238E27FC236}">
                                <a16:creationId xmlns:a16="http://schemas.microsoft.com/office/drawing/2014/main" id="{EB243100-BF50-40B5-9937-85B12FAAA9F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794" name="Flowchart: Connector 5793">
                            <a:extLst>
                              <a:ext uri="{FF2B5EF4-FFF2-40B4-BE49-F238E27FC236}">
                                <a16:creationId xmlns:a16="http://schemas.microsoft.com/office/drawing/2014/main" id="{FC86B764-5724-411A-8A47-26F49AE6F00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795" name="Flowchart: Connector 5794">
                            <a:extLst>
                              <a:ext uri="{FF2B5EF4-FFF2-40B4-BE49-F238E27FC236}">
                                <a16:creationId xmlns:a16="http://schemas.microsoft.com/office/drawing/2014/main" id="{81D09F6F-9782-458B-9A98-4390F17A978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796" name="Flowchart: Connector 5795">
                            <a:extLst>
                              <a:ext uri="{FF2B5EF4-FFF2-40B4-BE49-F238E27FC236}">
                                <a16:creationId xmlns:a16="http://schemas.microsoft.com/office/drawing/2014/main" id="{F680D651-B24B-48B1-8D7B-EE39BD98F46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2923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5733" name="Group 5732">
                          <a:extLst>
                            <a:ext uri="{FF2B5EF4-FFF2-40B4-BE49-F238E27FC236}">
                              <a16:creationId xmlns:a16="http://schemas.microsoft.com/office/drawing/2014/main" id="{20D6E276-647F-40EC-88A7-BE8CF8D3726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01770"/>
                          <a:ext cx="1074397" cy="1497980"/>
                          <a:chOff x="2114232" y="1501770"/>
                          <a:chExt cx="1074397" cy="1497980"/>
                        </a:xfrm>
                      </p:grpSpPr>
                      <p:grpSp>
                        <p:nvGrpSpPr>
                          <p:cNvPr id="5734" name="Group 5733">
                            <a:extLst>
                              <a:ext uri="{FF2B5EF4-FFF2-40B4-BE49-F238E27FC236}">
                                <a16:creationId xmlns:a16="http://schemas.microsoft.com/office/drawing/2014/main" id="{DFCBA924-6D40-4D39-A713-D570A3AC8AF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5785" name="Flowchart: Connector 5784">
                              <a:extLst>
                                <a:ext uri="{FF2B5EF4-FFF2-40B4-BE49-F238E27FC236}">
                                  <a16:creationId xmlns:a16="http://schemas.microsoft.com/office/drawing/2014/main" id="{C26BA4A2-AC2C-439E-991F-18FA6F7C032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786" name="3D Model 5785" descr="Sphere">
                                  <a:extLst>
                                    <a:ext uri="{FF2B5EF4-FFF2-40B4-BE49-F238E27FC236}">
                                      <a16:creationId xmlns:a16="http://schemas.microsoft.com/office/drawing/2014/main" id="{2EA3E692-21A7-40BB-8386-8D432A6FC5F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205275592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787" name="Flowchart: Connector 5786">
                              <a:extLst>
                                <a:ext uri="{FF2B5EF4-FFF2-40B4-BE49-F238E27FC236}">
                                  <a16:creationId xmlns:a16="http://schemas.microsoft.com/office/drawing/2014/main" id="{3501714C-8020-4B6C-B96E-2D753C71C46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788" name="3D Model 5787" descr="Sphere">
                                  <a:extLst>
                                    <a:ext uri="{FF2B5EF4-FFF2-40B4-BE49-F238E27FC236}">
                                      <a16:creationId xmlns:a16="http://schemas.microsoft.com/office/drawing/2014/main" id="{95CC3FE8-33DB-4A36-AC52-934A049C57D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297500084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789" name="Flowchart: Connector 5788">
                              <a:extLst>
                                <a:ext uri="{FF2B5EF4-FFF2-40B4-BE49-F238E27FC236}">
                                  <a16:creationId xmlns:a16="http://schemas.microsoft.com/office/drawing/2014/main" id="{7CC0F1EA-2723-4635-930B-9B1FBD31314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790" name="3D Model 5789" descr="Sphere">
                                  <a:extLst>
                                    <a:ext uri="{FF2B5EF4-FFF2-40B4-BE49-F238E27FC236}">
                                      <a16:creationId xmlns:a16="http://schemas.microsoft.com/office/drawing/2014/main" id="{7D26FDFA-978E-494D-903C-AE78C0233C3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168592209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791" name="Flowchart: Connector 5790">
                              <a:extLst>
                                <a:ext uri="{FF2B5EF4-FFF2-40B4-BE49-F238E27FC236}">
                                  <a16:creationId xmlns:a16="http://schemas.microsoft.com/office/drawing/2014/main" id="{1D087E90-7FC5-40F9-B500-4091A531216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792" name="3D Model 5791" descr="Sphere">
                                  <a:extLst>
                                    <a:ext uri="{FF2B5EF4-FFF2-40B4-BE49-F238E27FC236}">
                                      <a16:creationId xmlns:a16="http://schemas.microsoft.com/office/drawing/2014/main" id="{BC0CB07A-CB08-4765-AEFC-4EC5E45CCA3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071525789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5735" name="Group 5734">
                            <a:extLst>
                              <a:ext uri="{FF2B5EF4-FFF2-40B4-BE49-F238E27FC236}">
                                <a16:creationId xmlns:a16="http://schemas.microsoft.com/office/drawing/2014/main" id="{CC67C52D-B5C6-4D0A-8216-C01D34AD83C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5769" name="Flowchart: Connector 5768">
                              <a:extLst>
                                <a:ext uri="{FF2B5EF4-FFF2-40B4-BE49-F238E27FC236}">
                                  <a16:creationId xmlns:a16="http://schemas.microsoft.com/office/drawing/2014/main" id="{128905B9-7B4B-40A3-811E-5601EA03163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770" name="Flowchart: Connector 5769">
                              <a:extLst>
                                <a:ext uri="{FF2B5EF4-FFF2-40B4-BE49-F238E27FC236}">
                                  <a16:creationId xmlns:a16="http://schemas.microsoft.com/office/drawing/2014/main" id="{C20FF0A2-97DB-4774-86C5-9C06D18D232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771" name="Flowchart: Connector 5770">
                              <a:extLst>
                                <a:ext uri="{FF2B5EF4-FFF2-40B4-BE49-F238E27FC236}">
                                  <a16:creationId xmlns:a16="http://schemas.microsoft.com/office/drawing/2014/main" id="{53322909-63F4-4596-A258-C700F36C376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772" name="Flowchart: Connector 5771">
                              <a:extLst>
                                <a:ext uri="{FF2B5EF4-FFF2-40B4-BE49-F238E27FC236}">
                                  <a16:creationId xmlns:a16="http://schemas.microsoft.com/office/drawing/2014/main" id="{35E22E48-7BCD-410C-BD3F-617104F0C57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773" name="Flowchart: Connector 5772">
                              <a:extLst>
                                <a:ext uri="{FF2B5EF4-FFF2-40B4-BE49-F238E27FC236}">
                                  <a16:creationId xmlns:a16="http://schemas.microsoft.com/office/drawing/2014/main" id="{6134A0D9-8E25-4310-BDA1-8CC8D46D4FC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774" name="Flowchart: Connector 5773">
                              <a:extLst>
                                <a:ext uri="{FF2B5EF4-FFF2-40B4-BE49-F238E27FC236}">
                                  <a16:creationId xmlns:a16="http://schemas.microsoft.com/office/drawing/2014/main" id="{5E5BCB55-BAAF-401E-A3C4-D43B40D0AE3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775" name="Flowchart: Connector 5774">
                              <a:extLst>
                                <a:ext uri="{FF2B5EF4-FFF2-40B4-BE49-F238E27FC236}">
                                  <a16:creationId xmlns:a16="http://schemas.microsoft.com/office/drawing/2014/main" id="{2507D840-522B-4DF9-BDC7-BAD13255014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776" name="Flowchart: Connector 5775">
                              <a:extLst>
                                <a:ext uri="{FF2B5EF4-FFF2-40B4-BE49-F238E27FC236}">
                                  <a16:creationId xmlns:a16="http://schemas.microsoft.com/office/drawing/2014/main" id="{49CCF833-B26A-4EF5-9BB7-2787708DDB1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777" name="Flowchart: Connector 5776">
                              <a:extLst>
                                <a:ext uri="{FF2B5EF4-FFF2-40B4-BE49-F238E27FC236}">
                                  <a16:creationId xmlns:a16="http://schemas.microsoft.com/office/drawing/2014/main" id="{E60D7CD8-90B3-4886-84C6-8008FEEB858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778" name="3D Model 5777" descr="Sphere">
                                  <a:extLst>
                                    <a:ext uri="{FF2B5EF4-FFF2-40B4-BE49-F238E27FC236}">
                                      <a16:creationId xmlns:a16="http://schemas.microsoft.com/office/drawing/2014/main" id="{3A017F8C-A978-45F4-8246-7D9A6911B4A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093698553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779" name="Flowchart: Connector 5778">
                              <a:extLst>
                                <a:ext uri="{FF2B5EF4-FFF2-40B4-BE49-F238E27FC236}">
                                  <a16:creationId xmlns:a16="http://schemas.microsoft.com/office/drawing/2014/main" id="{C7A197DA-E775-4FA3-B67D-A0ADABC18D2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780" name="3D Model 5779" descr="Sphere">
                                  <a:extLst>
                                    <a:ext uri="{FF2B5EF4-FFF2-40B4-BE49-F238E27FC236}">
                                      <a16:creationId xmlns:a16="http://schemas.microsoft.com/office/drawing/2014/main" id="{FBFA5191-6BA2-4586-BBD5-6046C6D73A6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190264876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781" name="Flowchart: Connector 5780">
                              <a:extLst>
                                <a:ext uri="{FF2B5EF4-FFF2-40B4-BE49-F238E27FC236}">
                                  <a16:creationId xmlns:a16="http://schemas.microsoft.com/office/drawing/2014/main" id="{D2F58A6A-1754-40B2-AC86-7328B022CF2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782" name="3D Model 5781" descr="Sphere">
                                  <a:extLst>
                                    <a:ext uri="{FF2B5EF4-FFF2-40B4-BE49-F238E27FC236}">
                                      <a16:creationId xmlns:a16="http://schemas.microsoft.com/office/drawing/2014/main" id="{D48BAAD1-13C5-48B7-8E47-E3109028CE3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37988394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783" name="Flowchart: Connector 5782">
                              <a:extLst>
                                <a:ext uri="{FF2B5EF4-FFF2-40B4-BE49-F238E27FC236}">
                                  <a16:creationId xmlns:a16="http://schemas.microsoft.com/office/drawing/2014/main" id="{0B2B76B9-E006-4027-B965-D9E3B7AD3BA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784" name="3D Model 5783" descr="Sphere">
                                  <a:extLst>
                                    <a:ext uri="{FF2B5EF4-FFF2-40B4-BE49-F238E27FC236}">
                                      <a16:creationId xmlns:a16="http://schemas.microsoft.com/office/drawing/2014/main" id="{A061D50C-9788-4DBA-969E-F1FC20EC791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70168046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5736" name="Group 5735">
                            <a:extLst>
                              <a:ext uri="{FF2B5EF4-FFF2-40B4-BE49-F238E27FC236}">
                                <a16:creationId xmlns:a16="http://schemas.microsoft.com/office/drawing/2014/main" id="{1E0DB827-1C21-4111-A699-61446D50707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5753" name="Flowchart: Connector 5752">
                              <a:extLst>
                                <a:ext uri="{FF2B5EF4-FFF2-40B4-BE49-F238E27FC236}">
                                  <a16:creationId xmlns:a16="http://schemas.microsoft.com/office/drawing/2014/main" id="{AA2C1F5B-53E9-4E98-8D14-8744ED100E7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754" name="Flowchart: Connector 5753">
                              <a:extLst>
                                <a:ext uri="{FF2B5EF4-FFF2-40B4-BE49-F238E27FC236}">
                                  <a16:creationId xmlns:a16="http://schemas.microsoft.com/office/drawing/2014/main" id="{72C5A813-FB3C-4D2C-92C2-A7A0BA7F0A2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755" name="Flowchart: Connector 5754">
                              <a:extLst>
                                <a:ext uri="{FF2B5EF4-FFF2-40B4-BE49-F238E27FC236}">
                                  <a16:creationId xmlns:a16="http://schemas.microsoft.com/office/drawing/2014/main" id="{F03A5597-8704-4109-A3D1-19DD4AD53B0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756" name="Flowchart: Connector 5755">
                              <a:extLst>
                                <a:ext uri="{FF2B5EF4-FFF2-40B4-BE49-F238E27FC236}">
                                  <a16:creationId xmlns:a16="http://schemas.microsoft.com/office/drawing/2014/main" id="{F8C5593A-A62F-4D89-A5D1-300E06A5E50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757" name="Flowchart: Connector 5756">
                              <a:extLst>
                                <a:ext uri="{FF2B5EF4-FFF2-40B4-BE49-F238E27FC236}">
                                  <a16:creationId xmlns:a16="http://schemas.microsoft.com/office/drawing/2014/main" id="{64F2D38E-4F13-462B-A02A-B6DA5269970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758" name="Flowchart: Connector 5757">
                              <a:extLst>
                                <a:ext uri="{FF2B5EF4-FFF2-40B4-BE49-F238E27FC236}">
                                  <a16:creationId xmlns:a16="http://schemas.microsoft.com/office/drawing/2014/main" id="{A2B002E1-026B-4066-8E2B-66A68A24C70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759" name="Flowchart: Connector 5758">
                              <a:extLst>
                                <a:ext uri="{FF2B5EF4-FFF2-40B4-BE49-F238E27FC236}">
                                  <a16:creationId xmlns:a16="http://schemas.microsoft.com/office/drawing/2014/main" id="{FA4CB2C0-8D04-48BE-BDFC-A263FE7C95C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760" name="Flowchart: Connector 5759">
                              <a:extLst>
                                <a:ext uri="{FF2B5EF4-FFF2-40B4-BE49-F238E27FC236}">
                                  <a16:creationId xmlns:a16="http://schemas.microsoft.com/office/drawing/2014/main" id="{E84B5B79-AB76-4A9C-91BB-A6B3C2C508C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761" name="Flowchart: Connector 5760">
                              <a:extLst>
                                <a:ext uri="{FF2B5EF4-FFF2-40B4-BE49-F238E27FC236}">
                                  <a16:creationId xmlns:a16="http://schemas.microsoft.com/office/drawing/2014/main" id="{8A7F3A8D-3B22-4F65-9DD6-269A908160C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762" name="3D Model 5761" descr="Sphere">
                                  <a:extLst>
                                    <a:ext uri="{FF2B5EF4-FFF2-40B4-BE49-F238E27FC236}">
                                      <a16:creationId xmlns:a16="http://schemas.microsoft.com/office/drawing/2014/main" id="{DC52E2D5-97E7-41AA-A247-1C57FF1F435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159018779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763" name="Flowchart: Connector 5762">
                              <a:extLst>
                                <a:ext uri="{FF2B5EF4-FFF2-40B4-BE49-F238E27FC236}">
                                  <a16:creationId xmlns:a16="http://schemas.microsoft.com/office/drawing/2014/main" id="{DC03E9C9-F55D-4A0F-BC6F-5FFB116CF4F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764" name="3D Model 5763" descr="Sphere">
                                  <a:extLst>
                                    <a:ext uri="{FF2B5EF4-FFF2-40B4-BE49-F238E27FC236}">
                                      <a16:creationId xmlns:a16="http://schemas.microsoft.com/office/drawing/2014/main" id="{EA70D4FC-1A34-4140-AE7A-75CA7FDACE6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134307513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765" name="Flowchart: Connector 5764">
                              <a:extLst>
                                <a:ext uri="{FF2B5EF4-FFF2-40B4-BE49-F238E27FC236}">
                                  <a16:creationId xmlns:a16="http://schemas.microsoft.com/office/drawing/2014/main" id="{4EA72A5B-EB00-4A8F-B264-5A13E36565D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766" name="3D Model 5765" descr="Sphere">
                                  <a:extLst>
                                    <a:ext uri="{FF2B5EF4-FFF2-40B4-BE49-F238E27FC236}">
                                      <a16:creationId xmlns:a16="http://schemas.microsoft.com/office/drawing/2014/main" id="{50750B6A-93D0-41A7-868D-7B5B2628B21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895352433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767" name="Flowchart: Connector 5766">
                              <a:extLst>
                                <a:ext uri="{FF2B5EF4-FFF2-40B4-BE49-F238E27FC236}">
                                  <a16:creationId xmlns:a16="http://schemas.microsoft.com/office/drawing/2014/main" id="{28B58C5A-1AB4-4FB1-BEA1-A6F1D39D746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768" name="3D Model 5767" descr="Sphere">
                                  <a:extLst>
                                    <a:ext uri="{FF2B5EF4-FFF2-40B4-BE49-F238E27FC236}">
                                      <a16:creationId xmlns:a16="http://schemas.microsoft.com/office/drawing/2014/main" id="{56032081-A950-4734-A415-85EB623EA4F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817052469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5737" name="Flowchart: Connector 5736">
                            <a:extLst>
                              <a:ext uri="{FF2B5EF4-FFF2-40B4-BE49-F238E27FC236}">
                                <a16:creationId xmlns:a16="http://schemas.microsoft.com/office/drawing/2014/main" id="{108B6197-66B2-4A75-9926-649CFA9C77C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738" name="Flowchart: Connector 5737">
                            <a:extLst>
                              <a:ext uri="{FF2B5EF4-FFF2-40B4-BE49-F238E27FC236}">
                                <a16:creationId xmlns:a16="http://schemas.microsoft.com/office/drawing/2014/main" id="{1A543D90-F78B-49BA-BE24-0D6985807D5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739" name="Flowchart: Connector 5738">
                            <a:extLst>
                              <a:ext uri="{FF2B5EF4-FFF2-40B4-BE49-F238E27FC236}">
                                <a16:creationId xmlns:a16="http://schemas.microsoft.com/office/drawing/2014/main" id="{C9834079-6A7F-4561-A7D2-9B7D5D23BB9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740" name="Flowchart: Connector 5739">
                            <a:extLst>
                              <a:ext uri="{FF2B5EF4-FFF2-40B4-BE49-F238E27FC236}">
                                <a16:creationId xmlns:a16="http://schemas.microsoft.com/office/drawing/2014/main" id="{39F02E9C-724D-4960-B4DA-6EAF6EF178B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741" name="Flowchart: Connector 5740">
                            <a:extLst>
                              <a:ext uri="{FF2B5EF4-FFF2-40B4-BE49-F238E27FC236}">
                                <a16:creationId xmlns:a16="http://schemas.microsoft.com/office/drawing/2014/main" id="{D91F29C1-17D5-49A8-A084-2F9E7A27912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742" name="Flowchart: Connector 5741">
                            <a:extLst>
                              <a:ext uri="{FF2B5EF4-FFF2-40B4-BE49-F238E27FC236}">
                                <a16:creationId xmlns:a16="http://schemas.microsoft.com/office/drawing/2014/main" id="{A0D128C3-86DF-4FF3-A36E-919A2812150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743" name="Flowchart: Connector 5742">
                            <a:extLst>
                              <a:ext uri="{FF2B5EF4-FFF2-40B4-BE49-F238E27FC236}">
                                <a16:creationId xmlns:a16="http://schemas.microsoft.com/office/drawing/2014/main" id="{0E6D27C2-A09E-45A9-BCDD-41C4A90F9AF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744" name="Flowchart: Connector 5743">
                            <a:extLst>
                              <a:ext uri="{FF2B5EF4-FFF2-40B4-BE49-F238E27FC236}">
                                <a16:creationId xmlns:a16="http://schemas.microsoft.com/office/drawing/2014/main" id="{11351B80-2493-4725-A4ED-30911D541BF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745" name="Flowchart: Connector 5744">
                            <a:extLst>
                              <a:ext uri="{FF2B5EF4-FFF2-40B4-BE49-F238E27FC236}">
                                <a16:creationId xmlns:a16="http://schemas.microsoft.com/office/drawing/2014/main" id="{B6E8EE4D-6CBD-4EAE-96AD-4E49CE784F5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746" name="3D Model 5745" descr="Sphere">
                                <a:extLst>
                                  <a:ext uri="{FF2B5EF4-FFF2-40B4-BE49-F238E27FC236}">
                                    <a16:creationId xmlns:a16="http://schemas.microsoft.com/office/drawing/2014/main" id="{E684D66D-75A1-4206-904B-2455C52DA88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62448577"/>
                                  </p:ext>
                                </p:extLst>
                              </p:nvPr>
                            </p:nvGraphicFramePr>
                            <p:xfrm>
                              <a:off x="2123911" y="1501770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349" name="3D Model 1348" descr="Sphere">
                                <a:extLst>
                                  <a:ext uri="{FF2B5EF4-FFF2-40B4-BE49-F238E27FC236}">
                                    <a16:creationId xmlns:a16="http://schemas.microsoft.com/office/drawing/2014/main" id="{4395919B-9E14-47A0-ADC7-DA1EAA2D3C0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163734" y="223993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747" name="Flowchart: Connector 5746">
                            <a:extLst>
                              <a:ext uri="{FF2B5EF4-FFF2-40B4-BE49-F238E27FC236}">
                                <a16:creationId xmlns:a16="http://schemas.microsoft.com/office/drawing/2014/main" id="{0D7E97CC-DB96-4679-8EDF-F8799B23EE7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748" name="3D Model 5747" descr="Sphere">
                                <a:extLst>
                                  <a:ext uri="{FF2B5EF4-FFF2-40B4-BE49-F238E27FC236}">
                                    <a16:creationId xmlns:a16="http://schemas.microsoft.com/office/drawing/2014/main" id="{415099B2-41BF-4F0F-8884-FD66F2CEE6C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667257707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351" name="3D Model 1350" descr="Sphere">
                                <a:extLst>
                                  <a:ext uri="{FF2B5EF4-FFF2-40B4-BE49-F238E27FC236}">
                                    <a16:creationId xmlns:a16="http://schemas.microsoft.com/office/drawing/2014/main" id="{47A1AE26-2079-4736-9E83-4305685E21D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05558" y="2254621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749" name="Flowchart: Connector 5748">
                            <a:extLst>
                              <a:ext uri="{FF2B5EF4-FFF2-40B4-BE49-F238E27FC236}">
                                <a16:creationId xmlns:a16="http://schemas.microsoft.com/office/drawing/2014/main" id="{B82814FD-572C-4365-9753-119B297A0C3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93292" y="171776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750" name="3D Model 5749" descr="Sphere">
                                <a:extLst>
                                  <a:ext uri="{FF2B5EF4-FFF2-40B4-BE49-F238E27FC236}">
                                    <a16:creationId xmlns:a16="http://schemas.microsoft.com/office/drawing/2014/main" id="{3BDC6823-CC63-4F07-936B-CCD940FEAA9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300989252"/>
                                  </p:ext>
                                </p:extLst>
                              </p:nvPr>
                            </p:nvGraphicFramePr>
                            <p:xfrm>
                              <a:off x="2622429" y="163823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353" name="3D Model 1352" descr="Sphere">
                                <a:extLst>
                                  <a:ext uri="{FF2B5EF4-FFF2-40B4-BE49-F238E27FC236}">
                                    <a16:creationId xmlns:a16="http://schemas.microsoft.com/office/drawing/2014/main" id="{E2505DDD-37A8-4CA9-B315-7854E04DEBE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50330" y="2265636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751" name="Flowchart: Connector 5750">
                            <a:extLst>
                              <a:ext uri="{FF2B5EF4-FFF2-40B4-BE49-F238E27FC236}">
                                <a16:creationId xmlns:a16="http://schemas.microsoft.com/office/drawing/2014/main" id="{6340CDB2-709B-49CF-BEE2-F20CAAD7DBD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752" name="3D Model 5751" descr="Sphere">
                                <a:extLst>
                                  <a:ext uri="{FF2B5EF4-FFF2-40B4-BE49-F238E27FC236}">
                                    <a16:creationId xmlns:a16="http://schemas.microsoft.com/office/drawing/2014/main" id="{C9A09CAE-1625-4663-BEEC-CBEF7E23EA0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448903559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355" name="3D Model 1354" descr="Sphere">
                                <a:extLst>
                                  <a:ext uri="{FF2B5EF4-FFF2-40B4-BE49-F238E27FC236}">
                                    <a16:creationId xmlns:a16="http://schemas.microsoft.com/office/drawing/2014/main" id="{E21BD0D0-B373-436E-BAAD-FEE3FBB8CE95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94654" y="2282654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5588" name="Group 5587">
                        <a:extLst>
                          <a:ext uri="{FF2B5EF4-FFF2-40B4-BE49-F238E27FC236}">
                            <a16:creationId xmlns:a16="http://schemas.microsoft.com/office/drawing/2014/main" id="{DE7609EC-33F4-420C-B722-E2863A9101B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547436" y="2361226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5729" name="Flowchart: Connector 5728">
                          <a:extLst>
                            <a:ext uri="{FF2B5EF4-FFF2-40B4-BE49-F238E27FC236}">
                              <a16:creationId xmlns:a16="http://schemas.microsoft.com/office/drawing/2014/main" id="{D4109BC3-1B21-4975-808C-53A01B6DF37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730" name="Flowchart: Connector 5729">
                          <a:extLst>
                            <a:ext uri="{FF2B5EF4-FFF2-40B4-BE49-F238E27FC236}">
                              <a16:creationId xmlns:a16="http://schemas.microsoft.com/office/drawing/2014/main" id="{F604733E-8218-4B0E-955F-F56E866EE28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731" name="Flowchart: Connector 5730">
                          <a:extLst>
                            <a:ext uri="{FF2B5EF4-FFF2-40B4-BE49-F238E27FC236}">
                              <a16:creationId xmlns:a16="http://schemas.microsoft.com/office/drawing/2014/main" id="{8F89DDA9-5FDB-4B7C-850F-793E61A6178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5589" name="Flowchart: Connector 5588">
                        <a:extLst>
                          <a:ext uri="{FF2B5EF4-FFF2-40B4-BE49-F238E27FC236}">
                            <a16:creationId xmlns:a16="http://schemas.microsoft.com/office/drawing/2014/main" id="{608F1697-A817-474C-B336-F52A8462C88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19794" y="212254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590" name="Flowchart: Connector 5589">
                        <a:extLst>
                          <a:ext uri="{FF2B5EF4-FFF2-40B4-BE49-F238E27FC236}">
                            <a16:creationId xmlns:a16="http://schemas.microsoft.com/office/drawing/2014/main" id="{21A935A9-E15B-40EB-9FF8-7DFEA64A356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74020" y="218539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5591" name="Group 5590">
                        <a:extLst>
                          <a:ext uri="{FF2B5EF4-FFF2-40B4-BE49-F238E27FC236}">
                            <a16:creationId xmlns:a16="http://schemas.microsoft.com/office/drawing/2014/main" id="{061633EF-0A8C-4584-8886-B42A0DBA95AD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18957">
                        <a:off x="941432" y="2025443"/>
                        <a:ext cx="710250" cy="369080"/>
                        <a:chOff x="854932" y="2290871"/>
                        <a:chExt cx="710250" cy="369080"/>
                      </a:xfrm>
                    </p:grpSpPr>
                    <p:sp>
                      <p:nvSpPr>
                        <p:cNvPr id="5726" name="Flowchart: Connector 5725">
                          <a:extLst>
                            <a:ext uri="{FF2B5EF4-FFF2-40B4-BE49-F238E27FC236}">
                              <a16:creationId xmlns:a16="http://schemas.microsoft.com/office/drawing/2014/main" id="{4BA51C1C-BCD3-41D1-A93F-AD490E92078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2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727" name="Flowchart: Connector 5726">
                          <a:extLst>
                            <a:ext uri="{FF2B5EF4-FFF2-40B4-BE49-F238E27FC236}">
                              <a16:creationId xmlns:a16="http://schemas.microsoft.com/office/drawing/2014/main" id="{64A193CD-E9BD-46CF-B220-8BBDE25ADE4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1897" y="2377722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728" name="Flowchart: Connector 5727">
                          <a:extLst>
                            <a:ext uri="{FF2B5EF4-FFF2-40B4-BE49-F238E27FC236}">
                              <a16:creationId xmlns:a16="http://schemas.microsoft.com/office/drawing/2014/main" id="{D174976D-2221-42B6-A52C-3C6B7146612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53323" y="244395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5592" name="Group 5591">
                        <a:extLst>
                          <a:ext uri="{FF2B5EF4-FFF2-40B4-BE49-F238E27FC236}">
                            <a16:creationId xmlns:a16="http://schemas.microsoft.com/office/drawing/2014/main" id="{B3150EE5-1905-46D9-9938-58AB2F0EEB2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21287" y="1995259"/>
                        <a:ext cx="1102917" cy="1484052"/>
                        <a:chOff x="2085712" y="1515698"/>
                        <a:chExt cx="1102917" cy="1484052"/>
                      </a:xfrm>
                    </p:grpSpPr>
                    <p:grpSp>
                      <p:nvGrpSpPr>
                        <p:cNvPr id="5661" name="Group 5660">
                          <a:extLst>
                            <a:ext uri="{FF2B5EF4-FFF2-40B4-BE49-F238E27FC236}">
                              <a16:creationId xmlns:a16="http://schemas.microsoft.com/office/drawing/2014/main" id="{B4865708-0C30-4CA8-9243-EBFB0EB1C90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5712" y="1648950"/>
                          <a:ext cx="105765" cy="1037981"/>
                          <a:chOff x="1796341" y="2343196"/>
                          <a:chExt cx="105765" cy="1037981"/>
                        </a:xfrm>
                      </p:grpSpPr>
                      <p:sp>
                        <p:nvSpPr>
                          <p:cNvPr id="5722" name="Flowchart: Connector 5721">
                            <a:extLst>
                              <a:ext uri="{FF2B5EF4-FFF2-40B4-BE49-F238E27FC236}">
                                <a16:creationId xmlns:a16="http://schemas.microsoft.com/office/drawing/2014/main" id="{D147A4A9-FF43-47B3-9566-20778DF810D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723" name="Flowchart: Connector 5722">
                            <a:extLst>
                              <a:ext uri="{FF2B5EF4-FFF2-40B4-BE49-F238E27FC236}">
                                <a16:creationId xmlns:a16="http://schemas.microsoft.com/office/drawing/2014/main" id="{C2190317-B058-4CD8-97BA-02EC4EC2DDC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724" name="Flowchart: Connector 5723">
                            <a:extLst>
                              <a:ext uri="{FF2B5EF4-FFF2-40B4-BE49-F238E27FC236}">
                                <a16:creationId xmlns:a16="http://schemas.microsoft.com/office/drawing/2014/main" id="{D114EB7B-7568-4D50-87E2-A6844F9A334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725" name="Flowchart: Connector 5724">
                            <a:extLst>
                              <a:ext uri="{FF2B5EF4-FFF2-40B4-BE49-F238E27FC236}">
                                <a16:creationId xmlns:a16="http://schemas.microsoft.com/office/drawing/2014/main" id="{4F96A810-33CC-4F5B-856D-4395218880E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796341" y="2343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5662" name="Group 5661">
                          <a:extLst>
                            <a:ext uri="{FF2B5EF4-FFF2-40B4-BE49-F238E27FC236}">
                              <a16:creationId xmlns:a16="http://schemas.microsoft.com/office/drawing/2014/main" id="{44AD0D62-44DF-421F-BB62-A4DA53652D9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15698"/>
                          <a:ext cx="1074397" cy="1484052"/>
                          <a:chOff x="2114232" y="1515698"/>
                          <a:chExt cx="1074397" cy="1484052"/>
                        </a:xfrm>
                      </p:grpSpPr>
                      <p:grpSp>
                        <p:nvGrpSpPr>
                          <p:cNvPr id="5663" name="Group 5662">
                            <a:extLst>
                              <a:ext uri="{FF2B5EF4-FFF2-40B4-BE49-F238E27FC236}">
                                <a16:creationId xmlns:a16="http://schemas.microsoft.com/office/drawing/2014/main" id="{5E00CACB-AA0B-4A1D-A06B-83C02D2189B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5714" name="Flowchart: Connector 5713">
                              <a:extLst>
                                <a:ext uri="{FF2B5EF4-FFF2-40B4-BE49-F238E27FC236}">
                                  <a16:creationId xmlns:a16="http://schemas.microsoft.com/office/drawing/2014/main" id="{D1A1D7AD-34AA-434F-AD46-758929C4C4A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715" name="3D Model 5714" descr="Sphere">
                                  <a:extLst>
                                    <a:ext uri="{FF2B5EF4-FFF2-40B4-BE49-F238E27FC236}">
                                      <a16:creationId xmlns:a16="http://schemas.microsoft.com/office/drawing/2014/main" id="{898314BA-45BB-452B-9FA4-D1D44E77B2D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122787965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716" name="Flowchart: Connector 5715">
                              <a:extLst>
                                <a:ext uri="{FF2B5EF4-FFF2-40B4-BE49-F238E27FC236}">
                                  <a16:creationId xmlns:a16="http://schemas.microsoft.com/office/drawing/2014/main" id="{0DCB96FB-2A44-4DCE-A879-7AB97CC66F7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717" name="3D Model 5716" descr="Sphere">
                                  <a:extLst>
                                    <a:ext uri="{FF2B5EF4-FFF2-40B4-BE49-F238E27FC236}">
                                      <a16:creationId xmlns:a16="http://schemas.microsoft.com/office/drawing/2014/main" id="{5E29A9C9-7E64-4A80-85D7-C3771C67FC0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800645409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718" name="Flowchart: Connector 5717">
                              <a:extLst>
                                <a:ext uri="{FF2B5EF4-FFF2-40B4-BE49-F238E27FC236}">
                                  <a16:creationId xmlns:a16="http://schemas.microsoft.com/office/drawing/2014/main" id="{D21031AD-1960-4AF4-857D-119EBEDBE37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719" name="3D Model 5718" descr="Sphere">
                                  <a:extLst>
                                    <a:ext uri="{FF2B5EF4-FFF2-40B4-BE49-F238E27FC236}">
                                      <a16:creationId xmlns:a16="http://schemas.microsoft.com/office/drawing/2014/main" id="{F619D00B-3D00-4426-897F-592CF25BD61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177494246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720" name="Flowchart: Connector 5719">
                              <a:extLst>
                                <a:ext uri="{FF2B5EF4-FFF2-40B4-BE49-F238E27FC236}">
                                  <a16:creationId xmlns:a16="http://schemas.microsoft.com/office/drawing/2014/main" id="{843F9802-9FDE-4D85-82B0-21EBCBE2B18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721" name="3D Model 572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646D49-2363-44D3-B958-5BBAFD8945D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588728136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5664" name="Group 5663">
                            <a:extLst>
                              <a:ext uri="{FF2B5EF4-FFF2-40B4-BE49-F238E27FC236}">
                                <a16:creationId xmlns:a16="http://schemas.microsoft.com/office/drawing/2014/main" id="{C82BDE50-B02F-45BA-914A-E19346F64A8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5698" name="Flowchart: Connector 5697">
                              <a:extLst>
                                <a:ext uri="{FF2B5EF4-FFF2-40B4-BE49-F238E27FC236}">
                                  <a16:creationId xmlns:a16="http://schemas.microsoft.com/office/drawing/2014/main" id="{C9348FD0-292F-4B58-88BD-6EF0F8E6656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699" name="Flowchart: Connector 5698">
                              <a:extLst>
                                <a:ext uri="{FF2B5EF4-FFF2-40B4-BE49-F238E27FC236}">
                                  <a16:creationId xmlns:a16="http://schemas.microsoft.com/office/drawing/2014/main" id="{91A6C2F9-EABD-4CB6-BB49-DE6B9822BCF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700" name="Flowchart: Connector 5699">
                              <a:extLst>
                                <a:ext uri="{FF2B5EF4-FFF2-40B4-BE49-F238E27FC236}">
                                  <a16:creationId xmlns:a16="http://schemas.microsoft.com/office/drawing/2014/main" id="{4165BD1C-D8E6-4BD2-8389-9D32DC7502E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701" name="Flowchart: Connector 5700">
                              <a:extLst>
                                <a:ext uri="{FF2B5EF4-FFF2-40B4-BE49-F238E27FC236}">
                                  <a16:creationId xmlns:a16="http://schemas.microsoft.com/office/drawing/2014/main" id="{9D4EF975-B171-4338-A8A2-592EFA77BFC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702" name="Flowchart: Connector 5701">
                              <a:extLst>
                                <a:ext uri="{FF2B5EF4-FFF2-40B4-BE49-F238E27FC236}">
                                  <a16:creationId xmlns:a16="http://schemas.microsoft.com/office/drawing/2014/main" id="{7D85CB86-7646-4A40-87E6-505349C3266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703" name="Flowchart: Connector 5702">
                              <a:extLst>
                                <a:ext uri="{FF2B5EF4-FFF2-40B4-BE49-F238E27FC236}">
                                  <a16:creationId xmlns:a16="http://schemas.microsoft.com/office/drawing/2014/main" id="{FB4357BD-D0C4-4FA5-9B32-7D7385B9FD5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704" name="Flowchart: Connector 5703">
                              <a:extLst>
                                <a:ext uri="{FF2B5EF4-FFF2-40B4-BE49-F238E27FC236}">
                                  <a16:creationId xmlns:a16="http://schemas.microsoft.com/office/drawing/2014/main" id="{3B4A688F-375B-4D98-8098-CBF42F64BF2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705" name="Flowchart: Connector 5704">
                              <a:extLst>
                                <a:ext uri="{FF2B5EF4-FFF2-40B4-BE49-F238E27FC236}">
                                  <a16:creationId xmlns:a16="http://schemas.microsoft.com/office/drawing/2014/main" id="{52411E02-2B2B-4B45-85E6-5A58298DBE5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706" name="Flowchart: Connector 5705">
                              <a:extLst>
                                <a:ext uri="{FF2B5EF4-FFF2-40B4-BE49-F238E27FC236}">
                                  <a16:creationId xmlns:a16="http://schemas.microsoft.com/office/drawing/2014/main" id="{8C7A8E75-2BFC-4A25-AAB2-A2C70977FB0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707" name="3D Model 5706" descr="Sphere">
                                  <a:extLst>
                                    <a:ext uri="{FF2B5EF4-FFF2-40B4-BE49-F238E27FC236}">
                                      <a16:creationId xmlns:a16="http://schemas.microsoft.com/office/drawing/2014/main" id="{D29C5F5D-E481-4279-ADD1-46C09313140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934292899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708" name="Flowchart: Connector 5707">
                              <a:extLst>
                                <a:ext uri="{FF2B5EF4-FFF2-40B4-BE49-F238E27FC236}">
                                  <a16:creationId xmlns:a16="http://schemas.microsoft.com/office/drawing/2014/main" id="{C57C2126-BF76-4B9F-86EF-6D3E6238ECD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709" name="3D Model 5708" descr="Sphere">
                                  <a:extLst>
                                    <a:ext uri="{FF2B5EF4-FFF2-40B4-BE49-F238E27FC236}">
                                      <a16:creationId xmlns:a16="http://schemas.microsoft.com/office/drawing/2014/main" id="{7835D416-88D9-4F30-AD68-458903188E5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825633606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710" name="Flowchart: Connector 5709">
                              <a:extLst>
                                <a:ext uri="{FF2B5EF4-FFF2-40B4-BE49-F238E27FC236}">
                                  <a16:creationId xmlns:a16="http://schemas.microsoft.com/office/drawing/2014/main" id="{26D566E1-225A-4C2E-AD88-F6152C258C5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711" name="3D Model 5710" descr="Sphere">
                                  <a:extLst>
                                    <a:ext uri="{FF2B5EF4-FFF2-40B4-BE49-F238E27FC236}">
                                      <a16:creationId xmlns:a16="http://schemas.microsoft.com/office/drawing/2014/main" id="{1130406F-417B-4FF2-944B-3D49D1414F8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089110718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712" name="Flowchart: Connector 5711">
                              <a:extLst>
                                <a:ext uri="{FF2B5EF4-FFF2-40B4-BE49-F238E27FC236}">
                                  <a16:creationId xmlns:a16="http://schemas.microsoft.com/office/drawing/2014/main" id="{2480AFDC-4C67-42ED-BD7F-DCC6AA9BD53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713" name="3D Model 5712" descr="Sphere">
                                  <a:extLst>
                                    <a:ext uri="{FF2B5EF4-FFF2-40B4-BE49-F238E27FC236}">
                                      <a16:creationId xmlns:a16="http://schemas.microsoft.com/office/drawing/2014/main" id="{C10B3517-C3BC-40E8-972C-AF823E557A7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925479472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5665" name="Group 5664">
                            <a:extLst>
                              <a:ext uri="{FF2B5EF4-FFF2-40B4-BE49-F238E27FC236}">
                                <a16:creationId xmlns:a16="http://schemas.microsoft.com/office/drawing/2014/main" id="{CC3FA3E4-71C3-40DC-824D-C63240F0E4E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5682" name="Flowchart: Connector 5681">
                              <a:extLst>
                                <a:ext uri="{FF2B5EF4-FFF2-40B4-BE49-F238E27FC236}">
                                  <a16:creationId xmlns:a16="http://schemas.microsoft.com/office/drawing/2014/main" id="{FCF442FF-6E7B-4362-81E0-4C776ED6606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683" name="Flowchart: Connector 5682">
                              <a:extLst>
                                <a:ext uri="{FF2B5EF4-FFF2-40B4-BE49-F238E27FC236}">
                                  <a16:creationId xmlns:a16="http://schemas.microsoft.com/office/drawing/2014/main" id="{A6EB2718-C203-434B-BBEF-E2A1899FBC6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684" name="Flowchart: Connector 5683">
                              <a:extLst>
                                <a:ext uri="{FF2B5EF4-FFF2-40B4-BE49-F238E27FC236}">
                                  <a16:creationId xmlns:a16="http://schemas.microsoft.com/office/drawing/2014/main" id="{4BB9086C-B3AA-47FB-A378-45572E59687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685" name="Flowchart: Connector 5684">
                              <a:extLst>
                                <a:ext uri="{FF2B5EF4-FFF2-40B4-BE49-F238E27FC236}">
                                  <a16:creationId xmlns:a16="http://schemas.microsoft.com/office/drawing/2014/main" id="{0FA5B0FE-BE45-497F-8571-1D1FD91FAF0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686" name="Flowchart: Connector 5685">
                              <a:extLst>
                                <a:ext uri="{FF2B5EF4-FFF2-40B4-BE49-F238E27FC236}">
                                  <a16:creationId xmlns:a16="http://schemas.microsoft.com/office/drawing/2014/main" id="{5354D024-6313-4C31-B469-0BE366EDB9B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687" name="Flowchart: Connector 5686">
                              <a:extLst>
                                <a:ext uri="{FF2B5EF4-FFF2-40B4-BE49-F238E27FC236}">
                                  <a16:creationId xmlns:a16="http://schemas.microsoft.com/office/drawing/2014/main" id="{F1AAF3CD-B663-4634-8FF2-B8B4879573C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688" name="Flowchart: Connector 5687">
                              <a:extLst>
                                <a:ext uri="{FF2B5EF4-FFF2-40B4-BE49-F238E27FC236}">
                                  <a16:creationId xmlns:a16="http://schemas.microsoft.com/office/drawing/2014/main" id="{D7D9F624-85B7-493C-9392-6EEE0879E90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689" name="Flowchart: Connector 5688">
                              <a:extLst>
                                <a:ext uri="{FF2B5EF4-FFF2-40B4-BE49-F238E27FC236}">
                                  <a16:creationId xmlns:a16="http://schemas.microsoft.com/office/drawing/2014/main" id="{CB453952-0EAF-4EF3-90DD-2D199258F9F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690" name="Flowchart: Connector 5689">
                              <a:extLst>
                                <a:ext uri="{FF2B5EF4-FFF2-40B4-BE49-F238E27FC236}">
                                  <a16:creationId xmlns:a16="http://schemas.microsoft.com/office/drawing/2014/main" id="{5B4CBC86-10E2-42E9-ABCC-51114CC25DD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691" name="3D Model 5690" descr="Sphere">
                                  <a:extLst>
                                    <a:ext uri="{FF2B5EF4-FFF2-40B4-BE49-F238E27FC236}">
                                      <a16:creationId xmlns:a16="http://schemas.microsoft.com/office/drawing/2014/main" id="{0F595BD1-89C6-4325-BA6A-660B7650388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078380414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692" name="Flowchart: Connector 5691">
                              <a:extLst>
                                <a:ext uri="{FF2B5EF4-FFF2-40B4-BE49-F238E27FC236}">
                                  <a16:creationId xmlns:a16="http://schemas.microsoft.com/office/drawing/2014/main" id="{97D40BED-15AF-413E-9A5B-20CA3C717E3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693" name="3D Model 5692" descr="Sphere">
                                  <a:extLst>
                                    <a:ext uri="{FF2B5EF4-FFF2-40B4-BE49-F238E27FC236}">
                                      <a16:creationId xmlns:a16="http://schemas.microsoft.com/office/drawing/2014/main" id="{65C61E36-6D4B-433E-B6AC-1027023E4AE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394702927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694" name="Flowchart: Connector 5693">
                              <a:extLst>
                                <a:ext uri="{FF2B5EF4-FFF2-40B4-BE49-F238E27FC236}">
                                  <a16:creationId xmlns:a16="http://schemas.microsoft.com/office/drawing/2014/main" id="{DC2ECF96-9932-43D6-B35F-ECA7E644F87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695" name="3D Model 5694" descr="Sphere">
                                  <a:extLst>
                                    <a:ext uri="{FF2B5EF4-FFF2-40B4-BE49-F238E27FC236}">
                                      <a16:creationId xmlns:a16="http://schemas.microsoft.com/office/drawing/2014/main" id="{71D1321B-92A7-48A9-A751-AF3A394D758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429285680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696" name="Flowchart: Connector 5695">
                              <a:extLst>
                                <a:ext uri="{FF2B5EF4-FFF2-40B4-BE49-F238E27FC236}">
                                  <a16:creationId xmlns:a16="http://schemas.microsoft.com/office/drawing/2014/main" id="{ABA16D3E-6928-4AA4-B683-411FD354FC3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697" name="3D Model 5696" descr="Sphere">
                                  <a:extLst>
                                    <a:ext uri="{FF2B5EF4-FFF2-40B4-BE49-F238E27FC236}">
                                      <a16:creationId xmlns:a16="http://schemas.microsoft.com/office/drawing/2014/main" id="{7C4C89D5-A851-450B-8E9B-C242FB2E889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31506763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5666" name="Flowchart: Connector 5665">
                            <a:extLst>
                              <a:ext uri="{FF2B5EF4-FFF2-40B4-BE49-F238E27FC236}">
                                <a16:creationId xmlns:a16="http://schemas.microsoft.com/office/drawing/2014/main" id="{126B217D-1A1A-44F4-AF6C-113CE433A05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667" name="Flowchart: Connector 5666">
                            <a:extLst>
                              <a:ext uri="{FF2B5EF4-FFF2-40B4-BE49-F238E27FC236}">
                                <a16:creationId xmlns:a16="http://schemas.microsoft.com/office/drawing/2014/main" id="{C65D7173-B2D8-471A-BE1B-FE51E4247CD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668" name="Flowchart: Connector 5667">
                            <a:extLst>
                              <a:ext uri="{FF2B5EF4-FFF2-40B4-BE49-F238E27FC236}">
                                <a16:creationId xmlns:a16="http://schemas.microsoft.com/office/drawing/2014/main" id="{0CF2F69C-DC53-49CD-8383-F60CD7321E5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669" name="Flowchart: Connector 5668">
                            <a:extLst>
                              <a:ext uri="{FF2B5EF4-FFF2-40B4-BE49-F238E27FC236}">
                                <a16:creationId xmlns:a16="http://schemas.microsoft.com/office/drawing/2014/main" id="{9851FC98-3EA4-49DB-ABA4-513D8DD9B34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670" name="Flowchart: Connector 5669">
                            <a:extLst>
                              <a:ext uri="{FF2B5EF4-FFF2-40B4-BE49-F238E27FC236}">
                                <a16:creationId xmlns:a16="http://schemas.microsoft.com/office/drawing/2014/main" id="{623C30BD-4D4B-4325-8A15-FC5A9CE43E0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671" name="Flowchart: Connector 5670">
                            <a:extLst>
                              <a:ext uri="{FF2B5EF4-FFF2-40B4-BE49-F238E27FC236}">
                                <a16:creationId xmlns:a16="http://schemas.microsoft.com/office/drawing/2014/main" id="{C9CFD72E-8F0B-46DD-934B-CFDFA2014B9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672" name="Flowchart: Connector 5671">
                            <a:extLst>
                              <a:ext uri="{FF2B5EF4-FFF2-40B4-BE49-F238E27FC236}">
                                <a16:creationId xmlns:a16="http://schemas.microsoft.com/office/drawing/2014/main" id="{CAE1B054-ABE7-42B7-94DF-05FC0579FC8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673" name="Flowchart: Connector 5672">
                            <a:extLst>
                              <a:ext uri="{FF2B5EF4-FFF2-40B4-BE49-F238E27FC236}">
                                <a16:creationId xmlns:a16="http://schemas.microsoft.com/office/drawing/2014/main" id="{C466118F-98E8-4C90-8E4A-4DE8CE130C6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674" name="Flowchart: Connector 5673">
                            <a:extLst>
                              <a:ext uri="{FF2B5EF4-FFF2-40B4-BE49-F238E27FC236}">
                                <a16:creationId xmlns:a16="http://schemas.microsoft.com/office/drawing/2014/main" id="{A598403C-C406-4C14-ACAD-DC8B350D43D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675" name="3D Model 5674" descr="Sphere">
                                <a:extLst>
                                  <a:ext uri="{FF2B5EF4-FFF2-40B4-BE49-F238E27FC236}">
                                    <a16:creationId xmlns:a16="http://schemas.microsoft.com/office/drawing/2014/main" id="{8C15A5A9-129B-469B-A75E-1B36E903ACA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426603579"/>
                                  </p:ext>
                                </p:extLst>
                              </p:nvPr>
                            </p:nvGraphicFramePr>
                            <p:xfrm>
                              <a:off x="2127272" y="1515698"/>
                              <a:ext cx="299738" cy="29973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7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4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78" name="3D Model 1277" descr="Sphere">
                                <a:extLst>
                                  <a:ext uri="{FF2B5EF4-FFF2-40B4-BE49-F238E27FC236}">
                                    <a16:creationId xmlns:a16="http://schemas.microsoft.com/office/drawing/2014/main" id="{72F01E67-6938-498B-8F3A-4826869DB5D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125378" y="2259698"/>
                                <a:ext cx="52067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676" name="Flowchart: Connector 5675">
                            <a:extLst>
                              <a:ext uri="{FF2B5EF4-FFF2-40B4-BE49-F238E27FC236}">
                                <a16:creationId xmlns:a16="http://schemas.microsoft.com/office/drawing/2014/main" id="{C3A16C9E-49A5-46F4-B36A-46226898CDB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677" name="3D Model 5676" descr="Sphere">
                                <a:extLst>
                                  <a:ext uri="{FF2B5EF4-FFF2-40B4-BE49-F238E27FC236}">
                                    <a16:creationId xmlns:a16="http://schemas.microsoft.com/office/drawing/2014/main" id="{4F6F212A-949C-4DB0-A2FA-8EF85D43263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146179283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80" name="3D Model 1279" descr="Sphere">
                                <a:extLst>
                                  <a:ext uri="{FF2B5EF4-FFF2-40B4-BE49-F238E27FC236}">
                                    <a16:creationId xmlns:a16="http://schemas.microsoft.com/office/drawing/2014/main" id="{4C124C0B-3F81-4B37-AB15-0E5E4374124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166618" y="227176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678" name="Flowchart: Connector 5677">
                            <a:extLst>
                              <a:ext uri="{FF2B5EF4-FFF2-40B4-BE49-F238E27FC236}">
                                <a16:creationId xmlns:a16="http://schemas.microsoft.com/office/drawing/2014/main" id="{80013189-8DD3-410B-AE5B-282164E9A12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6940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679" name="3D Model 5678" descr="Sphere">
                                <a:extLst>
                                  <a:ext uri="{FF2B5EF4-FFF2-40B4-BE49-F238E27FC236}">
                                    <a16:creationId xmlns:a16="http://schemas.microsoft.com/office/drawing/2014/main" id="{26FC3489-0CF3-4637-A5B7-5FEB02702BB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286349419"/>
                                  </p:ext>
                                </p:extLst>
                              </p:nvPr>
                            </p:nvGraphicFramePr>
                            <p:xfrm>
                              <a:off x="2609177" y="164853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82" name="3D Model 1281" descr="Sphere">
                                <a:extLst>
                                  <a:ext uri="{FF2B5EF4-FFF2-40B4-BE49-F238E27FC236}">
                                    <a16:creationId xmlns:a16="http://schemas.microsoft.com/office/drawing/2014/main" id="{4FAEA037-38E5-4411-8709-FD4C9E435B0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09088" y="2284717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680" name="Flowchart: Connector 5679">
                            <a:extLst>
                              <a:ext uri="{FF2B5EF4-FFF2-40B4-BE49-F238E27FC236}">
                                <a16:creationId xmlns:a16="http://schemas.microsoft.com/office/drawing/2014/main" id="{41B785A3-E383-4540-A732-70E7DC5C362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681" name="3D Model 5680" descr="Sphere">
                                <a:extLst>
                                  <a:ext uri="{FF2B5EF4-FFF2-40B4-BE49-F238E27FC236}">
                                    <a16:creationId xmlns:a16="http://schemas.microsoft.com/office/drawing/2014/main" id="{A224CE89-3161-4EA4-932C-FAB7AB64A9D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42794120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84" name="3D Model 1283" descr="Sphere">
                                <a:extLst>
                                  <a:ext uri="{FF2B5EF4-FFF2-40B4-BE49-F238E27FC236}">
                                    <a16:creationId xmlns:a16="http://schemas.microsoft.com/office/drawing/2014/main" id="{B24FD411-785C-4B35-A110-7DE7E3C7EC2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55714" y="2299796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sp>
                    <p:nvSpPr>
                      <p:cNvPr id="5593" name="Flowchart: Connector 5592">
                        <a:extLst>
                          <a:ext uri="{FF2B5EF4-FFF2-40B4-BE49-F238E27FC236}">
                            <a16:creationId xmlns:a16="http://schemas.microsoft.com/office/drawing/2014/main" id="{33BBD8AB-D548-48F6-9144-2C48EC64610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06374" y="21384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594" name="Flowchart: Connector 5593">
                        <a:extLst>
                          <a:ext uri="{FF2B5EF4-FFF2-40B4-BE49-F238E27FC236}">
                            <a16:creationId xmlns:a16="http://schemas.microsoft.com/office/drawing/2014/main" id="{C2E79F76-B3A5-48BA-B4B5-D097AC051E0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886236" y="22322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595" name="Flowchart: Connector 5594">
                        <a:extLst>
                          <a:ext uri="{FF2B5EF4-FFF2-40B4-BE49-F238E27FC236}">
                            <a16:creationId xmlns:a16="http://schemas.microsoft.com/office/drawing/2014/main" id="{3BAAD595-783C-4285-AADD-E0B74980E19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952806" y="22254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596" name="Flowchart: Connector 5595">
                        <a:extLst>
                          <a:ext uri="{FF2B5EF4-FFF2-40B4-BE49-F238E27FC236}">
                            <a16:creationId xmlns:a16="http://schemas.microsoft.com/office/drawing/2014/main" id="{ED5CCAA4-045F-477A-9544-BBB9D1372C2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0272" y="25040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597" name="Flowchart: Connector 5596">
                        <a:extLst>
                          <a:ext uri="{FF2B5EF4-FFF2-40B4-BE49-F238E27FC236}">
                            <a16:creationId xmlns:a16="http://schemas.microsoft.com/office/drawing/2014/main" id="{3316EB66-42F6-4EAA-9B39-99E524852BF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20633" y="28301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598" name="Flowchart: Connector 5597">
                        <a:extLst>
                          <a:ext uri="{FF2B5EF4-FFF2-40B4-BE49-F238E27FC236}">
                            <a16:creationId xmlns:a16="http://schemas.microsoft.com/office/drawing/2014/main" id="{7A3A9F77-D43B-48EE-8CF2-9ED20BBC3D3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29128" y="231321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599" name="Flowchart: Connector 5598">
                        <a:extLst>
                          <a:ext uri="{FF2B5EF4-FFF2-40B4-BE49-F238E27FC236}">
                            <a16:creationId xmlns:a16="http://schemas.microsoft.com/office/drawing/2014/main" id="{979F8F92-9FC5-4204-88F9-6913CEB2212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211385" y="230237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600" name="Flowchart: Connector 5599">
                        <a:extLst>
                          <a:ext uri="{FF2B5EF4-FFF2-40B4-BE49-F238E27FC236}">
                            <a16:creationId xmlns:a16="http://schemas.microsoft.com/office/drawing/2014/main" id="{14FF764A-83E2-482B-9526-73708D6A4CD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1097" y="31484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grpSp>
                    <p:nvGrpSpPr>
                      <p:cNvPr id="5601" name="Group 5600">
                        <a:extLst>
                          <a:ext uri="{FF2B5EF4-FFF2-40B4-BE49-F238E27FC236}">
                            <a16:creationId xmlns:a16="http://schemas.microsoft.com/office/drawing/2014/main" id="{3B29D2F8-7C44-46E8-B45F-23B7BC3484C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20511" y="2127869"/>
                        <a:ext cx="1073693" cy="1496391"/>
                        <a:chOff x="2114936" y="1503359"/>
                        <a:chExt cx="1073693" cy="1496391"/>
                      </a:xfrm>
                    </p:grpSpPr>
                    <p:grpSp>
                      <p:nvGrpSpPr>
                        <p:cNvPr id="5602" name="Group 5601">
                          <a:extLst>
                            <a:ext uri="{FF2B5EF4-FFF2-40B4-BE49-F238E27FC236}">
                              <a16:creationId xmlns:a16="http://schemas.microsoft.com/office/drawing/2014/main" id="{673D33F8-ED45-4C77-98BE-3C8D28E872C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7974" y="2474038"/>
                          <a:ext cx="1060655" cy="525712"/>
                          <a:chOff x="3721252" y="1733424"/>
                          <a:chExt cx="1060655" cy="525712"/>
                        </a:xfrm>
                      </p:grpSpPr>
                      <p:sp>
                        <p:nvSpPr>
                          <p:cNvPr id="5653" name="Flowchart: Connector 5652">
                            <a:extLst>
                              <a:ext uri="{FF2B5EF4-FFF2-40B4-BE49-F238E27FC236}">
                                <a16:creationId xmlns:a16="http://schemas.microsoft.com/office/drawing/2014/main" id="{A5C04C04-3A09-4FCA-87E3-6968D831013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654" name="3D Model 5653" descr="Sphere">
                                <a:extLst>
                                  <a:ext uri="{FF2B5EF4-FFF2-40B4-BE49-F238E27FC236}">
                                    <a16:creationId xmlns:a16="http://schemas.microsoft.com/office/drawing/2014/main" id="{441EACC0-B083-4408-9020-D692EBDE6D5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271341660"/>
                                  </p:ext>
                                </p:extLst>
                              </p:nvPr>
                            </p:nvGraphicFramePr>
                            <p:xfrm>
                              <a:off x="3721252" y="1733424"/>
                              <a:ext cx="299739" cy="299738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6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57" name="3D Model 1256" descr="Sphere">
                                <a:extLst>
                                  <a:ext uri="{FF2B5EF4-FFF2-40B4-BE49-F238E27FC236}">
                                    <a16:creationId xmlns:a16="http://schemas.microsoft.com/office/drawing/2014/main" id="{EDCB272C-0163-435C-B639-6C211B09FA3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085548" y="2467500"/>
                                <a:ext cx="52066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655" name="Flowchart: Connector 5654">
                            <a:extLst>
                              <a:ext uri="{FF2B5EF4-FFF2-40B4-BE49-F238E27FC236}">
                                <a16:creationId xmlns:a16="http://schemas.microsoft.com/office/drawing/2014/main" id="{5377DDF7-6D86-4212-85FD-69C415EB795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656" name="3D Model 5655" descr="Sphere">
                                <a:extLst>
                                  <a:ext uri="{FF2B5EF4-FFF2-40B4-BE49-F238E27FC236}">
                                    <a16:creationId xmlns:a16="http://schemas.microsoft.com/office/drawing/2014/main" id="{92F75F7C-7319-411A-A10C-12F1B583B71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565849818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657" name="Flowchart: Connector 5656">
                            <a:extLst>
                              <a:ext uri="{FF2B5EF4-FFF2-40B4-BE49-F238E27FC236}">
                                <a16:creationId xmlns:a16="http://schemas.microsoft.com/office/drawing/2014/main" id="{149B384F-21DF-415F-A6BB-AE329A8754D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658" name="3D Model 5657" descr="Sphere">
                                <a:extLst>
                                  <a:ext uri="{FF2B5EF4-FFF2-40B4-BE49-F238E27FC236}">
                                    <a16:creationId xmlns:a16="http://schemas.microsoft.com/office/drawing/2014/main" id="{7B1E298F-DAF5-40B4-9F9D-8BEBD392A36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256653170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659" name="Flowchart: Connector 5658">
                            <a:extLst>
                              <a:ext uri="{FF2B5EF4-FFF2-40B4-BE49-F238E27FC236}">
                                <a16:creationId xmlns:a16="http://schemas.microsoft.com/office/drawing/2014/main" id="{82AB48B3-A5C1-442C-93B6-9E88335F10C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660" name="3D Model 5659" descr="Sphere">
                                <a:extLst>
                                  <a:ext uri="{FF2B5EF4-FFF2-40B4-BE49-F238E27FC236}">
                                    <a16:creationId xmlns:a16="http://schemas.microsoft.com/office/drawing/2014/main" id="{6E191FA3-0EF3-4F77-8AD6-228D013C5E9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128508992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8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5603" name="Group 5602">
                          <a:extLst>
                            <a:ext uri="{FF2B5EF4-FFF2-40B4-BE49-F238E27FC236}">
                              <a16:creationId xmlns:a16="http://schemas.microsoft.com/office/drawing/2014/main" id="{45592DF8-DEDE-4948-9E7A-D153CFCE2C3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4615" y="2140429"/>
                          <a:ext cx="1064014" cy="637179"/>
                          <a:chOff x="3717893" y="1719497"/>
                          <a:chExt cx="1064014" cy="637179"/>
                        </a:xfrm>
                      </p:grpSpPr>
                      <p:sp>
                        <p:nvSpPr>
                          <p:cNvPr id="5637" name="Flowchart: Connector 5636">
                            <a:extLst>
                              <a:ext uri="{FF2B5EF4-FFF2-40B4-BE49-F238E27FC236}">
                                <a16:creationId xmlns:a16="http://schemas.microsoft.com/office/drawing/2014/main" id="{3C61AD18-50A6-450C-A885-D5A3A6874DF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638" name="Flowchart: Connector 5637">
                            <a:extLst>
                              <a:ext uri="{FF2B5EF4-FFF2-40B4-BE49-F238E27FC236}">
                                <a16:creationId xmlns:a16="http://schemas.microsoft.com/office/drawing/2014/main" id="{94718B84-216F-4C7F-8BAE-426E12E13E1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639" name="Flowchart: Connector 5638">
                            <a:extLst>
                              <a:ext uri="{FF2B5EF4-FFF2-40B4-BE49-F238E27FC236}">
                                <a16:creationId xmlns:a16="http://schemas.microsoft.com/office/drawing/2014/main" id="{D269EE12-9359-4E06-814F-A0268F0602E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640" name="Flowchart: Connector 5639">
                            <a:extLst>
                              <a:ext uri="{FF2B5EF4-FFF2-40B4-BE49-F238E27FC236}">
                                <a16:creationId xmlns:a16="http://schemas.microsoft.com/office/drawing/2014/main" id="{D7D1974B-2801-4AB0-97E0-D7E2B26F7E6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641" name="Flowchart: Connector 5640">
                            <a:extLst>
                              <a:ext uri="{FF2B5EF4-FFF2-40B4-BE49-F238E27FC236}">
                                <a16:creationId xmlns:a16="http://schemas.microsoft.com/office/drawing/2014/main" id="{92365DBD-65F6-4EA6-98AF-D8DC4946D2B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642" name="Flowchart: Connector 5641">
                            <a:extLst>
                              <a:ext uri="{FF2B5EF4-FFF2-40B4-BE49-F238E27FC236}">
                                <a16:creationId xmlns:a16="http://schemas.microsoft.com/office/drawing/2014/main" id="{DEF02FB5-F1AF-47E9-A90B-8FCEE6E73C1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643" name="Flowchart: Connector 5642">
                            <a:extLst>
                              <a:ext uri="{FF2B5EF4-FFF2-40B4-BE49-F238E27FC236}">
                                <a16:creationId xmlns:a16="http://schemas.microsoft.com/office/drawing/2014/main" id="{C36F6E46-963D-41B4-9460-8798C76623C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644" name="Flowchart: Connector 5643">
                            <a:extLst>
                              <a:ext uri="{FF2B5EF4-FFF2-40B4-BE49-F238E27FC236}">
                                <a16:creationId xmlns:a16="http://schemas.microsoft.com/office/drawing/2014/main" id="{E2442897-869D-4A1E-BBB9-AC0F1FFDC25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645" name="Flowchart: Connector 5644">
                            <a:extLst>
                              <a:ext uri="{FF2B5EF4-FFF2-40B4-BE49-F238E27FC236}">
                                <a16:creationId xmlns:a16="http://schemas.microsoft.com/office/drawing/2014/main" id="{C8F5A896-CFF6-44F1-B8FE-640798B13BB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646" name="3D Model 5645" descr="Sphere">
                                <a:extLst>
                                  <a:ext uri="{FF2B5EF4-FFF2-40B4-BE49-F238E27FC236}">
                                    <a16:creationId xmlns:a16="http://schemas.microsoft.com/office/drawing/2014/main" id="{F63717FB-33C2-4F93-9AAC-D9C2AA1E93F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399926599"/>
                                  </p:ext>
                                </p:extLst>
                              </p:nvPr>
                            </p:nvGraphicFramePr>
                            <p:xfrm>
                              <a:off x="3717893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49" name="3D Model 1248" descr="Sphere">
                                <a:extLst>
                                  <a:ext uri="{FF2B5EF4-FFF2-40B4-BE49-F238E27FC236}">
                                    <a16:creationId xmlns:a16="http://schemas.microsoft.com/office/drawing/2014/main" id="{197D1DF2-ACD5-4650-B13F-20E00FAF0CE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084964" y="2404665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647" name="Flowchart: Connector 5646">
                            <a:extLst>
                              <a:ext uri="{FF2B5EF4-FFF2-40B4-BE49-F238E27FC236}">
                                <a16:creationId xmlns:a16="http://schemas.microsoft.com/office/drawing/2014/main" id="{5D9475B7-5E9A-4470-8A02-F1921F0BF59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648" name="3D Model 5647" descr="Sphere">
                                <a:extLst>
                                  <a:ext uri="{FF2B5EF4-FFF2-40B4-BE49-F238E27FC236}">
                                    <a16:creationId xmlns:a16="http://schemas.microsoft.com/office/drawing/2014/main" id="{99070530-F4F8-4FEA-925C-89FEB70718A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047324399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649" name="Flowchart: Connector 5648">
                            <a:extLst>
                              <a:ext uri="{FF2B5EF4-FFF2-40B4-BE49-F238E27FC236}">
                                <a16:creationId xmlns:a16="http://schemas.microsoft.com/office/drawing/2014/main" id="{603A3352-593E-4715-B1A8-2CA825BF113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650" name="3D Model 5649" descr="Sphere">
                                <a:extLst>
                                  <a:ext uri="{FF2B5EF4-FFF2-40B4-BE49-F238E27FC236}">
                                    <a16:creationId xmlns:a16="http://schemas.microsoft.com/office/drawing/2014/main" id="{2619D1EB-F15E-4FC5-964F-72479B4C19C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168796646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651" name="Flowchart: Connector 5650">
                            <a:extLst>
                              <a:ext uri="{FF2B5EF4-FFF2-40B4-BE49-F238E27FC236}">
                                <a16:creationId xmlns:a16="http://schemas.microsoft.com/office/drawing/2014/main" id="{9EA12BE2-5C87-4A11-B5DA-D07212FBCA2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652" name="3D Model 5651" descr="Sphere">
                                <a:extLst>
                                  <a:ext uri="{FF2B5EF4-FFF2-40B4-BE49-F238E27FC236}">
                                    <a16:creationId xmlns:a16="http://schemas.microsoft.com/office/drawing/2014/main" id="{0A8B99FF-B352-40AE-AB47-3836EA64B5A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67791689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5604" name="Group 5603">
                          <a:extLst>
                            <a:ext uri="{FF2B5EF4-FFF2-40B4-BE49-F238E27FC236}">
                              <a16:creationId xmlns:a16="http://schemas.microsoft.com/office/drawing/2014/main" id="{ED4C9F4A-FD8F-41B3-9B7D-4528248D14D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936" y="1817250"/>
                          <a:ext cx="1064014" cy="643455"/>
                          <a:chOff x="3717893" y="1713221"/>
                          <a:chExt cx="1064014" cy="643455"/>
                        </a:xfrm>
                      </p:grpSpPr>
                      <p:sp>
                        <p:nvSpPr>
                          <p:cNvPr id="5621" name="Flowchart: Connector 5620">
                            <a:extLst>
                              <a:ext uri="{FF2B5EF4-FFF2-40B4-BE49-F238E27FC236}">
                                <a16:creationId xmlns:a16="http://schemas.microsoft.com/office/drawing/2014/main" id="{72DFA801-F3DD-48D9-AF20-6FA48844E74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622" name="Flowchart: Connector 5621">
                            <a:extLst>
                              <a:ext uri="{FF2B5EF4-FFF2-40B4-BE49-F238E27FC236}">
                                <a16:creationId xmlns:a16="http://schemas.microsoft.com/office/drawing/2014/main" id="{E378390F-B023-4B6B-AD35-00165281EE2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623" name="Flowchart: Connector 5622">
                            <a:extLst>
                              <a:ext uri="{FF2B5EF4-FFF2-40B4-BE49-F238E27FC236}">
                                <a16:creationId xmlns:a16="http://schemas.microsoft.com/office/drawing/2014/main" id="{8A84346B-12E7-41A5-B513-292E7E0D0CD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624" name="Flowchart: Connector 5623">
                            <a:extLst>
                              <a:ext uri="{FF2B5EF4-FFF2-40B4-BE49-F238E27FC236}">
                                <a16:creationId xmlns:a16="http://schemas.microsoft.com/office/drawing/2014/main" id="{F1B08B68-E693-4482-B72C-A3A14C78DC9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625" name="Flowchart: Connector 5624">
                            <a:extLst>
                              <a:ext uri="{FF2B5EF4-FFF2-40B4-BE49-F238E27FC236}">
                                <a16:creationId xmlns:a16="http://schemas.microsoft.com/office/drawing/2014/main" id="{2B306235-0EB9-4BA7-9B02-55D212682AA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626" name="Flowchart: Connector 5625">
                            <a:extLst>
                              <a:ext uri="{FF2B5EF4-FFF2-40B4-BE49-F238E27FC236}">
                                <a16:creationId xmlns:a16="http://schemas.microsoft.com/office/drawing/2014/main" id="{21EE1B8C-345D-4123-8CD5-97CECCEB068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627" name="Flowchart: Connector 5626">
                            <a:extLst>
                              <a:ext uri="{FF2B5EF4-FFF2-40B4-BE49-F238E27FC236}">
                                <a16:creationId xmlns:a16="http://schemas.microsoft.com/office/drawing/2014/main" id="{C44DDAF3-9B85-40CA-8496-87DAACCAF01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628" name="Flowchart: Connector 5627">
                            <a:extLst>
                              <a:ext uri="{FF2B5EF4-FFF2-40B4-BE49-F238E27FC236}">
                                <a16:creationId xmlns:a16="http://schemas.microsoft.com/office/drawing/2014/main" id="{ADB3CCD7-F6BB-4DE8-8B6B-390178812E7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629" name="Flowchart: Connector 5628">
                            <a:extLst>
                              <a:ext uri="{FF2B5EF4-FFF2-40B4-BE49-F238E27FC236}">
                                <a16:creationId xmlns:a16="http://schemas.microsoft.com/office/drawing/2014/main" id="{A1215F86-1EC3-4307-8F27-EF8CF93F868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630" name="3D Model 5629" descr="Sphere">
                                <a:extLst>
                                  <a:ext uri="{FF2B5EF4-FFF2-40B4-BE49-F238E27FC236}">
                                    <a16:creationId xmlns:a16="http://schemas.microsoft.com/office/drawing/2014/main" id="{3C264BC0-2084-4CE2-8C31-090FAE8D1F0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862061319"/>
                                  </p:ext>
                                </p:extLst>
                              </p:nvPr>
                            </p:nvGraphicFramePr>
                            <p:xfrm>
                              <a:off x="3717893" y="171322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33" name="3D Model 1232" descr="Sphere">
                                <a:extLst>
                                  <a:ext uri="{FF2B5EF4-FFF2-40B4-BE49-F238E27FC236}">
                                    <a16:creationId xmlns:a16="http://schemas.microsoft.com/office/drawing/2014/main" id="{A8E59417-29E1-4DD1-AC6E-A49D1AB44B0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083283" y="2343795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631" name="Flowchart: Connector 5630">
                            <a:extLst>
                              <a:ext uri="{FF2B5EF4-FFF2-40B4-BE49-F238E27FC236}">
                                <a16:creationId xmlns:a16="http://schemas.microsoft.com/office/drawing/2014/main" id="{3A7A0C25-14DE-45FE-92C1-171C759B866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632" name="3D Model 5631" descr="Sphere">
                                <a:extLst>
                                  <a:ext uri="{FF2B5EF4-FFF2-40B4-BE49-F238E27FC236}">
                                    <a16:creationId xmlns:a16="http://schemas.microsoft.com/office/drawing/2014/main" id="{B5527FB6-3BEA-4618-A19F-1C004DE7392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68652935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35" name="3D Model 1234" descr="Sphere">
                                <a:extLst>
                                  <a:ext uri="{FF2B5EF4-FFF2-40B4-BE49-F238E27FC236}">
                                    <a16:creationId xmlns:a16="http://schemas.microsoft.com/office/drawing/2014/main" id="{B02DFBF3-1E21-4D61-864E-0A94457DB315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124984" y="2359665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633" name="Flowchart: Connector 5632">
                            <a:extLst>
                              <a:ext uri="{FF2B5EF4-FFF2-40B4-BE49-F238E27FC236}">
                                <a16:creationId xmlns:a16="http://schemas.microsoft.com/office/drawing/2014/main" id="{610F9535-18A7-42A8-9848-FF9F629F613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634" name="3D Model 5633" descr="Sphere">
                                <a:extLst>
                                  <a:ext uri="{FF2B5EF4-FFF2-40B4-BE49-F238E27FC236}">
                                    <a16:creationId xmlns:a16="http://schemas.microsoft.com/office/drawing/2014/main" id="{8B6228B6-EE9C-4CBB-A8EC-B3D72AC181E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034116300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635" name="Flowchart: Connector 5634">
                            <a:extLst>
                              <a:ext uri="{FF2B5EF4-FFF2-40B4-BE49-F238E27FC236}">
                                <a16:creationId xmlns:a16="http://schemas.microsoft.com/office/drawing/2014/main" id="{7D8816CD-4C09-45FD-8FCD-78EA029A131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636" name="3D Model 5635" descr="Sphere">
                                <a:extLst>
                                  <a:ext uri="{FF2B5EF4-FFF2-40B4-BE49-F238E27FC236}">
                                    <a16:creationId xmlns:a16="http://schemas.microsoft.com/office/drawing/2014/main" id="{5683469E-BA48-4295-B82D-3597A9B4F17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72330423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5605" name="Flowchart: Connector 5604">
                          <a:extLst>
                            <a:ext uri="{FF2B5EF4-FFF2-40B4-BE49-F238E27FC236}">
                              <a16:creationId xmlns:a16="http://schemas.microsoft.com/office/drawing/2014/main" id="{5BD302C6-21EF-4BF9-A9F6-77BCF56CB67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606" name="Flowchart: Connector 5605">
                          <a:extLst>
                            <a:ext uri="{FF2B5EF4-FFF2-40B4-BE49-F238E27FC236}">
                              <a16:creationId xmlns:a16="http://schemas.microsoft.com/office/drawing/2014/main" id="{D5CA010F-4015-4202-856A-F4FADC25C6B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607" name="Flowchart: Connector 5606">
                          <a:extLst>
                            <a:ext uri="{FF2B5EF4-FFF2-40B4-BE49-F238E27FC236}">
                              <a16:creationId xmlns:a16="http://schemas.microsoft.com/office/drawing/2014/main" id="{DCD4C09B-9086-4A0C-8F66-9EA6858F3DA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26347" y="177334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608" name="Flowchart: Connector 5607">
                          <a:extLst>
                            <a:ext uri="{FF2B5EF4-FFF2-40B4-BE49-F238E27FC236}">
                              <a16:creationId xmlns:a16="http://schemas.microsoft.com/office/drawing/2014/main" id="{BA875FDC-D14F-4115-8666-D68F2AC6DF1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609" name="Flowchart: Connector 5608">
                          <a:extLst>
                            <a:ext uri="{FF2B5EF4-FFF2-40B4-BE49-F238E27FC236}">
                              <a16:creationId xmlns:a16="http://schemas.microsoft.com/office/drawing/2014/main" id="{E4574DF2-6417-40AF-80B1-611B1C1EEF4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610" name="Flowchart: Connector 5609">
                          <a:extLst>
                            <a:ext uri="{FF2B5EF4-FFF2-40B4-BE49-F238E27FC236}">
                              <a16:creationId xmlns:a16="http://schemas.microsoft.com/office/drawing/2014/main" id="{B9769903-CA6E-4D44-BAC6-680BFA353C4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611" name="Flowchart: Connector 5610">
                          <a:extLst>
                            <a:ext uri="{FF2B5EF4-FFF2-40B4-BE49-F238E27FC236}">
                              <a16:creationId xmlns:a16="http://schemas.microsoft.com/office/drawing/2014/main" id="{3DF7D2EF-7F3D-49D9-9015-64AE38E8DD9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612" name="Flowchart: Connector 5611">
                          <a:extLst>
                            <a:ext uri="{FF2B5EF4-FFF2-40B4-BE49-F238E27FC236}">
                              <a16:creationId xmlns:a16="http://schemas.microsoft.com/office/drawing/2014/main" id="{BB9003C2-5AA1-45E8-B444-7BA2CD417FC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613" name="Flowchart: Connector 5612">
                          <a:extLst>
                            <a:ext uri="{FF2B5EF4-FFF2-40B4-BE49-F238E27FC236}">
                              <a16:creationId xmlns:a16="http://schemas.microsoft.com/office/drawing/2014/main" id="{1C386FC9-7FA6-4F74-AF5E-CDE14D4D9F1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614" name="3D Model 5613" descr="Sphere">
                              <a:extLst>
                                <a:ext uri="{FF2B5EF4-FFF2-40B4-BE49-F238E27FC236}">
                                  <a16:creationId xmlns:a16="http://schemas.microsoft.com/office/drawing/2014/main" id="{0FA2C1F8-1E18-4C39-8191-EA22BF45295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116967964"/>
                                </p:ext>
                              </p:extLst>
                            </p:nvPr>
                          </p:nvGraphicFramePr>
                          <p:xfrm>
                            <a:off x="2122087" y="1503359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433448" ay="1433014" az="-1105299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7"/>
                                </am3d:raster>
                                <am3d:objViewport viewportSz="5757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217" name="3D Model 1216" descr="Sphere">
                              <a:extLst>
                                <a:ext uri="{FF2B5EF4-FFF2-40B4-BE49-F238E27FC236}">
                                  <a16:creationId xmlns:a16="http://schemas.microsoft.com/office/drawing/2014/main" id="{A6D9624E-C48A-4E30-BD09-824167EDBFDA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084525" y="2284675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615" name="Flowchart: Connector 5614">
                          <a:extLst>
                            <a:ext uri="{FF2B5EF4-FFF2-40B4-BE49-F238E27FC236}">
                              <a16:creationId xmlns:a16="http://schemas.microsoft.com/office/drawing/2014/main" id="{65087E3D-F107-4A22-9763-AB78675BB53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616" name="3D Model 5615" descr="Sphere">
                              <a:extLst>
                                <a:ext uri="{FF2B5EF4-FFF2-40B4-BE49-F238E27FC236}">
                                  <a16:creationId xmlns:a16="http://schemas.microsoft.com/office/drawing/2014/main" id="{B5B69E2E-4CA0-40B5-830D-34F814A2EB7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393087304"/>
                                </p:ext>
                              </p:extLst>
                            </p:nvPr>
                          </p:nvGraphicFramePr>
                          <p:xfrm>
                            <a:off x="2368043" y="1593681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5"/>
                                </am3d:raster>
                                <am3d:objViewport viewportSz="5886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219" name="3D Model 1218" descr="Sphere">
                              <a:extLst>
                                <a:ext uri="{FF2B5EF4-FFF2-40B4-BE49-F238E27FC236}">
                                  <a16:creationId xmlns:a16="http://schemas.microsoft.com/office/drawing/2014/main" id="{2DAF861D-7B81-46B2-A855-CCFD59252CFE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127249" y="2301687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617" name="Flowchart: Connector 5616">
                          <a:extLst>
                            <a:ext uri="{FF2B5EF4-FFF2-40B4-BE49-F238E27FC236}">
                              <a16:creationId xmlns:a16="http://schemas.microsoft.com/office/drawing/2014/main" id="{0DF7B95B-309D-4223-AD3F-865D9451C02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618" name="3D Model 5617" descr="Sphere">
                              <a:extLst>
                                <a:ext uri="{FF2B5EF4-FFF2-40B4-BE49-F238E27FC236}">
                                  <a16:creationId xmlns:a16="http://schemas.microsoft.com/office/drawing/2014/main" id="{6D633F5E-B183-4B84-9E0D-3A2FB425962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034064352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3235" cy="6170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7"/>
                                </am3d:raster>
                                <am3d:objViewport viewportSz="6018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221" name="3D Model 1220" descr="Sphere">
                              <a:extLst>
                                <a:ext uri="{FF2B5EF4-FFF2-40B4-BE49-F238E27FC236}">
                                  <a16:creationId xmlns:a16="http://schemas.microsoft.com/office/drawing/2014/main" id="{58E82894-324A-4F57-BF30-11B8CD0D10C0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3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169136" y="2310703"/>
                              <a:ext cx="53235" cy="61702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619" name="Flowchart: Connector 5618">
                          <a:extLst>
                            <a:ext uri="{FF2B5EF4-FFF2-40B4-BE49-F238E27FC236}">
                              <a16:creationId xmlns:a16="http://schemas.microsoft.com/office/drawing/2014/main" id="{F6A5E429-0324-46A4-8004-4B7AC12B0F0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620" name="3D Model 5619" descr="Sphere">
                              <a:extLst>
                                <a:ext uri="{FF2B5EF4-FFF2-40B4-BE49-F238E27FC236}">
                                  <a16:creationId xmlns:a16="http://schemas.microsoft.com/office/drawing/2014/main" id="{2DAF3E50-4A21-4408-A7C8-2BCE02FF1B1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074360170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1045" cy="5891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9"/>
                                </am3d:raster>
                                <am3d:objViewport viewportSz="5955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223" name="3D Model 1222" descr="Sphere">
                              <a:extLst>
                                <a:ext uri="{FF2B5EF4-FFF2-40B4-BE49-F238E27FC236}">
                                  <a16:creationId xmlns:a16="http://schemas.microsoft.com/office/drawing/2014/main" id="{F1E59886-226A-42D2-AAB9-75EE9C1A6512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215762" y="2327097"/>
                              <a:ext cx="51045" cy="589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5510" name="Group 5509">
                      <a:extLst>
                        <a:ext uri="{FF2B5EF4-FFF2-40B4-BE49-F238E27FC236}">
                          <a16:creationId xmlns:a16="http://schemas.microsoft.com/office/drawing/2014/main" id="{9D3C1FC4-D401-485F-9CD3-C9BCCE75C768}"/>
                        </a:ext>
                      </a:extLst>
                    </p:cNvPr>
                    <p:cNvGrpSpPr/>
                    <p:nvPr/>
                  </p:nvGrpSpPr>
                  <p:grpSpPr>
                    <a:xfrm rot="18542409">
                      <a:off x="2257159" y="236280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5580" name="Freeform: Shape 5579">
                        <a:extLst>
                          <a:ext uri="{FF2B5EF4-FFF2-40B4-BE49-F238E27FC236}">
                            <a16:creationId xmlns:a16="http://schemas.microsoft.com/office/drawing/2014/main" id="{40B32164-0BEF-4861-9B06-1587E56F253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581" name="Rectangle: Rounded Corners 5580">
                        <a:extLst>
                          <a:ext uri="{FF2B5EF4-FFF2-40B4-BE49-F238E27FC236}">
                            <a16:creationId xmlns:a16="http://schemas.microsoft.com/office/drawing/2014/main" id="{9A0DBFF3-6224-4870-BA67-036CDA67B3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511" name="Group 5510">
                      <a:extLst>
                        <a:ext uri="{FF2B5EF4-FFF2-40B4-BE49-F238E27FC236}">
                          <a16:creationId xmlns:a16="http://schemas.microsoft.com/office/drawing/2014/main" id="{BC01AF1E-198F-4748-887A-CED7EC49334D}"/>
                        </a:ext>
                      </a:extLst>
                    </p:cNvPr>
                    <p:cNvGrpSpPr/>
                    <p:nvPr/>
                  </p:nvGrpSpPr>
                  <p:grpSpPr>
                    <a:xfrm rot="17122200">
                      <a:off x="1187274" y="235013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5578" name="Freeform: Shape 5577">
                        <a:extLst>
                          <a:ext uri="{FF2B5EF4-FFF2-40B4-BE49-F238E27FC236}">
                            <a16:creationId xmlns:a16="http://schemas.microsoft.com/office/drawing/2014/main" id="{54718E08-B185-4F2F-A60A-C141EF4AE0F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579" name="Rectangle: Rounded Corners 5578">
                        <a:extLst>
                          <a:ext uri="{FF2B5EF4-FFF2-40B4-BE49-F238E27FC236}">
                            <a16:creationId xmlns:a16="http://schemas.microsoft.com/office/drawing/2014/main" id="{8F1A23EC-753A-4AFA-8526-8A2D5F4AF9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512" name="Group 5511">
                      <a:extLst>
                        <a:ext uri="{FF2B5EF4-FFF2-40B4-BE49-F238E27FC236}">
                          <a16:creationId xmlns:a16="http://schemas.microsoft.com/office/drawing/2014/main" id="{BE615F69-BCEA-40BD-A184-EF04D4AC4366}"/>
                        </a:ext>
                      </a:extLst>
                    </p:cNvPr>
                    <p:cNvGrpSpPr/>
                    <p:nvPr/>
                  </p:nvGrpSpPr>
                  <p:grpSpPr>
                    <a:xfrm rot="658209">
                      <a:off x="2479276" y="3323586"/>
                      <a:ext cx="746642" cy="235253"/>
                      <a:chOff x="2620172" y="2546175"/>
                      <a:chExt cx="834986" cy="143092"/>
                    </a:xfrm>
                  </p:grpSpPr>
                  <p:sp>
                    <p:nvSpPr>
                      <p:cNvPr id="5576" name="Freeform: Shape 5575">
                        <a:extLst>
                          <a:ext uri="{FF2B5EF4-FFF2-40B4-BE49-F238E27FC236}">
                            <a16:creationId xmlns:a16="http://schemas.microsoft.com/office/drawing/2014/main" id="{88AD07EC-24FC-43E4-85AD-1158600FBC4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577" name="Rectangle: Rounded Corners 5576">
                        <a:extLst>
                          <a:ext uri="{FF2B5EF4-FFF2-40B4-BE49-F238E27FC236}">
                            <a16:creationId xmlns:a16="http://schemas.microsoft.com/office/drawing/2014/main" id="{26A08FC8-7E4F-4E81-B987-39B46305D8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513" name="Group 5512">
                      <a:extLst>
                        <a:ext uri="{FF2B5EF4-FFF2-40B4-BE49-F238E27FC236}">
                          <a16:creationId xmlns:a16="http://schemas.microsoft.com/office/drawing/2014/main" id="{B7736C30-6E72-4227-8E1E-B1326B22C203}"/>
                        </a:ext>
                      </a:extLst>
                    </p:cNvPr>
                    <p:cNvGrpSpPr/>
                    <p:nvPr/>
                  </p:nvGrpSpPr>
                  <p:grpSpPr>
                    <a:xfrm rot="18837888">
                      <a:off x="1789768" y="223810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5574" name="Freeform: Shape 5573">
                        <a:extLst>
                          <a:ext uri="{FF2B5EF4-FFF2-40B4-BE49-F238E27FC236}">
                            <a16:creationId xmlns:a16="http://schemas.microsoft.com/office/drawing/2014/main" id="{C0B7BB1C-0C5E-4F6B-9175-986026207F5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575" name="Rectangle: Rounded Corners 5574">
                        <a:extLst>
                          <a:ext uri="{FF2B5EF4-FFF2-40B4-BE49-F238E27FC236}">
                            <a16:creationId xmlns:a16="http://schemas.microsoft.com/office/drawing/2014/main" id="{70BB1E10-2B3B-492A-83A5-4C1B0858FA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514" name="Group 5513">
                      <a:extLst>
                        <a:ext uri="{FF2B5EF4-FFF2-40B4-BE49-F238E27FC236}">
                          <a16:creationId xmlns:a16="http://schemas.microsoft.com/office/drawing/2014/main" id="{A7D0E152-F2D8-4033-9484-52529F5C49B7}"/>
                        </a:ext>
                      </a:extLst>
                    </p:cNvPr>
                    <p:cNvGrpSpPr/>
                    <p:nvPr/>
                  </p:nvGrpSpPr>
                  <p:grpSpPr>
                    <a:xfrm rot="16200000">
                      <a:off x="563034" y="2429570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5572" name="Freeform: Shape 5571">
                        <a:extLst>
                          <a:ext uri="{FF2B5EF4-FFF2-40B4-BE49-F238E27FC236}">
                            <a16:creationId xmlns:a16="http://schemas.microsoft.com/office/drawing/2014/main" id="{1960B1FB-9646-45E0-AE1D-F472E105DD4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573" name="Rectangle: Rounded Corners 5572">
                        <a:extLst>
                          <a:ext uri="{FF2B5EF4-FFF2-40B4-BE49-F238E27FC236}">
                            <a16:creationId xmlns:a16="http://schemas.microsoft.com/office/drawing/2014/main" id="{B15C3D39-8BC9-442C-B2C0-5FD305126F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515" name="Group 5514">
                      <a:extLst>
                        <a:ext uri="{FF2B5EF4-FFF2-40B4-BE49-F238E27FC236}">
                          <a16:creationId xmlns:a16="http://schemas.microsoft.com/office/drawing/2014/main" id="{531300DC-E615-4B43-B3B7-391FC69245A7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350328" y="442527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5570" name="Freeform: Shape 5569">
                        <a:extLst>
                          <a:ext uri="{FF2B5EF4-FFF2-40B4-BE49-F238E27FC236}">
                            <a16:creationId xmlns:a16="http://schemas.microsoft.com/office/drawing/2014/main" id="{030D0C2F-34C9-4E21-8B8D-E34D9079B2D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571" name="Rectangle: Rounded Corners 5570">
                        <a:extLst>
                          <a:ext uri="{FF2B5EF4-FFF2-40B4-BE49-F238E27FC236}">
                            <a16:creationId xmlns:a16="http://schemas.microsoft.com/office/drawing/2014/main" id="{7037DE36-40EF-4C15-A68D-F1B0610ABD4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516" name="Group 5515">
                      <a:extLst>
                        <a:ext uri="{FF2B5EF4-FFF2-40B4-BE49-F238E27FC236}">
                          <a16:creationId xmlns:a16="http://schemas.microsoft.com/office/drawing/2014/main" id="{137C7C45-0760-4440-B056-85B3E592F580}"/>
                        </a:ext>
                      </a:extLst>
                    </p:cNvPr>
                    <p:cNvGrpSpPr/>
                    <p:nvPr/>
                  </p:nvGrpSpPr>
                  <p:grpSpPr>
                    <a:xfrm rot="5880914">
                      <a:off x="789613" y="438062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5568" name="Freeform: Shape 5567">
                        <a:extLst>
                          <a:ext uri="{FF2B5EF4-FFF2-40B4-BE49-F238E27FC236}">
                            <a16:creationId xmlns:a16="http://schemas.microsoft.com/office/drawing/2014/main" id="{C7783D15-1A52-48D4-A78A-225BAE1B259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569" name="Rectangle: Rounded Corners 5568">
                        <a:extLst>
                          <a:ext uri="{FF2B5EF4-FFF2-40B4-BE49-F238E27FC236}">
                            <a16:creationId xmlns:a16="http://schemas.microsoft.com/office/drawing/2014/main" id="{B561637B-E91A-40B6-BD2B-39A00CB2EA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517" name="Group 5516">
                      <a:extLst>
                        <a:ext uri="{FF2B5EF4-FFF2-40B4-BE49-F238E27FC236}">
                          <a16:creationId xmlns:a16="http://schemas.microsoft.com/office/drawing/2014/main" id="{B0233525-66A3-4330-89B0-105FE735C3D7}"/>
                        </a:ext>
                      </a:extLst>
                    </p:cNvPr>
                    <p:cNvGrpSpPr/>
                    <p:nvPr/>
                  </p:nvGrpSpPr>
                  <p:grpSpPr>
                    <a:xfrm rot="13587211">
                      <a:off x="651990" y="2929858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5566" name="Freeform: Shape 5565">
                        <a:extLst>
                          <a:ext uri="{FF2B5EF4-FFF2-40B4-BE49-F238E27FC236}">
                            <a16:creationId xmlns:a16="http://schemas.microsoft.com/office/drawing/2014/main" id="{0C9B6118-7E04-4FF0-BBB4-AEBF8C549E7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567" name="Rectangle: Rounded Corners 5566">
                        <a:extLst>
                          <a:ext uri="{FF2B5EF4-FFF2-40B4-BE49-F238E27FC236}">
                            <a16:creationId xmlns:a16="http://schemas.microsoft.com/office/drawing/2014/main" id="{21C60307-6F65-4B64-AF13-A38B760CF79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518" name="Group 5517">
                      <a:extLst>
                        <a:ext uri="{FF2B5EF4-FFF2-40B4-BE49-F238E27FC236}">
                          <a16:creationId xmlns:a16="http://schemas.microsoft.com/office/drawing/2014/main" id="{BB92A347-E8FA-4D13-B9A4-CA05FBDC7FB4}"/>
                        </a:ext>
                      </a:extLst>
                    </p:cNvPr>
                    <p:cNvGrpSpPr/>
                    <p:nvPr/>
                  </p:nvGrpSpPr>
                  <p:grpSpPr>
                    <a:xfrm rot="11351284">
                      <a:off x="163719" y="3807693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5564" name="Freeform: Shape 5563">
                        <a:extLst>
                          <a:ext uri="{FF2B5EF4-FFF2-40B4-BE49-F238E27FC236}">
                            <a16:creationId xmlns:a16="http://schemas.microsoft.com/office/drawing/2014/main" id="{2CBFA3B8-3973-400C-9EBF-BA119330809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565" name="Rectangle: Rounded Corners 5564">
                        <a:extLst>
                          <a:ext uri="{FF2B5EF4-FFF2-40B4-BE49-F238E27FC236}">
                            <a16:creationId xmlns:a16="http://schemas.microsoft.com/office/drawing/2014/main" id="{9754701F-CC8B-47C1-8728-1EBA897D6F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519" name="Group 5518">
                      <a:extLst>
                        <a:ext uri="{FF2B5EF4-FFF2-40B4-BE49-F238E27FC236}">
                          <a16:creationId xmlns:a16="http://schemas.microsoft.com/office/drawing/2014/main" id="{1BA9D903-5ED7-4060-B1E2-6EBFE6DFECD2}"/>
                        </a:ext>
                      </a:extLst>
                    </p:cNvPr>
                    <p:cNvGrpSpPr/>
                    <p:nvPr/>
                  </p:nvGrpSpPr>
                  <p:grpSpPr>
                    <a:xfrm rot="4193783">
                      <a:off x="2062756" y="4148262"/>
                      <a:ext cx="706454" cy="171076"/>
                      <a:chOff x="2620172" y="2546175"/>
                      <a:chExt cx="834986" cy="143092"/>
                    </a:xfrm>
                  </p:grpSpPr>
                  <p:sp>
                    <p:nvSpPr>
                      <p:cNvPr id="5562" name="Freeform: Shape 5561">
                        <a:extLst>
                          <a:ext uri="{FF2B5EF4-FFF2-40B4-BE49-F238E27FC236}">
                            <a16:creationId xmlns:a16="http://schemas.microsoft.com/office/drawing/2014/main" id="{FCF96E25-8261-4F85-B0D2-FD522F2693C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563" name="Rectangle: Rounded Corners 5562">
                        <a:extLst>
                          <a:ext uri="{FF2B5EF4-FFF2-40B4-BE49-F238E27FC236}">
                            <a16:creationId xmlns:a16="http://schemas.microsoft.com/office/drawing/2014/main" id="{BDE11151-D278-457C-98A2-4DEC76AE6F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520" name="Group 5519">
                      <a:extLst>
                        <a:ext uri="{FF2B5EF4-FFF2-40B4-BE49-F238E27FC236}">
                          <a16:creationId xmlns:a16="http://schemas.microsoft.com/office/drawing/2014/main" id="{06C829B0-C811-4A11-95E7-2C7F2556B0EE}"/>
                        </a:ext>
                      </a:extLst>
                    </p:cNvPr>
                    <p:cNvGrpSpPr/>
                    <p:nvPr/>
                  </p:nvGrpSpPr>
                  <p:grpSpPr>
                    <a:xfrm rot="1837203">
                      <a:off x="2331692" y="387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5560" name="Freeform: Shape 5559">
                        <a:extLst>
                          <a:ext uri="{FF2B5EF4-FFF2-40B4-BE49-F238E27FC236}">
                            <a16:creationId xmlns:a16="http://schemas.microsoft.com/office/drawing/2014/main" id="{BDB21F96-181D-4B87-8AAB-4E9AAE8FAB8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561" name="Rectangle: Rounded Corners 5560">
                        <a:extLst>
                          <a:ext uri="{FF2B5EF4-FFF2-40B4-BE49-F238E27FC236}">
                            <a16:creationId xmlns:a16="http://schemas.microsoft.com/office/drawing/2014/main" id="{9BEA85CE-B228-4B83-BCF0-EBED406703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521" name="Group 5520">
                      <a:extLst>
                        <a:ext uri="{FF2B5EF4-FFF2-40B4-BE49-F238E27FC236}">
                          <a16:creationId xmlns:a16="http://schemas.microsoft.com/office/drawing/2014/main" id="{36DA9F14-1B90-4068-9B85-0D64F2DEF61F}"/>
                        </a:ext>
                      </a:extLst>
                    </p:cNvPr>
                    <p:cNvGrpSpPr/>
                    <p:nvPr/>
                  </p:nvGrpSpPr>
                  <p:grpSpPr>
                    <a:xfrm rot="932650">
                      <a:off x="2489621" y="310501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5558" name="Freeform: Shape 5557">
                        <a:extLst>
                          <a:ext uri="{FF2B5EF4-FFF2-40B4-BE49-F238E27FC236}">
                            <a16:creationId xmlns:a16="http://schemas.microsoft.com/office/drawing/2014/main" id="{B788BED4-D94B-45CF-B42D-02101ACD95C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559" name="Rectangle: Rounded Corners 5558">
                        <a:extLst>
                          <a:ext uri="{FF2B5EF4-FFF2-40B4-BE49-F238E27FC236}">
                            <a16:creationId xmlns:a16="http://schemas.microsoft.com/office/drawing/2014/main" id="{A4FC3E5A-AB00-4127-A6FD-2D060DBA0C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522" name="Group 5521">
                      <a:extLst>
                        <a:ext uri="{FF2B5EF4-FFF2-40B4-BE49-F238E27FC236}">
                          <a16:creationId xmlns:a16="http://schemas.microsoft.com/office/drawing/2014/main" id="{FBC44A42-F2B9-4FFB-983C-904ABDD5B737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686489" y="34904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5556" name="Freeform: Shape 5555">
                        <a:extLst>
                          <a:ext uri="{FF2B5EF4-FFF2-40B4-BE49-F238E27FC236}">
                            <a16:creationId xmlns:a16="http://schemas.microsoft.com/office/drawing/2014/main" id="{03F97352-7F84-451E-B3B6-632BBF054FA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557" name="Rectangle: Rounded Corners 5556">
                        <a:extLst>
                          <a:ext uri="{FF2B5EF4-FFF2-40B4-BE49-F238E27FC236}">
                            <a16:creationId xmlns:a16="http://schemas.microsoft.com/office/drawing/2014/main" id="{70A8A154-3841-4E4C-BD7F-CD6F2795EA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523" name="Group 5522">
                      <a:extLst>
                        <a:ext uri="{FF2B5EF4-FFF2-40B4-BE49-F238E27FC236}">
                          <a16:creationId xmlns:a16="http://schemas.microsoft.com/office/drawing/2014/main" id="{7E4D71EB-B1DF-433F-B840-6A57C0A50D70}"/>
                        </a:ext>
                      </a:extLst>
                    </p:cNvPr>
                    <p:cNvGrpSpPr/>
                    <p:nvPr/>
                  </p:nvGrpSpPr>
                  <p:grpSpPr>
                    <a:xfrm rot="16924252">
                      <a:off x="1635001" y="2371073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5554" name="Freeform: Shape 5553">
                        <a:extLst>
                          <a:ext uri="{FF2B5EF4-FFF2-40B4-BE49-F238E27FC236}">
                            <a16:creationId xmlns:a16="http://schemas.microsoft.com/office/drawing/2014/main" id="{2883E067-8E48-4E51-8B90-FDC6C5290E9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555" name="Rectangle: Rounded Corners 5554">
                        <a:extLst>
                          <a:ext uri="{FF2B5EF4-FFF2-40B4-BE49-F238E27FC236}">
                            <a16:creationId xmlns:a16="http://schemas.microsoft.com/office/drawing/2014/main" id="{56C68C20-F533-4C1F-9FC3-3E57DB78D0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524" name="Group 5523">
                      <a:extLst>
                        <a:ext uri="{FF2B5EF4-FFF2-40B4-BE49-F238E27FC236}">
                          <a16:creationId xmlns:a16="http://schemas.microsoft.com/office/drawing/2014/main" id="{C652D6F4-9A52-4DFA-9550-9EEA13AE04A6}"/>
                        </a:ext>
                      </a:extLst>
                    </p:cNvPr>
                    <p:cNvGrpSpPr/>
                    <p:nvPr/>
                  </p:nvGrpSpPr>
                  <p:grpSpPr>
                    <a:xfrm rot="15677156">
                      <a:off x="985517" y="2521255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5552" name="Freeform: Shape 5551">
                        <a:extLst>
                          <a:ext uri="{FF2B5EF4-FFF2-40B4-BE49-F238E27FC236}">
                            <a16:creationId xmlns:a16="http://schemas.microsoft.com/office/drawing/2014/main" id="{57F4F1E8-015E-4563-A025-EB15A701337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553" name="Rectangle: Rounded Corners 5552">
                        <a:extLst>
                          <a:ext uri="{FF2B5EF4-FFF2-40B4-BE49-F238E27FC236}">
                            <a16:creationId xmlns:a16="http://schemas.microsoft.com/office/drawing/2014/main" id="{D5C7847E-A027-4A25-AFE8-60E96BE560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525" name="Group 5524">
                      <a:extLst>
                        <a:ext uri="{FF2B5EF4-FFF2-40B4-BE49-F238E27FC236}">
                          <a16:creationId xmlns:a16="http://schemas.microsoft.com/office/drawing/2014/main" id="{792194D2-0320-4BB8-ACDE-29E17DD15218}"/>
                        </a:ext>
                      </a:extLst>
                    </p:cNvPr>
                    <p:cNvGrpSpPr/>
                    <p:nvPr/>
                  </p:nvGrpSpPr>
                  <p:grpSpPr>
                    <a:xfrm rot="14354853" flipV="1">
                      <a:off x="976412" y="243847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5550" name="Freeform: Shape 5549">
                        <a:extLst>
                          <a:ext uri="{FF2B5EF4-FFF2-40B4-BE49-F238E27FC236}">
                            <a16:creationId xmlns:a16="http://schemas.microsoft.com/office/drawing/2014/main" id="{C3226421-AD67-40A3-AA9A-A1B47921B2A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551" name="Rectangle: Rounded Corners 5550">
                        <a:extLst>
                          <a:ext uri="{FF2B5EF4-FFF2-40B4-BE49-F238E27FC236}">
                            <a16:creationId xmlns:a16="http://schemas.microsoft.com/office/drawing/2014/main" id="{F01F5BB6-3834-4EAF-B35F-24889F14B6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526" name="Group 5525">
                      <a:extLst>
                        <a:ext uri="{FF2B5EF4-FFF2-40B4-BE49-F238E27FC236}">
                          <a16:creationId xmlns:a16="http://schemas.microsoft.com/office/drawing/2014/main" id="{18A8D68C-0118-4451-BEFA-81D1401734E2}"/>
                        </a:ext>
                      </a:extLst>
                    </p:cNvPr>
                    <p:cNvGrpSpPr/>
                    <p:nvPr/>
                  </p:nvGrpSpPr>
                  <p:grpSpPr>
                    <a:xfrm rot="9793356" flipV="1">
                      <a:off x="215985" y="323790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5548" name="Freeform: Shape 5547">
                        <a:extLst>
                          <a:ext uri="{FF2B5EF4-FFF2-40B4-BE49-F238E27FC236}">
                            <a16:creationId xmlns:a16="http://schemas.microsoft.com/office/drawing/2014/main" id="{06ECB5EC-24BB-4202-92CB-9054348F058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549" name="Rectangle: Rounded Corners 5548">
                        <a:extLst>
                          <a:ext uri="{FF2B5EF4-FFF2-40B4-BE49-F238E27FC236}">
                            <a16:creationId xmlns:a16="http://schemas.microsoft.com/office/drawing/2014/main" id="{444BE906-B2BA-4364-A5DD-9D1AEBAAE1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527" name="Group 5526">
                      <a:extLst>
                        <a:ext uri="{FF2B5EF4-FFF2-40B4-BE49-F238E27FC236}">
                          <a16:creationId xmlns:a16="http://schemas.microsoft.com/office/drawing/2014/main" id="{FF3E8011-AC55-4D0F-ADC1-596CE795BD3F}"/>
                        </a:ext>
                      </a:extLst>
                    </p:cNvPr>
                    <p:cNvGrpSpPr/>
                    <p:nvPr/>
                  </p:nvGrpSpPr>
                  <p:grpSpPr>
                    <a:xfrm rot="6907686" flipV="1">
                      <a:off x="692019" y="393196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5546" name="Freeform: Shape 5545">
                        <a:extLst>
                          <a:ext uri="{FF2B5EF4-FFF2-40B4-BE49-F238E27FC236}">
                            <a16:creationId xmlns:a16="http://schemas.microsoft.com/office/drawing/2014/main" id="{7E03D9F9-D8C3-4B5D-B364-8333C749C44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547" name="Rectangle: Rounded Corners 5546">
                        <a:extLst>
                          <a:ext uri="{FF2B5EF4-FFF2-40B4-BE49-F238E27FC236}">
                            <a16:creationId xmlns:a16="http://schemas.microsoft.com/office/drawing/2014/main" id="{861B5FE6-36CF-4363-B5AA-046007D4FE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528" name="Group 5527">
                      <a:extLst>
                        <a:ext uri="{FF2B5EF4-FFF2-40B4-BE49-F238E27FC236}">
                          <a16:creationId xmlns:a16="http://schemas.microsoft.com/office/drawing/2014/main" id="{D7C5E935-0500-44EF-97B5-7F573A7FB864}"/>
                        </a:ext>
                      </a:extLst>
                    </p:cNvPr>
                    <p:cNvGrpSpPr/>
                    <p:nvPr/>
                  </p:nvGrpSpPr>
                  <p:grpSpPr>
                    <a:xfrm rot="1465711" flipV="1">
                      <a:off x="2002734" y="340448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5544" name="Freeform: Shape 5543">
                        <a:extLst>
                          <a:ext uri="{FF2B5EF4-FFF2-40B4-BE49-F238E27FC236}">
                            <a16:creationId xmlns:a16="http://schemas.microsoft.com/office/drawing/2014/main" id="{24D1A8C7-3B0F-430C-9313-35174B8ABC7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545" name="Rectangle: Rounded Corners 5544">
                        <a:extLst>
                          <a:ext uri="{FF2B5EF4-FFF2-40B4-BE49-F238E27FC236}">
                            <a16:creationId xmlns:a16="http://schemas.microsoft.com/office/drawing/2014/main" id="{14D2EE9B-E0BA-48DC-A311-B910F0521E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529" name="Group 5528">
                      <a:extLst>
                        <a:ext uri="{FF2B5EF4-FFF2-40B4-BE49-F238E27FC236}">
                          <a16:creationId xmlns:a16="http://schemas.microsoft.com/office/drawing/2014/main" id="{F0145C2C-D3E7-4C6B-8DAC-5A71CABE5B08}"/>
                        </a:ext>
                      </a:extLst>
                    </p:cNvPr>
                    <p:cNvGrpSpPr/>
                    <p:nvPr/>
                  </p:nvGrpSpPr>
                  <p:grpSpPr>
                    <a:xfrm rot="19016516">
                      <a:off x="1733273" y="283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5542" name="Freeform: Shape 5541">
                        <a:extLst>
                          <a:ext uri="{FF2B5EF4-FFF2-40B4-BE49-F238E27FC236}">
                            <a16:creationId xmlns:a16="http://schemas.microsoft.com/office/drawing/2014/main" id="{3D403C9E-3E5C-4A0B-8C95-949FB49FD40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543" name="Rectangle: Rounded Corners 5542">
                        <a:extLst>
                          <a:ext uri="{FF2B5EF4-FFF2-40B4-BE49-F238E27FC236}">
                            <a16:creationId xmlns:a16="http://schemas.microsoft.com/office/drawing/2014/main" id="{5CC583BA-9F4F-4644-AA90-9CF737D7D3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530" name="Group 5529">
                      <a:extLst>
                        <a:ext uri="{FF2B5EF4-FFF2-40B4-BE49-F238E27FC236}">
                          <a16:creationId xmlns:a16="http://schemas.microsoft.com/office/drawing/2014/main" id="{F72C23B8-B731-4256-B90C-BDB57714AC55}"/>
                        </a:ext>
                      </a:extLst>
                    </p:cNvPr>
                    <p:cNvGrpSpPr/>
                    <p:nvPr/>
                  </p:nvGrpSpPr>
                  <p:grpSpPr>
                    <a:xfrm rot="19245075">
                      <a:off x="1632068" y="282541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5540" name="Freeform: Shape 5539">
                        <a:extLst>
                          <a:ext uri="{FF2B5EF4-FFF2-40B4-BE49-F238E27FC236}">
                            <a16:creationId xmlns:a16="http://schemas.microsoft.com/office/drawing/2014/main" id="{B2D5396C-DC81-41E7-A154-351D564B7BA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541" name="Rectangle: Rounded Corners 5540">
                        <a:extLst>
                          <a:ext uri="{FF2B5EF4-FFF2-40B4-BE49-F238E27FC236}">
                            <a16:creationId xmlns:a16="http://schemas.microsoft.com/office/drawing/2014/main" id="{49D49B8B-57C1-4A27-A3E0-41A171A4E6A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531" name="Group 5530">
                      <a:extLst>
                        <a:ext uri="{FF2B5EF4-FFF2-40B4-BE49-F238E27FC236}">
                          <a16:creationId xmlns:a16="http://schemas.microsoft.com/office/drawing/2014/main" id="{4CFCB9FA-0AB0-409A-A865-D64F710AF995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838889" y="36428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5538" name="Freeform: Shape 5537">
                        <a:extLst>
                          <a:ext uri="{FF2B5EF4-FFF2-40B4-BE49-F238E27FC236}">
                            <a16:creationId xmlns:a16="http://schemas.microsoft.com/office/drawing/2014/main" id="{27B8DD54-B8F3-49E8-9DC8-AD853D73E9B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539" name="Rectangle: Rounded Corners 5538">
                        <a:extLst>
                          <a:ext uri="{FF2B5EF4-FFF2-40B4-BE49-F238E27FC236}">
                            <a16:creationId xmlns:a16="http://schemas.microsoft.com/office/drawing/2014/main" id="{69D24E10-1EC8-460B-835D-15A5799950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532" name="Group 5531">
                      <a:extLst>
                        <a:ext uri="{FF2B5EF4-FFF2-40B4-BE49-F238E27FC236}">
                          <a16:creationId xmlns:a16="http://schemas.microsoft.com/office/drawing/2014/main" id="{D67348B9-C116-4A57-8646-E73D8CDC538A}"/>
                        </a:ext>
                      </a:extLst>
                    </p:cNvPr>
                    <p:cNvGrpSpPr/>
                    <p:nvPr/>
                  </p:nvGrpSpPr>
                  <p:grpSpPr>
                    <a:xfrm rot="15824399">
                      <a:off x="1224680" y="281893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5536" name="Freeform: Shape 5535">
                        <a:extLst>
                          <a:ext uri="{FF2B5EF4-FFF2-40B4-BE49-F238E27FC236}">
                            <a16:creationId xmlns:a16="http://schemas.microsoft.com/office/drawing/2014/main" id="{AF5AA42D-6C6F-4F02-9C88-BA73D6977F4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537" name="Rectangle: Rounded Corners 5536">
                        <a:extLst>
                          <a:ext uri="{FF2B5EF4-FFF2-40B4-BE49-F238E27FC236}">
                            <a16:creationId xmlns:a16="http://schemas.microsoft.com/office/drawing/2014/main" id="{B95971D4-8E46-4DF5-A75D-A3F1D962E2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533" name="Group 5532">
                      <a:extLst>
                        <a:ext uri="{FF2B5EF4-FFF2-40B4-BE49-F238E27FC236}">
                          <a16:creationId xmlns:a16="http://schemas.microsoft.com/office/drawing/2014/main" id="{9A8AD63E-A2B1-4D5D-8D42-42A3176D9536}"/>
                        </a:ext>
                      </a:extLst>
                    </p:cNvPr>
                    <p:cNvGrpSpPr/>
                    <p:nvPr/>
                  </p:nvGrpSpPr>
                  <p:grpSpPr>
                    <a:xfrm rot="16697394">
                      <a:off x="1080028" y="2168448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5534" name="Freeform: Shape 5533">
                        <a:extLst>
                          <a:ext uri="{FF2B5EF4-FFF2-40B4-BE49-F238E27FC236}">
                            <a16:creationId xmlns:a16="http://schemas.microsoft.com/office/drawing/2014/main" id="{7A5313BE-C3E7-494D-A6ED-1C96F8DD052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535" name="Rectangle: Rounded Corners 5534">
                        <a:extLst>
                          <a:ext uri="{FF2B5EF4-FFF2-40B4-BE49-F238E27FC236}">
                            <a16:creationId xmlns:a16="http://schemas.microsoft.com/office/drawing/2014/main" id="{FE720CE0-D609-4663-9BF8-890A82FFB2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</p:grpSp>
              <p:sp>
                <p:nvSpPr>
                  <p:cNvPr id="5504" name="Freeform: Shape 5503">
                    <a:extLst>
                      <a:ext uri="{FF2B5EF4-FFF2-40B4-BE49-F238E27FC236}">
                        <a16:creationId xmlns:a16="http://schemas.microsoft.com/office/drawing/2014/main" id="{13F9396A-84E7-446C-9DFF-CAE0F4CD9259}"/>
                      </a:ext>
                    </a:extLst>
                  </p:cNvPr>
                  <p:cNvSpPr/>
                  <p:nvPr/>
                </p:nvSpPr>
                <p:spPr>
                  <a:xfrm rot="6017948" flipV="1">
                    <a:off x="1305755" y="4290452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5505" name="Freeform: Shape 5504">
                    <a:extLst>
                      <a:ext uri="{FF2B5EF4-FFF2-40B4-BE49-F238E27FC236}">
                        <a16:creationId xmlns:a16="http://schemas.microsoft.com/office/drawing/2014/main" id="{DB96113E-4FAC-4568-8085-6D4E8C4D7163}"/>
                      </a:ext>
                    </a:extLst>
                  </p:cNvPr>
                  <p:cNvSpPr/>
                  <p:nvPr/>
                </p:nvSpPr>
                <p:spPr>
                  <a:xfrm rot="21277659">
                    <a:off x="2517403" y="2906549"/>
                    <a:ext cx="690584" cy="235253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5506" name="Freeform: Shape 5505">
                    <a:extLst>
                      <a:ext uri="{FF2B5EF4-FFF2-40B4-BE49-F238E27FC236}">
                        <a16:creationId xmlns:a16="http://schemas.microsoft.com/office/drawing/2014/main" id="{B3B1C524-DC3C-4F0D-AF0B-FB84A526CE32}"/>
                      </a:ext>
                    </a:extLst>
                  </p:cNvPr>
                  <p:cNvSpPr/>
                  <p:nvPr/>
                </p:nvSpPr>
                <p:spPr>
                  <a:xfrm rot="11528244" flipV="1">
                    <a:off x="344853" y="2978311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</p:grpSp>
            <p:grpSp>
              <p:nvGrpSpPr>
                <p:cNvPr id="4405" name="Group 4404">
                  <a:extLst>
                    <a:ext uri="{FF2B5EF4-FFF2-40B4-BE49-F238E27FC236}">
                      <a16:creationId xmlns:a16="http://schemas.microsoft.com/office/drawing/2014/main" id="{8FF83357-20EE-495B-8436-7D732CC6E446}"/>
                    </a:ext>
                  </a:extLst>
                </p:cNvPr>
                <p:cNvGrpSpPr/>
                <p:nvPr/>
              </p:nvGrpSpPr>
              <p:grpSpPr>
                <a:xfrm>
                  <a:off x="4334528" y="2095665"/>
                  <a:ext cx="531923" cy="573923"/>
                  <a:chOff x="163719" y="1822501"/>
                  <a:chExt cx="3062199" cy="3047160"/>
                </a:xfrm>
              </p:grpSpPr>
              <p:grpSp>
                <p:nvGrpSpPr>
                  <p:cNvPr id="5138" name="Group 5137">
                    <a:extLst>
                      <a:ext uri="{FF2B5EF4-FFF2-40B4-BE49-F238E27FC236}">
                        <a16:creationId xmlns:a16="http://schemas.microsoft.com/office/drawing/2014/main" id="{CC0E1E6F-D120-4EEF-B36F-36BAB7470AEE}"/>
                      </a:ext>
                    </a:extLst>
                  </p:cNvPr>
                  <p:cNvGrpSpPr/>
                  <p:nvPr/>
                </p:nvGrpSpPr>
                <p:grpSpPr>
                  <a:xfrm>
                    <a:off x="163719" y="1822501"/>
                    <a:ext cx="3062199" cy="3047160"/>
                    <a:chOff x="163719" y="1822501"/>
                    <a:chExt cx="3062199" cy="3047160"/>
                  </a:xfrm>
                </p:grpSpPr>
                <p:grpSp>
                  <p:nvGrpSpPr>
                    <p:cNvPr id="5142" name="Group 5141">
                      <a:extLst>
                        <a:ext uri="{FF2B5EF4-FFF2-40B4-BE49-F238E27FC236}">
                          <a16:creationId xmlns:a16="http://schemas.microsoft.com/office/drawing/2014/main" id="{43C53519-4D8E-429F-9904-BD4801F32873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683131" y="384412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5501" name="Freeform: Shape 5500">
                        <a:extLst>
                          <a:ext uri="{FF2B5EF4-FFF2-40B4-BE49-F238E27FC236}">
                            <a16:creationId xmlns:a16="http://schemas.microsoft.com/office/drawing/2014/main" id="{192D27A2-98F8-4651-8D04-B47E0C9203F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502" name="Rectangle: Rounded Corners 5501">
                        <a:extLst>
                          <a:ext uri="{FF2B5EF4-FFF2-40B4-BE49-F238E27FC236}">
                            <a16:creationId xmlns:a16="http://schemas.microsoft.com/office/drawing/2014/main" id="{E4D40038-77BE-4343-A245-D28F7363918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143" name="Group 5142">
                      <a:extLst>
                        <a:ext uri="{FF2B5EF4-FFF2-40B4-BE49-F238E27FC236}">
                          <a16:creationId xmlns:a16="http://schemas.microsoft.com/office/drawing/2014/main" id="{FE29EB92-1C67-4661-8C1C-FDD8EDA4B37E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123013" y="4110752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5499" name="Freeform: Shape 5498">
                        <a:extLst>
                          <a:ext uri="{FF2B5EF4-FFF2-40B4-BE49-F238E27FC236}">
                            <a16:creationId xmlns:a16="http://schemas.microsoft.com/office/drawing/2014/main" id="{BC86BFBC-98F0-4DD0-B57B-DFBA0758163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500" name="Rectangle: Rounded Corners 5499">
                        <a:extLst>
                          <a:ext uri="{FF2B5EF4-FFF2-40B4-BE49-F238E27FC236}">
                            <a16:creationId xmlns:a16="http://schemas.microsoft.com/office/drawing/2014/main" id="{24210D99-0E09-4948-83E6-F872F8A7EC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144" name="Group 5143">
                      <a:extLst>
                        <a:ext uri="{FF2B5EF4-FFF2-40B4-BE49-F238E27FC236}">
                          <a16:creationId xmlns:a16="http://schemas.microsoft.com/office/drawing/2014/main" id="{972331A8-73AF-4F5C-BD14-ECCD70E6D77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0260" y="2440902"/>
                      <a:ext cx="1730523" cy="1839492"/>
                      <a:chOff x="420511" y="1784768"/>
                      <a:chExt cx="1730523" cy="1839492"/>
                    </a:xfrm>
                  </p:grpSpPr>
                  <p:grpSp>
                    <p:nvGrpSpPr>
                      <p:cNvPr id="5217" name="Group 5216">
                        <a:extLst>
                          <a:ext uri="{FF2B5EF4-FFF2-40B4-BE49-F238E27FC236}">
                            <a16:creationId xmlns:a16="http://schemas.microsoft.com/office/drawing/2014/main" id="{CDD8C250-B6D9-4B29-9192-F0F3C55AB55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69572" y="1784768"/>
                        <a:ext cx="1081462" cy="1476716"/>
                        <a:chOff x="2089993" y="1523034"/>
                        <a:chExt cx="1081462" cy="1476716"/>
                      </a:xfrm>
                    </p:grpSpPr>
                    <p:grpSp>
                      <p:nvGrpSpPr>
                        <p:cNvPr id="5438" name="Group 5437">
                          <a:extLst>
                            <a:ext uri="{FF2B5EF4-FFF2-40B4-BE49-F238E27FC236}">
                              <a16:creationId xmlns:a16="http://schemas.microsoft.com/office/drawing/2014/main" id="{C6C579E1-CB9D-4EF0-900D-1BD5F9B62DC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70705"/>
                          <a:ext cx="101484" cy="1016226"/>
                          <a:chOff x="1800622" y="2364951"/>
                          <a:chExt cx="101484" cy="1016226"/>
                        </a:xfrm>
                      </p:grpSpPr>
                      <p:sp>
                        <p:nvSpPr>
                          <p:cNvPr id="5495" name="Flowchart: Connector 5494">
                            <a:extLst>
                              <a:ext uri="{FF2B5EF4-FFF2-40B4-BE49-F238E27FC236}">
                                <a16:creationId xmlns:a16="http://schemas.microsoft.com/office/drawing/2014/main" id="{85F16398-6479-49A7-8D9B-15B8549E3B6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496" name="Flowchart: Connector 5495">
                            <a:extLst>
                              <a:ext uri="{FF2B5EF4-FFF2-40B4-BE49-F238E27FC236}">
                                <a16:creationId xmlns:a16="http://schemas.microsoft.com/office/drawing/2014/main" id="{1AD0E272-8BBD-482A-9F8F-585BFE043E7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497" name="Flowchart: Connector 5496">
                            <a:extLst>
                              <a:ext uri="{FF2B5EF4-FFF2-40B4-BE49-F238E27FC236}">
                                <a16:creationId xmlns:a16="http://schemas.microsoft.com/office/drawing/2014/main" id="{2562B52B-BC3B-4911-B5AF-FDE6EA18027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498" name="Flowchart: Connector 5497">
                            <a:extLst>
                              <a:ext uri="{FF2B5EF4-FFF2-40B4-BE49-F238E27FC236}">
                                <a16:creationId xmlns:a16="http://schemas.microsoft.com/office/drawing/2014/main" id="{79229357-109A-42D9-8EAE-AB2AE5118E3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649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5439" name="Group 5438">
                          <a:extLst>
                            <a:ext uri="{FF2B5EF4-FFF2-40B4-BE49-F238E27FC236}">
                              <a16:creationId xmlns:a16="http://schemas.microsoft.com/office/drawing/2014/main" id="{A8AFCDF7-1C4F-4A5D-8918-06AB193419E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23034"/>
                          <a:ext cx="1057223" cy="1476716"/>
                          <a:chOff x="2114232" y="1523034"/>
                          <a:chExt cx="1057223" cy="1476716"/>
                        </a:xfrm>
                      </p:grpSpPr>
                      <p:grpSp>
                        <p:nvGrpSpPr>
                          <p:cNvPr id="5440" name="Group 5439">
                            <a:extLst>
                              <a:ext uri="{FF2B5EF4-FFF2-40B4-BE49-F238E27FC236}">
                                <a16:creationId xmlns:a16="http://schemas.microsoft.com/office/drawing/2014/main" id="{5E0F62D6-6665-4B1D-BD2C-F2650C45A9A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47544" cy="539639"/>
                            <a:chOff x="3717189" y="1719497"/>
                            <a:chExt cx="1047544" cy="539639"/>
                          </a:xfrm>
                        </p:grpSpPr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488" name="3D Model 5487" descr="Sphere">
                                  <a:extLst>
                                    <a:ext uri="{FF2B5EF4-FFF2-40B4-BE49-F238E27FC236}">
                                      <a16:creationId xmlns:a16="http://schemas.microsoft.com/office/drawing/2014/main" id="{A902189D-7C37-49C9-AE8A-827B457D404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7581067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489" name="Flowchart: Connector 5488">
                              <a:extLst>
                                <a:ext uri="{FF2B5EF4-FFF2-40B4-BE49-F238E27FC236}">
                                  <a16:creationId xmlns:a16="http://schemas.microsoft.com/office/drawing/2014/main" id="{141C7AC1-743E-4B1C-AACC-2BDC5149E0E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490" name="3D Model 5489" descr="Sphere">
                                  <a:extLst>
                                    <a:ext uri="{FF2B5EF4-FFF2-40B4-BE49-F238E27FC236}">
                                      <a16:creationId xmlns:a16="http://schemas.microsoft.com/office/drawing/2014/main" id="{E4E7FE23-6ED6-41C3-ABD3-B4BB7636429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733579983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491" name="Flowchart: Connector 5490">
                              <a:extLst>
                                <a:ext uri="{FF2B5EF4-FFF2-40B4-BE49-F238E27FC236}">
                                  <a16:creationId xmlns:a16="http://schemas.microsoft.com/office/drawing/2014/main" id="{7BA0F4DC-CA10-4EC2-BCD0-B050FFE97A8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492" name="3D Model 5491" descr="Sphere">
                                  <a:extLst>
                                    <a:ext uri="{FF2B5EF4-FFF2-40B4-BE49-F238E27FC236}">
                                      <a16:creationId xmlns:a16="http://schemas.microsoft.com/office/drawing/2014/main" id="{99601658-28CA-406D-A560-E032CEE3DCD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4668272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493" name="Flowchart: Connector 5492">
                              <a:extLst>
                                <a:ext uri="{FF2B5EF4-FFF2-40B4-BE49-F238E27FC236}">
                                  <a16:creationId xmlns:a16="http://schemas.microsoft.com/office/drawing/2014/main" id="{182D851A-F9DA-4808-8850-68A132743C0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494" name="3D Model 5493" descr="Sphere">
                                  <a:extLst>
                                    <a:ext uri="{FF2B5EF4-FFF2-40B4-BE49-F238E27FC236}">
                                      <a16:creationId xmlns:a16="http://schemas.microsoft.com/office/drawing/2014/main" id="{24DF69E0-CE34-42A4-842B-4A6DEFF68EB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767694207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5441" name="Group 5440">
                            <a:extLst>
                              <a:ext uri="{FF2B5EF4-FFF2-40B4-BE49-F238E27FC236}">
                                <a16:creationId xmlns:a16="http://schemas.microsoft.com/office/drawing/2014/main" id="{CE5D1F1C-0B40-4190-9980-7A378163D92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5473" name="Flowchart: Connector 5472">
                              <a:extLst>
                                <a:ext uri="{FF2B5EF4-FFF2-40B4-BE49-F238E27FC236}">
                                  <a16:creationId xmlns:a16="http://schemas.microsoft.com/office/drawing/2014/main" id="{7EC1ED2A-3BB6-4B73-80C7-BAA5871908F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474" name="Flowchart: Connector 5473">
                              <a:extLst>
                                <a:ext uri="{FF2B5EF4-FFF2-40B4-BE49-F238E27FC236}">
                                  <a16:creationId xmlns:a16="http://schemas.microsoft.com/office/drawing/2014/main" id="{FA95208E-CAF8-4F24-950B-3C223F6FB89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475" name="Flowchart: Connector 5474">
                              <a:extLst>
                                <a:ext uri="{FF2B5EF4-FFF2-40B4-BE49-F238E27FC236}">
                                  <a16:creationId xmlns:a16="http://schemas.microsoft.com/office/drawing/2014/main" id="{9735EF1C-32F7-4476-A0C6-8C9AE695759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476" name="Flowchart: Connector 5475">
                              <a:extLst>
                                <a:ext uri="{FF2B5EF4-FFF2-40B4-BE49-F238E27FC236}">
                                  <a16:creationId xmlns:a16="http://schemas.microsoft.com/office/drawing/2014/main" id="{009D87DA-FEB6-4245-889B-2036121AC7D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477" name="Flowchart: Connector 5476">
                              <a:extLst>
                                <a:ext uri="{FF2B5EF4-FFF2-40B4-BE49-F238E27FC236}">
                                  <a16:creationId xmlns:a16="http://schemas.microsoft.com/office/drawing/2014/main" id="{A833875D-2155-4978-A7D6-2C83726F862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478" name="Flowchart: Connector 5477">
                              <a:extLst>
                                <a:ext uri="{FF2B5EF4-FFF2-40B4-BE49-F238E27FC236}">
                                  <a16:creationId xmlns:a16="http://schemas.microsoft.com/office/drawing/2014/main" id="{94C91365-434C-41EC-906E-816E70B1342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479" name="Flowchart: Connector 5478">
                              <a:extLst>
                                <a:ext uri="{FF2B5EF4-FFF2-40B4-BE49-F238E27FC236}">
                                  <a16:creationId xmlns:a16="http://schemas.microsoft.com/office/drawing/2014/main" id="{A93A81D0-74BD-4A77-ABC2-49E870E3C52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480" name="Flowchart: Connector 5479">
                              <a:extLst>
                                <a:ext uri="{FF2B5EF4-FFF2-40B4-BE49-F238E27FC236}">
                                  <a16:creationId xmlns:a16="http://schemas.microsoft.com/office/drawing/2014/main" id="{005B3FF7-63F4-4D51-B1FA-23AF74BB106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481" name="3D Model 5480" descr="Sphere">
                                  <a:extLst>
                                    <a:ext uri="{FF2B5EF4-FFF2-40B4-BE49-F238E27FC236}">
                                      <a16:creationId xmlns:a16="http://schemas.microsoft.com/office/drawing/2014/main" id="{9939D23C-9C5C-48F3-83A9-9A52D5C207B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786271103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482" name="Flowchart: Connector 5481">
                              <a:extLst>
                                <a:ext uri="{FF2B5EF4-FFF2-40B4-BE49-F238E27FC236}">
                                  <a16:creationId xmlns:a16="http://schemas.microsoft.com/office/drawing/2014/main" id="{25228A67-8EE9-40B0-BA7E-A8F343F2C5F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483" name="3D Model 5482" descr="Sphere">
                                  <a:extLst>
                                    <a:ext uri="{FF2B5EF4-FFF2-40B4-BE49-F238E27FC236}">
                                      <a16:creationId xmlns:a16="http://schemas.microsoft.com/office/drawing/2014/main" id="{DFA63BFD-787A-41B1-8872-50A103A79C4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24178614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484" name="Flowchart: Connector 5483">
                              <a:extLst>
                                <a:ext uri="{FF2B5EF4-FFF2-40B4-BE49-F238E27FC236}">
                                  <a16:creationId xmlns:a16="http://schemas.microsoft.com/office/drawing/2014/main" id="{87452FEF-F660-4B10-8EFD-9830EF439E9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485" name="3D Model 5484" descr="Sphere">
                                  <a:extLst>
                                    <a:ext uri="{FF2B5EF4-FFF2-40B4-BE49-F238E27FC236}">
                                      <a16:creationId xmlns:a16="http://schemas.microsoft.com/office/drawing/2014/main" id="{3FF03C9E-B077-4FB5-9812-2F295484AD9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586335266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486" name="Flowchart: Connector 5485">
                              <a:extLst>
                                <a:ext uri="{FF2B5EF4-FFF2-40B4-BE49-F238E27FC236}">
                                  <a16:creationId xmlns:a16="http://schemas.microsoft.com/office/drawing/2014/main" id="{652344D0-239A-4A6A-8A97-F35EAC0A2FC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487" name="3D Model 5486" descr="Sphere">
                                  <a:extLst>
                                    <a:ext uri="{FF2B5EF4-FFF2-40B4-BE49-F238E27FC236}">
                                      <a16:creationId xmlns:a16="http://schemas.microsoft.com/office/drawing/2014/main" id="{BEF7DD4D-195A-44D2-B72B-48EAC8CC8BF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71855016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5442" name="Group 5441">
                            <a:extLst>
                              <a:ext uri="{FF2B5EF4-FFF2-40B4-BE49-F238E27FC236}">
                                <a16:creationId xmlns:a16="http://schemas.microsoft.com/office/drawing/2014/main" id="{A9C8D4EA-716D-461F-BF71-75899373ADC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5458" name="Flowchart: Connector 5457">
                              <a:extLst>
                                <a:ext uri="{FF2B5EF4-FFF2-40B4-BE49-F238E27FC236}">
                                  <a16:creationId xmlns:a16="http://schemas.microsoft.com/office/drawing/2014/main" id="{E793E61D-8DAB-45E1-93CD-40A457E0F5E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459" name="Flowchart: Connector 5458">
                              <a:extLst>
                                <a:ext uri="{FF2B5EF4-FFF2-40B4-BE49-F238E27FC236}">
                                  <a16:creationId xmlns:a16="http://schemas.microsoft.com/office/drawing/2014/main" id="{DDBC0A48-7260-40B0-8B6A-522C867F50C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460" name="Flowchart: Connector 5459">
                              <a:extLst>
                                <a:ext uri="{FF2B5EF4-FFF2-40B4-BE49-F238E27FC236}">
                                  <a16:creationId xmlns:a16="http://schemas.microsoft.com/office/drawing/2014/main" id="{2F44F5D2-F13F-4FA0-B5DC-02A8AF38B72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461" name="Flowchart: Connector 5460">
                              <a:extLst>
                                <a:ext uri="{FF2B5EF4-FFF2-40B4-BE49-F238E27FC236}">
                                  <a16:creationId xmlns:a16="http://schemas.microsoft.com/office/drawing/2014/main" id="{FABFA63C-DB4A-4D51-8D3E-B41D3940842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462" name="Flowchart: Connector 5461">
                              <a:extLst>
                                <a:ext uri="{FF2B5EF4-FFF2-40B4-BE49-F238E27FC236}">
                                  <a16:creationId xmlns:a16="http://schemas.microsoft.com/office/drawing/2014/main" id="{8FD89C2C-8340-4066-B396-FDD2552EB29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463" name="Flowchart: Connector 5462">
                              <a:extLst>
                                <a:ext uri="{FF2B5EF4-FFF2-40B4-BE49-F238E27FC236}">
                                  <a16:creationId xmlns:a16="http://schemas.microsoft.com/office/drawing/2014/main" id="{DD632984-140C-4D8E-B24F-D88C8F615DE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464" name="Flowchart: Connector 5463">
                              <a:extLst>
                                <a:ext uri="{FF2B5EF4-FFF2-40B4-BE49-F238E27FC236}">
                                  <a16:creationId xmlns:a16="http://schemas.microsoft.com/office/drawing/2014/main" id="{7C92FA04-0A83-412B-B257-7FC675E4E66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465" name="Flowchart: Connector 5464">
                              <a:extLst>
                                <a:ext uri="{FF2B5EF4-FFF2-40B4-BE49-F238E27FC236}">
                                  <a16:creationId xmlns:a16="http://schemas.microsoft.com/office/drawing/2014/main" id="{63599552-9445-498B-B86B-77050B18B8A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466" name="3D Model 5465" descr="Sphere">
                                  <a:extLst>
                                    <a:ext uri="{FF2B5EF4-FFF2-40B4-BE49-F238E27FC236}">
                                      <a16:creationId xmlns:a16="http://schemas.microsoft.com/office/drawing/2014/main" id="{D4009F3B-116C-4733-9DC5-3E87E64CE67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615094671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467" name="Flowchart: Connector 5466">
                              <a:extLst>
                                <a:ext uri="{FF2B5EF4-FFF2-40B4-BE49-F238E27FC236}">
                                  <a16:creationId xmlns:a16="http://schemas.microsoft.com/office/drawing/2014/main" id="{69A88C50-A571-4A70-A757-F7CDEADFC53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468" name="3D Model 5467" descr="Sphere">
                                  <a:extLst>
                                    <a:ext uri="{FF2B5EF4-FFF2-40B4-BE49-F238E27FC236}">
                                      <a16:creationId xmlns:a16="http://schemas.microsoft.com/office/drawing/2014/main" id="{97F98DAF-2D63-4CF8-8B7A-9D7957684A6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608039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469" name="Flowchart: Connector 5468">
                              <a:extLst>
                                <a:ext uri="{FF2B5EF4-FFF2-40B4-BE49-F238E27FC236}">
                                  <a16:creationId xmlns:a16="http://schemas.microsoft.com/office/drawing/2014/main" id="{46B90EE9-36C9-470F-B97A-B05FC31D9C5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470" name="3D Model 5469" descr="Sphere">
                                  <a:extLst>
                                    <a:ext uri="{FF2B5EF4-FFF2-40B4-BE49-F238E27FC236}">
                                      <a16:creationId xmlns:a16="http://schemas.microsoft.com/office/drawing/2014/main" id="{B091E85C-F274-40E5-B6C6-4786E98EBB4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23204648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471" name="Flowchart: Connector 5470">
                              <a:extLst>
                                <a:ext uri="{FF2B5EF4-FFF2-40B4-BE49-F238E27FC236}">
                                  <a16:creationId xmlns:a16="http://schemas.microsoft.com/office/drawing/2014/main" id="{B0C5760B-A614-429D-BD86-2B30B29A293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472" name="3D Model 5471" descr="Sphere">
                                  <a:extLst>
                                    <a:ext uri="{FF2B5EF4-FFF2-40B4-BE49-F238E27FC236}">
                                      <a16:creationId xmlns:a16="http://schemas.microsoft.com/office/drawing/2014/main" id="{3D596B0A-80D2-41CC-A316-D09808DD7E5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64459501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5443" name="Flowchart: Connector 5442">
                            <a:extLst>
                              <a:ext uri="{FF2B5EF4-FFF2-40B4-BE49-F238E27FC236}">
                                <a16:creationId xmlns:a16="http://schemas.microsoft.com/office/drawing/2014/main" id="{CD5CDF80-8DF0-4E87-8895-8BCF00BE8FD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444" name="Flowchart: Connector 5443">
                            <a:extLst>
                              <a:ext uri="{FF2B5EF4-FFF2-40B4-BE49-F238E27FC236}">
                                <a16:creationId xmlns:a16="http://schemas.microsoft.com/office/drawing/2014/main" id="{E2A9EF3B-4D3F-4955-91A7-29D7D21A913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445" name="Flowchart: Connector 5444">
                            <a:extLst>
                              <a:ext uri="{FF2B5EF4-FFF2-40B4-BE49-F238E27FC236}">
                                <a16:creationId xmlns:a16="http://schemas.microsoft.com/office/drawing/2014/main" id="{D8839EA8-CDA6-469A-931E-926E3800953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446" name="Flowchart: Connector 5445">
                            <a:extLst>
                              <a:ext uri="{FF2B5EF4-FFF2-40B4-BE49-F238E27FC236}">
                                <a16:creationId xmlns:a16="http://schemas.microsoft.com/office/drawing/2014/main" id="{E0857311-8E21-4793-B17E-D6E37F0F75B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447" name="Flowchart: Connector 5446">
                            <a:extLst>
                              <a:ext uri="{FF2B5EF4-FFF2-40B4-BE49-F238E27FC236}">
                                <a16:creationId xmlns:a16="http://schemas.microsoft.com/office/drawing/2014/main" id="{1D119C5D-96C5-4D68-B18C-132C5AE9CEA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448" name="Flowchart: Connector 5447">
                            <a:extLst>
                              <a:ext uri="{FF2B5EF4-FFF2-40B4-BE49-F238E27FC236}">
                                <a16:creationId xmlns:a16="http://schemas.microsoft.com/office/drawing/2014/main" id="{9D61FC1D-E53A-448D-AE6A-C41D9AB90E3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449" name="Flowchart: Connector 5448">
                            <a:extLst>
                              <a:ext uri="{FF2B5EF4-FFF2-40B4-BE49-F238E27FC236}">
                                <a16:creationId xmlns:a16="http://schemas.microsoft.com/office/drawing/2014/main" id="{4693A090-E3EC-42F9-87FE-77ACFB287F7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450" name="Flowchart: Connector 5449">
                            <a:extLst>
                              <a:ext uri="{FF2B5EF4-FFF2-40B4-BE49-F238E27FC236}">
                                <a16:creationId xmlns:a16="http://schemas.microsoft.com/office/drawing/2014/main" id="{983BEB5C-4B50-4828-9EF2-CB9C61D40E2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451" name="3D Model 5450" descr="Sphere">
                                <a:extLst>
                                  <a:ext uri="{FF2B5EF4-FFF2-40B4-BE49-F238E27FC236}">
                                    <a16:creationId xmlns:a16="http://schemas.microsoft.com/office/drawing/2014/main" id="{3A776E75-FCF9-4230-958E-4C65CF09954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514194200"/>
                                  </p:ext>
                                </p:extLst>
                              </p:nvPr>
                            </p:nvGraphicFramePr>
                            <p:xfrm>
                              <a:off x="2134543" y="1523034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85" name="3D Model 1784" descr="Sphere">
                                <a:extLst>
                                  <a:ext uri="{FF2B5EF4-FFF2-40B4-BE49-F238E27FC236}">
                                    <a16:creationId xmlns:a16="http://schemas.microsoft.com/office/drawing/2014/main" id="{6D8D156A-9212-40F8-AB71-FD05DB2D441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576006" y="2212139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452" name="Flowchart: Connector 5451">
                            <a:extLst>
                              <a:ext uri="{FF2B5EF4-FFF2-40B4-BE49-F238E27FC236}">
                                <a16:creationId xmlns:a16="http://schemas.microsoft.com/office/drawing/2014/main" id="{76BA4655-28CF-4494-B986-B176633B43E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453" name="3D Model 5452" descr="Sphere">
                                <a:extLst>
                                  <a:ext uri="{FF2B5EF4-FFF2-40B4-BE49-F238E27FC236}">
                                    <a16:creationId xmlns:a16="http://schemas.microsoft.com/office/drawing/2014/main" id="{E698A9F4-558F-447E-BB3E-019AC535557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596789976"/>
                                  </p:ext>
                                </p:extLst>
                              </p:nvPr>
                            </p:nvGraphicFramePr>
                            <p:xfrm>
                              <a:off x="2371307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87" name="3D Model 1786" descr="Sphere">
                                <a:extLst>
                                  <a:ext uri="{FF2B5EF4-FFF2-40B4-BE49-F238E27FC236}">
                                    <a16:creationId xmlns:a16="http://schemas.microsoft.com/office/drawing/2014/main" id="{5B9C11A0-A5EB-48E5-9C99-D6CC523E7C05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617134" y="222282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454" name="Flowchart: Connector 5453">
                            <a:extLst>
                              <a:ext uri="{FF2B5EF4-FFF2-40B4-BE49-F238E27FC236}">
                                <a16:creationId xmlns:a16="http://schemas.microsoft.com/office/drawing/2014/main" id="{C92FE5E3-78C5-469A-9620-AD92216614E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4559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455" name="3D Model 5454" descr="Sphere">
                                <a:extLst>
                                  <a:ext uri="{FF2B5EF4-FFF2-40B4-BE49-F238E27FC236}">
                                    <a16:creationId xmlns:a16="http://schemas.microsoft.com/office/drawing/2014/main" id="{EF011CAC-CDF8-4B93-B6A1-AF1C86143AE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393833091"/>
                                  </p:ext>
                                </p:extLst>
                              </p:nvPr>
                            </p:nvGraphicFramePr>
                            <p:xfrm>
                              <a:off x="2609177" y="164155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89" name="3D Model 1788" descr="Sphere">
                                <a:extLst>
                                  <a:ext uri="{FF2B5EF4-FFF2-40B4-BE49-F238E27FC236}">
                                    <a16:creationId xmlns:a16="http://schemas.microsoft.com/office/drawing/2014/main" id="{1680DC85-ABFE-4B62-A3FF-460277F0C2B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658453" y="2234461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456" name="Flowchart: Connector 5455">
                            <a:extLst>
                              <a:ext uri="{FF2B5EF4-FFF2-40B4-BE49-F238E27FC236}">
                                <a16:creationId xmlns:a16="http://schemas.microsoft.com/office/drawing/2014/main" id="{C4CFC0CB-73E5-49D6-A537-506B65C9CF4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457" name="3D Model 5456" descr="Sphere">
                                <a:extLst>
                                  <a:ext uri="{FF2B5EF4-FFF2-40B4-BE49-F238E27FC236}">
                                    <a16:creationId xmlns:a16="http://schemas.microsoft.com/office/drawing/2014/main" id="{5E9ED4AC-323F-4C71-AC9F-1E65B15D4B9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515245447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6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6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91" name="3D Model 1790" descr="Sphere">
                                <a:extLst>
                                  <a:ext uri="{FF2B5EF4-FFF2-40B4-BE49-F238E27FC236}">
                                    <a16:creationId xmlns:a16="http://schemas.microsoft.com/office/drawing/2014/main" id="{B554EB58-415D-4816-A746-1959796105FD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705079" y="2250855"/>
                                <a:ext cx="51046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5218" name="Group 5217">
                        <a:extLst>
                          <a:ext uri="{FF2B5EF4-FFF2-40B4-BE49-F238E27FC236}">
                            <a16:creationId xmlns:a16="http://schemas.microsoft.com/office/drawing/2014/main" id="{04D9F6B1-1F9F-4586-9CC5-CA5F8ADBB99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3325" y="2268938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5435" name="Flowchart: Connector 5434">
                          <a:extLst>
                            <a:ext uri="{FF2B5EF4-FFF2-40B4-BE49-F238E27FC236}">
                              <a16:creationId xmlns:a16="http://schemas.microsoft.com/office/drawing/2014/main" id="{38666932-46E7-4A93-BAF3-123C7B9D55C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436" name="Flowchart: Connector 5435">
                          <a:extLst>
                            <a:ext uri="{FF2B5EF4-FFF2-40B4-BE49-F238E27FC236}">
                              <a16:creationId xmlns:a16="http://schemas.microsoft.com/office/drawing/2014/main" id="{0F00EB00-8B1D-43F7-8E19-E66B48385B8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437" name="Flowchart: Connector 5436">
                          <a:extLst>
                            <a:ext uri="{FF2B5EF4-FFF2-40B4-BE49-F238E27FC236}">
                              <a16:creationId xmlns:a16="http://schemas.microsoft.com/office/drawing/2014/main" id="{2686D8EB-200F-4C81-B6BF-7DCF09F1C20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5219" name="Flowchart: Connector 5218">
                        <a:extLst>
                          <a:ext uri="{FF2B5EF4-FFF2-40B4-BE49-F238E27FC236}">
                            <a16:creationId xmlns:a16="http://schemas.microsoft.com/office/drawing/2014/main" id="{C428AC31-145A-4CA8-B27C-907630B14ED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37026" y="201261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220" name="Flowchart: Connector 5219">
                        <a:extLst>
                          <a:ext uri="{FF2B5EF4-FFF2-40B4-BE49-F238E27FC236}">
                            <a16:creationId xmlns:a16="http://schemas.microsoft.com/office/drawing/2014/main" id="{C45138F6-6339-4C8E-8942-EF9241E7C11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588002" y="208727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5221" name="Group 5220">
                        <a:extLst>
                          <a:ext uri="{FF2B5EF4-FFF2-40B4-BE49-F238E27FC236}">
                            <a16:creationId xmlns:a16="http://schemas.microsoft.com/office/drawing/2014/main" id="{61030084-55BC-43B6-9C73-3751E9848C17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228750">
                        <a:off x="1171220" y="1918660"/>
                        <a:ext cx="698062" cy="387533"/>
                        <a:chOff x="854933" y="2290871"/>
                        <a:chExt cx="698062" cy="387533"/>
                      </a:xfrm>
                    </p:grpSpPr>
                    <p:sp>
                      <p:nvSpPr>
                        <p:cNvPr id="5432" name="Flowchart: Connector 5431">
                          <a:extLst>
                            <a:ext uri="{FF2B5EF4-FFF2-40B4-BE49-F238E27FC236}">
                              <a16:creationId xmlns:a16="http://schemas.microsoft.com/office/drawing/2014/main" id="{6A91C0B0-FF45-423B-8B4A-D36C90FF16C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3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433" name="Flowchart: Connector 5432">
                          <a:extLst>
                            <a:ext uri="{FF2B5EF4-FFF2-40B4-BE49-F238E27FC236}">
                              <a16:creationId xmlns:a16="http://schemas.microsoft.com/office/drawing/2014/main" id="{2C2EE5E8-817B-4633-8929-F47DC5FD8C2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5206" y="2377897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434" name="Flowchart: Connector 5433">
                          <a:extLst>
                            <a:ext uri="{FF2B5EF4-FFF2-40B4-BE49-F238E27FC236}">
                              <a16:creationId xmlns:a16="http://schemas.microsoft.com/office/drawing/2014/main" id="{81CEBC63-FC7A-49AB-B6BA-4413951F97F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41136" y="2462404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5222" name="Group 5221">
                        <a:extLst>
                          <a:ext uri="{FF2B5EF4-FFF2-40B4-BE49-F238E27FC236}">
                            <a16:creationId xmlns:a16="http://schemas.microsoft.com/office/drawing/2014/main" id="{2CF6A322-B7CF-4CDF-B1DA-0388BC1AA4D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49741" y="1890320"/>
                        <a:ext cx="1098636" cy="1497980"/>
                        <a:chOff x="2089993" y="1501770"/>
                        <a:chExt cx="1098636" cy="1497980"/>
                      </a:xfrm>
                    </p:grpSpPr>
                    <p:grpSp>
                      <p:nvGrpSpPr>
                        <p:cNvPr id="5367" name="Group 5366">
                          <a:extLst>
                            <a:ext uri="{FF2B5EF4-FFF2-40B4-BE49-F238E27FC236}">
                              <a16:creationId xmlns:a16="http://schemas.microsoft.com/office/drawing/2014/main" id="{F83953BB-4412-4FAE-B0BC-6BAE2452D47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34990"/>
                          <a:ext cx="101484" cy="1051941"/>
                          <a:chOff x="1800622" y="2329236"/>
                          <a:chExt cx="101484" cy="1051941"/>
                        </a:xfrm>
                      </p:grpSpPr>
                      <p:sp>
                        <p:nvSpPr>
                          <p:cNvPr id="5428" name="Flowchart: Connector 5427">
                            <a:extLst>
                              <a:ext uri="{FF2B5EF4-FFF2-40B4-BE49-F238E27FC236}">
                                <a16:creationId xmlns:a16="http://schemas.microsoft.com/office/drawing/2014/main" id="{45918380-BDDF-450C-A25D-97E2D80223A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429" name="Flowchart: Connector 5428">
                            <a:extLst>
                              <a:ext uri="{FF2B5EF4-FFF2-40B4-BE49-F238E27FC236}">
                                <a16:creationId xmlns:a16="http://schemas.microsoft.com/office/drawing/2014/main" id="{5862DA11-5605-4AC8-968E-1C67CD7B575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430" name="Flowchart: Connector 5429">
                            <a:extLst>
                              <a:ext uri="{FF2B5EF4-FFF2-40B4-BE49-F238E27FC236}">
                                <a16:creationId xmlns:a16="http://schemas.microsoft.com/office/drawing/2014/main" id="{A2FE576B-418C-421D-B162-5AF8625C8EB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431" name="Flowchart: Connector 5430">
                            <a:extLst>
                              <a:ext uri="{FF2B5EF4-FFF2-40B4-BE49-F238E27FC236}">
                                <a16:creationId xmlns:a16="http://schemas.microsoft.com/office/drawing/2014/main" id="{7B08C07F-99E2-42D4-9C2D-1B276C6A568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2923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5368" name="Group 5367">
                          <a:extLst>
                            <a:ext uri="{FF2B5EF4-FFF2-40B4-BE49-F238E27FC236}">
                              <a16:creationId xmlns:a16="http://schemas.microsoft.com/office/drawing/2014/main" id="{848687B3-C9D9-4DDE-A595-4FD081952E3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01770"/>
                          <a:ext cx="1074397" cy="1497980"/>
                          <a:chOff x="2114232" y="1501770"/>
                          <a:chExt cx="1074397" cy="1497980"/>
                        </a:xfrm>
                      </p:grpSpPr>
                      <p:grpSp>
                        <p:nvGrpSpPr>
                          <p:cNvPr id="5369" name="Group 5368">
                            <a:extLst>
                              <a:ext uri="{FF2B5EF4-FFF2-40B4-BE49-F238E27FC236}">
                                <a16:creationId xmlns:a16="http://schemas.microsoft.com/office/drawing/2014/main" id="{F3B54CD6-EA77-423F-9EF3-0AB0938F47E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5420" name="Flowchart: Connector 5419">
                              <a:extLst>
                                <a:ext uri="{FF2B5EF4-FFF2-40B4-BE49-F238E27FC236}">
                                  <a16:creationId xmlns:a16="http://schemas.microsoft.com/office/drawing/2014/main" id="{59F25130-56D9-4A6D-BE09-47D5513FF5C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421" name="3D Model 5420" descr="Sphere">
                                  <a:extLst>
                                    <a:ext uri="{FF2B5EF4-FFF2-40B4-BE49-F238E27FC236}">
                                      <a16:creationId xmlns:a16="http://schemas.microsoft.com/office/drawing/2014/main" id="{509D65DC-25EA-46A6-AC68-71F9418046F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631350160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422" name="Flowchart: Connector 5421">
                              <a:extLst>
                                <a:ext uri="{FF2B5EF4-FFF2-40B4-BE49-F238E27FC236}">
                                  <a16:creationId xmlns:a16="http://schemas.microsoft.com/office/drawing/2014/main" id="{EC1B6C0F-CCC3-42F1-A93D-9896D21BBF3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423" name="3D Model 5422" descr="Sphere">
                                  <a:extLst>
                                    <a:ext uri="{FF2B5EF4-FFF2-40B4-BE49-F238E27FC236}">
                                      <a16:creationId xmlns:a16="http://schemas.microsoft.com/office/drawing/2014/main" id="{1CB27276-38A6-4464-AA56-A4B963963A5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51349906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424" name="Flowchart: Connector 5423">
                              <a:extLst>
                                <a:ext uri="{FF2B5EF4-FFF2-40B4-BE49-F238E27FC236}">
                                  <a16:creationId xmlns:a16="http://schemas.microsoft.com/office/drawing/2014/main" id="{D9775C2D-2265-4B57-B31C-E02BDBD26B1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425" name="3D Model 5424" descr="Sphere">
                                  <a:extLst>
                                    <a:ext uri="{FF2B5EF4-FFF2-40B4-BE49-F238E27FC236}">
                                      <a16:creationId xmlns:a16="http://schemas.microsoft.com/office/drawing/2014/main" id="{0BF37B33-4DFB-4C26-8A6E-760A6A768CF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802819512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426" name="Flowchart: Connector 5425">
                              <a:extLst>
                                <a:ext uri="{FF2B5EF4-FFF2-40B4-BE49-F238E27FC236}">
                                  <a16:creationId xmlns:a16="http://schemas.microsoft.com/office/drawing/2014/main" id="{93A9C99C-4373-4A3C-8E91-46682670D97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427" name="3D Model 5426" descr="Sphere">
                                  <a:extLst>
                                    <a:ext uri="{FF2B5EF4-FFF2-40B4-BE49-F238E27FC236}">
                                      <a16:creationId xmlns:a16="http://schemas.microsoft.com/office/drawing/2014/main" id="{F96E60FB-BB7C-45C9-97DB-0ED762D72B1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8389968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5370" name="Group 5369">
                            <a:extLst>
                              <a:ext uri="{FF2B5EF4-FFF2-40B4-BE49-F238E27FC236}">
                                <a16:creationId xmlns:a16="http://schemas.microsoft.com/office/drawing/2014/main" id="{89AD530C-DAE2-4103-939B-5159B01B9FD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5404" name="Flowchart: Connector 5403">
                              <a:extLst>
                                <a:ext uri="{FF2B5EF4-FFF2-40B4-BE49-F238E27FC236}">
                                  <a16:creationId xmlns:a16="http://schemas.microsoft.com/office/drawing/2014/main" id="{698DC099-B137-48A0-9401-5536C4DB5DF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405" name="Flowchart: Connector 5404">
                              <a:extLst>
                                <a:ext uri="{FF2B5EF4-FFF2-40B4-BE49-F238E27FC236}">
                                  <a16:creationId xmlns:a16="http://schemas.microsoft.com/office/drawing/2014/main" id="{F63F7077-7CA4-4670-8BCB-636173511F2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406" name="Flowchart: Connector 5405">
                              <a:extLst>
                                <a:ext uri="{FF2B5EF4-FFF2-40B4-BE49-F238E27FC236}">
                                  <a16:creationId xmlns:a16="http://schemas.microsoft.com/office/drawing/2014/main" id="{BF08507C-3EF0-4E30-8373-E9FC3E60746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407" name="Flowchart: Connector 5406">
                              <a:extLst>
                                <a:ext uri="{FF2B5EF4-FFF2-40B4-BE49-F238E27FC236}">
                                  <a16:creationId xmlns:a16="http://schemas.microsoft.com/office/drawing/2014/main" id="{F354A443-23BD-4214-905A-23C089D3538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408" name="Flowchart: Connector 5407">
                              <a:extLst>
                                <a:ext uri="{FF2B5EF4-FFF2-40B4-BE49-F238E27FC236}">
                                  <a16:creationId xmlns:a16="http://schemas.microsoft.com/office/drawing/2014/main" id="{BFBBC670-0072-492F-95AA-403B3A56664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409" name="Flowchart: Connector 5408">
                              <a:extLst>
                                <a:ext uri="{FF2B5EF4-FFF2-40B4-BE49-F238E27FC236}">
                                  <a16:creationId xmlns:a16="http://schemas.microsoft.com/office/drawing/2014/main" id="{0DED7B69-87E7-49E3-8ED7-A499AD14A1D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410" name="Flowchart: Connector 5409">
                              <a:extLst>
                                <a:ext uri="{FF2B5EF4-FFF2-40B4-BE49-F238E27FC236}">
                                  <a16:creationId xmlns:a16="http://schemas.microsoft.com/office/drawing/2014/main" id="{9738E9B1-66DF-41D8-8128-722BAFF6111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411" name="Flowchart: Connector 5410">
                              <a:extLst>
                                <a:ext uri="{FF2B5EF4-FFF2-40B4-BE49-F238E27FC236}">
                                  <a16:creationId xmlns:a16="http://schemas.microsoft.com/office/drawing/2014/main" id="{9B06A934-04DC-4950-BF49-AD6D328F4DE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412" name="Flowchart: Connector 5411">
                              <a:extLst>
                                <a:ext uri="{FF2B5EF4-FFF2-40B4-BE49-F238E27FC236}">
                                  <a16:creationId xmlns:a16="http://schemas.microsoft.com/office/drawing/2014/main" id="{7854F6F3-4255-49F9-A732-4029AA954FB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413" name="3D Model 5412" descr="Sphere">
                                  <a:extLst>
                                    <a:ext uri="{FF2B5EF4-FFF2-40B4-BE49-F238E27FC236}">
                                      <a16:creationId xmlns:a16="http://schemas.microsoft.com/office/drawing/2014/main" id="{873FFF2D-9E63-42F2-83FD-6A723C7ECCB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714870882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414" name="Flowchart: Connector 5413">
                              <a:extLst>
                                <a:ext uri="{FF2B5EF4-FFF2-40B4-BE49-F238E27FC236}">
                                  <a16:creationId xmlns:a16="http://schemas.microsoft.com/office/drawing/2014/main" id="{DD77E840-FBA6-47AD-BAB7-D01ABDCE0FF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415" name="3D Model 5414" descr="Sphere">
                                  <a:extLst>
                                    <a:ext uri="{FF2B5EF4-FFF2-40B4-BE49-F238E27FC236}">
                                      <a16:creationId xmlns:a16="http://schemas.microsoft.com/office/drawing/2014/main" id="{A036D623-1941-465A-866A-6B31C349074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67724682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416" name="Flowchart: Connector 5415">
                              <a:extLst>
                                <a:ext uri="{FF2B5EF4-FFF2-40B4-BE49-F238E27FC236}">
                                  <a16:creationId xmlns:a16="http://schemas.microsoft.com/office/drawing/2014/main" id="{5316BAFB-BE0E-44E0-B4EE-827859F9D38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417" name="3D Model 5416" descr="Sphere">
                                  <a:extLst>
                                    <a:ext uri="{FF2B5EF4-FFF2-40B4-BE49-F238E27FC236}">
                                      <a16:creationId xmlns:a16="http://schemas.microsoft.com/office/drawing/2014/main" id="{508184A3-E9A2-442E-9868-3821B236E4F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704185503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418" name="Flowchart: Connector 5417">
                              <a:extLst>
                                <a:ext uri="{FF2B5EF4-FFF2-40B4-BE49-F238E27FC236}">
                                  <a16:creationId xmlns:a16="http://schemas.microsoft.com/office/drawing/2014/main" id="{DE8BAEF0-7FA7-4562-973A-3AB9F2E31F9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419" name="3D Model 5418" descr="Sphere">
                                  <a:extLst>
                                    <a:ext uri="{FF2B5EF4-FFF2-40B4-BE49-F238E27FC236}">
                                      <a16:creationId xmlns:a16="http://schemas.microsoft.com/office/drawing/2014/main" id="{95E2A8E4-3D68-4B3B-A9BC-24F8452AF59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796945813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5371" name="Group 5370">
                            <a:extLst>
                              <a:ext uri="{FF2B5EF4-FFF2-40B4-BE49-F238E27FC236}">
                                <a16:creationId xmlns:a16="http://schemas.microsoft.com/office/drawing/2014/main" id="{D39BBF68-47BF-4C0B-A63B-EC0E69124E6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5388" name="Flowchart: Connector 5387">
                              <a:extLst>
                                <a:ext uri="{FF2B5EF4-FFF2-40B4-BE49-F238E27FC236}">
                                  <a16:creationId xmlns:a16="http://schemas.microsoft.com/office/drawing/2014/main" id="{BCFCABC6-E417-48F8-84A5-359B729731A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389" name="Flowchart: Connector 5388">
                              <a:extLst>
                                <a:ext uri="{FF2B5EF4-FFF2-40B4-BE49-F238E27FC236}">
                                  <a16:creationId xmlns:a16="http://schemas.microsoft.com/office/drawing/2014/main" id="{73D66CD0-EC1F-4A99-BF3B-2136F6FE21E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390" name="Flowchart: Connector 5389">
                              <a:extLst>
                                <a:ext uri="{FF2B5EF4-FFF2-40B4-BE49-F238E27FC236}">
                                  <a16:creationId xmlns:a16="http://schemas.microsoft.com/office/drawing/2014/main" id="{DF784D85-E4A5-46FF-AC5A-C336DA39D73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391" name="Flowchart: Connector 5390">
                              <a:extLst>
                                <a:ext uri="{FF2B5EF4-FFF2-40B4-BE49-F238E27FC236}">
                                  <a16:creationId xmlns:a16="http://schemas.microsoft.com/office/drawing/2014/main" id="{3920090E-405E-43F5-B202-6C43C4E05BA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392" name="Flowchart: Connector 5391">
                              <a:extLst>
                                <a:ext uri="{FF2B5EF4-FFF2-40B4-BE49-F238E27FC236}">
                                  <a16:creationId xmlns:a16="http://schemas.microsoft.com/office/drawing/2014/main" id="{B9BD4972-D008-40EB-A014-026D0A449AD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393" name="Flowchart: Connector 5392">
                              <a:extLst>
                                <a:ext uri="{FF2B5EF4-FFF2-40B4-BE49-F238E27FC236}">
                                  <a16:creationId xmlns:a16="http://schemas.microsoft.com/office/drawing/2014/main" id="{2F4EE6CB-E2B1-47B4-BE76-A7A0802D50E5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394" name="Flowchart: Connector 5393">
                              <a:extLst>
                                <a:ext uri="{FF2B5EF4-FFF2-40B4-BE49-F238E27FC236}">
                                  <a16:creationId xmlns:a16="http://schemas.microsoft.com/office/drawing/2014/main" id="{BAD4C296-3948-4F00-B125-9BA4F0C9BCC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395" name="Flowchart: Connector 5394">
                              <a:extLst>
                                <a:ext uri="{FF2B5EF4-FFF2-40B4-BE49-F238E27FC236}">
                                  <a16:creationId xmlns:a16="http://schemas.microsoft.com/office/drawing/2014/main" id="{D0CA969F-C628-4EE7-9D7D-9CB6961D1C3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396" name="Flowchart: Connector 5395">
                              <a:extLst>
                                <a:ext uri="{FF2B5EF4-FFF2-40B4-BE49-F238E27FC236}">
                                  <a16:creationId xmlns:a16="http://schemas.microsoft.com/office/drawing/2014/main" id="{CBA55BFF-1F34-49E2-BDEC-EEB46E71AD4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397" name="3D Model 5396" descr="Sphere">
                                  <a:extLst>
                                    <a:ext uri="{FF2B5EF4-FFF2-40B4-BE49-F238E27FC236}">
                                      <a16:creationId xmlns:a16="http://schemas.microsoft.com/office/drawing/2014/main" id="{3A73CA43-7A8E-4F95-B467-284BC7C3A70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50266109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398" name="Flowchart: Connector 5397">
                              <a:extLst>
                                <a:ext uri="{FF2B5EF4-FFF2-40B4-BE49-F238E27FC236}">
                                  <a16:creationId xmlns:a16="http://schemas.microsoft.com/office/drawing/2014/main" id="{FFA1300E-C149-4F13-8D39-DFF3A77FE08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399" name="3D Model 539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C80C98-B210-4869-8A22-F9418272D67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750345424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400" name="Flowchart: Connector 5399">
                              <a:extLst>
                                <a:ext uri="{FF2B5EF4-FFF2-40B4-BE49-F238E27FC236}">
                                  <a16:creationId xmlns:a16="http://schemas.microsoft.com/office/drawing/2014/main" id="{4D1B8228-CD57-46FC-8A18-3DDCA54A928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401" name="3D Model 5400" descr="Sphere">
                                  <a:extLst>
                                    <a:ext uri="{FF2B5EF4-FFF2-40B4-BE49-F238E27FC236}">
                                      <a16:creationId xmlns:a16="http://schemas.microsoft.com/office/drawing/2014/main" id="{26678912-1A92-4994-A75A-4F1E385D0A6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83143028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402" name="Flowchart: Connector 5401">
                              <a:extLst>
                                <a:ext uri="{FF2B5EF4-FFF2-40B4-BE49-F238E27FC236}">
                                  <a16:creationId xmlns:a16="http://schemas.microsoft.com/office/drawing/2014/main" id="{EC9E7688-34A8-42E5-81C6-706EDA216B8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403" name="3D Model 5402" descr="Sphere">
                                  <a:extLst>
                                    <a:ext uri="{FF2B5EF4-FFF2-40B4-BE49-F238E27FC236}">
                                      <a16:creationId xmlns:a16="http://schemas.microsoft.com/office/drawing/2014/main" id="{7CB0E7D3-6258-46F8-BD60-DBD347C7370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131010307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5372" name="Flowchart: Connector 5371">
                            <a:extLst>
                              <a:ext uri="{FF2B5EF4-FFF2-40B4-BE49-F238E27FC236}">
                                <a16:creationId xmlns:a16="http://schemas.microsoft.com/office/drawing/2014/main" id="{9953B51F-7756-4D28-8670-8D231123B7D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373" name="Flowchart: Connector 5372">
                            <a:extLst>
                              <a:ext uri="{FF2B5EF4-FFF2-40B4-BE49-F238E27FC236}">
                                <a16:creationId xmlns:a16="http://schemas.microsoft.com/office/drawing/2014/main" id="{44239BD8-A7B4-4DEE-9F23-730E1FADA22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374" name="Flowchart: Connector 5373">
                            <a:extLst>
                              <a:ext uri="{FF2B5EF4-FFF2-40B4-BE49-F238E27FC236}">
                                <a16:creationId xmlns:a16="http://schemas.microsoft.com/office/drawing/2014/main" id="{CB54D310-B5E7-4023-838F-EA66D242D8B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375" name="Flowchart: Connector 5374">
                            <a:extLst>
                              <a:ext uri="{FF2B5EF4-FFF2-40B4-BE49-F238E27FC236}">
                                <a16:creationId xmlns:a16="http://schemas.microsoft.com/office/drawing/2014/main" id="{CAA39FE3-D312-46E6-A044-3E938760677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376" name="Flowchart: Connector 5375">
                            <a:extLst>
                              <a:ext uri="{FF2B5EF4-FFF2-40B4-BE49-F238E27FC236}">
                                <a16:creationId xmlns:a16="http://schemas.microsoft.com/office/drawing/2014/main" id="{87BCEF8D-ED0C-4994-A82B-18DB8ED4D74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377" name="Flowchart: Connector 5376">
                            <a:extLst>
                              <a:ext uri="{FF2B5EF4-FFF2-40B4-BE49-F238E27FC236}">
                                <a16:creationId xmlns:a16="http://schemas.microsoft.com/office/drawing/2014/main" id="{2F96E725-DDA5-4B5F-9231-334DCEB19A5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378" name="Flowchart: Connector 5377">
                            <a:extLst>
                              <a:ext uri="{FF2B5EF4-FFF2-40B4-BE49-F238E27FC236}">
                                <a16:creationId xmlns:a16="http://schemas.microsoft.com/office/drawing/2014/main" id="{94E3AC48-434B-4DE6-8D58-E6775C4B6E1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379" name="Flowchart: Connector 5378">
                            <a:extLst>
                              <a:ext uri="{FF2B5EF4-FFF2-40B4-BE49-F238E27FC236}">
                                <a16:creationId xmlns:a16="http://schemas.microsoft.com/office/drawing/2014/main" id="{F5B157C5-47F7-4FF8-9E15-3EEC0D85074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380" name="Flowchart: Connector 5379">
                            <a:extLst>
                              <a:ext uri="{FF2B5EF4-FFF2-40B4-BE49-F238E27FC236}">
                                <a16:creationId xmlns:a16="http://schemas.microsoft.com/office/drawing/2014/main" id="{14A456C4-D049-40A1-9A41-D4FCBACF292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381" name="3D Model 5380" descr="Sphere">
                                <a:extLst>
                                  <a:ext uri="{FF2B5EF4-FFF2-40B4-BE49-F238E27FC236}">
                                    <a16:creationId xmlns:a16="http://schemas.microsoft.com/office/drawing/2014/main" id="{5B23F9D5-D57A-48A1-9C65-8CAD7675D0D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706802442"/>
                                  </p:ext>
                                </p:extLst>
                              </p:nvPr>
                            </p:nvGraphicFramePr>
                            <p:xfrm>
                              <a:off x="2123911" y="1501770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15" name="3D Model 1714" descr="Sphere">
                                <a:extLst>
                                  <a:ext uri="{FF2B5EF4-FFF2-40B4-BE49-F238E27FC236}">
                                    <a16:creationId xmlns:a16="http://schemas.microsoft.com/office/drawing/2014/main" id="{56C87A35-5B49-4097-84FB-F186523AEA9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535973" y="2232019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382" name="Flowchart: Connector 5381">
                            <a:extLst>
                              <a:ext uri="{FF2B5EF4-FFF2-40B4-BE49-F238E27FC236}">
                                <a16:creationId xmlns:a16="http://schemas.microsoft.com/office/drawing/2014/main" id="{34472377-B2A3-4A08-B953-39278F29B9D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383" name="3D Model 5382" descr="Sphere">
                                <a:extLst>
                                  <a:ext uri="{FF2B5EF4-FFF2-40B4-BE49-F238E27FC236}">
                                    <a16:creationId xmlns:a16="http://schemas.microsoft.com/office/drawing/2014/main" id="{D906D77C-9B41-49DF-8E97-1BBBA3384B1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978832387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17" name="3D Model 1716" descr="Sphere">
                                <a:extLst>
                                  <a:ext uri="{FF2B5EF4-FFF2-40B4-BE49-F238E27FC236}">
                                    <a16:creationId xmlns:a16="http://schemas.microsoft.com/office/drawing/2014/main" id="{228A2B2A-4558-4B76-8BB0-230EBFC70EC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577797" y="2246707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384" name="Flowchart: Connector 5383">
                            <a:extLst>
                              <a:ext uri="{FF2B5EF4-FFF2-40B4-BE49-F238E27FC236}">
                                <a16:creationId xmlns:a16="http://schemas.microsoft.com/office/drawing/2014/main" id="{227BE9B3-89E8-4275-9012-5CCA798D1B1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93292" y="171776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385" name="3D Model 5384" descr="Sphere">
                                <a:extLst>
                                  <a:ext uri="{FF2B5EF4-FFF2-40B4-BE49-F238E27FC236}">
                                    <a16:creationId xmlns:a16="http://schemas.microsoft.com/office/drawing/2014/main" id="{3FCE9771-A393-4DAC-B58C-A4F2CFBE4E8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99560847"/>
                                  </p:ext>
                                </p:extLst>
                              </p:nvPr>
                            </p:nvGraphicFramePr>
                            <p:xfrm>
                              <a:off x="2622429" y="163823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19" name="3D Model 1718" descr="Sphere">
                                <a:extLst>
                                  <a:ext uri="{FF2B5EF4-FFF2-40B4-BE49-F238E27FC236}">
                                    <a16:creationId xmlns:a16="http://schemas.microsoft.com/office/drawing/2014/main" id="{B745126E-C299-43E0-9008-F78BF3B1276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622569" y="225772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386" name="Flowchart: Connector 5385">
                            <a:extLst>
                              <a:ext uri="{FF2B5EF4-FFF2-40B4-BE49-F238E27FC236}">
                                <a16:creationId xmlns:a16="http://schemas.microsoft.com/office/drawing/2014/main" id="{3A54333D-0ADE-4BE4-A322-7C705686572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387" name="3D Model 5386" descr="Sphere">
                                <a:extLst>
                                  <a:ext uri="{FF2B5EF4-FFF2-40B4-BE49-F238E27FC236}">
                                    <a16:creationId xmlns:a16="http://schemas.microsoft.com/office/drawing/2014/main" id="{F22D5096-463D-4C12-ADFA-A8D63EF3742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899906624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21" name="3D Model 1720" descr="Sphere">
                                <a:extLst>
                                  <a:ext uri="{FF2B5EF4-FFF2-40B4-BE49-F238E27FC236}">
                                    <a16:creationId xmlns:a16="http://schemas.microsoft.com/office/drawing/2014/main" id="{0BA40E55-E9F1-4BE6-A7AF-07F141FBEEDA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666893" y="2274740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5223" name="Group 5222">
                        <a:extLst>
                          <a:ext uri="{FF2B5EF4-FFF2-40B4-BE49-F238E27FC236}">
                            <a16:creationId xmlns:a16="http://schemas.microsoft.com/office/drawing/2014/main" id="{75C895C2-9385-4406-A53B-C2C477E16F2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547436" y="2361226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5364" name="Flowchart: Connector 5363">
                          <a:extLst>
                            <a:ext uri="{FF2B5EF4-FFF2-40B4-BE49-F238E27FC236}">
                              <a16:creationId xmlns:a16="http://schemas.microsoft.com/office/drawing/2014/main" id="{D735BB9D-E92A-4A06-AEC5-70404508F4B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365" name="Flowchart: Connector 5364">
                          <a:extLst>
                            <a:ext uri="{FF2B5EF4-FFF2-40B4-BE49-F238E27FC236}">
                              <a16:creationId xmlns:a16="http://schemas.microsoft.com/office/drawing/2014/main" id="{F67C29B3-7CE9-47C5-8587-260487A7810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366" name="Flowchart: Connector 5365">
                          <a:extLst>
                            <a:ext uri="{FF2B5EF4-FFF2-40B4-BE49-F238E27FC236}">
                              <a16:creationId xmlns:a16="http://schemas.microsoft.com/office/drawing/2014/main" id="{50E8616E-0DD8-4689-B391-7DC139A3107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5224" name="Flowchart: Connector 5223">
                        <a:extLst>
                          <a:ext uri="{FF2B5EF4-FFF2-40B4-BE49-F238E27FC236}">
                            <a16:creationId xmlns:a16="http://schemas.microsoft.com/office/drawing/2014/main" id="{E882F54F-3449-4A51-A813-00DB3CCDEF6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19794" y="212254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225" name="Flowchart: Connector 5224">
                        <a:extLst>
                          <a:ext uri="{FF2B5EF4-FFF2-40B4-BE49-F238E27FC236}">
                            <a16:creationId xmlns:a16="http://schemas.microsoft.com/office/drawing/2014/main" id="{90A20C7E-BCC8-4ACA-92A4-A0C69B7AA64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74020" y="218539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5226" name="Group 5225">
                        <a:extLst>
                          <a:ext uri="{FF2B5EF4-FFF2-40B4-BE49-F238E27FC236}">
                            <a16:creationId xmlns:a16="http://schemas.microsoft.com/office/drawing/2014/main" id="{7E820E20-6C57-4D6A-A751-B757BF84CBC4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18957">
                        <a:off x="941432" y="2025443"/>
                        <a:ext cx="710250" cy="369080"/>
                        <a:chOff x="854932" y="2290871"/>
                        <a:chExt cx="710250" cy="369080"/>
                      </a:xfrm>
                    </p:grpSpPr>
                    <p:sp>
                      <p:nvSpPr>
                        <p:cNvPr id="5361" name="Flowchart: Connector 5360">
                          <a:extLst>
                            <a:ext uri="{FF2B5EF4-FFF2-40B4-BE49-F238E27FC236}">
                              <a16:creationId xmlns:a16="http://schemas.microsoft.com/office/drawing/2014/main" id="{4CE636C8-8437-46ED-8591-5197A186450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2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362" name="Flowchart: Connector 5361">
                          <a:extLst>
                            <a:ext uri="{FF2B5EF4-FFF2-40B4-BE49-F238E27FC236}">
                              <a16:creationId xmlns:a16="http://schemas.microsoft.com/office/drawing/2014/main" id="{7C79C7D3-2B67-447E-8D9E-ABA2533C118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1897" y="2377722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363" name="Flowchart: Connector 5362">
                          <a:extLst>
                            <a:ext uri="{FF2B5EF4-FFF2-40B4-BE49-F238E27FC236}">
                              <a16:creationId xmlns:a16="http://schemas.microsoft.com/office/drawing/2014/main" id="{00A76CDF-BA64-4F61-A78F-5C739732A4E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53323" y="244395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5227" name="Group 5226">
                        <a:extLst>
                          <a:ext uri="{FF2B5EF4-FFF2-40B4-BE49-F238E27FC236}">
                            <a16:creationId xmlns:a16="http://schemas.microsoft.com/office/drawing/2014/main" id="{A6CBEBCD-AD7B-489F-B9AE-DACD88E3FBD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21287" y="1995259"/>
                        <a:ext cx="1102917" cy="1484052"/>
                        <a:chOff x="2085712" y="1515698"/>
                        <a:chExt cx="1102917" cy="1484052"/>
                      </a:xfrm>
                    </p:grpSpPr>
                    <p:grpSp>
                      <p:nvGrpSpPr>
                        <p:cNvPr id="5296" name="Group 5295">
                          <a:extLst>
                            <a:ext uri="{FF2B5EF4-FFF2-40B4-BE49-F238E27FC236}">
                              <a16:creationId xmlns:a16="http://schemas.microsoft.com/office/drawing/2014/main" id="{0006FC2A-8A6E-4699-B799-D1699C11CE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5712" y="1648950"/>
                          <a:ext cx="105765" cy="1037981"/>
                          <a:chOff x="1796341" y="2343196"/>
                          <a:chExt cx="105765" cy="1037981"/>
                        </a:xfrm>
                      </p:grpSpPr>
                      <p:sp>
                        <p:nvSpPr>
                          <p:cNvPr id="5357" name="Flowchart: Connector 5356">
                            <a:extLst>
                              <a:ext uri="{FF2B5EF4-FFF2-40B4-BE49-F238E27FC236}">
                                <a16:creationId xmlns:a16="http://schemas.microsoft.com/office/drawing/2014/main" id="{D0DC1356-3332-42CF-AD02-C8E6AE5AB74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358" name="Flowchart: Connector 5357">
                            <a:extLst>
                              <a:ext uri="{FF2B5EF4-FFF2-40B4-BE49-F238E27FC236}">
                                <a16:creationId xmlns:a16="http://schemas.microsoft.com/office/drawing/2014/main" id="{EB065955-C608-4491-8388-1DEE0F21C43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359" name="Flowchart: Connector 5358">
                            <a:extLst>
                              <a:ext uri="{FF2B5EF4-FFF2-40B4-BE49-F238E27FC236}">
                                <a16:creationId xmlns:a16="http://schemas.microsoft.com/office/drawing/2014/main" id="{5AD6D036-F5F8-4F06-BF54-E4D6C5CC99C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360" name="Flowchart: Connector 5359">
                            <a:extLst>
                              <a:ext uri="{FF2B5EF4-FFF2-40B4-BE49-F238E27FC236}">
                                <a16:creationId xmlns:a16="http://schemas.microsoft.com/office/drawing/2014/main" id="{3513A534-B635-4902-A2CD-617D775C75F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796341" y="2343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5297" name="Group 5296">
                          <a:extLst>
                            <a:ext uri="{FF2B5EF4-FFF2-40B4-BE49-F238E27FC236}">
                              <a16:creationId xmlns:a16="http://schemas.microsoft.com/office/drawing/2014/main" id="{2ABFA14E-1E0B-4B84-B8AF-A955A015610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15698"/>
                          <a:ext cx="1074397" cy="1484052"/>
                          <a:chOff x="2114232" y="1515698"/>
                          <a:chExt cx="1074397" cy="1484052"/>
                        </a:xfrm>
                      </p:grpSpPr>
                      <p:grpSp>
                        <p:nvGrpSpPr>
                          <p:cNvPr id="5298" name="Group 5297">
                            <a:extLst>
                              <a:ext uri="{FF2B5EF4-FFF2-40B4-BE49-F238E27FC236}">
                                <a16:creationId xmlns:a16="http://schemas.microsoft.com/office/drawing/2014/main" id="{A74C4FEE-3DB2-4930-9AB9-4DD5674C252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5349" name="Flowchart: Connector 5348">
                              <a:extLst>
                                <a:ext uri="{FF2B5EF4-FFF2-40B4-BE49-F238E27FC236}">
                                  <a16:creationId xmlns:a16="http://schemas.microsoft.com/office/drawing/2014/main" id="{FFC3416F-3080-4C07-8C61-AD44D1BC8F6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350" name="3D Model 5349" descr="Sphere">
                                  <a:extLst>
                                    <a:ext uri="{FF2B5EF4-FFF2-40B4-BE49-F238E27FC236}">
                                      <a16:creationId xmlns:a16="http://schemas.microsoft.com/office/drawing/2014/main" id="{1A711122-F368-4817-8A38-0B8DD2078E4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888786043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351" name="Flowchart: Connector 5350">
                              <a:extLst>
                                <a:ext uri="{FF2B5EF4-FFF2-40B4-BE49-F238E27FC236}">
                                  <a16:creationId xmlns:a16="http://schemas.microsoft.com/office/drawing/2014/main" id="{DE5ACBF4-4387-468F-B227-8ADDE3ECED8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352" name="3D Model 5351" descr="Sphere">
                                  <a:extLst>
                                    <a:ext uri="{FF2B5EF4-FFF2-40B4-BE49-F238E27FC236}">
                                      <a16:creationId xmlns:a16="http://schemas.microsoft.com/office/drawing/2014/main" id="{4B18B332-ED74-4058-8B79-871342D5337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526224950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353" name="Flowchart: Connector 5352">
                              <a:extLst>
                                <a:ext uri="{FF2B5EF4-FFF2-40B4-BE49-F238E27FC236}">
                                  <a16:creationId xmlns:a16="http://schemas.microsoft.com/office/drawing/2014/main" id="{49F44E22-1D46-4089-A166-84C30D4A3FB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354" name="3D Model 5353" descr="Sphere">
                                  <a:extLst>
                                    <a:ext uri="{FF2B5EF4-FFF2-40B4-BE49-F238E27FC236}">
                                      <a16:creationId xmlns:a16="http://schemas.microsoft.com/office/drawing/2014/main" id="{E0223644-FD2A-4E4D-9EB3-BC76FBF108D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980444694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355" name="Flowchart: Connector 5354">
                              <a:extLst>
                                <a:ext uri="{FF2B5EF4-FFF2-40B4-BE49-F238E27FC236}">
                                  <a16:creationId xmlns:a16="http://schemas.microsoft.com/office/drawing/2014/main" id="{C8AD2C24-6FAA-4965-85D2-2F70DF27F72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356" name="3D Model 5355" descr="Sphere">
                                  <a:extLst>
                                    <a:ext uri="{FF2B5EF4-FFF2-40B4-BE49-F238E27FC236}">
                                      <a16:creationId xmlns:a16="http://schemas.microsoft.com/office/drawing/2014/main" id="{C2E56164-674C-40C7-BCCD-581C6AD1372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928233041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5299" name="Group 5298">
                            <a:extLst>
                              <a:ext uri="{FF2B5EF4-FFF2-40B4-BE49-F238E27FC236}">
                                <a16:creationId xmlns:a16="http://schemas.microsoft.com/office/drawing/2014/main" id="{7C7C3845-9390-44D4-90AE-0897B174E5F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5333" name="Flowchart: Connector 5332">
                              <a:extLst>
                                <a:ext uri="{FF2B5EF4-FFF2-40B4-BE49-F238E27FC236}">
                                  <a16:creationId xmlns:a16="http://schemas.microsoft.com/office/drawing/2014/main" id="{6431160A-42F7-4836-AE08-D5F4F28A7BA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334" name="Flowchart: Connector 5333">
                              <a:extLst>
                                <a:ext uri="{FF2B5EF4-FFF2-40B4-BE49-F238E27FC236}">
                                  <a16:creationId xmlns:a16="http://schemas.microsoft.com/office/drawing/2014/main" id="{294A5CA6-423A-40C0-B708-74D24343F53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335" name="Flowchart: Connector 5334">
                              <a:extLst>
                                <a:ext uri="{FF2B5EF4-FFF2-40B4-BE49-F238E27FC236}">
                                  <a16:creationId xmlns:a16="http://schemas.microsoft.com/office/drawing/2014/main" id="{A3443EBF-5260-4BF1-88DB-8343C2CC723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336" name="Flowchart: Connector 5335">
                              <a:extLst>
                                <a:ext uri="{FF2B5EF4-FFF2-40B4-BE49-F238E27FC236}">
                                  <a16:creationId xmlns:a16="http://schemas.microsoft.com/office/drawing/2014/main" id="{66B296AC-01A4-470D-B3E9-F51ACCF571E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337" name="Flowchart: Connector 5336">
                              <a:extLst>
                                <a:ext uri="{FF2B5EF4-FFF2-40B4-BE49-F238E27FC236}">
                                  <a16:creationId xmlns:a16="http://schemas.microsoft.com/office/drawing/2014/main" id="{A2564D1F-8D86-4922-AA9E-DAC71B57C04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338" name="Flowchart: Connector 5337">
                              <a:extLst>
                                <a:ext uri="{FF2B5EF4-FFF2-40B4-BE49-F238E27FC236}">
                                  <a16:creationId xmlns:a16="http://schemas.microsoft.com/office/drawing/2014/main" id="{CE107709-F545-458E-8218-A4E773EFF2E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339" name="Flowchart: Connector 5338">
                              <a:extLst>
                                <a:ext uri="{FF2B5EF4-FFF2-40B4-BE49-F238E27FC236}">
                                  <a16:creationId xmlns:a16="http://schemas.microsoft.com/office/drawing/2014/main" id="{762D744A-092A-43CC-BBAD-77B89378AA5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340" name="Flowchart: Connector 5339">
                              <a:extLst>
                                <a:ext uri="{FF2B5EF4-FFF2-40B4-BE49-F238E27FC236}">
                                  <a16:creationId xmlns:a16="http://schemas.microsoft.com/office/drawing/2014/main" id="{10E55448-1A5E-4F16-A8A5-5D189394996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341" name="Flowchart: Connector 5340">
                              <a:extLst>
                                <a:ext uri="{FF2B5EF4-FFF2-40B4-BE49-F238E27FC236}">
                                  <a16:creationId xmlns:a16="http://schemas.microsoft.com/office/drawing/2014/main" id="{57C80A86-B238-40F5-8120-93C2D39367A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342" name="3D Model 5341" descr="Sphere">
                                  <a:extLst>
                                    <a:ext uri="{FF2B5EF4-FFF2-40B4-BE49-F238E27FC236}">
                                      <a16:creationId xmlns:a16="http://schemas.microsoft.com/office/drawing/2014/main" id="{FB0B2022-4ACA-4FC9-A6E9-0461B1299A4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31712306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343" name="Flowchart: Connector 5342">
                              <a:extLst>
                                <a:ext uri="{FF2B5EF4-FFF2-40B4-BE49-F238E27FC236}">
                                  <a16:creationId xmlns:a16="http://schemas.microsoft.com/office/drawing/2014/main" id="{DDCAA526-48C4-4761-923A-F1BCFA62A38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344" name="3D Model 5343" descr="Sphere">
                                  <a:extLst>
                                    <a:ext uri="{FF2B5EF4-FFF2-40B4-BE49-F238E27FC236}">
                                      <a16:creationId xmlns:a16="http://schemas.microsoft.com/office/drawing/2014/main" id="{A70133F2-68DE-45F7-9922-E0D56E6FFF0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817298966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345" name="Flowchart: Connector 5344">
                              <a:extLst>
                                <a:ext uri="{FF2B5EF4-FFF2-40B4-BE49-F238E27FC236}">
                                  <a16:creationId xmlns:a16="http://schemas.microsoft.com/office/drawing/2014/main" id="{54B45F3A-5ECC-4721-BBF0-6F3E09A5C87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346" name="3D Model 5345" descr="Sphere">
                                  <a:extLst>
                                    <a:ext uri="{FF2B5EF4-FFF2-40B4-BE49-F238E27FC236}">
                                      <a16:creationId xmlns:a16="http://schemas.microsoft.com/office/drawing/2014/main" id="{2609AC31-A452-49B7-9D24-6904E01FBE3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77815705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347" name="Flowchart: Connector 5346">
                              <a:extLst>
                                <a:ext uri="{FF2B5EF4-FFF2-40B4-BE49-F238E27FC236}">
                                  <a16:creationId xmlns:a16="http://schemas.microsoft.com/office/drawing/2014/main" id="{D7EEE3EA-FDED-40B9-8BF3-3FF285B832C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348" name="3D Model 5347" descr="Sphere">
                                  <a:extLst>
                                    <a:ext uri="{FF2B5EF4-FFF2-40B4-BE49-F238E27FC236}">
                                      <a16:creationId xmlns:a16="http://schemas.microsoft.com/office/drawing/2014/main" id="{05B335C5-DED3-40DB-88D2-F5C7143142D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84102893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5300" name="Group 5299">
                            <a:extLst>
                              <a:ext uri="{FF2B5EF4-FFF2-40B4-BE49-F238E27FC236}">
                                <a16:creationId xmlns:a16="http://schemas.microsoft.com/office/drawing/2014/main" id="{CA44E061-C74A-4D52-A097-96220CEC432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5317" name="Flowchart: Connector 5316">
                              <a:extLst>
                                <a:ext uri="{FF2B5EF4-FFF2-40B4-BE49-F238E27FC236}">
                                  <a16:creationId xmlns:a16="http://schemas.microsoft.com/office/drawing/2014/main" id="{84DCFB68-950B-4E5A-80B1-A6D823D5B9A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318" name="Flowchart: Connector 5317">
                              <a:extLst>
                                <a:ext uri="{FF2B5EF4-FFF2-40B4-BE49-F238E27FC236}">
                                  <a16:creationId xmlns:a16="http://schemas.microsoft.com/office/drawing/2014/main" id="{6E2B214E-9182-4CB4-8968-925DA7F4FA8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319" name="Flowchart: Connector 5318">
                              <a:extLst>
                                <a:ext uri="{FF2B5EF4-FFF2-40B4-BE49-F238E27FC236}">
                                  <a16:creationId xmlns:a16="http://schemas.microsoft.com/office/drawing/2014/main" id="{073E09F6-B1B9-48C6-94BF-02345F01B1B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320" name="Flowchart: Connector 5319">
                              <a:extLst>
                                <a:ext uri="{FF2B5EF4-FFF2-40B4-BE49-F238E27FC236}">
                                  <a16:creationId xmlns:a16="http://schemas.microsoft.com/office/drawing/2014/main" id="{8E0B113B-27AC-4FF4-9BD7-9D75FC1E4F0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321" name="Flowchart: Connector 5320">
                              <a:extLst>
                                <a:ext uri="{FF2B5EF4-FFF2-40B4-BE49-F238E27FC236}">
                                  <a16:creationId xmlns:a16="http://schemas.microsoft.com/office/drawing/2014/main" id="{82757B9D-769B-422A-A94F-3C15B44EF1B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322" name="Flowchart: Connector 5321">
                              <a:extLst>
                                <a:ext uri="{FF2B5EF4-FFF2-40B4-BE49-F238E27FC236}">
                                  <a16:creationId xmlns:a16="http://schemas.microsoft.com/office/drawing/2014/main" id="{9803B245-50F5-462E-853B-AF397AA33A7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323" name="Flowchart: Connector 5322">
                              <a:extLst>
                                <a:ext uri="{FF2B5EF4-FFF2-40B4-BE49-F238E27FC236}">
                                  <a16:creationId xmlns:a16="http://schemas.microsoft.com/office/drawing/2014/main" id="{4B6925B8-74A8-41DE-AA6E-6ED58AB6891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324" name="Flowchart: Connector 5323">
                              <a:extLst>
                                <a:ext uri="{FF2B5EF4-FFF2-40B4-BE49-F238E27FC236}">
                                  <a16:creationId xmlns:a16="http://schemas.microsoft.com/office/drawing/2014/main" id="{430CDDFD-A005-461F-86A2-CDFAB81D193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325" name="Flowchart: Connector 5324">
                              <a:extLst>
                                <a:ext uri="{FF2B5EF4-FFF2-40B4-BE49-F238E27FC236}">
                                  <a16:creationId xmlns:a16="http://schemas.microsoft.com/office/drawing/2014/main" id="{340E6E42-99FC-43D0-B1DC-95DE78F9FCF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326" name="3D Model 5325" descr="Sphere">
                                  <a:extLst>
                                    <a:ext uri="{FF2B5EF4-FFF2-40B4-BE49-F238E27FC236}">
                                      <a16:creationId xmlns:a16="http://schemas.microsoft.com/office/drawing/2014/main" id="{DEC4229E-35D7-42F6-A02A-093F67609B0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968783114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327" name="Flowchart: Connector 5326">
                              <a:extLst>
                                <a:ext uri="{FF2B5EF4-FFF2-40B4-BE49-F238E27FC236}">
                                  <a16:creationId xmlns:a16="http://schemas.microsoft.com/office/drawing/2014/main" id="{6C5E670B-316B-4E10-99D9-402FF28EF97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328" name="3D Model 5327" descr="Sphere">
                                  <a:extLst>
                                    <a:ext uri="{FF2B5EF4-FFF2-40B4-BE49-F238E27FC236}">
                                      <a16:creationId xmlns:a16="http://schemas.microsoft.com/office/drawing/2014/main" id="{93B8AEFB-A0E3-472A-A2F2-C2B73FA7624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935999767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329" name="Flowchart: Connector 5328">
                              <a:extLst>
                                <a:ext uri="{FF2B5EF4-FFF2-40B4-BE49-F238E27FC236}">
                                  <a16:creationId xmlns:a16="http://schemas.microsoft.com/office/drawing/2014/main" id="{2827A4AE-AAB4-4513-802C-E3EFF4FEEA1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330" name="3D Model 5329" descr="Sphere">
                                  <a:extLst>
                                    <a:ext uri="{FF2B5EF4-FFF2-40B4-BE49-F238E27FC236}">
                                      <a16:creationId xmlns:a16="http://schemas.microsoft.com/office/drawing/2014/main" id="{5BFB7893-1B88-45B0-8EF9-51277342584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7592285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331" name="Flowchart: Connector 5330">
                              <a:extLst>
                                <a:ext uri="{FF2B5EF4-FFF2-40B4-BE49-F238E27FC236}">
                                  <a16:creationId xmlns:a16="http://schemas.microsoft.com/office/drawing/2014/main" id="{6152AD34-FBF6-42F5-9FC5-77D31609AAF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332" name="3D Model 5331" descr="Sphere">
                                  <a:extLst>
                                    <a:ext uri="{FF2B5EF4-FFF2-40B4-BE49-F238E27FC236}">
                                      <a16:creationId xmlns:a16="http://schemas.microsoft.com/office/drawing/2014/main" id="{AE34046C-6DCE-40C3-919E-E98292C0B99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816028049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5301" name="Flowchart: Connector 5300">
                            <a:extLst>
                              <a:ext uri="{FF2B5EF4-FFF2-40B4-BE49-F238E27FC236}">
                                <a16:creationId xmlns:a16="http://schemas.microsoft.com/office/drawing/2014/main" id="{57A6EBDA-8C7C-4E43-B2A8-BB3D0F67A7D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302" name="Flowchart: Connector 5301">
                            <a:extLst>
                              <a:ext uri="{FF2B5EF4-FFF2-40B4-BE49-F238E27FC236}">
                                <a16:creationId xmlns:a16="http://schemas.microsoft.com/office/drawing/2014/main" id="{2B0B5100-B657-4A6B-BFE0-C5F03C6BDC5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303" name="Flowchart: Connector 5302">
                            <a:extLst>
                              <a:ext uri="{FF2B5EF4-FFF2-40B4-BE49-F238E27FC236}">
                                <a16:creationId xmlns:a16="http://schemas.microsoft.com/office/drawing/2014/main" id="{81E9609A-D9AE-4FC0-8511-6916BBBAACB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304" name="Flowchart: Connector 5303">
                            <a:extLst>
                              <a:ext uri="{FF2B5EF4-FFF2-40B4-BE49-F238E27FC236}">
                                <a16:creationId xmlns:a16="http://schemas.microsoft.com/office/drawing/2014/main" id="{63EC0C80-DB4F-4555-A070-328229CCD8B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305" name="Flowchart: Connector 5304">
                            <a:extLst>
                              <a:ext uri="{FF2B5EF4-FFF2-40B4-BE49-F238E27FC236}">
                                <a16:creationId xmlns:a16="http://schemas.microsoft.com/office/drawing/2014/main" id="{4AC344F4-8254-41F0-B929-A47426B2A55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306" name="Flowchart: Connector 5305">
                            <a:extLst>
                              <a:ext uri="{FF2B5EF4-FFF2-40B4-BE49-F238E27FC236}">
                                <a16:creationId xmlns:a16="http://schemas.microsoft.com/office/drawing/2014/main" id="{1E35A9D1-CCA7-4D7D-9EA1-A603DE71A78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307" name="Flowchart: Connector 5306">
                            <a:extLst>
                              <a:ext uri="{FF2B5EF4-FFF2-40B4-BE49-F238E27FC236}">
                                <a16:creationId xmlns:a16="http://schemas.microsoft.com/office/drawing/2014/main" id="{91810070-E77D-4DCD-8B89-68432B5653C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308" name="Flowchart: Connector 5307">
                            <a:extLst>
                              <a:ext uri="{FF2B5EF4-FFF2-40B4-BE49-F238E27FC236}">
                                <a16:creationId xmlns:a16="http://schemas.microsoft.com/office/drawing/2014/main" id="{57E3CE38-51E5-418B-BE5D-3EFBE45A77A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309" name="Flowchart: Connector 5308">
                            <a:extLst>
                              <a:ext uri="{FF2B5EF4-FFF2-40B4-BE49-F238E27FC236}">
                                <a16:creationId xmlns:a16="http://schemas.microsoft.com/office/drawing/2014/main" id="{BBCD0430-E139-49FD-82AF-31B51C9A838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310" name="3D Model 5309" descr="Sphere">
                                <a:extLst>
                                  <a:ext uri="{FF2B5EF4-FFF2-40B4-BE49-F238E27FC236}">
                                    <a16:creationId xmlns:a16="http://schemas.microsoft.com/office/drawing/2014/main" id="{E0FB94A8-2A5F-4A35-8535-F4BD3D1602F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772654697"/>
                                  </p:ext>
                                </p:extLst>
                              </p:nvPr>
                            </p:nvGraphicFramePr>
                            <p:xfrm>
                              <a:off x="2127272" y="1515698"/>
                              <a:ext cx="299738" cy="29973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7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4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644" name="3D Model 1643" descr="Sphere">
                                <a:extLst>
                                  <a:ext uri="{FF2B5EF4-FFF2-40B4-BE49-F238E27FC236}">
                                    <a16:creationId xmlns:a16="http://schemas.microsoft.com/office/drawing/2014/main" id="{7E4F6838-405E-44C9-B6CF-1CF02C4F237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497617" y="2251784"/>
                                <a:ext cx="52067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311" name="Flowchart: Connector 5310">
                            <a:extLst>
                              <a:ext uri="{FF2B5EF4-FFF2-40B4-BE49-F238E27FC236}">
                                <a16:creationId xmlns:a16="http://schemas.microsoft.com/office/drawing/2014/main" id="{7639034D-831C-4CF4-83E3-334F0AE1E57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312" name="3D Model 5311" descr="Sphere">
                                <a:extLst>
                                  <a:ext uri="{FF2B5EF4-FFF2-40B4-BE49-F238E27FC236}">
                                    <a16:creationId xmlns:a16="http://schemas.microsoft.com/office/drawing/2014/main" id="{59B19023-07F3-4CCB-B408-201C785389A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523763712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646" name="3D Model 1645" descr="Sphere">
                                <a:extLst>
                                  <a:ext uri="{FF2B5EF4-FFF2-40B4-BE49-F238E27FC236}">
                                    <a16:creationId xmlns:a16="http://schemas.microsoft.com/office/drawing/2014/main" id="{774F02B2-09D7-423F-B2E9-3AAC72078A4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538857" y="2263848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313" name="Flowchart: Connector 5312">
                            <a:extLst>
                              <a:ext uri="{FF2B5EF4-FFF2-40B4-BE49-F238E27FC236}">
                                <a16:creationId xmlns:a16="http://schemas.microsoft.com/office/drawing/2014/main" id="{57DF45DA-690E-43B7-A445-C86FD440BEE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6940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314" name="3D Model 5313" descr="Sphere">
                                <a:extLst>
                                  <a:ext uri="{FF2B5EF4-FFF2-40B4-BE49-F238E27FC236}">
                                    <a16:creationId xmlns:a16="http://schemas.microsoft.com/office/drawing/2014/main" id="{01A5CD56-CE20-49ED-885F-AF0E5F23901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113045053"/>
                                  </p:ext>
                                </p:extLst>
                              </p:nvPr>
                            </p:nvGraphicFramePr>
                            <p:xfrm>
                              <a:off x="2609177" y="164853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648" name="3D Model 1647" descr="Sphere">
                                <a:extLst>
                                  <a:ext uri="{FF2B5EF4-FFF2-40B4-BE49-F238E27FC236}">
                                    <a16:creationId xmlns:a16="http://schemas.microsoft.com/office/drawing/2014/main" id="{C094AC19-6F03-4640-AB43-88A4981A063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581327" y="227680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315" name="Flowchart: Connector 5314">
                            <a:extLst>
                              <a:ext uri="{FF2B5EF4-FFF2-40B4-BE49-F238E27FC236}">
                                <a16:creationId xmlns:a16="http://schemas.microsoft.com/office/drawing/2014/main" id="{AC6AB701-D9EF-495C-9EE0-EC44C1EA464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316" name="3D Model 5315" descr="Sphere">
                                <a:extLst>
                                  <a:ext uri="{FF2B5EF4-FFF2-40B4-BE49-F238E27FC236}">
                                    <a16:creationId xmlns:a16="http://schemas.microsoft.com/office/drawing/2014/main" id="{0CD5093B-4833-4835-B8B1-57CB686340C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683098049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650" name="3D Model 1649" descr="Sphere">
                                <a:extLst>
                                  <a:ext uri="{FF2B5EF4-FFF2-40B4-BE49-F238E27FC236}">
                                    <a16:creationId xmlns:a16="http://schemas.microsoft.com/office/drawing/2014/main" id="{F8F2993A-B007-4F17-9117-08B2E75F88E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627953" y="2291882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sp>
                    <p:nvSpPr>
                      <p:cNvPr id="5228" name="Flowchart: Connector 5227">
                        <a:extLst>
                          <a:ext uri="{FF2B5EF4-FFF2-40B4-BE49-F238E27FC236}">
                            <a16:creationId xmlns:a16="http://schemas.microsoft.com/office/drawing/2014/main" id="{B4C21B31-2A02-4536-95CD-7E25AB52691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06374" y="21384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229" name="Flowchart: Connector 5228">
                        <a:extLst>
                          <a:ext uri="{FF2B5EF4-FFF2-40B4-BE49-F238E27FC236}">
                            <a16:creationId xmlns:a16="http://schemas.microsoft.com/office/drawing/2014/main" id="{E6A17AD2-B9A3-4146-BECF-356877C4FC7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886236" y="22322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230" name="Flowchart: Connector 5229">
                        <a:extLst>
                          <a:ext uri="{FF2B5EF4-FFF2-40B4-BE49-F238E27FC236}">
                            <a16:creationId xmlns:a16="http://schemas.microsoft.com/office/drawing/2014/main" id="{AED623C4-1D7B-4745-8554-06A24EC30E8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952806" y="22254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231" name="Flowchart: Connector 5230">
                        <a:extLst>
                          <a:ext uri="{FF2B5EF4-FFF2-40B4-BE49-F238E27FC236}">
                            <a16:creationId xmlns:a16="http://schemas.microsoft.com/office/drawing/2014/main" id="{B074AADA-3DE7-4726-BA5F-F9E5FD91674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0272" y="25040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232" name="Flowchart: Connector 5231">
                        <a:extLst>
                          <a:ext uri="{FF2B5EF4-FFF2-40B4-BE49-F238E27FC236}">
                            <a16:creationId xmlns:a16="http://schemas.microsoft.com/office/drawing/2014/main" id="{40E77722-D86D-4637-8CB4-E700FE6AA0E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20633" y="28301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233" name="Flowchart: Connector 5232">
                        <a:extLst>
                          <a:ext uri="{FF2B5EF4-FFF2-40B4-BE49-F238E27FC236}">
                            <a16:creationId xmlns:a16="http://schemas.microsoft.com/office/drawing/2014/main" id="{2BC79B4C-387F-4D89-87D0-7DC4F7F4405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29128" y="231321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234" name="Flowchart: Connector 5233">
                        <a:extLst>
                          <a:ext uri="{FF2B5EF4-FFF2-40B4-BE49-F238E27FC236}">
                            <a16:creationId xmlns:a16="http://schemas.microsoft.com/office/drawing/2014/main" id="{F00632B6-EB68-48D9-A65A-00A8955A511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211385" y="230237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235" name="Flowchart: Connector 5234">
                        <a:extLst>
                          <a:ext uri="{FF2B5EF4-FFF2-40B4-BE49-F238E27FC236}">
                            <a16:creationId xmlns:a16="http://schemas.microsoft.com/office/drawing/2014/main" id="{B68C603E-BD82-42BD-8F13-F1728EA2B9F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1097" y="31484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grpSp>
                    <p:nvGrpSpPr>
                      <p:cNvPr id="5236" name="Group 5235">
                        <a:extLst>
                          <a:ext uri="{FF2B5EF4-FFF2-40B4-BE49-F238E27FC236}">
                            <a16:creationId xmlns:a16="http://schemas.microsoft.com/office/drawing/2014/main" id="{95E4A361-E8EA-486F-9095-3F15D0BB68D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20511" y="2127869"/>
                        <a:ext cx="1073693" cy="1496391"/>
                        <a:chOff x="2114936" y="1503359"/>
                        <a:chExt cx="1073693" cy="1496391"/>
                      </a:xfrm>
                    </p:grpSpPr>
                    <p:grpSp>
                      <p:nvGrpSpPr>
                        <p:cNvPr id="5237" name="Group 5236">
                          <a:extLst>
                            <a:ext uri="{FF2B5EF4-FFF2-40B4-BE49-F238E27FC236}">
                              <a16:creationId xmlns:a16="http://schemas.microsoft.com/office/drawing/2014/main" id="{8CA584DB-25B9-42FB-BFAE-D37CF0AAF43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7974" y="2474038"/>
                          <a:ext cx="1060655" cy="525712"/>
                          <a:chOff x="3721252" y="1733424"/>
                          <a:chExt cx="1060655" cy="525712"/>
                        </a:xfrm>
                      </p:grpSpPr>
                      <p:sp>
                        <p:nvSpPr>
                          <p:cNvPr id="5288" name="Flowchart: Connector 5287">
                            <a:extLst>
                              <a:ext uri="{FF2B5EF4-FFF2-40B4-BE49-F238E27FC236}">
                                <a16:creationId xmlns:a16="http://schemas.microsoft.com/office/drawing/2014/main" id="{9F12347A-CC93-4367-8959-9D78DB9B11F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289" name="3D Model 5288" descr="Sphere">
                                <a:extLst>
                                  <a:ext uri="{FF2B5EF4-FFF2-40B4-BE49-F238E27FC236}">
                                    <a16:creationId xmlns:a16="http://schemas.microsoft.com/office/drawing/2014/main" id="{36B9F003-B42C-4C9F-BB76-1A6B229978C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092689395"/>
                                  </p:ext>
                                </p:extLst>
                              </p:nvPr>
                            </p:nvGraphicFramePr>
                            <p:xfrm>
                              <a:off x="3721252" y="1733424"/>
                              <a:ext cx="299739" cy="299738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6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623" name="3D Model 1622" descr="Sphere">
                                <a:extLst>
                                  <a:ext uri="{FF2B5EF4-FFF2-40B4-BE49-F238E27FC236}">
                                    <a16:creationId xmlns:a16="http://schemas.microsoft.com/office/drawing/2014/main" id="{60D60A07-EFFE-4CB2-81F4-253A8685786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457787" y="2459586"/>
                                <a:ext cx="52066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290" name="Flowchart: Connector 5289">
                            <a:extLst>
                              <a:ext uri="{FF2B5EF4-FFF2-40B4-BE49-F238E27FC236}">
                                <a16:creationId xmlns:a16="http://schemas.microsoft.com/office/drawing/2014/main" id="{9353F5ED-9CD0-4513-8639-B26DE494EB2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291" name="3D Model 5290" descr="Sphere">
                                <a:extLst>
                                  <a:ext uri="{FF2B5EF4-FFF2-40B4-BE49-F238E27FC236}">
                                    <a16:creationId xmlns:a16="http://schemas.microsoft.com/office/drawing/2014/main" id="{9C2DA290-CFA0-4409-8658-D5E0B77FFBE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758301402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292" name="Flowchart: Connector 5291">
                            <a:extLst>
                              <a:ext uri="{FF2B5EF4-FFF2-40B4-BE49-F238E27FC236}">
                                <a16:creationId xmlns:a16="http://schemas.microsoft.com/office/drawing/2014/main" id="{2AE4B36C-8BAB-4D85-A7F8-D01C184F0FB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293" name="3D Model 5292" descr="Sphere">
                                <a:extLst>
                                  <a:ext uri="{FF2B5EF4-FFF2-40B4-BE49-F238E27FC236}">
                                    <a16:creationId xmlns:a16="http://schemas.microsoft.com/office/drawing/2014/main" id="{8F7C5ABC-C312-4433-8E3C-2E7EF02BB51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011238946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294" name="Flowchart: Connector 5293">
                            <a:extLst>
                              <a:ext uri="{FF2B5EF4-FFF2-40B4-BE49-F238E27FC236}">
                                <a16:creationId xmlns:a16="http://schemas.microsoft.com/office/drawing/2014/main" id="{6E8A46C4-DCB6-4660-85F4-01FADF3F144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295" name="3D Model 5294" descr="Sphere">
                                <a:extLst>
                                  <a:ext uri="{FF2B5EF4-FFF2-40B4-BE49-F238E27FC236}">
                                    <a16:creationId xmlns:a16="http://schemas.microsoft.com/office/drawing/2014/main" id="{DB02AC7D-1D89-4C6E-B729-3E357723D4C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639752029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8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5238" name="Group 5237">
                          <a:extLst>
                            <a:ext uri="{FF2B5EF4-FFF2-40B4-BE49-F238E27FC236}">
                              <a16:creationId xmlns:a16="http://schemas.microsoft.com/office/drawing/2014/main" id="{873D3484-B482-4194-B6EB-5AE53282BCE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4615" y="2140429"/>
                          <a:ext cx="1064014" cy="637179"/>
                          <a:chOff x="3717893" y="1719497"/>
                          <a:chExt cx="1064014" cy="637179"/>
                        </a:xfrm>
                      </p:grpSpPr>
                      <p:sp>
                        <p:nvSpPr>
                          <p:cNvPr id="5272" name="Flowchart: Connector 5271">
                            <a:extLst>
                              <a:ext uri="{FF2B5EF4-FFF2-40B4-BE49-F238E27FC236}">
                                <a16:creationId xmlns:a16="http://schemas.microsoft.com/office/drawing/2014/main" id="{6C3F99C2-A88A-46A0-A854-EB51C3E8D5F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273" name="Flowchart: Connector 5272">
                            <a:extLst>
                              <a:ext uri="{FF2B5EF4-FFF2-40B4-BE49-F238E27FC236}">
                                <a16:creationId xmlns:a16="http://schemas.microsoft.com/office/drawing/2014/main" id="{569CBDB4-F014-4AEF-B9A1-ACD9FE9BBDE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274" name="Flowchart: Connector 5273">
                            <a:extLst>
                              <a:ext uri="{FF2B5EF4-FFF2-40B4-BE49-F238E27FC236}">
                                <a16:creationId xmlns:a16="http://schemas.microsoft.com/office/drawing/2014/main" id="{5B8BFF62-4A95-4680-B99A-014F0EB05D9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275" name="Flowchart: Connector 5274">
                            <a:extLst>
                              <a:ext uri="{FF2B5EF4-FFF2-40B4-BE49-F238E27FC236}">
                                <a16:creationId xmlns:a16="http://schemas.microsoft.com/office/drawing/2014/main" id="{23F77B8A-6185-4126-8A5D-65616B72AC6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276" name="Flowchart: Connector 5275">
                            <a:extLst>
                              <a:ext uri="{FF2B5EF4-FFF2-40B4-BE49-F238E27FC236}">
                                <a16:creationId xmlns:a16="http://schemas.microsoft.com/office/drawing/2014/main" id="{57156AD2-7330-4054-8CF0-82A5D41277D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277" name="Flowchart: Connector 5276">
                            <a:extLst>
                              <a:ext uri="{FF2B5EF4-FFF2-40B4-BE49-F238E27FC236}">
                                <a16:creationId xmlns:a16="http://schemas.microsoft.com/office/drawing/2014/main" id="{370C725E-9924-404D-A2EF-018E9D40C7E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278" name="Flowchart: Connector 5277">
                            <a:extLst>
                              <a:ext uri="{FF2B5EF4-FFF2-40B4-BE49-F238E27FC236}">
                                <a16:creationId xmlns:a16="http://schemas.microsoft.com/office/drawing/2014/main" id="{E2D22E06-5FC4-4889-8EC4-EC38158026E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279" name="Flowchart: Connector 5278">
                            <a:extLst>
                              <a:ext uri="{FF2B5EF4-FFF2-40B4-BE49-F238E27FC236}">
                                <a16:creationId xmlns:a16="http://schemas.microsoft.com/office/drawing/2014/main" id="{942468AC-D792-4684-BC7C-1550616EE68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280" name="Flowchart: Connector 5279">
                            <a:extLst>
                              <a:ext uri="{FF2B5EF4-FFF2-40B4-BE49-F238E27FC236}">
                                <a16:creationId xmlns:a16="http://schemas.microsoft.com/office/drawing/2014/main" id="{44FD6272-0E88-4C3A-AE82-9ADF139ABB6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281" name="3D Model 5280" descr="Sphere">
                                <a:extLst>
                                  <a:ext uri="{FF2B5EF4-FFF2-40B4-BE49-F238E27FC236}">
                                    <a16:creationId xmlns:a16="http://schemas.microsoft.com/office/drawing/2014/main" id="{C110135E-4F10-425E-9A8B-F574308C681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71399174"/>
                                  </p:ext>
                                </p:extLst>
                              </p:nvPr>
                            </p:nvGraphicFramePr>
                            <p:xfrm>
                              <a:off x="3717893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615" name="3D Model 1614" descr="Sphere">
                                <a:extLst>
                                  <a:ext uri="{FF2B5EF4-FFF2-40B4-BE49-F238E27FC236}">
                                    <a16:creationId xmlns:a16="http://schemas.microsoft.com/office/drawing/2014/main" id="{A25BF9BF-9D18-439B-8289-387D4D30D31A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457203" y="2396751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282" name="Flowchart: Connector 5281">
                            <a:extLst>
                              <a:ext uri="{FF2B5EF4-FFF2-40B4-BE49-F238E27FC236}">
                                <a16:creationId xmlns:a16="http://schemas.microsoft.com/office/drawing/2014/main" id="{BC6B7F4B-E6D7-426F-9A72-D0A924A0A94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283" name="3D Model 5282" descr="Sphere">
                                <a:extLst>
                                  <a:ext uri="{FF2B5EF4-FFF2-40B4-BE49-F238E27FC236}">
                                    <a16:creationId xmlns:a16="http://schemas.microsoft.com/office/drawing/2014/main" id="{A74ABB81-0675-4D1E-9D15-D3011FD7CEA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165631798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284" name="Flowchart: Connector 5283">
                            <a:extLst>
                              <a:ext uri="{FF2B5EF4-FFF2-40B4-BE49-F238E27FC236}">
                                <a16:creationId xmlns:a16="http://schemas.microsoft.com/office/drawing/2014/main" id="{7F17FC32-E4B2-4978-A70A-7B2FD306D80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285" name="3D Model 5284" descr="Sphere">
                                <a:extLst>
                                  <a:ext uri="{FF2B5EF4-FFF2-40B4-BE49-F238E27FC236}">
                                    <a16:creationId xmlns:a16="http://schemas.microsoft.com/office/drawing/2014/main" id="{6A41C978-5CF1-4B8B-9EE3-F7CB9F2B461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49331244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286" name="Flowchart: Connector 5285">
                            <a:extLst>
                              <a:ext uri="{FF2B5EF4-FFF2-40B4-BE49-F238E27FC236}">
                                <a16:creationId xmlns:a16="http://schemas.microsoft.com/office/drawing/2014/main" id="{FB048B63-2C93-4A9F-A866-B9AF339D4E8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287" name="3D Model 5286" descr="Sphere">
                                <a:extLst>
                                  <a:ext uri="{FF2B5EF4-FFF2-40B4-BE49-F238E27FC236}">
                                    <a16:creationId xmlns:a16="http://schemas.microsoft.com/office/drawing/2014/main" id="{EFC5477F-D3BF-4816-AD0C-B253671D1AD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201986125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5239" name="Group 5238">
                          <a:extLst>
                            <a:ext uri="{FF2B5EF4-FFF2-40B4-BE49-F238E27FC236}">
                              <a16:creationId xmlns:a16="http://schemas.microsoft.com/office/drawing/2014/main" id="{B3A22F85-4B3F-4D7F-8B39-96302C53036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936" y="1817250"/>
                          <a:ext cx="1064014" cy="643455"/>
                          <a:chOff x="3717893" y="1713221"/>
                          <a:chExt cx="1064014" cy="643455"/>
                        </a:xfrm>
                      </p:grpSpPr>
                      <p:sp>
                        <p:nvSpPr>
                          <p:cNvPr id="5256" name="Flowchart: Connector 5255">
                            <a:extLst>
                              <a:ext uri="{FF2B5EF4-FFF2-40B4-BE49-F238E27FC236}">
                                <a16:creationId xmlns:a16="http://schemas.microsoft.com/office/drawing/2014/main" id="{F73297C4-6512-4F18-898A-5E67DDB5B5D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257" name="Flowchart: Connector 5256">
                            <a:extLst>
                              <a:ext uri="{FF2B5EF4-FFF2-40B4-BE49-F238E27FC236}">
                                <a16:creationId xmlns:a16="http://schemas.microsoft.com/office/drawing/2014/main" id="{659D62BF-A7A9-478A-8AD7-2C7DB559F69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258" name="Flowchart: Connector 5257">
                            <a:extLst>
                              <a:ext uri="{FF2B5EF4-FFF2-40B4-BE49-F238E27FC236}">
                                <a16:creationId xmlns:a16="http://schemas.microsoft.com/office/drawing/2014/main" id="{09889F6B-C0C1-449E-BCE3-882E4777F34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259" name="Flowchart: Connector 5258">
                            <a:extLst>
                              <a:ext uri="{FF2B5EF4-FFF2-40B4-BE49-F238E27FC236}">
                                <a16:creationId xmlns:a16="http://schemas.microsoft.com/office/drawing/2014/main" id="{462445C3-9FFD-4362-BBE4-4FDEAD31AE7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260" name="Flowchart: Connector 5259">
                            <a:extLst>
                              <a:ext uri="{FF2B5EF4-FFF2-40B4-BE49-F238E27FC236}">
                                <a16:creationId xmlns:a16="http://schemas.microsoft.com/office/drawing/2014/main" id="{7ED954E1-7033-4197-94CF-7D090AA5D4C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261" name="Flowchart: Connector 5260">
                            <a:extLst>
                              <a:ext uri="{FF2B5EF4-FFF2-40B4-BE49-F238E27FC236}">
                                <a16:creationId xmlns:a16="http://schemas.microsoft.com/office/drawing/2014/main" id="{D314565F-B981-4A8D-BF7A-E6B2ED7368D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262" name="Flowchart: Connector 5261">
                            <a:extLst>
                              <a:ext uri="{FF2B5EF4-FFF2-40B4-BE49-F238E27FC236}">
                                <a16:creationId xmlns:a16="http://schemas.microsoft.com/office/drawing/2014/main" id="{28C72A5B-0A8C-4B8C-920B-870DAEDAF8C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263" name="Flowchart: Connector 5262">
                            <a:extLst>
                              <a:ext uri="{FF2B5EF4-FFF2-40B4-BE49-F238E27FC236}">
                                <a16:creationId xmlns:a16="http://schemas.microsoft.com/office/drawing/2014/main" id="{AF0D3CFF-6753-49EE-A305-6B198C129C5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264" name="Flowchart: Connector 5263">
                            <a:extLst>
                              <a:ext uri="{FF2B5EF4-FFF2-40B4-BE49-F238E27FC236}">
                                <a16:creationId xmlns:a16="http://schemas.microsoft.com/office/drawing/2014/main" id="{831A441F-6F78-4A00-BF2D-F7A35365C74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265" name="3D Model 5264" descr="Sphere">
                                <a:extLst>
                                  <a:ext uri="{FF2B5EF4-FFF2-40B4-BE49-F238E27FC236}">
                                    <a16:creationId xmlns:a16="http://schemas.microsoft.com/office/drawing/2014/main" id="{2A0FA85F-EA08-42B0-A635-CAE3FFE9B85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13574790"/>
                                  </p:ext>
                                </p:extLst>
                              </p:nvPr>
                            </p:nvGraphicFramePr>
                            <p:xfrm>
                              <a:off x="3717893" y="171322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599" name="3D Model 1598" descr="Sphere">
                                <a:extLst>
                                  <a:ext uri="{FF2B5EF4-FFF2-40B4-BE49-F238E27FC236}">
                                    <a16:creationId xmlns:a16="http://schemas.microsoft.com/office/drawing/2014/main" id="{65F4613F-BA2E-4D19-92B6-DD90C6B413C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455522" y="2335881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266" name="Flowchart: Connector 5265">
                            <a:extLst>
                              <a:ext uri="{FF2B5EF4-FFF2-40B4-BE49-F238E27FC236}">
                                <a16:creationId xmlns:a16="http://schemas.microsoft.com/office/drawing/2014/main" id="{486D8217-25E7-4DD8-8A66-6B4B680C19A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267" name="3D Model 5266" descr="Sphere">
                                <a:extLst>
                                  <a:ext uri="{FF2B5EF4-FFF2-40B4-BE49-F238E27FC236}">
                                    <a16:creationId xmlns:a16="http://schemas.microsoft.com/office/drawing/2014/main" id="{61454889-8A2D-49E5-8391-D714F82C9BA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676377942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601" name="3D Model 1600" descr="Sphere">
                                <a:extLst>
                                  <a:ext uri="{FF2B5EF4-FFF2-40B4-BE49-F238E27FC236}">
                                    <a16:creationId xmlns:a16="http://schemas.microsoft.com/office/drawing/2014/main" id="{D6E5EE4C-3068-4057-8CA8-50136651EC6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497223" y="2351751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268" name="Flowchart: Connector 5267">
                            <a:extLst>
                              <a:ext uri="{FF2B5EF4-FFF2-40B4-BE49-F238E27FC236}">
                                <a16:creationId xmlns:a16="http://schemas.microsoft.com/office/drawing/2014/main" id="{42F7EA8D-E5D0-49E0-B29F-57EC15FFCD2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269" name="3D Model 5268" descr="Sphere">
                                <a:extLst>
                                  <a:ext uri="{FF2B5EF4-FFF2-40B4-BE49-F238E27FC236}">
                                    <a16:creationId xmlns:a16="http://schemas.microsoft.com/office/drawing/2014/main" id="{8F88561B-518B-4380-98FB-4AFE43A4A23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35560764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270" name="Flowchart: Connector 5269">
                            <a:extLst>
                              <a:ext uri="{FF2B5EF4-FFF2-40B4-BE49-F238E27FC236}">
                                <a16:creationId xmlns:a16="http://schemas.microsoft.com/office/drawing/2014/main" id="{97631E20-BD9D-41A2-8887-87C8E20C6B7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271" name="3D Model 5270" descr="Sphere">
                                <a:extLst>
                                  <a:ext uri="{FF2B5EF4-FFF2-40B4-BE49-F238E27FC236}">
                                    <a16:creationId xmlns:a16="http://schemas.microsoft.com/office/drawing/2014/main" id="{A35F141B-0107-464C-B6C3-367D6E47D36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72768551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5240" name="Flowchart: Connector 5239">
                          <a:extLst>
                            <a:ext uri="{FF2B5EF4-FFF2-40B4-BE49-F238E27FC236}">
                              <a16:creationId xmlns:a16="http://schemas.microsoft.com/office/drawing/2014/main" id="{47DE59AA-274C-45AE-8D5A-1453CBBE521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241" name="Flowchart: Connector 5240">
                          <a:extLst>
                            <a:ext uri="{FF2B5EF4-FFF2-40B4-BE49-F238E27FC236}">
                              <a16:creationId xmlns:a16="http://schemas.microsoft.com/office/drawing/2014/main" id="{8F6D9F3B-F3DA-4662-A08E-FA5C8535313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242" name="Flowchart: Connector 5241">
                          <a:extLst>
                            <a:ext uri="{FF2B5EF4-FFF2-40B4-BE49-F238E27FC236}">
                              <a16:creationId xmlns:a16="http://schemas.microsoft.com/office/drawing/2014/main" id="{B6826386-86D7-4A0D-89AD-A663B1AF406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26347" y="177334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243" name="Flowchart: Connector 5242">
                          <a:extLst>
                            <a:ext uri="{FF2B5EF4-FFF2-40B4-BE49-F238E27FC236}">
                              <a16:creationId xmlns:a16="http://schemas.microsoft.com/office/drawing/2014/main" id="{A8DD0421-DB25-4156-B0EC-CA44C731023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244" name="Flowchart: Connector 5243">
                          <a:extLst>
                            <a:ext uri="{FF2B5EF4-FFF2-40B4-BE49-F238E27FC236}">
                              <a16:creationId xmlns:a16="http://schemas.microsoft.com/office/drawing/2014/main" id="{959C1FE2-55CC-4F3A-A5E9-234966E2EFD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245" name="Flowchart: Connector 5244">
                          <a:extLst>
                            <a:ext uri="{FF2B5EF4-FFF2-40B4-BE49-F238E27FC236}">
                              <a16:creationId xmlns:a16="http://schemas.microsoft.com/office/drawing/2014/main" id="{255C606D-5349-469B-9AF9-DE35CF1A93F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246" name="Flowchart: Connector 5245">
                          <a:extLst>
                            <a:ext uri="{FF2B5EF4-FFF2-40B4-BE49-F238E27FC236}">
                              <a16:creationId xmlns:a16="http://schemas.microsoft.com/office/drawing/2014/main" id="{70AF2615-53B3-4FE7-B2E7-64EB6110453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247" name="Flowchart: Connector 5246">
                          <a:extLst>
                            <a:ext uri="{FF2B5EF4-FFF2-40B4-BE49-F238E27FC236}">
                              <a16:creationId xmlns:a16="http://schemas.microsoft.com/office/drawing/2014/main" id="{F713C96D-6E70-4D75-B95F-60E7E537C5B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248" name="Flowchart: Connector 5247">
                          <a:extLst>
                            <a:ext uri="{FF2B5EF4-FFF2-40B4-BE49-F238E27FC236}">
                              <a16:creationId xmlns:a16="http://schemas.microsoft.com/office/drawing/2014/main" id="{B08179C3-DDB9-4F1B-B69F-DEEE8DF6781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249" name="3D Model 5248" descr="Sphere">
                              <a:extLst>
                                <a:ext uri="{FF2B5EF4-FFF2-40B4-BE49-F238E27FC236}">
                                  <a16:creationId xmlns:a16="http://schemas.microsoft.com/office/drawing/2014/main" id="{3037A70D-AFD2-491A-9D51-CD36BC24CE4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35446510"/>
                                </p:ext>
                              </p:extLst>
                            </p:nvPr>
                          </p:nvGraphicFramePr>
                          <p:xfrm>
                            <a:off x="2122087" y="1503359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433448" ay="1433014" az="-1105299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7"/>
                                </am3d:raster>
                                <am3d:objViewport viewportSz="5757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583" name="3D Model 1582" descr="Sphere">
                              <a:extLst>
                                <a:ext uri="{FF2B5EF4-FFF2-40B4-BE49-F238E27FC236}">
                                  <a16:creationId xmlns:a16="http://schemas.microsoft.com/office/drawing/2014/main" id="{FAEF2B25-A843-4C17-96E6-2326F5086280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456764" y="2276761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250" name="Flowchart: Connector 5249">
                          <a:extLst>
                            <a:ext uri="{FF2B5EF4-FFF2-40B4-BE49-F238E27FC236}">
                              <a16:creationId xmlns:a16="http://schemas.microsoft.com/office/drawing/2014/main" id="{658872A2-772A-442C-924F-AE0C13A58B5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251" name="3D Model 5250" descr="Sphere">
                              <a:extLst>
                                <a:ext uri="{FF2B5EF4-FFF2-40B4-BE49-F238E27FC236}">
                                  <a16:creationId xmlns:a16="http://schemas.microsoft.com/office/drawing/2014/main" id="{C7297994-1E3E-4318-8F0B-B22F9EAF157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61278927"/>
                                </p:ext>
                              </p:extLst>
                            </p:nvPr>
                          </p:nvGraphicFramePr>
                          <p:xfrm>
                            <a:off x="2368043" y="1593681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5"/>
                                </am3d:raster>
                                <am3d:objViewport viewportSz="5886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585" name="3D Model 1584" descr="Sphere">
                              <a:extLst>
                                <a:ext uri="{FF2B5EF4-FFF2-40B4-BE49-F238E27FC236}">
                                  <a16:creationId xmlns:a16="http://schemas.microsoft.com/office/drawing/2014/main" id="{1A48DAB0-96E9-49A7-8F43-87B8AB828CE3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499488" y="2293773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252" name="Flowchart: Connector 5251">
                          <a:extLst>
                            <a:ext uri="{FF2B5EF4-FFF2-40B4-BE49-F238E27FC236}">
                              <a16:creationId xmlns:a16="http://schemas.microsoft.com/office/drawing/2014/main" id="{CCEC5601-83AE-4054-9885-4630C376BEE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253" name="3D Model 5252" descr="Sphere">
                              <a:extLst>
                                <a:ext uri="{FF2B5EF4-FFF2-40B4-BE49-F238E27FC236}">
                                  <a16:creationId xmlns:a16="http://schemas.microsoft.com/office/drawing/2014/main" id="{933252F8-5901-40D9-B5CA-6C8E537D5FB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92796789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3235" cy="6170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7"/>
                                </am3d:raster>
                                <am3d:objViewport viewportSz="6018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587" name="3D Model 1586" descr="Sphere">
                              <a:extLst>
                                <a:ext uri="{FF2B5EF4-FFF2-40B4-BE49-F238E27FC236}">
                                  <a16:creationId xmlns:a16="http://schemas.microsoft.com/office/drawing/2014/main" id="{4A9E232F-1EA8-4405-8501-404ABAFC62E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3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541375" y="2302789"/>
                              <a:ext cx="53235" cy="61702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254" name="Flowchart: Connector 5253">
                          <a:extLst>
                            <a:ext uri="{FF2B5EF4-FFF2-40B4-BE49-F238E27FC236}">
                              <a16:creationId xmlns:a16="http://schemas.microsoft.com/office/drawing/2014/main" id="{663FFD58-794C-4E63-A0DD-7202B56E1F3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255" name="3D Model 5254" descr="Sphere">
                              <a:extLst>
                                <a:ext uri="{FF2B5EF4-FFF2-40B4-BE49-F238E27FC236}">
                                  <a16:creationId xmlns:a16="http://schemas.microsoft.com/office/drawing/2014/main" id="{86731C96-6400-4750-A56E-C2967DE276F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58257460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1045" cy="5891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9"/>
                                </am3d:raster>
                                <am3d:objViewport viewportSz="5955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589" name="3D Model 1588" descr="Sphere">
                              <a:extLst>
                                <a:ext uri="{FF2B5EF4-FFF2-40B4-BE49-F238E27FC236}">
                                  <a16:creationId xmlns:a16="http://schemas.microsoft.com/office/drawing/2014/main" id="{4614BFF0-34DE-485F-8555-3EBF46C0817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588001" y="2319183"/>
                              <a:ext cx="51045" cy="589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5145" name="Group 5144">
                      <a:extLst>
                        <a:ext uri="{FF2B5EF4-FFF2-40B4-BE49-F238E27FC236}">
                          <a16:creationId xmlns:a16="http://schemas.microsoft.com/office/drawing/2014/main" id="{C530EEBE-CC66-497E-8B18-47FE44B6C75B}"/>
                        </a:ext>
                      </a:extLst>
                    </p:cNvPr>
                    <p:cNvGrpSpPr/>
                    <p:nvPr/>
                  </p:nvGrpSpPr>
                  <p:grpSpPr>
                    <a:xfrm rot="18542409">
                      <a:off x="2257159" y="236280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5215" name="Freeform: Shape 5214">
                        <a:extLst>
                          <a:ext uri="{FF2B5EF4-FFF2-40B4-BE49-F238E27FC236}">
                            <a16:creationId xmlns:a16="http://schemas.microsoft.com/office/drawing/2014/main" id="{DC80A693-0875-4651-8032-B93D6ABACF2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216" name="Rectangle: Rounded Corners 5215">
                        <a:extLst>
                          <a:ext uri="{FF2B5EF4-FFF2-40B4-BE49-F238E27FC236}">
                            <a16:creationId xmlns:a16="http://schemas.microsoft.com/office/drawing/2014/main" id="{AF0003AC-3A3E-4D02-9302-67C8F252E7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146" name="Group 5145">
                      <a:extLst>
                        <a:ext uri="{FF2B5EF4-FFF2-40B4-BE49-F238E27FC236}">
                          <a16:creationId xmlns:a16="http://schemas.microsoft.com/office/drawing/2014/main" id="{6D327D40-5EE4-4BCC-9DEE-A13A9FA72F4B}"/>
                        </a:ext>
                      </a:extLst>
                    </p:cNvPr>
                    <p:cNvGrpSpPr/>
                    <p:nvPr/>
                  </p:nvGrpSpPr>
                  <p:grpSpPr>
                    <a:xfrm rot="17122200">
                      <a:off x="1187274" y="235013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5213" name="Freeform: Shape 5212">
                        <a:extLst>
                          <a:ext uri="{FF2B5EF4-FFF2-40B4-BE49-F238E27FC236}">
                            <a16:creationId xmlns:a16="http://schemas.microsoft.com/office/drawing/2014/main" id="{E2B55E95-FB8F-4E35-BDB3-3F83B0F24E1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214" name="Rectangle: Rounded Corners 5213">
                        <a:extLst>
                          <a:ext uri="{FF2B5EF4-FFF2-40B4-BE49-F238E27FC236}">
                            <a16:creationId xmlns:a16="http://schemas.microsoft.com/office/drawing/2014/main" id="{8573A126-B705-476E-9FBF-6824B08630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147" name="Group 5146">
                      <a:extLst>
                        <a:ext uri="{FF2B5EF4-FFF2-40B4-BE49-F238E27FC236}">
                          <a16:creationId xmlns:a16="http://schemas.microsoft.com/office/drawing/2014/main" id="{9A623DD6-06EE-440B-BC19-BBB50FA2BD77}"/>
                        </a:ext>
                      </a:extLst>
                    </p:cNvPr>
                    <p:cNvGrpSpPr/>
                    <p:nvPr/>
                  </p:nvGrpSpPr>
                  <p:grpSpPr>
                    <a:xfrm rot="658209">
                      <a:off x="2479276" y="3323586"/>
                      <a:ext cx="746642" cy="235253"/>
                      <a:chOff x="2620172" y="2546175"/>
                      <a:chExt cx="834986" cy="143092"/>
                    </a:xfrm>
                  </p:grpSpPr>
                  <p:sp>
                    <p:nvSpPr>
                      <p:cNvPr id="5211" name="Freeform: Shape 5210">
                        <a:extLst>
                          <a:ext uri="{FF2B5EF4-FFF2-40B4-BE49-F238E27FC236}">
                            <a16:creationId xmlns:a16="http://schemas.microsoft.com/office/drawing/2014/main" id="{91E76C68-AE53-4F25-A2D8-AC29718DF52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212" name="Rectangle: Rounded Corners 5211">
                        <a:extLst>
                          <a:ext uri="{FF2B5EF4-FFF2-40B4-BE49-F238E27FC236}">
                            <a16:creationId xmlns:a16="http://schemas.microsoft.com/office/drawing/2014/main" id="{07D55360-D429-452B-9B1A-AC31FA07E6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148" name="Group 5147">
                      <a:extLst>
                        <a:ext uri="{FF2B5EF4-FFF2-40B4-BE49-F238E27FC236}">
                          <a16:creationId xmlns:a16="http://schemas.microsoft.com/office/drawing/2014/main" id="{B8DDCC46-8540-4A4A-8797-5A6AD6E32BFA}"/>
                        </a:ext>
                      </a:extLst>
                    </p:cNvPr>
                    <p:cNvGrpSpPr/>
                    <p:nvPr/>
                  </p:nvGrpSpPr>
                  <p:grpSpPr>
                    <a:xfrm rot="18837888">
                      <a:off x="1789768" y="223810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5209" name="Freeform: Shape 5208">
                        <a:extLst>
                          <a:ext uri="{FF2B5EF4-FFF2-40B4-BE49-F238E27FC236}">
                            <a16:creationId xmlns:a16="http://schemas.microsoft.com/office/drawing/2014/main" id="{E7E89113-0C01-4E56-BBB6-31AF1C12146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210" name="Rectangle: Rounded Corners 5209">
                        <a:extLst>
                          <a:ext uri="{FF2B5EF4-FFF2-40B4-BE49-F238E27FC236}">
                            <a16:creationId xmlns:a16="http://schemas.microsoft.com/office/drawing/2014/main" id="{0A479A0C-FC56-4D9C-890D-3ED6A8F737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149" name="Group 5148">
                      <a:extLst>
                        <a:ext uri="{FF2B5EF4-FFF2-40B4-BE49-F238E27FC236}">
                          <a16:creationId xmlns:a16="http://schemas.microsoft.com/office/drawing/2014/main" id="{FBAC4419-7869-4EE5-BC20-315DA5E3C46D}"/>
                        </a:ext>
                      </a:extLst>
                    </p:cNvPr>
                    <p:cNvGrpSpPr/>
                    <p:nvPr/>
                  </p:nvGrpSpPr>
                  <p:grpSpPr>
                    <a:xfrm rot="16200000">
                      <a:off x="563034" y="2429570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5207" name="Freeform: Shape 5206">
                        <a:extLst>
                          <a:ext uri="{FF2B5EF4-FFF2-40B4-BE49-F238E27FC236}">
                            <a16:creationId xmlns:a16="http://schemas.microsoft.com/office/drawing/2014/main" id="{D1DE9B84-12F0-4487-B9E1-EDEBA3EDC94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208" name="Rectangle: Rounded Corners 5207">
                        <a:extLst>
                          <a:ext uri="{FF2B5EF4-FFF2-40B4-BE49-F238E27FC236}">
                            <a16:creationId xmlns:a16="http://schemas.microsoft.com/office/drawing/2014/main" id="{D2CB75E6-8D2A-4CEA-8E6A-AD162BFAEB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150" name="Group 5149">
                      <a:extLst>
                        <a:ext uri="{FF2B5EF4-FFF2-40B4-BE49-F238E27FC236}">
                          <a16:creationId xmlns:a16="http://schemas.microsoft.com/office/drawing/2014/main" id="{5319D9E4-64B2-4F63-9C1B-9DDB9377C6EB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350328" y="442527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5205" name="Freeform: Shape 5204">
                        <a:extLst>
                          <a:ext uri="{FF2B5EF4-FFF2-40B4-BE49-F238E27FC236}">
                            <a16:creationId xmlns:a16="http://schemas.microsoft.com/office/drawing/2014/main" id="{DEFF96D8-3264-470B-8202-6F6BE2F3111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206" name="Rectangle: Rounded Corners 5205">
                        <a:extLst>
                          <a:ext uri="{FF2B5EF4-FFF2-40B4-BE49-F238E27FC236}">
                            <a16:creationId xmlns:a16="http://schemas.microsoft.com/office/drawing/2014/main" id="{47E03850-2BA6-4C9E-BBF5-E5087F7059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151" name="Group 5150">
                      <a:extLst>
                        <a:ext uri="{FF2B5EF4-FFF2-40B4-BE49-F238E27FC236}">
                          <a16:creationId xmlns:a16="http://schemas.microsoft.com/office/drawing/2014/main" id="{8CCF9583-D6B0-457C-A944-4AC81CDA2184}"/>
                        </a:ext>
                      </a:extLst>
                    </p:cNvPr>
                    <p:cNvGrpSpPr/>
                    <p:nvPr/>
                  </p:nvGrpSpPr>
                  <p:grpSpPr>
                    <a:xfrm rot="5880914">
                      <a:off x="789613" y="438062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5203" name="Freeform: Shape 5202">
                        <a:extLst>
                          <a:ext uri="{FF2B5EF4-FFF2-40B4-BE49-F238E27FC236}">
                            <a16:creationId xmlns:a16="http://schemas.microsoft.com/office/drawing/2014/main" id="{DDFD5E18-AB7C-419F-99DF-0A63E1CCC16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204" name="Rectangle: Rounded Corners 5203">
                        <a:extLst>
                          <a:ext uri="{FF2B5EF4-FFF2-40B4-BE49-F238E27FC236}">
                            <a16:creationId xmlns:a16="http://schemas.microsoft.com/office/drawing/2014/main" id="{0346994B-B7EC-4527-BA1F-70A3B5AD62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152" name="Group 5151">
                      <a:extLst>
                        <a:ext uri="{FF2B5EF4-FFF2-40B4-BE49-F238E27FC236}">
                          <a16:creationId xmlns:a16="http://schemas.microsoft.com/office/drawing/2014/main" id="{F327A873-9EE0-40D7-8BA4-1F65D5319390}"/>
                        </a:ext>
                      </a:extLst>
                    </p:cNvPr>
                    <p:cNvGrpSpPr/>
                    <p:nvPr/>
                  </p:nvGrpSpPr>
                  <p:grpSpPr>
                    <a:xfrm rot="13587211">
                      <a:off x="651990" y="2929858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5201" name="Freeform: Shape 5200">
                        <a:extLst>
                          <a:ext uri="{FF2B5EF4-FFF2-40B4-BE49-F238E27FC236}">
                            <a16:creationId xmlns:a16="http://schemas.microsoft.com/office/drawing/2014/main" id="{6B02A460-3769-49E0-AF47-0DDD24737C5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202" name="Rectangle: Rounded Corners 5201">
                        <a:extLst>
                          <a:ext uri="{FF2B5EF4-FFF2-40B4-BE49-F238E27FC236}">
                            <a16:creationId xmlns:a16="http://schemas.microsoft.com/office/drawing/2014/main" id="{7DEC5360-36E4-4217-A003-7D8F3A4872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153" name="Group 5152">
                      <a:extLst>
                        <a:ext uri="{FF2B5EF4-FFF2-40B4-BE49-F238E27FC236}">
                          <a16:creationId xmlns:a16="http://schemas.microsoft.com/office/drawing/2014/main" id="{5AA4F0D0-5960-4C03-A7E3-517158B21913}"/>
                        </a:ext>
                      </a:extLst>
                    </p:cNvPr>
                    <p:cNvGrpSpPr/>
                    <p:nvPr/>
                  </p:nvGrpSpPr>
                  <p:grpSpPr>
                    <a:xfrm rot="11351284">
                      <a:off x="163719" y="3807693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5199" name="Freeform: Shape 5198">
                        <a:extLst>
                          <a:ext uri="{FF2B5EF4-FFF2-40B4-BE49-F238E27FC236}">
                            <a16:creationId xmlns:a16="http://schemas.microsoft.com/office/drawing/2014/main" id="{466E1A60-1989-4D2A-A8E6-321D3558ED6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200" name="Rectangle: Rounded Corners 5199">
                        <a:extLst>
                          <a:ext uri="{FF2B5EF4-FFF2-40B4-BE49-F238E27FC236}">
                            <a16:creationId xmlns:a16="http://schemas.microsoft.com/office/drawing/2014/main" id="{7CE9387F-7A62-4769-A9F0-02959F6D8D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154" name="Group 5153">
                      <a:extLst>
                        <a:ext uri="{FF2B5EF4-FFF2-40B4-BE49-F238E27FC236}">
                          <a16:creationId xmlns:a16="http://schemas.microsoft.com/office/drawing/2014/main" id="{CFE88A74-6BF9-4AB4-B143-A454661798AF}"/>
                        </a:ext>
                      </a:extLst>
                    </p:cNvPr>
                    <p:cNvGrpSpPr/>
                    <p:nvPr/>
                  </p:nvGrpSpPr>
                  <p:grpSpPr>
                    <a:xfrm rot="4193783">
                      <a:off x="2062756" y="4148262"/>
                      <a:ext cx="706454" cy="171076"/>
                      <a:chOff x="2620172" y="2546175"/>
                      <a:chExt cx="834986" cy="143092"/>
                    </a:xfrm>
                  </p:grpSpPr>
                  <p:sp>
                    <p:nvSpPr>
                      <p:cNvPr id="5197" name="Freeform: Shape 5196">
                        <a:extLst>
                          <a:ext uri="{FF2B5EF4-FFF2-40B4-BE49-F238E27FC236}">
                            <a16:creationId xmlns:a16="http://schemas.microsoft.com/office/drawing/2014/main" id="{493400E9-070D-485E-B571-467499413C2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198" name="Rectangle: Rounded Corners 5197">
                        <a:extLst>
                          <a:ext uri="{FF2B5EF4-FFF2-40B4-BE49-F238E27FC236}">
                            <a16:creationId xmlns:a16="http://schemas.microsoft.com/office/drawing/2014/main" id="{C9D61F80-E307-4C0A-B206-575D481CDA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155" name="Group 5154">
                      <a:extLst>
                        <a:ext uri="{FF2B5EF4-FFF2-40B4-BE49-F238E27FC236}">
                          <a16:creationId xmlns:a16="http://schemas.microsoft.com/office/drawing/2014/main" id="{43569B05-DCBE-44BB-A7BC-868FCBAA357D}"/>
                        </a:ext>
                      </a:extLst>
                    </p:cNvPr>
                    <p:cNvGrpSpPr/>
                    <p:nvPr/>
                  </p:nvGrpSpPr>
                  <p:grpSpPr>
                    <a:xfrm rot="1837203">
                      <a:off x="2331692" y="387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5195" name="Freeform: Shape 5194">
                        <a:extLst>
                          <a:ext uri="{FF2B5EF4-FFF2-40B4-BE49-F238E27FC236}">
                            <a16:creationId xmlns:a16="http://schemas.microsoft.com/office/drawing/2014/main" id="{B18F7279-79A7-478E-9905-B6F9436E5FC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196" name="Rectangle: Rounded Corners 5195">
                        <a:extLst>
                          <a:ext uri="{FF2B5EF4-FFF2-40B4-BE49-F238E27FC236}">
                            <a16:creationId xmlns:a16="http://schemas.microsoft.com/office/drawing/2014/main" id="{AA29ABCB-EE3B-4169-8B71-68F3AEB00AA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156" name="Group 5155">
                      <a:extLst>
                        <a:ext uri="{FF2B5EF4-FFF2-40B4-BE49-F238E27FC236}">
                          <a16:creationId xmlns:a16="http://schemas.microsoft.com/office/drawing/2014/main" id="{50176571-B098-479D-BE91-C37A345EF8E4}"/>
                        </a:ext>
                      </a:extLst>
                    </p:cNvPr>
                    <p:cNvGrpSpPr/>
                    <p:nvPr/>
                  </p:nvGrpSpPr>
                  <p:grpSpPr>
                    <a:xfrm rot="932650">
                      <a:off x="2489621" y="310501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5193" name="Freeform: Shape 5192">
                        <a:extLst>
                          <a:ext uri="{FF2B5EF4-FFF2-40B4-BE49-F238E27FC236}">
                            <a16:creationId xmlns:a16="http://schemas.microsoft.com/office/drawing/2014/main" id="{6DEBFFF6-70DF-4283-BC9F-1D268C878F8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194" name="Rectangle: Rounded Corners 5193">
                        <a:extLst>
                          <a:ext uri="{FF2B5EF4-FFF2-40B4-BE49-F238E27FC236}">
                            <a16:creationId xmlns:a16="http://schemas.microsoft.com/office/drawing/2014/main" id="{1C5081A6-8856-4B7D-9CA0-CCA8964703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157" name="Group 5156">
                      <a:extLst>
                        <a:ext uri="{FF2B5EF4-FFF2-40B4-BE49-F238E27FC236}">
                          <a16:creationId xmlns:a16="http://schemas.microsoft.com/office/drawing/2014/main" id="{6D4FEBC6-3533-4780-8C5C-46DFBD75ED91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686489" y="34904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5191" name="Freeform: Shape 5190">
                        <a:extLst>
                          <a:ext uri="{FF2B5EF4-FFF2-40B4-BE49-F238E27FC236}">
                            <a16:creationId xmlns:a16="http://schemas.microsoft.com/office/drawing/2014/main" id="{FC5D0467-0791-4051-B76E-AB0B01A2ED0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192" name="Rectangle: Rounded Corners 5191">
                        <a:extLst>
                          <a:ext uri="{FF2B5EF4-FFF2-40B4-BE49-F238E27FC236}">
                            <a16:creationId xmlns:a16="http://schemas.microsoft.com/office/drawing/2014/main" id="{01709BDF-5898-44E7-BB38-2DCCDE0D31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158" name="Group 5157">
                      <a:extLst>
                        <a:ext uri="{FF2B5EF4-FFF2-40B4-BE49-F238E27FC236}">
                          <a16:creationId xmlns:a16="http://schemas.microsoft.com/office/drawing/2014/main" id="{80DC69D8-4F52-44AC-BD22-E5FAB9B4B65D}"/>
                        </a:ext>
                      </a:extLst>
                    </p:cNvPr>
                    <p:cNvGrpSpPr/>
                    <p:nvPr/>
                  </p:nvGrpSpPr>
                  <p:grpSpPr>
                    <a:xfrm rot="16924252">
                      <a:off x="1635001" y="2371073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5189" name="Freeform: Shape 5188">
                        <a:extLst>
                          <a:ext uri="{FF2B5EF4-FFF2-40B4-BE49-F238E27FC236}">
                            <a16:creationId xmlns:a16="http://schemas.microsoft.com/office/drawing/2014/main" id="{8A23868F-634E-4F43-9C79-BDAEDD9FB84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190" name="Rectangle: Rounded Corners 5189">
                        <a:extLst>
                          <a:ext uri="{FF2B5EF4-FFF2-40B4-BE49-F238E27FC236}">
                            <a16:creationId xmlns:a16="http://schemas.microsoft.com/office/drawing/2014/main" id="{A2ECD481-E415-4BFD-B61F-E0FD6050F0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159" name="Group 5158">
                      <a:extLst>
                        <a:ext uri="{FF2B5EF4-FFF2-40B4-BE49-F238E27FC236}">
                          <a16:creationId xmlns:a16="http://schemas.microsoft.com/office/drawing/2014/main" id="{B7EDFEB2-FB77-4DFA-937E-CA13C8034A16}"/>
                        </a:ext>
                      </a:extLst>
                    </p:cNvPr>
                    <p:cNvGrpSpPr/>
                    <p:nvPr/>
                  </p:nvGrpSpPr>
                  <p:grpSpPr>
                    <a:xfrm rot="15677156">
                      <a:off x="985517" y="2521255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5187" name="Freeform: Shape 5186">
                        <a:extLst>
                          <a:ext uri="{FF2B5EF4-FFF2-40B4-BE49-F238E27FC236}">
                            <a16:creationId xmlns:a16="http://schemas.microsoft.com/office/drawing/2014/main" id="{FF9E81E0-883D-44EA-8539-BE242887358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188" name="Rectangle: Rounded Corners 5187">
                        <a:extLst>
                          <a:ext uri="{FF2B5EF4-FFF2-40B4-BE49-F238E27FC236}">
                            <a16:creationId xmlns:a16="http://schemas.microsoft.com/office/drawing/2014/main" id="{D2D976EB-E622-4D6E-9A7C-41089BE489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160" name="Group 5159">
                      <a:extLst>
                        <a:ext uri="{FF2B5EF4-FFF2-40B4-BE49-F238E27FC236}">
                          <a16:creationId xmlns:a16="http://schemas.microsoft.com/office/drawing/2014/main" id="{750F4874-462A-4239-ACB1-36F38B2E0FD8}"/>
                        </a:ext>
                      </a:extLst>
                    </p:cNvPr>
                    <p:cNvGrpSpPr/>
                    <p:nvPr/>
                  </p:nvGrpSpPr>
                  <p:grpSpPr>
                    <a:xfrm rot="14354853" flipV="1">
                      <a:off x="976412" y="243847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5185" name="Freeform: Shape 5184">
                        <a:extLst>
                          <a:ext uri="{FF2B5EF4-FFF2-40B4-BE49-F238E27FC236}">
                            <a16:creationId xmlns:a16="http://schemas.microsoft.com/office/drawing/2014/main" id="{9ED3F6A5-F7C5-4212-9A3B-7D684748844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186" name="Rectangle: Rounded Corners 5185">
                        <a:extLst>
                          <a:ext uri="{FF2B5EF4-FFF2-40B4-BE49-F238E27FC236}">
                            <a16:creationId xmlns:a16="http://schemas.microsoft.com/office/drawing/2014/main" id="{94EB09AD-CB40-49D5-9147-93883783FD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161" name="Group 5160">
                      <a:extLst>
                        <a:ext uri="{FF2B5EF4-FFF2-40B4-BE49-F238E27FC236}">
                          <a16:creationId xmlns:a16="http://schemas.microsoft.com/office/drawing/2014/main" id="{28B2CC48-A417-40CE-B7EB-440CC773FE4F}"/>
                        </a:ext>
                      </a:extLst>
                    </p:cNvPr>
                    <p:cNvGrpSpPr/>
                    <p:nvPr/>
                  </p:nvGrpSpPr>
                  <p:grpSpPr>
                    <a:xfrm rot="9793356" flipV="1">
                      <a:off x="215985" y="323790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5183" name="Freeform: Shape 5182">
                        <a:extLst>
                          <a:ext uri="{FF2B5EF4-FFF2-40B4-BE49-F238E27FC236}">
                            <a16:creationId xmlns:a16="http://schemas.microsoft.com/office/drawing/2014/main" id="{3034FD5B-D9E8-4EE8-B79B-B7385218BE1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184" name="Rectangle: Rounded Corners 5183">
                        <a:extLst>
                          <a:ext uri="{FF2B5EF4-FFF2-40B4-BE49-F238E27FC236}">
                            <a16:creationId xmlns:a16="http://schemas.microsoft.com/office/drawing/2014/main" id="{2052DE94-6AD4-4480-8D89-07A75E6F34F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162" name="Group 5161">
                      <a:extLst>
                        <a:ext uri="{FF2B5EF4-FFF2-40B4-BE49-F238E27FC236}">
                          <a16:creationId xmlns:a16="http://schemas.microsoft.com/office/drawing/2014/main" id="{2AEDF8B7-B424-46CC-AB4B-4FB3C08651FA}"/>
                        </a:ext>
                      </a:extLst>
                    </p:cNvPr>
                    <p:cNvGrpSpPr/>
                    <p:nvPr/>
                  </p:nvGrpSpPr>
                  <p:grpSpPr>
                    <a:xfrm rot="6907686" flipV="1">
                      <a:off x="692019" y="393196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5181" name="Freeform: Shape 5180">
                        <a:extLst>
                          <a:ext uri="{FF2B5EF4-FFF2-40B4-BE49-F238E27FC236}">
                            <a16:creationId xmlns:a16="http://schemas.microsoft.com/office/drawing/2014/main" id="{BD1A4834-4A1C-405A-8EBA-3C81F24A236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182" name="Rectangle: Rounded Corners 5181">
                        <a:extLst>
                          <a:ext uri="{FF2B5EF4-FFF2-40B4-BE49-F238E27FC236}">
                            <a16:creationId xmlns:a16="http://schemas.microsoft.com/office/drawing/2014/main" id="{EEFB8C78-51F7-42D2-908D-62DF8ABC36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163" name="Group 5162">
                      <a:extLst>
                        <a:ext uri="{FF2B5EF4-FFF2-40B4-BE49-F238E27FC236}">
                          <a16:creationId xmlns:a16="http://schemas.microsoft.com/office/drawing/2014/main" id="{CCBC4E82-B14B-44F5-A535-925EBEBDCABF}"/>
                        </a:ext>
                      </a:extLst>
                    </p:cNvPr>
                    <p:cNvGrpSpPr/>
                    <p:nvPr/>
                  </p:nvGrpSpPr>
                  <p:grpSpPr>
                    <a:xfrm rot="1465711" flipV="1">
                      <a:off x="2002734" y="340448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5179" name="Freeform: Shape 5178">
                        <a:extLst>
                          <a:ext uri="{FF2B5EF4-FFF2-40B4-BE49-F238E27FC236}">
                            <a16:creationId xmlns:a16="http://schemas.microsoft.com/office/drawing/2014/main" id="{583C3302-E053-4181-AFB7-756B1E4A7AF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180" name="Rectangle: Rounded Corners 5179">
                        <a:extLst>
                          <a:ext uri="{FF2B5EF4-FFF2-40B4-BE49-F238E27FC236}">
                            <a16:creationId xmlns:a16="http://schemas.microsoft.com/office/drawing/2014/main" id="{9AC4C5F3-F6B9-4B67-AA92-D1D8CC8FF2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164" name="Group 5163">
                      <a:extLst>
                        <a:ext uri="{FF2B5EF4-FFF2-40B4-BE49-F238E27FC236}">
                          <a16:creationId xmlns:a16="http://schemas.microsoft.com/office/drawing/2014/main" id="{FA9D0BF4-644D-48EA-8D75-E0B540F09236}"/>
                        </a:ext>
                      </a:extLst>
                    </p:cNvPr>
                    <p:cNvGrpSpPr/>
                    <p:nvPr/>
                  </p:nvGrpSpPr>
                  <p:grpSpPr>
                    <a:xfrm rot="19016516">
                      <a:off x="1733273" y="283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5177" name="Freeform: Shape 5176">
                        <a:extLst>
                          <a:ext uri="{FF2B5EF4-FFF2-40B4-BE49-F238E27FC236}">
                            <a16:creationId xmlns:a16="http://schemas.microsoft.com/office/drawing/2014/main" id="{DC7183F5-E4AD-48C7-BD67-4C098263009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178" name="Rectangle: Rounded Corners 5177">
                        <a:extLst>
                          <a:ext uri="{FF2B5EF4-FFF2-40B4-BE49-F238E27FC236}">
                            <a16:creationId xmlns:a16="http://schemas.microsoft.com/office/drawing/2014/main" id="{56E8E0A6-FB5B-4C00-8294-CE367215AE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165" name="Group 5164">
                      <a:extLst>
                        <a:ext uri="{FF2B5EF4-FFF2-40B4-BE49-F238E27FC236}">
                          <a16:creationId xmlns:a16="http://schemas.microsoft.com/office/drawing/2014/main" id="{EF8A7C89-48F0-4415-A8D1-DD953E2A7CDD}"/>
                        </a:ext>
                      </a:extLst>
                    </p:cNvPr>
                    <p:cNvGrpSpPr/>
                    <p:nvPr/>
                  </p:nvGrpSpPr>
                  <p:grpSpPr>
                    <a:xfrm rot="19245075">
                      <a:off x="1632068" y="282541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5175" name="Freeform: Shape 5174">
                        <a:extLst>
                          <a:ext uri="{FF2B5EF4-FFF2-40B4-BE49-F238E27FC236}">
                            <a16:creationId xmlns:a16="http://schemas.microsoft.com/office/drawing/2014/main" id="{888602B5-9416-4CED-911E-C629C5C7001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176" name="Rectangle: Rounded Corners 5175">
                        <a:extLst>
                          <a:ext uri="{FF2B5EF4-FFF2-40B4-BE49-F238E27FC236}">
                            <a16:creationId xmlns:a16="http://schemas.microsoft.com/office/drawing/2014/main" id="{12C43112-A0DC-4B3D-BBD8-3C02A398A5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166" name="Group 5165">
                      <a:extLst>
                        <a:ext uri="{FF2B5EF4-FFF2-40B4-BE49-F238E27FC236}">
                          <a16:creationId xmlns:a16="http://schemas.microsoft.com/office/drawing/2014/main" id="{13E070AE-3862-483D-8F73-3B5912EC8A9C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838889" y="36428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5173" name="Freeform: Shape 5172">
                        <a:extLst>
                          <a:ext uri="{FF2B5EF4-FFF2-40B4-BE49-F238E27FC236}">
                            <a16:creationId xmlns:a16="http://schemas.microsoft.com/office/drawing/2014/main" id="{3494E56E-63C8-42C1-9147-D008FF50975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174" name="Rectangle: Rounded Corners 5173">
                        <a:extLst>
                          <a:ext uri="{FF2B5EF4-FFF2-40B4-BE49-F238E27FC236}">
                            <a16:creationId xmlns:a16="http://schemas.microsoft.com/office/drawing/2014/main" id="{CC4680E7-04B9-4E80-A154-E8FFDBA945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167" name="Group 5166">
                      <a:extLst>
                        <a:ext uri="{FF2B5EF4-FFF2-40B4-BE49-F238E27FC236}">
                          <a16:creationId xmlns:a16="http://schemas.microsoft.com/office/drawing/2014/main" id="{457EA48F-7535-417A-8288-A22ECB3C3CAC}"/>
                        </a:ext>
                      </a:extLst>
                    </p:cNvPr>
                    <p:cNvGrpSpPr/>
                    <p:nvPr/>
                  </p:nvGrpSpPr>
                  <p:grpSpPr>
                    <a:xfrm rot="15824399">
                      <a:off x="1224680" y="281893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5171" name="Freeform: Shape 5170">
                        <a:extLst>
                          <a:ext uri="{FF2B5EF4-FFF2-40B4-BE49-F238E27FC236}">
                            <a16:creationId xmlns:a16="http://schemas.microsoft.com/office/drawing/2014/main" id="{05170C16-1A39-4241-BFE7-4E1B5A5DB03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172" name="Rectangle: Rounded Corners 5171">
                        <a:extLst>
                          <a:ext uri="{FF2B5EF4-FFF2-40B4-BE49-F238E27FC236}">
                            <a16:creationId xmlns:a16="http://schemas.microsoft.com/office/drawing/2014/main" id="{EF4D56F9-D5C5-491D-AEE9-0DCD1DFCF7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5168" name="Group 5167">
                      <a:extLst>
                        <a:ext uri="{FF2B5EF4-FFF2-40B4-BE49-F238E27FC236}">
                          <a16:creationId xmlns:a16="http://schemas.microsoft.com/office/drawing/2014/main" id="{341991D3-24D4-4CA0-9053-80EB4B50AF41}"/>
                        </a:ext>
                      </a:extLst>
                    </p:cNvPr>
                    <p:cNvGrpSpPr/>
                    <p:nvPr/>
                  </p:nvGrpSpPr>
                  <p:grpSpPr>
                    <a:xfrm rot="16697394">
                      <a:off x="1080028" y="2168448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5169" name="Freeform: Shape 5168">
                        <a:extLst>
                          <a:ext uri="{FF2B5EF4-FFF2-40B4-BE49-F238E27FC236}">
                            <a16:creationId xmlns:a16="http://schemas.microsoft.com/office/drawing/2014/main" id="{39D09D46-6F7A-4B9B-A533-BE2AE43A89A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170" name="Rectangle: Rounded Corners 5169">
                        <a:extLst>
                          <a:ext uri="{FF2B5EF4-FFF2-40B4-BE49-F238E27FC236}">
                            <a16:creationId xmlns:a16="http://schemas.microsoft.com/office/drawing/2014/main" id="{EA1F8865-0F03-4941-8DE5-DC0D5D1697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</p:grpSp>
              <p:sp>
                <p:nvSpPr>
                  <p:cNvPr id="5139" name="Freeform: Shape 5138">
                    <a:extLst>
                      <a:ext uri="{FF2B5EF4-FFF2-40B4-BE49-F238E27FC236}">
                        <a16:creationId xmlns:a16="http://schemas.microsoft.com/office/drawing/2014/main" id="{664CF2B1-35AB-48CE-B24A-A8B0109CE4CE}"/>
                      </a:ext>
                    </a:extLst>
                  </p:cNvPr>
                  <p:cNvSpPr/>
                  <p:nvPr/>
                </p:nvSpPr>
                <p:spPr>
                  <a:xfrm rot="6017948" flipV="1">
                    <a:off x="1305755" y="4290452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5140" name="Freeform: Shape 5139">
                    <a:extLst>
                      <a:ext uri="{FF2B5EF4-FFF2-40B4-BE49-F238E27FC236}">
                        <a16:creationId xmlns:a16="http://schemas.microsoft.com/office/drawing/2014/main" id="{508A96FF-C636-4317-9098-C828EB025FBE}"/>
                      </a:ext>
                    </a:extLst>
                  </p:cNvPr>
                  <p:cNvSpPr/>
                  <p:nvPr/>
                </p:nvSpPr>
                <p:spPr>
                  <a:xfrm rot="21277659">
                    <a:off x="2517403" y="2906549"/>
                    <a:ext cx="690584" cy="235253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5141" name="Freeform: Shape 5140">
                    <a:extLst>
                      <a:ext uri="{FF2B5EF4-FFF2-40B4-BE49-F238E27FC236}">
                        <a16:creationId xmlns:a16="http://schemas.microsoft.com/office/drawing/2014/main" id="{40586D4E-76A3-484A-9C38-10D05AE6201D}"/>
                      </a:ext>
                    </a:extLst>
                  </p:cNvPr>
                  <p:cNvSpPr/>
                  <p:nvPr/>
                </p:nvSpPr>
                <p:spPr>
                  <a:xfrm rot="11528244" flipV="1">
                    <a:off x="344853" y="2978311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</p:grpSp>
            <p:grpSp>
              <p:nvGrpSpPr>
                <p:cNvPr id="4406" name="Group 4405">
                  <a:extLst>
                    <a:ext uri="{FF2B5EF4-FFF2-40B4-BE49-F238E27FC236}">
                      <a16:creationId xmlns:a16="http://schemas.microsoft.com/office/drawing/2014/main" id="{30D72DC8-9F3B-426D-9DC4-B06F56B93119}"/>
                    </a:ext>
                  </a:extLst>
                </p:cNvPr>
                <p:cNvGrpSpPr/>
                <p:nvPr/>
              </p:nvGrpSpPr>
              <p:grpSpPr>
                <a:xfrm>
                  <a:off x="4765972" y="2095226"/>
                  <a:ext cx="531923" cy="573923"/>
                  <a:chOff x="163719" y="1822501"/>
                  <a:chExt cx="3062199" cy="3047160"/>
                </a:xfrm>
              </p:grpSpPr>
              <p:grpSp>
                <p:nvGrpSpPr>
                  <p:cNvPr id="4773" name="Group 4772">
                    <a:extLst>
                      <a:ext uri="{FF2B5EF4-FFF2-40B4-BE49-F238E27FC236}">
                        <a16:creationId xmlns:a16="http://schemas.microsoft.com/office/drawing/2014/main" id="{E0CD43BD-1F3E-469B-B624-6801A3583253}"/>
                      </a:ext>
                    </a:extLst>
                  </p:cNvPr>
                  <p:cNvGrpSpPr/>
                  <p:nvPr/>
                </p:nvGrpSpPr>
                <p:grpSpPr>
                  <a:xfrm>
                    <a:off x="163719" y="1822501"/>
                    <a:ext cx="3062199" cy="3047160"/>
                    <a:chOff x="163719" y="1822501"/>
                    <a:chExt cx="3062199" cy="3047160"/>
                  </a:xfrm>
                </p:grpSpPr>
                <p:grpSp>
                  <p:nvGrpSpPr>
                    <p:cNvPr id="4777" name="Group 4776">
                      <a:extLst>
                        <a:ext uri="{FF2B5EF4-FFF2-40B4-BE49-F238E27FC236}">
                          <a16:creationId xmlns:a16="http://schemas.microsoft.com/office/drawing/2014/main" id="{72ECBB12-3524-47A7-83B7-255F1CE6953A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683131" y="384412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5136" name="Freeform: Shape 5135">
                        <a:extLst>
                          <a:ext uri="{FF2B5EF4-FFF2-40B4-BE49-F238E27FC236}">
                            <a16:creationId xmlns:a16="http://schemas.microsoft.com/office/drawing/2014/main" id="{E1CF02F8-B8A9-4258-8E81-FFCE4981276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137" name="Rectangle: Rounded Corners 5136">
                        <a:extLst>
                          <a:ext uri="{FF2B5EF4-FFF2-40B4-BE49-F238E27FC236}">
                            <a16:creationId xmlns:a16="http://schemas.microsoft.com/office/drawing/2014/main" id="{979E3A9C-9CE5-411A-9F3B-7E04191FC2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778" name="Group 4777">
                      <a:extLst>
                        <a:ext uri="{FF2B5EF4-FFF2-40B4-BE49-F238E27FC236}">
                          <a16:creationId xmlns:a16="http://schemas.microsoft.com/office/drawing/2014/main" id="{2F8B62A8-F2BD-45B0-961F-94D1EB2CC0D2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123013" y="4110752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5134" name="Freeform: Shape 5133">
                        <a:extLst>
                          <a:ext uri="{FF2B5EF4-FFF2-40B4-BE49-F238E27FC236}">
                            <a16:creationId xmlns:a16="http://schemas.microsoft.com/office/drawing/2014/main" id="{4A50FAA0-B049-4AB5-9C35-197A9CD18E6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5135" name="Rectangle: Rounded Corners 5134">
                        <a:extLst>
                          <a:ext uri="{FF2B5EF4-FFF2-40B4-BE49-F238E27FC236}">
                            <a16:creationId xmlns:a16="http://schemas.microsoft.com/office/drawing/2014/main" id="{AB059F06-0B70-45E0-A5C8-949CDF75A7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779" name="Group 4778">
                      <a:extLst>
                        <a:ext uri="{FF2B5EF4-FFF2-40B4-BE49-F238E27FC236}">
                          <a16:creationId xmlns:a16="http://schemas.microsoft.com/office/drawing/2014/main" id="{D12A83AE-1D2E-4B28-89AA-7B6B5E22267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0260" y="2440902"/>
                      <a:ext cx="1730523" cy="1839492"/>
                      <a:chOff x="420511" y="1784768"/>
                      <a:chExt cx="1730523" cy="1839492"/>
                    </a:xfrm>
                  </p:grpSpPr>
                  <p:grpSp>
                    <p:nvGrpSpPr>
                      <p:cNvPr id="4852" name="Group 4851">
                        <a:extLst>
                          <a:ext uri="{FF2B5EF4-FFF2-40B4-BE49-F238E27FC236}">
                            <a16:creationId xmlns:a16="http://schemas.microsoft.com/office/drawing/2014/main" id="{76034054-F214-451D-B935-4503268EA93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69572" y="1784768"/>
                        <a:ext cx="1081462" cy="1476716"/>
                        <a:chOff x="2089993" y="1523034"/>
                        <a:chExt cx="1081462" cy="1476716"/>
                      </a:xfrm>
                    </p:grpSpPr>
                    <p:grpSp>
                      <p:nvGrpSpPr>
                        <p:cNvPr id="5073" name="Group 5072">
                          <a:extLst>
                            <a:ext uri="{FF2B5EF4-FFF2-40B4-BE49-F238E27FC236}">
                              <a16:creationId xmlns:a16="http://schemas.microsoft.com/office/drawing/2014/main" id="{03D67B6B-32B8-4448-906D-3BBBBE1C561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70705"/>
                          <a:ext cx="101484" cy="1016226"/>
                          <a:chOff x="1800622" y="2364951"/>
                          <a:chExt cx="101484" cy="1016226"/>
                        </a:xfrm>
                      </p:grpSpPr>
                      <p:sp>
                        <p:nvSpPr>
                          <p:cNvPr id="5130" name="Flowchart: Connector 5129">
                            <a:extLst>
                              <a:ext uri="{FF2B5EF4-FFF2-40B4-BE49-F238E27FC236}">
                                <a16:creationId xmlns:a16="http://schemas.microsoft.com/office/drawing/2014/main" id="{01CEA6C6-D15A-4F09-B5E5-877A049A916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131" name="Flowchart: Connector 5130">
                            <a:extLst>
                              <a:ext uri="{FF2B5EF4-FFF2-40B4-BE49-F238E27FC236}">
                                <a16:creationId xmlns:a16="http://schemas.microsoft.com/office/drawing/2014/main" id="{38205BD4-2FB3-4599-89E9-A23D99B7D5C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132" name="Flowchart: Connector 5131">
                            <a:extLst>
                              <a:ext uri="{FF2B5EF4-FFF2-40B4-BE49-F238E27FC236}">
                                <a16:creationId xmlns:a16="http://schemas.microsoft.com/office/drawing/2014/main" id="{EB2F2153-10AA-489A-BDD7-AB0E6E5BDC8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133" name="Flowchart: Connector 5132">
                            <a:extLst>
                              <a:ext uri="{FF2B5EF4-FFF2-40B4-BE49-F238E27FC236}">
                                <a16:creationId xmlns:a16="http://schemas.microsoft.com/office/drawing/2014/main" id="{BD06170E-0682-4608-B8BE-0F14D9DBED5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649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5074" name="Group 5073">
                          <a:extLst>
                            <a:ext uri="{FF2B5EF4-FFF2-40B4-BE49-F238E27FC236}">
                              <a16:creationId xmlns:a16="http://schemas.microsoft.com/office/drawing/2014/main" id="{4E03B515-6492-464E-9FBA-53C4989942A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23034"/>
                          <a:ext cx="1057223" cy="1476716"/>
                          <a:chOff x="2114232" y="1523034"/>
                          <a:chExt cx="1057223" cy="1476716"/>
                        </a:xfrm>
                      </p:grpSpPr>
                      <p:grpSp>
                        <p:nvGrpSpPr>
                          <p:cNvPr id="5075" name="Group 5074">
                            <a:extLst>
                              <a:ext uri="{FF2B5EF4-FFF2-40B4-BE49-F238E27FC236}">
                                <a16:creationId xmlns:a16="http://schemas.microsoft.com/office/drawing/2014/main" id="{1EA248BB-DF7D-47F2-B9D7-8D2413D4BA2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47544" cy="539639"/>
                            <a:chOff x="3717189" y="1719497"/>
                            <a:chExt cx="1047544" cy="539639"/>
                          </a:xfrm>
                        </p:grpSpPr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123" name="3D Model 5122" descr="Sphere">
                                  <a:extLst>
                                    <a:ext uri="{FF2B5EF4-FFF2-40B4-BE49-F238E27FC236}">
                                      <a16:creationId xmlns:a16="http://schemas.microsoft.com/office/drawing/2014/main" id="{5E54DC5C-00CE-4D59-92AB-A32322C3027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99214267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124" name="Flowchart: Connector 5123">
                              <a:extLst>
                                <a:ext uri="{FF2B5EF4-FFF2-40B4-BE49-F238E27FC236}">
                                  <a16:creationId xmlns:a16="http://schemas.microsoft.com/office/drawing/2014/main" id="{D1308991-1546-4DF0-A727-B8CF3D27A9B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125" name="3D Model 5124" descr="Sphere">
                                  <a:extLst>
                                    <a:ext uri="{FF2B5EF4-FFF2-40B4-BE49-F238E27FC236}">
                                      <a16:creationId xmlns:a16="http://schemas.microsoft.com/office/drawing/2014/main" id="{AB0D7543-FF14-487E-8E97-91CAC501A1F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181859358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126" name="Flowchart: Connector 5125">
                              <a:extLst>
                                <a:ext uri="{FF2B5EF4-FFF2-40B4-BE49-F238E27FC236}">
                                  <a16:creationId xmlns:a16="http://schemas.microsoft.com/office/drawing/2014/main" id="{0BE02867-A7C0-4D8C-9086-D5254FDB8B7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127" name="3D Model 5126" descr="Sphere">
                                  <a:extLst>
                                    <a:ext uri="{FF2B5EF4-FFF2-40B4-BE49-F238E27FC236}">
                                      <a16:creationId xmlns:a16="http://schemas.microsoft.com/office/drawing/2014/main" id="{A0365450-0079-468C-B085-D46A92B9B93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714886365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128" name="Flowchart: Connector 5127">
                              <a:extLst>
                                <a:ext uri="{FF2B5EF4-FFF2-40B4-BE49-F238E27FC236}">
                                  <a16:creationId xmlns:a16="http://schemas.microsoft.com/office/drawing/2014/main" id="{894B12DD-C451-45D5-995A-FFE34FC8F21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129" name="3D Model 5128" descr="Sphere">
                                  <a:extLst>
                                    <a:ext uri="{FF2B5EF4-FFF2-40B4-BE49-F238E27FC236}">
                                      <a16:creationId xmlns:a16="http://schemas.microsoft.com/office/drawing/2014/main" id="{21591296-EE55-49A4-8C9E-659FB9B657C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46349257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5076" name="Group 5075">
                            <a:extLst>
                              <a:ext uri="{FF2B5EF4-FFF2-40B4-BE49-F238E27FC236}">
                                <a16:creationId xmlns:a16="http://schemas.microsoft.com/office/drawing/2014/main" id="{81386E03-562D-47E4-A4FB-251C101830B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5108" name="Flowchart: Connector 5107">
                              <a:extLst>
                                <a:ext uri="{FF2B5EF4-FFF2-40B4-BE49-F238E27FC236}">
                                  <a16:creationId xmlns:a16="http://schemas.microsoft.com/office/drawing/2014/main" id="{09C86DFE-D186-4CB9-907E-064E14539A3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109" name="Flowchart: Connector 5108">
                              <a:extLst>
                                <a:ext uri="{FF2B5EF4-FFF2-40B4-BE49-F238E27FC236}">
                                  <a16:creationId xmlns:a16="http://schemas.microsoft.com/office/drawing/2014/main" id="{595D6149-4898-461D-B953-0E48D06283A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110" name="Flowchart: Connector 5109">
                              <a:extLst>
                                <a:ext uri="{FF2B5EF4-FFF2-40B4-BE49-F238E27FC236}">
                                  <a16:creationId xmlns:a16="http://schemas.microsoft.com/office/drawing/2014/main" id="{FA1B40D5-6092-4F2C-99D4-EE0AF4BA575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111" name="Flowchart: Connector 5110">
                              <a:extLst>
                                <a:ext uri="{FF2B5EF4-FFF2-40B4-BE49-F238E27FC236}">
                                  <a16:creationId xmlns:a16="http://schemas.microsoft.com/office/drawing/2014/main" id="{DE8039B5-232E-4DFD-8F36-40BAF86992C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112" name="Flowchart: Connector 5111">
                              <a:extLst>
                                <a:ext uri="{FF2B5EF4-FFF2-40B4-BE49-F238E27FC236}">
                                  <a16:creationId xmlns:a16="http://schemas.microsoft.com/office/drawing/2014/main" id="{FCE4F154-DAEC-47C7-93B6-D9F0E6AE361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113" name="Flowchart: Connector 5112">
                              <a:extLst>
                                <a:ext uri="{FF2B5EF4-FFF2-40B4-BE49-F238E27FC236}">
                                  <a16:creationId xmlns:a16="http://schemas.microsoft.com/office/drawing/2014/main" id="{EB9068E7-E6D7-4F98-975E-C350F055111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114" name="Flowchart: Connector 5113">
                              <a:extLst>
                                <a:ext uri="{FF2B5EF4-FFF2-40B4-BE49-F238E27FC236}">
                                  <a16:creationId xmlns:a16="http://schemas.microsoft.com/office/drawing/2014/main" id="{67544ED2-69F7-48A1-AA1A-B24FFE84963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115" name="Flowchart: Connector 5114">
                              <a:extLst>
                                <a:ext uri="{FF2B5EF4-FFF2-40B4-BE49-F238E27FC236}">
                                  <a16:creationId xmlns:a16="http://schemas.microsoft.com/office/drawing/2014/main" id="{BC11AE29-239C-44E1-8569-72FBE5A7415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116" name="3D Model 5115" descr="Sphere">
                                  <a:extLst>
                                    <a:ext uri="{FF2B5EF4-FFF2-40B4-BE49-F238E27FC236}">
                                      <a16:creationId xmlns:a16="http://schemas.microsoft.com/office/drawing/2014/main" id="{0CE004F9-9BA6-4F57-9E76-0C2F2DD976F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11868284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117" name="Flowchart: Connector 5116">
                              <a:extLst>
                                <a:ext uri="{FF2B5EF4-FFF2-40B4-BE49-F238E27FC236}">
                                  <a16:creationId xmlns:a16="http://schemas.microsoft.com/office/drawing/2014/main" id="{1780B220-DF63-4967-9696-7F1E6E5B843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118" name="3D Model 5117" descr="Sphere">
                                  <a:extLst>
                                    <a:ext uri="{FF2B5EF4-FFF2-40B4-BE49-F238E27FC236}">
                                      <a16:creationId xmlns:a16="http://schemas.microsoft.com/office/drawing/2014/main" id="{0BD5CF00-D1A4-46A3-88C1-35EF75FCA3F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730583928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119" name="Flowchart: Connector 5118">
                              <a:extLst>
                                <a:ext uri="{FF2B5EF4-FFF2-40B4-BE49-F238E27FC236}">
                                  <a16:creationId xmlns:a16="http://schemas.microsoft.com/office/drawing/2014/main" id="{4918DE21-411C-41F5-8EF6-7FF0EF66A5E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120" name="3D Model 5119" descr="Sphere">
                                  <a:extLst>
                                    <a:ext uri="{FF2B5EF4-FFF2-40B4-BE49-F238E27FC236}">
                                      <a16:creationId xmlns:a16="http://schemas.microsoft.com/office/drawing/2014/main" id="{D93C6FE6-A50E-40AE-AEBD-6F13FEA2A81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378100212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121" name="Flowchart: Connector 5120">
                              <a:extLst>
                                <a:ext uri="{FF2B5EF4-FFF2-40B4-BE49-F238E27FC236}">
                                  <a16:creationId xmlns:a16="http://schemas.microsoft.com/office/drawing/2014/main" id="{6F5BAAE8-AC2B-43DE-B70C-312FA092E1E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122" name="3D Model 5121" descr="Sphere">
                                  <a:extLst>
                                    <a:ext uri="{FF2B5EF4-FFF2-40B4-BE49-F238E27FC236}">
                                      <a16:creationId xmlns:a16="http://schemas.microsoft.com/office/drawing/2014/main" id="{F630D7EA-48C9-40A7-8479-40B717AF743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95958607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5077" name="Group 5076">
                            <a:extLst>
                              <a:ext uri="{FF2B5EF4-FFF2-40B4-BE49-F238E27FC236}">
                                <a16:creationId xmlns:a16="http://schemas.microsoft.com/office/drawing/2014/main" id="{23ADD670-2522-42FD-A049-936EE704E9B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5093" name="Flowchart: Connector 5092">
                              <a:extLst>
                                <a:ext uri="{FF2B5EF4-FFF2-40B4-BE49-F238E27FC236}">
                                  <a16:creationId xmlns:a16="http://schemas.microsoft.com/office/drawing/2014/main" id="{5A3EF685-755C-4E3D-BE8A-9B6E39486B9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094" name="Flowchart: Connector 5093">
                              <a:extLst>
                                <a:ext uri="{FF2B5EF4-FFF2-40B4-BE49-F238E27FC236}">
                                  <a16:creationId xmlns:a16="http://schemas.microsoft.com/office/drawing/2014/main" id="{2F803EAE-F409-43B2-8F84-81D237DD1A6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095" name="Flowchart: Connector 5094">
                              <a:extLst>
                                <a:ext uri="{FF2B5EF4-FFF2-40B4-BE49-F238E27FC236}">
                                  <a16:creationId xmlns:a16="http://schemas.microsoft.com/office/drawing/2014/main" id="{85CDEB60-BC03-4293-9741-4757CFDACF0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096" name="Flowchart: Connector 5095">
                              <a:extLst>
                                <a:ext uri="{FF2B5EF4-FFF2-40B4-BE49-F238E27FC236}">
                                  <a16:creationId xmlns:a16="http://schemas.microsoft.com/office/drawing/2014/main" id="{75D86B3E-0623-4889-B824-994E4733BD0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097" name="Flowchart: Connector 5096">
                              <a:extLst>
                                <a:ext uri="{FF2B5EF4-FFF2-40B4-BE49-F238E27FC236}">
                                  <a16:creationId xmlns:a16="http://schemas.microsoft.com/office/drawing/2014/main" id="{83EB594E-5605-417C-A26A-60D32B41002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098" name="Flowchart: Connector 5097">
                              <a:extLst>
                                <a:ext uri="{FF2B5EF4-FFF2-40B4-BE49-F238E27FC236}">
                                  <a16:creationId xmlns:a16="http://schemas.microsoft.com/office/drawing/2014/main" id="{8203577A-8F56-4174-9D8E-3072A74DC8A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099" name="Flowchart: Connector 5098">
                              <a:extLst>
                                <a:ext uri="{FF2B5EF4-FFF2-40B4-BE49-F238E27FC236}">
                                  <a16:creationId xmlns:a16="http://schemas.microsoft.com/office/drawing/2014/main" id="{43687B3A-19F1-49B5-B352-DD14AAFB06D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100" name="Flowchart: Connector 5099">
                              <a:extLst>
                                <a:ext uri="{FF2B5EF4-FFF2-40B4-BE49-F238E27FC236}">
                                  <a16:creationId xmlns:a16="http://schemas.microsoft.com/office/drawing/2014/main" id="{DFCBF29D-237C-494A-B0D6-95AE7BEE143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101" name="3D Model 5100" descr="Sphere">
                                  <a:extLst>
                                    <a:ext uri="{FF2B5EF4-FFF2-40B4-BE49-F238E27FC236}">
                                      <a16:creationId xmlns:a16="http://schemas.microsoft.com/office/drawing/2014/main" id="{9B2ECCD1-64C4-4288-9D5A-F61BA9F5158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78140118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102" name="Flowchart: Connector 5101">
                              <a:extLst>
                                <a:ext uri="{FF2B5EF4-FFF2-40B4-BE49-F238E27FC236}">
                                  <a16:creationId xmlns:a16="http://schemas.microsoft.com/office/drawing/2014/main" id="{157E78E9-9FBB-44F9-BA62-7CA54F4DDDC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103" name="3D Model 5102" descr="Sphere">
                                  <a:extLst>
                                    <a:ext uri="{FF2B5EF4-FFF2-40B4-BE49-F238E27FC236}">
                                      <a16:creationId xmlns:a16="http://schemas.microsoft.com/office/drawing/2014/main" id="{726C5B42-B7C5-416E-910F-86DFA6377F0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268545644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104" name="Flowchart: Connector 5103">
                              <a:extLst>
                                <a:ext uri="{FF2B5EF4-FFF2-40B4-BE49-F238E27FC236}">
                                  <a16:creationId xmlns:a16="http://schemas.microsoft.com/office/drawing/2014/main" id="{D0064035-1A4C-478B-B589-BB294946012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105" name="3D Model 5104" descr="Sphere">
                                  <a:extLst>
                                    <a:ext uri="{FF2B5EF4-FFF2-40B4-BE49-F238E27FC236}">
                                      <a16:creationId xmlns:a16="http://schemas.microsoft.com/office/drawing/2014/main" id="{BC5FEE26-9553-450D-9BBA-3C5868CE6D7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208430646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106" name="Flowchart: Connector 5105">
                              <a:extLst>
                                <a:ext uri="{FF2B5EF4-FFF2-40B4-BE49-F238E27FC236}">
                                  <a16:creationId xmlns:a16="http://schemas.microsoft.com/office/drawing/2014/main" id="{F1E52A35-9A2B-4898-93F0-A3FAB4243C3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107" name="3D Model 5106" descr="Sphere">
                                  <a:extLst>
                                    <a:ext uri="{FF2B5EF4-FFF2-40B4-BE49-F238E27FC236}">
                                      <a16:creationId xmlns:a16="http://schemas.microsoft.com/office/drawing/2014/main" id="{02FE8DA5-3D5A-40C8-AFDF-81EEA3A65E7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226309857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5078" name="Flowchart: Connector 5077">
                            <a:extLst>
                              <a:ext uri="{FF2B5EF4-FFF2-40B4-BE49-F238E27FC236}">
                                <a16:creationId xmlns:a16="http://schemas.microsoft.com/office/drawing/2014/main" id="{777FE26B-1F27-42D1-A179-860DB4F6BC6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079" name="Flowchart: Connector 5078">
                            <a:extLst>
                              <a:ext uri="{FF2B5EF4-FFF2-40B4-BE49-F238E27FC236}">
                                <a16:creationId xmlns:a16="http://schemas.microsoft.com/office/drawing/2014/main" id="{9CC66957-9B7E-489D-9398-6379A447B5A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080" name="Flowchart: Connector 5079">
                            <a:extLst>
                              <a:ext uri="{FF2B5EF4-FFF2-40B4-BE49-F238E27FC236}">
                                <a16:creationId xmlns:a16="http://schemas.microsoft.com/office/drawing/2014/main" id="{E12F3A25-350F-483B-9DB1-608B1270B18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081" name="Flowchart: Connector 5080">
                            <a:extLst>
                              <a:ext uri="{FF2B5EF4-FFF2-40B4-BE49-F238E27FC236}">
                                <a16:creationId xmlns:a16="http://schemas.microsoft.com/office/drawing/2014/main" id="{BFAFEA5B-BC02-475F-911E-01561E9BFC7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082" name="Flowchart: Connector 5081">
                            <a:extLst>
                              <a:ext uri="{FF2B5EF4-FFF2-40B4-BE49-F238E27FC236}">
                                <a16:creationId xmlns:a16="http://schemas.microsoft.com/office/drawing/2014/main" id="{060FFB05-F153-4F22-934A-E81D26B4DB1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083" name="Flowchart: Connector 5082">
                            <a:extLst>
                              <a:ext uri="{FF2B5EF4-FFF2-40B4-BE49-F238E27FC236}">
                                <a16:creationId xmlns:a16="http://schemas.microsoft.com/office/drawing/2014/main" id="{C1397279-7D49-4776-BA84-785648790F3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084" name="Flowchart: Connector 5083">
                            <a:extLst>
                              <a:ext uri="{FF2B5EF4-FFF2-40B4-BE49-F238E27FC236}">
                                <a16:creationId xmlns:a16="http://schemas.microsoft.com/office/drawing/2014/main" id="{C41FF9B4-2180-4D91-8B68-CCE4052FAF6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085" name="Flowchart: Connector 5084">
                            <a:extLst>
                              <a:ext uri="{FF2B5EF4-FFF2-40B4-BE49-F238E27FC236}">
                                <a16:creationId xmlns:a16="http://schemas.microsoft.com/office/drawing/2014/main" id="{8727B779-17E8-4442-908A-E2DD0A17DF5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086" name="3D Model 5085" descr="Sphere">
                                <a:extLst>
                                  <a:ext uri="{FF2B5EF4-FFF2-40B4-BE49-F238E27FC236}">
                                    <a16:creationId xmlns:a16="http://schemas.microsoft.com/office/drawing/2014/main" id="{C3B4BAE9-A769-404C-9225-FD71AABD3A3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159556827"/>
                                  </p:ext>
                                </p:extLst>
                              </p:nvPr>
                            </p:nvGraphicFramePr>
                            <p:xfrm>
                              <a:off x="2134543" y="1523034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151" name="3D Model 2150" descr="Sphere">
                                <a:extLst>
                                  <a:ext uri="{FF2B5EF4-FFF2-40B4-BE49-F238E27FC236}">
                                    <a16:creationId xmlns:a16="http://schemas.microsoft.com/office/drawing/2014/main" id="{CD7E91E2-01A9-4E2C-AF8C-F2CB07347B3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07450" y="2211700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087" name="Flowchart: Connector 5086">
                            <a:extLst>
                              <a:ext uri="{FF2B5EF4-FFF2-40B4-BE49-F238E27FC236}">
                                <a16:creationId xmlns:a16="http://schemas.microsoft.com/office/drawing/2014/main" id="{EB6060D9-A5CE-46D6-B349-4101F922157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088" name="3D Model 5087" descr="Sphere">
                                <a:extLst>
                                  <a:ext uri="{FF2B5EF4-FFF2-40B4-BE49-F238E27FC236}">
                                    <a16:creationId xmlns:a16="http://schemas.microsoft.com/office/drawing/2014/main" id="{F89145B2-86FF-4BCE-87E9-A04BA37F588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944605794"/>
                                  </p:ext>
                                </p:extLst>
                              </p:nvPr>
                            </p:nvGraphicFramePr>
                            <p:xfrm>
                              <a:off x="2371307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153" name="3D Model 2152" descr="Sphere">
                                <a:extLst>
                                  <a:ext uri="{FF2B5EF4-FFF2-40B4-BE49-F238E27FC236}">
                                    <a16:creationId xmlns:a16="http://schemas.microsoft.com/office/drawing/2014/main" id="{9D317D21-F788-4C2D-899D-DAFF242CDD1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48578" y="222238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089" name="Flowchart: Connector 5088">
                            <a:extLst>
                              <a:ext uri="{FF2B5EF4-FFF2-40B4-BE49-F238E27FC236}">
                                <a16:creationId xmlns:a16="http://schemas.microsoft.com/office/drawing/2014/main" id="{447F0F0E-58BD-4CD2-A427-CB7A6B52359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4559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090" name="3D Model 5089" descr="Sphere">
                                <a:extLst>
                                  <a:ext uri="{FF2B5EF4-FFF2-40B4-BE49-F238E27FC236}">
                                    <a16:creationId xmlns:a16="http://schemas.microsoft.com/office/drawing/2014/main" id="{8D3F08EC-1BA5-4B06-B971-BB896E39862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310108012"/>
                                  </p:ext>
                                </p:extLst>
                              </p:nvPr>
                            </p:nvGraphicFramePr>
                            <p:xfrm>
                              <a:off x="2609177" y="164155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155" name="3D Model 2154" descr="Sphere">
                                <a:extLst>
                                  <a:ext uri="{FF2B5EF4-FFF2-40B4-BE49-F238E27FC236}">
                                    <a16:creationId xmlns:a16="http://schemas.microsoft.com/office/drawing/2014/main" id="{5529AA52-A46B-47B4-AAC2-246AF1B78AC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89897" y="223402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091" name="Flowchart: Connector 5090">
                            <a:extLst>
                              <a:ext uri="{FF2B5EF4-FFF2-40B4-BE49-F238E27FC236}">
                                <a16:creationId xmlns:a16="http://schemas.microsoft.com/office/drawing/2014/main" id="{43A51CBE-FA1C-44BD-8848-874008D0BE3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092" name="3D Model 5091" descr="Sphere">
                                <a:extLst>
                                  <a:ext uri="{FF2B5EF4-FFF2-40B4-BE49-F238E27FC236}">
                                    <a16:creationId xmlns:a16="http://schemas.microsoft.com/office/drawing/2014/main" id="{2D6AC0A9-EBD8-42E4-B60F-18C8769C2EF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650638728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6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6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157" name="3D Model 2156" descr="Sphere">
                                <a:extLst>
                                  <a:ext uri="{FF2B5EF4-FFF2-40B4-BE49-F238E27FC236}">
                                    <a16:creationId xmlns:a16="http://schemas.microsoft.com/office/drawing/2014/main" id="{11EA1A91-8B75-48A3-B089-8191363D0BF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136523" y="2250416"/>
                                <a:ext cx="51046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4853" name="Group 4852">
                        <a:extLst>
                          <a:ext uri="{FF2B5EF4-FFF2-40B4-BE49-F238E27FC236}">
                            <a16:creationId xmlns:a16="http://schemas.microsoft.com/office/drawing/2014/main" id="{35CF9763-64D3-45BC-B2F0-57DE54C015D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3325" y="2268938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5070" name="Flowchart: Connector 5069">
                          <a:extLst>
                            <a:ext uri="{FF2B5EF4-FFF2-40B4-BE49-F238E27FC236}">
                              <a16:creationId xmlns:a16="http://schemas.microsoft.com/office/drawing/2014/main" id="{B887A72F-E56F-496A-AC86-2A43C0DE5FE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071" name="Flowchart: Connector 5070">
                          <a:extLst>
                            <a:ext uri="{FF2B5EF4-FFF2-40B4-BE49-F238E27FC236}">
                              <a16:creationId xmlns:a16="http://schemas.microsoft.com/office/drawing/2014/main" id="{328F0E5A-65D5-4099-8E5D-8E0D9CA6901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072" name="Flowchart: Connector 5071">
                          <a:extLst>
                            <a:ext uri="{FF2B5EF4-FFF2-40B4-BE49-F238E27FC236}">
                              <a16:creationId xmlns:a16="http://schemas.microsoft.com/office/drawing/2014/main" id="{00ACD3BB-D91A-4536-B987-64F2578BA90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4854" name="Flowchart: Connector 4853">
                        <a:extLst>
                          <a:ext uri="{FF2B5EF4-FFF2-40B4-BE49-F238E27FC236}">
                            <a16:creationId xmlns:a16="http://schemas.microsoft.com/office/drawing/2014/main" id="{4148803D-B0BB-489C-B0A2-62C7BECD2FC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37026" y="201261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855" name="Flowchart: Connector 4854">
                        <a:extLst>
                          <a:ext uri="{FF2B5EF4-FFF2-40B4-BE49-F238E27FC236}">
                            <a16:creationId xmlns:a16="http://schemas.microsoft.com/office/drawing/2014/main" id="{7A7F1E44-5237-422C-9D7A-FB0F6AAD661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588002" y="208727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4856" name="Group 4855">
                        <a:extLst>
                          <a:ext uri="{FF2B5EF4-FFF2-40B4-BE49-F238E27FC236}">
                            <a16:creationId xmlns:a16="http://schemas.microsoft.com/office/drawing/2014/main" id="{0AF83503-D482-48E9-8C36-F02FF00E3D14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228750">
                        <a:off x="1171220" y="1918660"/>
                        <a:ext cx="698062" cy="387533"/>
                        <a:chOff x="854933" y="2290871"/>
                        <a:chExt cx="698062" cy="387533"/>
                      </a:xfrm>
                    </p:grpSpPr>
                    <p:sp>
                      <p:nvSpPr>
                        <p:cNvPr id="5067" name="Flowchart: Connector 5066">
                          <a:extLst>
                            <a:ext uri="{FF2B5EF4-FFF2-40B4-BE49-F238E27FC236}">
                              <a16:creationId xmlns:a16="http://schemas.microsoft.com/office/drawing/2014/main" id="{F2821DFA-4FD6-4788-86FF-1CA1019718F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3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068" name="Flowchart: Connector 5067">
                          <a:extLst>
                            <a:ext uri="{FF2B5EF4-FFF2-40B4-BE49-F238E27FC236}">
                              <a16:creationId xmlns:a16="http://schemas.microsoft.com/office/drawing/2014/main" id="{A1230302-EF06-440C-81F0-6F3D3C76700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5206" y="2377897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069" name="Flowchart: Connector 5068">
                          <a:extLst>
                            <a:ext uri="{FF2B5EF4-FFF2-40B4-BE49-F238E27FC236}">
                              <a16:creationId xmlns:a16="http://schemas.microsoft.com/office/drawing/2014/main" id="{A0DFF0A9-14C2-4A5E-9CF0-22132B8075C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41136" y="2462404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4857" name="Group 4856">
                        <a:extLst>
                          <a:ext uri="{FF2B5EF4-FFF2-40B4-BE49-F238E27FC236}">
                            <a16:creationId xmlns:a16="http://schemas.microsoft.com/office/drawing/2014/main" id="{4641B6B5-0321-4533-A50B-C5B5E4C9E76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49741" y="1890320"/>
                        <a:ext cx="1098636" cy="1497980"/>
                        <a:chOff x="2089993" y="1501770"/>
                        <a:chExt cx="1098636" cy="1497980"/>
                      </a:xfrm>
                    </p:grpSpPr>
                    <p:grpSp>
                      <p:nvGrpSpPr>
                        <p:cNvPr id="5002" name="Group 5001">
                          <a:extLst>
                            <a:ext uri="{FF2B5EF4-FFF2-40B4-BE49-F238E27FC236}">
                              <a16:creationId xmlns:a16="http://schemas.microsoft.com/office/drawing/2014/main" id="{3036D6C4-2E7D-4535-BA52-52C50A91264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34990"/>
                          <a:ext cx="101484" cy="1051941"/>
                          <a:chOff x="1800622" y="2329236"/>
                          <a:chExt cx="101484" cy="1051941"/>
                        </a:xfrm>
                      </p:grpSpPr>
                      <p:sp>
                        <p:nvSpPr>
                          <p:cNvPr id="5063" name="Flowchart: Connector 5062">
                            <a:extLst>
                              <a:ext uri="{FF2B5EF4-FFF2-40B4-BE49-F238E27FC236}">
                                <a16:creationId xmlns:a16="http://schemas.microsoft.com/office/drawing/2014/main" id="{F97696FD-E818-4C18-98CD-07DF302724F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064" name="Flowchart: Connector 5063">
                            <a:extLst>
                              <a:ext uri="{FF2B5EF4-FFF2-40B4-BE49-F238E27FC236}">
                                <a16:creationId xmlns:a16="http://schemas.microsoft.com/office/drawing/2014/main" id="{E18C52A9-5C01-41F9-B669-1CE64771249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065" name="Flowchart: Connector 5064">
                            <a:extLst>
                              <a:ext uri="{FF2B5EF4-FFF2-40B4-BE49-F238E27FC236}">
                                <a16:creationId xmlns:a16="http://schemas.microsoft.com/office/drawing/2014/main" id="{FF3D90E1-D805-4171-A26F-A1FEA5E6065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066" name="Flowchart: Connector 5065">
                            <a:extLst>
                              <a:ext uri="{FF2B5EF4-FFF2-40B4-BE49-F238E27FC236}">
                                <a16:creationId xmlns:a16="http://schemas.microsoft.com/office/drawing/2014/main" id="{F7633204-76B9-4E76-B1CF-FAA38246BF1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2923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5003" name="Group 5002">
                          <a:extLst>
                            <a:ext uri="{FF2B5EF4-FFF2-40B4-BE49-F238E27FC236}">
                              <a16:creationId xmlns:a16="http://schemas.microsoft.com/office/drawing/2014/main" id="{CEBE9200-A6F5-42F3-80F4-5DA29BD3AE1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01770"/>
                          <a:ext cx="1074397" cy="1497980"/>
                          <a:chOff x="2114232" y="1501770"/>
                          <a:chExt cx="1074397" cy="1497980"/>
                        </a:xfrm>
                      </p:grpSpPr>
                      <p:grpSp>
                        <p:nvGrpSpPr>
                          <p:cNvPr id="5004" name="Group 5003">
                            <a:extLst>
                              <a:ext uri="{FF2B5EF4-FFF2-40B4-BE49-F238E27FC236}">
                                <a16:creationId xmlns:a16="http://schemas.microsoft.com/office/drawing/2014/main" id="{740E8F86-C927-4184-A0F3-B105F361A05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5055" name="Flowchart: Connector 5054">
                              <a:extLst>
                                <a:ext uri="{FF2B5EF4-FFF2-40B4-BE49-F238E27FC236}">
                                  <a16:creationId xmlns:a16="http://schemas.microsoft.com/office/drawing/2014/main" id="{1390705D-52F9-4D2C-BF27-755A8617AD5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056" name="3D Model 5055" descr="Sphere">
                                  <a:extLst>
                                    <a:ext uri="{FF2B5EF4-FFF2-40B4-BE49-F238E27FC236}">
                                      <a16:creationId xmlns:a16="http://schemas.microsoft.com/office/drawing/2014/main" id="{9DE6B083-38D2-4A26-9570-8DABEFD4453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44995855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057" name="Flowchart: Connector 5056">
                              <a:extLst>
                                <a:ext uri="{FF2B5EF4-FFF2-40B4-BE49-F238E27FC236}">
                                  <a16:creationId xmlns:a16="http://schemas.microsoft.com/office/drawing/2014/main" id="{1206261D-6F91-4061-87B7-DC6AE962AE4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058" name="3D Model 5057" descr="Sphere">
                                  <a:extLst>
                                    <a:ext uri="{FF2B5EF4-FFF2-40B4-BE49-F238E27FC236}">
                                      <a16:creationId xmlns:a16="http://schemas.microsoft.com/office/drawing/2014/main" id="{0DE69028-934A-4BD7-8D6A-DC880B3785A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077557676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059" name="Flowchart: Connector 5058">
                              <a:extLst>
                                <a:ext uri="{FF2B5EF4-FFF2-40B4-BE49-F238E27FC236}">
                                  <a16:creationId xmlns:a16="http://schemas.microsoft.com/office/drawing/2014/main" id="{13E92ED1-BD79-46F1-941C-23AF0064A1D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060" name="3D Model 5059" descr="Sphere">
                                  <a:extLst>
                                    <a:ext uri="{FF2B5EF4-FFF2-40B4-BE49-F238E27FC236}">
                                      <a16:creationId xmlns:a16="http://schemas.microsoft.com/office/drawing/2014/main" id="{59DC190E-D527-4A10-B005-9B818FC8FD9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706811933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061" name="Flowchart: Connector 5060">
                              <a:extLst>
                                <a:ext uri="{FF2B5EF4-FFF2-40B4-BE49-F238E27FC236}">
                                  <a16:creationId xmlns:a16="http://schemas.microsoft.com/office/drawing/2014/main" id="{17D38210-A016-4CBB-9BBB-F3AADC4B8DD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062" name="3D Model 5061" descr="Sphere">
                                  <a:extLst>
                                    <a:ext uri="{FF2B5EF4-FFF2-40B4-BE49-F238E27FC236}">
                                      <a16:creationId xmlns:a16="http://schemas.microsoft.com/office/drawing/2014/main" id="{19FCB503-28B4-4E13-AF69-1E2F25695E7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157120977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5005" name="Group 5004">
                            <a:extLst>
                              <a:ext uri="{FF2B5EF4-FFF2-40B4-BE49-F238E27FC236}">
                                <a16:creationId xmlns:a16="http://schemas.microsoft.com/office/drawing/2014/main" id="{672F88C3-AB24-4E73-853A-01EF1690632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5039" name="Flowchart: Connector 5038">
                              <a:extLst>
                                <a:ext uri="{FF2B5EF4-FFF2-40B4-BE49-F238E27FC236}">
                                  <a16:creationId xmlns:a16="http://schemas.microsoft.com/office/drawing/2014/main" id="{B3E61288-BB68-4E5B-A625-FE076DEA7C1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040" name="Flowchart: Connector 5039">
                              <a:extLst>
                                <a:ext uri="{FF2B5EF4-FFF2-40B4-BE49-F238E27FC236}">
                                  <a16:creationId xmlns:a16="http://schemas.microsoft.com/office/drawing/2014/main" id="{272C4D9F-65E6-4C28-A6E5-E18BE101A6F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041" name="Flowchart: Connector 5040">
                              <a:extLst>
                                <a:ext uri="{FF2B5EF4-FFF2-40B4-BE49-F238E27FC236}">
                                  <a16:creationId xmlns:a16="http://schemas.microsoft.com/office/drawing/2014/main" id="{9BE1336C-28C2-4657-84AA-8960AED043F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042" name="Flowchart: Connector 5041">
                              <a:extLst>
                                <a:ext uri="{FF2B5EF4-FFF2-40B4-BE49-F238E27FC236}">
                                  <a16:creationId xmlns:a16="http://schemas.microsoft.com/office/drawing/2014/main" id="{9420D280-3856-45CB-933B-6BBEC0394F8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043" name="Flowchart: Connector 5042">
                              <a:extLst>
                                <a:ext uri="{FF2B5EF4-FFF2-40B4-BE49-F238E27FC236}">
                                  <a16:creationId xmlns:a16="http://schemas.microsoft.com/office/drawing/2014/main" id="{04DF1C8C-1281-4A00-8A8E-E791B2A668F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044" name="Flowchart: Connector 5043">
                              <a:extLst>
                                <a:ext uri="{FF2B5EF4-FFF2-40B4-BE49-F238E27FC236}">
                                  <a16:creationId xmlns:a16="http://schemas.microsoft.com/office/drawing/2014/main" id="{452A6873-3187-471D-B96B-C04184D2647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045" name="Flowchart: Connector 5044">
                              <a:extLst>
                                <a:ext uri="{FF2B5EF4-FFF2-40B4-BE49-F238E27FC236}">
                                  <a16:creationId xmlns:a16="http://schemas.microsoft.com/office/drawing/2014/main" id="{D59BB9F4-03A4-4C82-AB79-312E38E7529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046" name="Flowchart: Connector 5045">
                              <a:extLst>
                                <a:ext uri="{FF2B5EF4-FFF2-40B4-BE49-F238E27FC236}">
                                  <a16:creationId xmlns:a16="http://schemas.microsoft.com/office/drawing/2014/main" id="{869C62BB-1EDA-44A6-BF2F-180A93DE2FC5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047" name="Flowchart: Connector 5046">
                              <a:extLst>
                                <a:ext uri="{FF2B5EF4-FFF2-40B4-BE49-F238E27FC236}">
                                  <a16:creationId xmlns:a16="http://schemas.microsoft.com/office/drawing/2014/main" id="{592F9DF9-0D37-4DDF-B4F1-E975392EFF6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048" name="3D Model 5047" descr="Sphere">
                                  <a:extLst>
                                    <a:ext uri="{FF2B5EF4-FFF2-40B4-BE49-F238E27FC236}">
                                      <a16:creationId xmlns:a16="http://schemas.microsoft.com/office/drawing/2014/main" id="{B8E38963-AF6D-4200-82A0-AD671FDBCD1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94759239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049" name="Flowchart: Connector 5048">
                              <a:extLst>
                                <a:ext uri="{FF2B5EF4-FFF2-40B4-BE49-F238E27FC236}">
                                  <a16:creationId xmlns:a16="http://schemas.microsoft.com/office/drawing/2014/main" id="{27F1A6B1-52AF-4DC9-A9F4-129B2646A0D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050" name="3D Model 5049" descr="Sphere">
                                  <a:extLst>
                                    <a:ext uri="{FF2B5EF4-FFF2-40B4-BE49-F238E27FC236}">
                                      <a16:creationId xmlns:a16="http://schemas.microsoft.com/office/drawing/2014/main" id="{06C880EC-B50D-46B9-996C-6755182DCA3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115635357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051" name="Flowchart: Connector 5050">
                              <a:extLst>
                                <a:ext uri="{FF2B5EF4-FFF2-40B4-BE49-F238E27FC236}">
                                  <a16:creationId xmlns:a16="http://schemas.microsoft.com/office/drawing/2014/main" id="{7D4E905F-1657-455D-8513-2F72768BEA2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052" name="3D Model 5051" descr="Sphere">
                                  <a:extLst>
                                    <a:ext uri="{FF2B5EF4-FFF2-40B4-BE49-F238E27FC236}">
                                      <a16:creationId xmlns:a16="http://schemas.microsoft.com/office/drawing/2014/main" id="{787F3B39-240F-472C-825B-4D5C599B7F0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69803397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053" name="Flowchart: Connector 5052">
                              <a:extLst>
                                <a:ext uri="{FF2B5EF4-FFF2-40B4-BE49-F238E27FC236}">
                                  <a16:creationId xmlns:a16="http://schemas.microsoft.com/office/drawing/2014/main" id="{6BEDC8EB-91FC-42FC-A459-1C6C7D8FE7B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054" name="3D Model 5053" descr="Sphere">
                                  <a:extLst>
                                    <a:ext uri="{FF2B5EF4-FFF2-40B4-BE49-F238E27FC236}">
                                      <a16:creationId xmlns:a16="http://schemas.microsoft.com/office/drawing/2014/main" id="{A0D7391B-7600-4C95-A7AD-1BFC61AECF0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62557968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5006" name="Group 5005">
                            <a:extLst>
                              <a:ext uri="{FF2B5EF4-FFF2-40B4-BE49-F238E27FC236}">
                                <a16:creationId xmlns:a16="http://schemas.microsoft.com/office/drawing/2014/main" id="{F74FF368-309B-47B0-8080-BC258B8FE8E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5023" name="Flowchart: Connector 5022">
                              <a:extLst>
                                <a:ext uri="{FF2B5EF4-FFF2-40B4-BE49-F238E27FC236}">
                                  <a16:creationId xmlns:a16="http://schemas.microsoft.com/office/drawing/2014/main" id="{EAFB251E-EA10-4293-9C95-FA0D3B5C053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024" name="Flowchart: Connector 5023">
                              <a:extLst>
                                <a:ext uri="{FF2B5EF4-FFF2-40B4-BE49-F238E27FC236}">
                                  <a16:creationId xmlns:a16="http://schemas.microsoft.com/office/drawing/2014/main" id="{C3A302FD-B2E0-43B4-835D-919598F03DF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025" name="Flowchart: Connector 5024">
                              <a:extLst>
                                <a:ext uri="{FF2B5EF4-FFF2-40B4-BE49-F238E27FC236}">
                                  <a16:creationId xmlns:a16="http://schemas.microsoft.com/office/drawing/2014/main" id="{D724E6C7-EED2-4EDB-B68B-52A10806E76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026" name="Flowchart: Connector 5025">
                              <a:extLst>
                                <a:ext uri="{FF2B5EF4-FFF2-40B4-BE49-F238E27FC236}">
                                  <a16:creationId xmlns:a16="http://schemas.microsoft.com/office/drawing/2014/main" id="{828EC605-083B-4505-B28D-3C477445EDB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027" name="Flowchart: Connector 5026">
                              <a:extLst>
                                <a:ext uri="{FF2B5EF4-FFF2-40B4-BE49-F238E27FC236}">
                                  <a16:creationId xmlns:a16="http://schemas.microsoft.com/office/drawing/2014/main" id="{A9413E09-9E69-4EA6-8EC2-DFA7A347021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028" name="Flowchart: Connector 5027">
                              <a:extLst>
                                <a:ext uri="{FF2B5EF4-FFF2-40B4-BE49-F238E27FC236}">
                                  <a16:creationId xmlns:a16="http://schemas.microsoft.com/office/drawing/2014/main" id="{87262F04-16DE-4374-BAB2-28640C2987B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029" name="Flowchart: Connector 5028">
                              <a:extLst>
                                <a:ext uri="{FF2B5EF4-FFF2-40B4-BE49-F238E27FC236}">
                                  <a16:creationId xmlns:a16="http://schemas.microsoft.com/office/drawing/2014/main" id="{DF333820-F33E-4D72-816E-D2B612363B2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030" name="Flowchart: Connector 5029">
                              <a:extLst>
                                <a:ext uri="{FF2B5EF4-FFF2-40B4-BE49-F238E27FC236}">
                                  <a16:creationId xmlns:a16="http://schemas.microsoft.com/office/drawing/2014/main" id="{08813CAA-F54C-4AE0-9A65-F74A621354F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5031" name="Flowchart: Connector 5030">
                              <a:extLst>
                                <a:ext uri="{FF2B5EF4-FFF2-40B4-BE49-F238E27FC236}">
                                  <a16:creationId xmlns:a16="http://schemas.microsoft.com/office/drawing/2014/main" id="{349119B2-EFB8-4094-8B80-D949A9277DD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032" name="3D Model 5031" descr="Sphere">
                                  <a:extLst>
                                    <a:ext uri="{FF2B5EF4-FFF2-40B4-BE49-F238E27FC236}">
                                      <a16:creationId xmlns:a16="http://schemas.microsoft.com/office/drawing/2014/main" id="{FB642256-655A-4367-9A6E-B2185A87100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44002552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033" name="Flowchart: Connector 5032">
                              <a:extLst>
                                <a:ext uri="{FF2B5EF4-FFF2-40B4-BE49-F238E27FC236}">
                                  <a16:creationId xmlns:a16="http://schemas.microsoft.com/office/drawing/2014/main" id="{9FCEFDE8-CCC8-4B60-8F70-799CEDDA1FA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034" name="3D Model 5033" descr="Sphere">
                                  <a:extLst>
                                    <a:ext uri="{FF2B5EF4-FFF2-40B4-BE49-F238E27FC236}">
                                      <a16:creationId xmlns:a16="http://schemas.microsoft.com/office/drawing/2014/main" id="{805A87BC-72A9-410E-BA9C-CA170C38304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14178841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035" name="Flowchart: Connector 5034">
                              <a:extLst>
                                <a:ext uri="{FF2B5EF4-FFF2-40B4-BE49-F238E27FC236}">
                                  <a16:creationId xmlns:a16="http://schemas.microsoft.com/office/drawing/2014/main" id="{858E637C-A07C-4AAF-A134-1C1CF070814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036" name="3D Model 5035" descr="Sphere">
                                  <a:extLst>
                                    <a:ext uri="{FF2B5EF4-FFF2-40B4-BE49-F238E27FC236}">
                                      <a16:creationId xmlns:a16="http://schemas.microsoft.com/office/drawing/2014/main" id="{A3A6D7BE-1BB0-4FDA-B98D-BBCC6EBAE41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16944874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5037" name="Flowchart: Connector 5036">
                              <a:extLst>
                                <a:ext uri="{FF2B5EF4-FFF2-40B4-BE49-F238E27FC236}">
                                  <a16:creationId xmlns:a16="http://schemas.microsoft.com/office/drawing/2014/main" id="{A6C4553A-6469-43A2-8596-BFE1409DF2D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5038" name="3D Model 5037" descr="Sphere">
                                  <a:extLst>
                                    <a:ext uri="{FF2B5EF4-FFF2-40B4-BE49-F238E27FC236}">
                                      <a16:creationId xmlns:a16="http://schemas.microsoft.com/office/drawing/2014/main" id="{3063E82D-9D9B-4210-A0EC-6C0FAC9CAE7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723279593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5007" name="Flowchart: Connector 5006">
                            <a:extLst>
                              <a:ext uri="{FF2B5EF4-FFF2-40B4-BE49-F238E27FC236}">
                                <a16:creationId xmlns:a16="http://schemas.microsoft.com/office/drawing/2014/main" id="{96FB0569-8D15-493D-920A-A2843780F3F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008" name="Flowchart: Connector 5007">
                            <a:extLst>
                              <a:ext uri="{FF2B5EF4-FFF2-40B4-BE49-F238E27FC236}">
                                <a16:creationId xmlns:a16="http://schemas.microsoft.com/office/drawing/2014/main" id="{5ADE36EC-BE16-4DD6-9500-162F0EC170B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009" name="Flowchart: Connector 5008">
                            <a:extLst>
                              <a:ext uri="{FF2B5EF4-FFF2-40B4-BE49-F238E27FC236}">
                                <a16:creationId xmlns:a16="http://schemas.microsoft.com/office/drawing/2014/main" id="{E415C2CB-30AC-4AA6-968E-4819FF3EE0C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010" name="Flowchart: Connector 5009">
                            <a:extLst>
                              <a:ext uri="{FF2B5EF4-FFF2-40B4-BE49-F238E27FC236}">
                                <a16:creationId xmlns:a16="http://schemas.microsoft.com/office/drawing/2014/main" id="{31C8F096-BF01-4BFB-B24D-D21C20C2261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011" name="Flowchart: Connector 5010">
                            <a:extLst>
                              <a:ext uri="{FF2B5EF4-FFF2-40B4-BE49-F238E27FC236}">
                                <a16:creationId xmlns:a16="http://schemas.microsoft.com/office/drawing/2014/main" id="{6DA4C70F-0084-486F-8255-567348BDA80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012" name="Flowchart: Connector 5011">
                            <a:extLst>
                              <a:ext uri="{FF2B5EF4-FFF2-40B4-BE49-F238E27FC236}">
                                <a16:creationId xmlns:a16="http://schemas.microsoft.com/office/drawing/2014/main" id="{154AD984-CA73-44B9-8B75-65BFE44515C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013" name="Flowchart: Connector 5012">
                            <a:extLst>
                              <a:ext uri="{FF2B5EF4-FFF2-40B4-BE49-F238E27FC236}">
                                <a16:creationId xmlns:a16="http://schemas.microsoft.com/office/drawing/2014/main" id="{70EF299F-7A40-4820-9E3E-024BAF84304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014" name="Flowchart: Connector 5013">
                            <a:extLst>
                              <a:ext uri="{FF2B5EF4-FFF2-40B4-BE49-F238E27FC236}">
                                <a16:creationId xmlns:a16="http://schemas.microsoft.com/office/drawing/2014/main" id="{E96DE8EB-697B-48A8-A078-9767ADA1DF8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5015" name="Flowchart: Connector 5014">
                            <a:extLst>
                              <a:ext uri="{FF2B5EF4-FFF2-40B4-BE49-F238E27FC236}">
                                <a16:creationId xmlns:a16="http://schemas.microsoft.com/office/drawing/2014/main" id="{5A75C62D-AE17-4B53-8147-C2092498014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016" name="3D Model 5015" descr="Sphere">
                                <a:extLst>
                                  <a:ext uri="{FF2B5EF4-FFF2-40B4-BE49-F238E27FC236}">
                                    <a16:creationId xmlns:a16="http://schemas.microsoft.com/office/drawing/2014/main" id="{901EB0CF-BF98-4CCE-A162-86BDDA2880E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268922106"/>
                                  </p:ext>
                                </p:extLst>
                              </p:nvPr>
                            </p:nvGraphicFramePr>
                            <p:xfrm>
                              <a:off x="2123911" y="1501770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81" name="3D Model 2080" descr="Sphere">
                                <a:extLst>
                                  <a:ext uri="{FF2B5EF4-FFF2-40B4-BE49-F238E27FC236}">
                                    <a16:creationId xmlns:a16="http://schemas.microsoft.com/office/drawing/2014/main" id="{BBAAC3A5-BED9-484D-8304-B5CF970DFBB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967417" y="2231580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017" name="Flowchart: Connector 5016">
                            <a:extLst>
                              <a:ext uri="{FF2B5EF4-FFF2-40B4-BE49-F238E27FC236}">
                                <a16:creationId xmlns:a16="http://schemas.microsoft.com/office/drawing/2014/main" id="{74CD24AE-6880-47A6-A9EF-CC6E62C00DB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018" name="3D Model 5017" descr="Sphere">
                                <a:extLst>
                                  <a:ext uri="{FF2B5EF4-FFF2-40B4-BE49-F238E27FC236}">
                                    <a16:creationId xmlns:a16="http://schemas.microsoft.com/office/drawing/2014/main" id="{5E602835-270A-42DD-953E-542D40F145B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925497456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83" name="3D Model 2082" descr="Sphere">
                                <a:extLst>
                                  <a:ext uri="{FF2B5EF4-FFF2-40B4-BE49-F238E27FC236}">
                                    <a16:creationId xmlns:a16="http://schemas.microsoft.com/office/drawing/2014/main" id="{7F26FC5C-FF6C-4333-97E0-272A413FF94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09241" y="2246268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019" name="Flowchart: Connector 5018">
                            <a:extLst>
                              <a:ext uri="{FF2B5EF4-FFF2-40B4-BE49-F238E27FC236}">
                                <a16:creationId xmlns:a16="http://schemas.microsoft.com/office/drawing/2014/main" id="{FF4366CC-D5C8-49E0-B966-9BC94721281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93292" y="171776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020" name="3D Model 5019" descr="Sphere">
                                <a:extLst>
                                  <a:ext uri="{FF2B5EF4-FFF2-40B4-BE49-F238E27FC236}">
                                    <a16:creationId xmlns:a16="http://schemas.microsoft.com/office/drawing/2014/main" id="{BD96EB6D-4C14-4B6E-A113-86A41A8FB10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051991342"/>
                                  </p:ext>
                                </p:extLst>
                              </p:nvPr>
                            </p:nvGraphicFramePr>
                            <p:xfrm>
                              <a:off x="2622429" y="163823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85" name="3D Model 2084" descr="Sphere">
                                <a:extLst>
                                  <a:ext uri="{FF2B5EF4-FFF2-40B4-BE49-F238E27FC236}">
                                    <a16:creationId xmlns:a16="http://schemas.microsoft.com/office/drawing/2014/main" id="{9E0852C6-70C9-4F0E-8452-5D6F744047C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54013" y="225728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5021" name="Flowchart: Connector 5020">
                            <a:extLst>
                              <a:ext uri="{FF2B5EF4-FFF2-40B4-BE49-F238E27FC236}">
                                <a16:creationId xmlns:a16="http://schemas.microsoft.com/office/drawing/2014/main" id="{6BBC2930-9C79-45F1-BF94-8312EBEAA66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5022" name="3D Model 5021" descr="Sphere">
                                <a:extLst>
                                  <a:ext uri="{FF2B5EF4-FFF2-40B4-BE49-F238E27FC236}">
                                    <a16:creationId xmlns:a16="http://schemas.microsoft.com/office/drawing/2014/main" id="{83733BAB-5E63-4E4C-9CCA-70011802375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76603706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87" name="3D Model 2086" descr="Sphere">
                                <a:extLst>
                                  <a:ext uri="{FF2B5EF4-FFF2-40B4-BE49-F238E27FC236}">
                                    <a16:creationId xmlns:a16="http://schemas.microsoft.com/office/drawing/2014/main" id="{2AC3B5A0-E1C4-4789-8D7D-123C72E426F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98337" y="2274301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4858" name="Group 4857">
                        <a:extLst>
                          <a:ext uri="{FF2B5EF4-FFF2-40B4-BE49-F238E27FC236}">
                            <a16:creationId xmlns:a16="http://schemas.microsoft.com/office/drawing/2014/main" id="{AD0776BA-157E-49A8-9692-022DBE74676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547436" y="2361226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4999" name="Flowchart: Connector 4998">
                          <a:extLst>
                            <a:ext uri="{FF2B5EF4-FFF2-40B4-BE49-F238E27FC236}">
                              <a16:creationId xmlns:a16="http://schemas.microsoft.com/office/drawing/2014/main" id="{FEE608E7-7DED-4F59-B298-6F204D5F036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000" name="Flowchart: Connector 4999">
                          <a:extLst>
                            <a:ext uri="{FF2B5EF4-FFF2-40B4-BE49-F238E27FC236}">
                              <a16:creationId xmlns:a16="http://schemas.microsoft.com/office/drawing/2014/main" id="{A56E3EFA-DEB2-44B3-9995-B3FFE1030FC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001" name="Flowchart: Connector 5000">
                          <a:extLst>
                            <a:ext uri="{FF2B5EF4-FFF2-40B4-BE49-F238E27FC236}">
                              <a16:creationId xmlns:a16="http://schemas.microsoft.com/office/drawing/2014/main" id="{DC480520-0637-4F92-A6BB-5DA3FC8A311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4859" name="Flowchart: Connector 4858">
                        <a:extLst>
                          <a:ext uri="{FF2B5EF4-FFF2-40B4-BE49-F238E27FC236}">
                            <a16:creationId xmlns:a16="http://schemas.microsoft.com/office/drawing/2014/main" id="{F8E6878F-E7CB-4EE0-9782-FF30B8103AB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19794" y="212254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860" name="Flowchart: Connector 4859">
                        <a:extLst>
                          <a:ext uri="{FF2B5EF4-FFF2-40B4-BE49-F238E27FC236}">
                            <a16:creationId xmlns:a16="http://schemas.microsoft.com/office/drawing/2014/main" id="{BB54A288-4100-4AB2-A28E-EBCFC693735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74020" y="218539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4861" name="Group 4860">
                        <a:extLst>
                          <a:ext uri="{FF2B5EF4-FFF2-40B4-BE49-F238E27FC236}">
                            <a16:creationId xmlns:a16="http://schemas.microsoft.com/office/drawing/2014/main" id="{EE214ED6-1289-4483-AF9A-BDBD7900ED24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18957">
                        <a:off x="941432" y="2025443"/>
                        <a:ext cx="710250" cy="369080"/>
                        <a:chOff x="854932" y="2290871"/>
                        <a:chExt cx="710250" cy="369080"/>
                      </a:xfrm>
                    </p:grpSpPr>
                    <p:sp>
                      <p:nvSpPr>
                        <p:cNvPr id="4996" name="Flowchart: Connector 4995">
                          <a:extLst>
                            <a:ext uri="{FF2B5EF4-FFF2-40B4-BE49-F238E27FC236}">
                              <a16:creationId xmlns:a16="http://schemas.microsoft.com/office/drawing/2014/main" id="{133244A3-AB1F-4911-BBC0-FFDD8B14AB4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2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997" name="Flowchart: Connector 4996">
                          <a:extLst>
                            <a:ext uri="{FF2B5EF4-FFF2-40B4-BE49-F238E27FC236}">
                              <a16:creationId xmlns:a16="http://schemas.microsoft.com/office/drawing/2014/main" id="{02937380-3D73-4C14-A213-550DE5A89F0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1897" y="2377722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998" name="Flowchart: Connector 4997">
                          <a:extLst>
                            <a:ext uri="{FF2B5EF4-FFF2-40B4-BE49-F238E27FC236}">
                              <a16:creationId xmlns:a16="http://schemas.microsoft.com/office/drawing/2014/main" id="{D2E761AE-82C6-400A-AE53-B378F770302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53323" y="244395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4862" name="Group 4861">
                        <a:extLst>
                          <a:ext uri="{FF2B5EF4-FFF2-40B4-BE49-F238E27FC236}">
                            <a16:creationId xmlns:a16="http://schemas.microsoft.com/office/drawing/2014/main" id="{2B9C0323-847C-4DA8-8C5B-D16801AB3B9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21287" y="1995259"/>
                        <a:ext cx="1102917" cy="1484052"/>
                        <a:chOff x="2085712" y="1515698"/>
                        <a:chExt cx="1102917" cy="1484052"/>
                      </a:xfrm>
                    </p:grpSpPr>
                    <p:grpSp>
                      <p:nvGrpSpPr>
                        <p:cNvPr id="4931" name="Group 4930">
                          <a:extLst>
                            <a:ext uri="{FF2B5EF4-FFF2-40B4-BE49-F238E27FC236}">
                              <a16:creationId xmlns:a16="http://schemas.microsoft.com/office/drawing/2014/main" id="{E589AB2A-74C2-4AFF-AC99-83E8F61752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5712" y="1648950"/>
                          <a:ext cx="105765" cy="1037981"/>
                          <a:chOff x="1796341" y="2343196"/>
                          <a:chExt cx="105765" cy="1037981"/>
                        </a:xfrm>
                      </p:grpSpPr>
                      <p:sp>
                        <p:nvSpPr>
                          <p:cNvPr id="4992" name="Flowchart: Connector 4991">
                            <a:extLst>
                              <a:ext uri="{FF2B5EF4-FFF2-40B4-BE49-F238E27FC236}">
                                <a16:creationId xmlns:a16="http://schemas.microsoft.com/office/drawing/2014/main" id="{BE9306BE-A2EC-47A3-BF10-FA7C493852C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993" name="Flowchart: Connector 4992">
                            <a:extLst>
                              <a:ext uri="{FF2B5EF4-FFF2-40B4-BE49-F238E27FC236}">
                                <a16:creationId xmlns:a16="http://schemas.microsoft.com/office/drawing/2014/main" id="{20783C20-60D4-44E6-9EB8-8DCB9EE3F86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994" name="Flowchart: Connector 4993">
                            <a:extLst>
                              <a:ext uri="{FF2B5EF4-FFF2-40B4-BE49-F238E27FC236}">
                                <a16:creationId xmlns:a16="http://schemas.microsoft.com/office/drawing/2014/main" id="{DD9C7E45-F96F-4C8F-A373-0756D0DB592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995" name="Flowchart: Connector 4994">
                            <a:extLst>
                              <a:ext uri="{FF2B5EF4-FFF2-40B4-BE49-F238E27FC236}">
                                <a16:creationId xmlns:a16="http://schemas.microsoft.com/office/drawing/2014/main" id="{EFF8658D-2FBB-4435-86E7-61C86C51BF9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796341" y="2343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4932" name="Group 4931">
                          <a:extLst>
                            <a:ext uri="{FF2B5EF4-FFF2-40B4-BE49-F238E27FC236}">
                              <a16:creationId xmlns:a16="http://schemas.microsoft.com/office/drawing/2014/main" id="{6F97F478-865F-4AEF-B0E8-646AE35DA60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15698"/>
                          <a:ext cx="1074397" cy="1484052"/>
                          <a:chOff x="2114232" y="1515698"/>
                          <a:chExt cx="1074397" cy="1484052"/>
                        </a:xfrm>
                      </p:grpSpPr>
                      <p:grpSp>
                        <p:nvGrpSpPr>
                          <p:cNvPr id="4933" name="Group 4932">
                            <a:extLst>
                              <a:ext uri="{FF2B5EF4-FFF2-40B4-BE49-F238E27FC236}">
                                <a16:creationId xmlns:a16="http://schemas.microsoft.com/office/drawing/2014/main" id="{06B7D77F-A736-4F4D-84A8-1914358DB20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4984" name="Flowchart: Connector 4983">
                              <a:extLst>
                                <a:ext uri="{FF2B5EF4-FFF2-40B4-BE49-F238E27FC236}">
                                  <a16:creationId xmlns:a16="http://schemas.microsoft.com/office/drawing/2014/main" id="{A26BEF81-E04D-4081-AD5E-1328D539864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985" name="3D Model 4984" descr="Sphere">
                                  <a:extLst>
                                    <a:ext uri="{FF2B5EF4-FFF2-40B4-BE49-F238E27FC236}">
                                      <a16:creationId xmlns:a16="http://schemas.microsoft.com/office/drawing/2014/main" id="{FEF9C2D6-CCEE-491F-8A71-20B86FFB163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416660805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986" name="Flowchart: Connector 4985">
                              <a:extLst>
                                <a:ext uri="{FF2B5EF4-FFF2-40B4-BE49-F238E27FC236}">
                                  <a16:creationId xmlns:a16="http://schemas.microsoft.com/office/drawing/2014/main" id="{07CA8F36-02FA-485D-8918-E50476E0F16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987" name="3D Model 4986" descr="Sphere">
                                  <a:extLst>
                                    <a:ext uri="{FF2B5EF4-FFF2-40B4-BE49-F238E27FC236}">
                                      <a16:creationId xmlns:a16="http://schemas.microsoft.com/office/drawing/2014/main" id="{4224BC25-F4DC-43F9-BB14-87452A19649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7199854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988" name="Flowchart: Connector 4987">
                              <a:extLst>
                                <a:ext uri="{FF2B5EF4-FFF2-40B4-BE49-F238E27FC236}">
                                  <a16:creationId xmlns:a16="http://schemas.microsoft.com/office/drawing/2014/main" id="{06A68A6E-20E5-4766-953A-78F01BB7FD1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989" name="3D Model 4988" descr="Sphere">
                                  <a:extLst>
                                    <a:ext uri="{FF2B5EF4-FFF2-40B4-BE49-F238E27FC236}">
                                      <a16:creationId xmlns:a16="http://schemas.microsoft.com/office/drawing/2014/main" id="{E87A684B-FF8F-48F5-8D5C-1F756CAF739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70034737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990" name="Flowchart: Connector 4989">
                              <a:extLst>
                                <a:ext uri="{FF2B5EF4-FFF2-40B4-BE49-F238E27FC236}">
                                  <a16:creationId xmlns:a16="http://schemas.microsoft.com/office/drawing/2014/main" id="{9D7D7A9D-34F4-4214-9415-CD9BBB7189F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991" name="3D Model 4990" descr="Sphere">
                                  <a:extLst>
                                    <a:ext uri="{FF2B5EF4-FFF2-40B4-BE49-F238E27FC236}">
                                      <a16:creationId xmlns:a16="http://schemas.microsoft.com/office/drawing/2014/main" id="{AF4AF961-1BC8-48AE-8ED5-DBAC3E7B4B1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20887018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4934" name="Group 4933">
                            <a:extLst>
                              <a:ext uri="{FF2B5EF4-FFF2-40B4-BE49-F238E27FC236}">
                                <a16:creationId xmlns:a16="http://schemas.microsoft.com/office/drawing/2014/main" id="{DFE520B4-1F50-4502-8D47-BB65D9E8A75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4968" name="Flowchart: Connector 4967">
                              <a:extLst>
                                <a:ext uri="{FF2B5EF4-FFF2-40B4-BE49-F238E27FC236}">
                                  <a16:creationId xmlns:a16="http://schemas.microsoft.com/office/drawing/2014/main" id="{78A571F2-CFE1-4CC5-90A5-CA887797B5A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969" name="Flowchart: Connector 4968">
                              <a:extLst>
                                <a:ext uri="{FF2B5EF4-FFF2-40B4-BE49-F238E27FC236}">
                                  <a16:creationId xmlns:a16="http://schemas.microsoft.com/office/drawing/2014/main" id="{3897C700-D797-46F8-A8B7-2C023A1B98B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970" name="Flowchart: Connector 4969">
                              <a:extLst>
                                <a:ext uri="{FF2B5EF4-FFF2-40B4-BE49-F238E27FC236}">
                                  <a16:creationId xmlns:a16="http://schemas.microsoft.com/office/drawing/2014/main" id="{921125C6-3E66-4263-9FFF-D1F10C377E3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971" name="Flowchart: Connector 4970">
                              <a:extLst>
                                <a:ext uri="{FF2B5EF4-FFF2-40B4-BE49-F238E27FC236}">
                                  <a16:creationId xmlns:a16="http://schemas.microsoft.com/office/drawing/2014/main" id="{EB6786F2-FD83-45E4-ABD6-7BF3FE680C1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972" name="Flowchart: Connector 4971">
                              <a:extLst>
                                <a:ext uri="{FF2B5EF4-FFF2-40B4-BE49-F238E27FC236}">
                                  <a16:creationId xmlns:a16="http://schemas.microsoft.com/office/drawing/2014/main" id="{442215AE-5627-419D-8B8F-CB760210110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973" name="Flowchart: Connector 4972">
                              <a:extLst>
                                <a:ext uri="{FF2B5EF4-FFF2-40B4-BE49-F238E27FC236}">
                                  <a16:creationId xmlns:a16="http://schemas.microsoft.com/office/drawing/2014/main" id="{6B52729B-F190-40E6-9C5A-7520939AFA5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974" name="Flowchart: Connector 4973">
                              <a:extLst>
                                <a:ext uri="{FF2B5EF4-FFF2-40B4-BE49-F238E27FC236}">
                                  <a16:creationId xmlns:a16="http://schemas.microsoft.com/office/drawing/2014/main" id="{D05BEE04-FC7E-459F-90C8-F1E99A16F38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975" name="Flowchart: Connector 4974">
                              <a:extLst>
                                <a:ext uri="{FF2B5EF4-FFF2-40B4-BE49-F238E27FC236}">
                                  <a16:creationId xmlns:a16="http://schemas.microsoft.com/office/drawing/2014/main" id="{08EA0F81-627E-487F-99B0-BB5F850ECE7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976" name="Flowchart: Connector 4975">
                              <a:extLst>
                                <a:ext uri="{FF2B5EF4-FFF2-40B4-BE49-F238E27FC236}">
                                  <a16:creationId xmlns:a16="http://schemas.microsoft.com/office/drawing/2014/main" id="{EF3EE219-45AC-4ECB-847B-7ABE9F352E1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977" name="3D Model 4976" descr="Sphere">
                                  <a:extLst>
                                    <a:ext uri="{FF2B5EF4-FFF2-40B4-BE49-F238E27FC236}">
                                      <a16:creationId xmlns:a16="http://schemas.microsoft.com/office/drawing/2014/main" id="{CF5425EF-2DF0-47C8-B50C-D1E1DE218E2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122827889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978" name="Flowchart: Connector 4977">
                              <a:extLst>
                                <a:ext uri="{FF2B5EF4-FFF2-40B4-BE49-F238E27FC236}">
                                  <a16:creationId xmlns:a16="http://schemas.microsoft.com/office/drawing/2014/main" id="{6165D77B-C39D-4139-BB06-16145CC9C7D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979" name="3D Model 4978" descr="Sphere">
                                  <a:extLst>
                                    <a:ext uri="{FF2B5EF4-FFF2-40B4-BE49-F238E27FC236}">
                                      <a16:creationId xmlns:a16="http://schemas.microsoft.com/office/drawing/2014/main" id="{4EC6EAEC-13E2-4897-AFC4-EFB1F89E81D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359374708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980" name="Flowchart: Connector 4979">
                              <a:extLst>
                                <a:ext uri="{FF2B5EF4-FFF2-40B4-BE49-F238E27FC236}">
                                  <a16:creationId xmlns:a16="http://schemas.microsoft.com/office/drawing/2014/main" id="{5F56D655-D700-4419-B03A-AD8BA145C99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981" name="3D Model 4980" descr="Sphere">
                                  <a:extLst>
                                    <a:ext uri="{FF2B5EF4-FFF2-40B4-BE49-F238E27FC236}">
                                      <a16:creationId xmlns:a16="http://schemas.microsoft.com/office/drawing/2014/main" id="{751A388D-F390-41E1-871D-7478F491A74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171007651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982" name="Flowchart: Connector 4981">
                              <a:extLst>
                                <a:ext uri="{FF2B5EF4-FFF2-40B4-BE49-F238E27FC236}">
                                  <a16:creationId xmlns:a16="http://schemas.microsoft.com/office/drawing/2014/main" id="{094EB26A-8DBF-405B-A47D-A9641C448BA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983" name="3D Model 4982" descr="Sphere">
                                  <a:extLst>
                                    <a:ext uri="{FF2B5EF4-FFF2-40B4-BE49-F238E27FC236}">
                                      <a16:creationId xmlns:a16="http://schemas.microsoft.com/office/drawing/2014/main" id="{BB6BC1DD-762B-4180-9DFF-BFCEE364A66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560817857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4935" name="Group 4934">
                            <a:extLst>
                              <a:ext uri="{FF2B5EF4-FFF2-40B4-BE49-F238E27FC236}">
                                <a16:creationId xmlns:a16="http://schemas.microsoft.com/office/drawing/2014/main" id="{BBFA5B4D-D404-4961-9063-DAB246D5750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4952" name="Flowchart: Connector 4951">
                              <a:extLst>
                                <a:ext uri="{FF2B5EF4-FFF2-40B4-BE49-F238E27FC236}">
                                  <a16:creationId xmlns:a16="http://schemas.microsoft.com/office/drawing/2014/main" id="{0F7F375F-11DF-4FF6-814E-19F321E1DBC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953" name="Flowchart: Connector 4952">
                              <a:extLst>
                                <a:ext uri="{FF2B5EF4-FFF2-40B4-BE49-F238E27FC236}">
                                  <a16:creationId xmlns:a16="http://schemas.microsoft.com/office/drawing/2014/main" id="{2D241D5B-FEDA-4AC3-BC35-06FB989E8C4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954" name="Flowchart: Connector 4953">
                              <a:extLst>
                                <a:ext uri="{FF2B5EF4-FFF2-40B4-BE49-F238E27FC236}">
                                  <a16:creationId xmlns:a16="http://schemas.microsoft.com/office/drawing/2014/main" id="{3A394D84-618C-4C9B-8F5A-1A8F071861E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955" name="Flowchart: Connector 4954">
                              <a:extLst>
                                <a:ext uri="{FF2B5EF4-FFF2-40B4-BE49-F238E27FC236}">
                                  <a16:creationId xmlns:a16="http://schemas.microsoft.com/office/drawing/2014/main" id="{722CEEC6-7520-43E8-AB19-C4BE441F880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956" name="Flowchart: Connector 4955">
                              <a:extLst>
                                <a:ext uri="{FF2B5EF4-FFF2-40B4-BE49-F238E27FC236}">
                                  <a16:creationId xmlns:a16="http://schemas.microsoft.com/office/drawing/2014/main" id="{FE023017-C494-4F85-9014-6910651E677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957" name="Flowchart: Connector 4956">
                              <a:extLst>
                                <a:ext uri="{FF2B5EF4-FFF2-40B4-BE49-F238E27FC236}">
                                  <a16:creationId xmlns:a16="http://schemas.microsoft.com/office/drawing/2014/main" id="{DAF55A09-4E60-4578-85AF-079EBC753A65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958" name="Flowchart: Connector 4957">
                              <a:extLst>
                                <a:ext uri="{FF2B5EF4-FFF2-40B4-BE49-F238E27FC236}">
                                  <a16:creationId xmlns:a16="http://schemas.microsoft.com/office/drawing/2014/main" id="{D1BEE72E-A645-4E13-A2EC-1B525C40D8B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959" name="Flowchart: Connector 4958">
                              <a:extLst>
                                <a:ext uri="{FF2B5EF4-FFF2-40B4-BE49-F238E27FC236}">
                                  <a16:creationId xmlns:a16="http://schemas.microsoft.com/office/drawing/2014/main" id="{6DA7CF38-7257-4A98-8012-6BB5C0A5F63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960" name="Flowchart: Connector 4959">
                              <a:extLst>
                                <a:ext uri="{FF2B5EF4-FFF2-40B4-BE49-F238E27FC236}">
                                  <a16:creationId xmlns:a16="http://schemas.microsoft.com/office/drawing/2014/main" id="{B30FF768-DC36-4CCA-8B90-23C8802AE52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961" name="3D Model 4960" descr="Sphere">
                                  <a:extLst>
                                    <a:ext uri="{FF2B5EF4-FFF2-40B4-BE49-F238E27FC236}">
                                      <a16:creationId xmlns:a16="http://schemas.microsoft.com/office/drawing/2014/main" id="{67DE56DE-6276-4403-9DC8-0995193EF1E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51603761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962" name="Flowchart: Connector 4961">
                              <a:extLst>
                                <a:ext uri="{FF2B5EF4-FFF2-40B4-BE49-F238E27FC236}">
                                  <a16:creationId xmlns:a16="http://schemas.microsoft.com/office/drawing/2014/main" id="{2C6222B2-495E-4E0A-9C1C-B6F6575458E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963" name="3D Model 4962" descr="Sphere">
                                  <a:extLst>
                                    <a:ext uri="{FF2B5EF4-FFF2-40B4-BE49-F238E27FC236}">
                                      <a16:creationId xmlns:a16="http://schemas.microsoft.com/office/drawing/2014/main" id="{CC0B5EFD-C421-417A-9362-5F46B94E8E4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254586798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964" name="Flowchart: Connector 4963">
                              <a:extLst>
                                <a:ext uri="{FF2B5EF4-FFF2-40B4-BE49-F238E27FC236}">
                                  <a16:creationId xmlns:a16="http://schemas.microsoft.com/office/drawing/2014/main" id="{5FFF926F-4F39-4047-8402-EC022D9FAEA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965" name="3D Model 4964" descr="Sphere">
                                  <a:extLst>
                                    <a:ext uri="{FF2B5EF4-FFF2-40B4-BE49-F238E27FC236}">
                                      <a16:creationId xmlns:a16="http://schemas.microsoft.com/office/drawing/2014/main" id="{F20EF79B-46F8-44C5-B1EB-2DA2E155688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22104128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966" name="Flowchart: Connector 4965">
                              <a:extLst>
                                <a:ext uri="{FF2B5EF4-FFF2-40B4-BE49-F238E27FC236}">
                                  <a16:creationId xmlns:a16="http://schemas.microsoft.com/office/drawing/2014/main" id="{D09EFDEB-08A0-4476-B774-D30E9FC3A46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967" name="3D Model 4966" descr="Sphere">
                                  <a:extLst>
                                    <a:ext uri="{FF2B5EF4-FFF2-40B4-BE49-F238E27FC236}">
                                      <a16:creationId xmlns:a16="http://schemas.microsoft.com/office/drawing/2014/main" id="{34D08C4D-F9DC-41AF-A859-D3A0B9A7C0E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271176941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4936" name="Flowchart: Connector 4935">
                            <a:extLst>
                              <a:ext uri="{FF2B5EF4-FFF2-40B4-BE49-F238E27FC236}">
                                <a16:creationId xmlns:a16="http://schemas.microsoft.com/office/drawing/2014/main" id="{D998F54E-A737-4EBF-AC6C-B0E9E562701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937" name="Flowchart: Connector 4936">
                            <a:extLst>
                              <a:ext uri="{FF2B5EF4-FFF2-40B4-BE49-F238E27FC236}">
                                <a16:creationId xmlns:a16="http://schemas.microsoft.com/office/drawing/2014/main" id="{A7C614E1-82D1-4EE6-A123-463A09ABA91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938" name="Flowchart: Connector 4937">
                            <a:extLst>
                              <a:ext uri="{FF2B5EF4-FFF2-40B4-BE49-F238E27FC236}">
                                <a16:creationId xmlns:a16="http://schemas.microsoft.com/office/drawing/2014/main" id="{CA729359-AB56-4E09-84C3-F055514BF46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939" name="Flowchart: Connector 4938">
                            <a:extLst>
                              <a:ext uri="{FF2B5EF4-FFF2-40B4-BE49-F238E27FC236}">
                                <a16:creationId xmlns:a16="http://schemas.microsoft.com/office/drawing/2014/main" id="{9EC7D475-3376-4F92-B533-DC730549CB9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940" name="Flowchart: Connector 4939">
                            <a:extLst>
                              <a:ext uri="{FF2B5EF4-FFF2-40B4-BE49-F238E27FC236}">
                                <a16:creationId xmlns:a16="http://schemas.microsoft.com/office/drawing/2014/main" id="{883F5821-B8D4-4EFA-ACBC-C2E5FBF222E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941" name="Flowchart: Connector 4940">
                            <a:extLst>
                              <a:ext uri="{FF2B5EF4-FFF2-40B4-BE49-F238E27FC236}">
                                <a16:creationId xmlns:a16="http://schemas.microsoft.com/office/drawing/2014/main" id="{0EE01B40-027D-4BE5-94AC-BBE0102D86C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942" name="Flowchart: Connector 4941">
                            <a:extLst>
                              <a:ext uri="{FF2B5EF4-FFF2-40B4-BE49-F238E27FC236}">
                                <a16:creationId xmlns:a16="http://schemas.microsoft.com/office/drawing/2014/main" id="{031D9729-4ACE-4B0D-AF15-6FAE93D270B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943" name="Flowchart: Connector 4942">
                            <a:extLst>
                              <a:ext uri="{FF2B5EF4-FFF2-40B4-BE49-F238E27FC236}">
                                <a16:creationId xmlns:a16="http://schemas.microsoft.com/office/drawing/2014/main" id="{EF5D2CC3-AF5E-4209-9EC2-97F357D2E4E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944" name="Flowchart: Connector 4943">
                            <a:extLst>
                              <a:ext uri="{FF2B5EF4-FFF2-40B4-BE49-F238E27FC236}">
                                <a16:creationId xmlns:a16="http://schemas.microsoft.com/office/drawing/2014/main" id="{8926A341-01D1-48C9-9A8C-96E13A09EA9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945" name="3D Model 4944" descr="Sphere">
                                <a:extLst>
                                  <a:ext uri="{FF2B5EF4-FFF2-40B4-BE49-F238E27FC236}">
                                    <a16:creationId xmlns:a16="http://schemas.microsoft.com/office/drawing/2014/main" id="{B9A96A8B-BB8B-4692-A43F-979F5B6B1FA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365501577"/>
                                  </p:ext>
                                </p:extLst>
                              </p:nvPr>
                            </p:nvGraphicFramePr>
                            <p:xfrm>
                              <a:off x="2127272" y="1515698"/>
                              <a:ext cx="299738" cy="29973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7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4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10" name="3D Model 2009" descr="Sphere">
                                <a:extLst>
                                  <a:ext uri="{FF2B5EF4-FFF2-40B4-BE49-F238E27FC236}">
                                    <a16:creationId xmlns:a16="http://schemas.microsoft.com/office/drawing/2014/main" id="{71FCEC8E-86F4-4519-A136-94668103656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929061" y="2251345"/>
                                <a:ext cx="52067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946" name="Flowchart: Connector 4945">
                            <a:extLst>
                              <a:ext uri="{FF2B5EF4-FFF2-40B4-BE49-F238E27FC236}">
                                <a16:creationId xmlns:a16="http://schemas.microsoft.com/office/drawing/2014/main" id="{390BD618-96A9-4041-A80B-93BCDC560CA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947" name="3D Model 4946" descr="Sphere">
                                <a:extLst>
                                  <a:ext uri="{FF2B5EF4-FFF2-40B4-BE49-F238E27FC236}">
                                    <a16:creationId xmlns:a16="http://schemas.microsoft.com/office/drawing/2014/main" id="{1E436CD3-A71B-4A2A-A5A4-BD27F2F098E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41873606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12" name="3D Model 2011" descr="Sphere">
                                <a:extLst>
                                  <a:ext uri="{FF2B5EF4-FFF2-40B4-BE49-F238E27FC236}">
                                    <a16:creationId xmlns:a16="http://schemas.microsoft.com/office/drawing/2014/main" id="{788F27E3-2BFB-47D9-938E-4075BE76CAAA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970301" y="2263409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948" name="Flowchart: Connector 4947">
                            <a:extLst>
                              <a:ext uri="{FF2B5EF4-FFF2-40B4-BE49-F238E27FC236}">
                                <a16:creationId xmlns:a16="http://schemas.microsoft.com/office/drawing/2014/main" id="{A7AA860A-93DA-4D59-A989-7488D2C151C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6940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949" name="3D Model 4948" descr="Sphere">
                                <a:extLst>
                                  <a:ext uri="{FF2B5EF4-FFF2-40B4-BE49-F238E27FC236}">
                                    <a16:creationId xmlns:a16="http://schemas.microsoft.com/office/drawing/2014/main" id="{37C2EB58-FF44-455E-9FC4-77ED169ED2E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553904026"/>
                                  </p:ext>
                                </p:extLst>
                              </p:nvPr>
                            </p:nvGraphicFramePr>
                            <p:xfrm>
                              <a:off x="2609177" y="164853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14" name="3D Model 2013" descr="Sphere">
                                <a:extLst>
                                  <a:ext uri="{FF2B5EF4-FFF2-40B4-BE49-F238E27FC236}">
                                    <a16:creationId xmlns:a16="http://schemas.microsoft.com/office/drawing/2014/main" id="{DC34F8CE-4DD0-42E3-B1B7-88AE23A51C5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12771" y="227636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950" name="Flowchart: Connector 4949">
                            <a:extLst>
                              <a:ext uri="{FF2B5EF4-FFF2-40B4-BE49-F238E27FC236}">
                                <a16:creationId xmlns:a16="http://schemas.microsoft.com/office/drawing/2014/main" id="{29C8B32E-28F0-4AAB-BF99-C1C03F4B184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951" name="3D Model 4950" descr="Sphere">
                                <a:extLst>
                                  <a:ext uri="{FF2B5EF4-FFF2-40B4-BE49-F238E27FC236}">
                                    <a16:creationId xmlns:a16="http://schemas.microsoft.com/office/drawing/2014/main" id="{51D98392-0761-4146-9989-80583ACAA6E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995667149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16" name="3D Model 2015" descr="Sphere">
                                <a:extLst>
                                  <a:ext uri="{FF2B5EF4-FFF2-40B4-BE49-F238E27FC236}">
                                    <a16:creationId xmlns:a16="http://schemas.microsoft.com/office/drawing/2014/main" id="{10744BAC-FCCF-4132-AEE4-D2CDDC78840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59397" y="2291443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sp>
                    <p:nvSpPr>
                      <p:cNvPr id="4863" name="Flowchart: Connector 4862">
                        <a:extLst>
                          <a:ext uri="{FF2B5EF4-FFF2-40B4-BE49-F238E27FC236}">
                            <a16:creationId xmlns:a16="http://schemas.microsoft.com/office/drawing/2014/main" id="{5CA27BD8-834B-4EF6-8E11-5741FDDF6AB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06374" y="21384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864" name="Flowchart: Connector 4863">
                        <a:extLst>
                          <a:ext uri="{FF2B5EF4-FFF2-40B4-BE49-F238E27FC236}">
                            <a16:creationId xmlns:a16="http://schemas.microsoft.com/office/drawing/2014/main" id="{A562767E-98AF-460A-8B46-38B9564437F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886236" y="22322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865" name="Flowchart: Connector 4864">
                        <a:extLst>
                          <a:ext uri="{FF2B5EF4-FFF2-40B4-BE49-F238E27FC236}">
                            <a16:creationId xmlns:a16="http://schemas.microsoft.com/office/drawing/2014/main" id="{7828ACFE-45BC-4FA6-927E-C7E064C6130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952806" y="22254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866" name="Flowchart: Connector 4865">
                        <a:extLst>
                          <a:ext uri="{FF2B5EF4-FFF2-40B4-BE49-F238E27FC236}">
                            <a16:creationId xmlns:a16="http://schemas.microsoft.com/office/drawing/2014/main" id="{DA77A9E0-8A98-4791-B0BF-6151F1B9369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0272" y="25040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867" name="Flowchart: Connector 4866">
                        <a:extLst>
                          <a:ext uri="{FF2B5EF4-FFF2-40B4-BE49-F238E27FC236}">
                            <a16:creationId xmlns:a16="http://schemas.microsoft.com/office/drawing/2014/main" id="{7B905881-5A0F-4AE4-8B38-B224B3E0C06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20633" y="28301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868" name="Flowchart: Connector 4867">
                        <a:extLst>
                          <a:ext uri="{FF2B5EF4-FFF2-40B4-BE49-F238E27FC236}">
                            <a16:creationId xmlns:a16="http://schemas.microsoft.com/office/drawing/2014/main" id="{F783EE3A-0FBA-47B1-AC8C-AF451F97564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29128" y="231321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869" name="Flowchart: Connector 4868">
                        <a:extLst>
                          <a:ext uri="{FF2B5EF4-FFF2-40B4-BE49-F238E27FC236}">
                            <a16:creationId xmlns:a16="http://schemas.microsoft.com/office/drawing/2014/main" id="{0FE8C3E6-FE1B-4AFB-BAB3-09F4956464E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211385" y="230237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870" name="Flowchart: Connector 4869">
                        <a:extLst>
                          <a:ext uri="{FF2B5EF4-FFF2-40B4-BE49-F238E27FC236}">
                            <a16:creationId xmlns:a16="http://schemas.microsoft.com/office/drawing/2014/main" id="{81FA9E4C-9BC0-486B-87AB-1B33571A06A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1097" y="31484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grpSp>
                    <p:nvGrpSpPr>
                      <p:cNvPr id="4871" name="Group 4870">
                        <a:extLst>
                          <a:ext uri="{FF2B5EF4-FFF2-40B4-BE49-F238E27FC236}">
                            <a16:creationId xmlns:a16="http://schemas.microsoft.com/office/drawing/2014/main" id="{5834196C-378E-488F-9E5D-04BFA78B04D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20511" y="2127869"/>
                        <a:ext cx="1073693" cy="1496391"/>
                        <a:chOff x="2114936" y="1503359"/>
                        <a:chExt cx="1073693" cy="1496391"/>
                      </a:xfrm>
                    </p:grpSpPr>
                    <p:grpSp>
                      <p:nvGrpSpPr>
                        <p:cNvPr id="4872" name="Group 4871">
                          <a:extLst>
                            <a:ext uri="{FF2B5EF4-FFF2-40B4-BE49-F238E27FC236}">
                              <a16:creationId xmlns:a16="http://schemas.microsoft.com/office/drawing/2014/main" id="{1DC38AFC-1C9C-4B64-B7F4-694274C40C5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7974" y="2474038"/>
                          <a:ext cx="1060655" cy="525712"/>
                          <a:chOff x="3721252" y="1733424"/>
                          <a:chExt cx="1060655" cy="525712"/>
                        </a:xfrm>
                      </p:grpSpPr>
                      <p:sp>
                        <p:nvSpPr>
                          <p:cNvPr id="4923" name="Flowchart: Connector 4922">
                            <a:extLst>
                              <a:ext uri="{FF2B5EF4-FFF2-40B4-BE49-F238E27FC236}">
                                <a16:creationId xmlns:a16="http://schemas.microsoft.com/office/drawing/2014/main" id="{82C83F42-EEA6-493D-9D9A-14F1C8DB1A8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924" name="3D Model 4923" descr="Sphere">
                                <a:extLst>
                                  <a:ext uri="{FF2B5EF4-FFF2-40B4-BE49-F238E27FC236}">
                                    <a16:creationId xmlns:a16="http://schemas.microsoft.com/office/drawing/2014/main" id="{E913C8E5-9042-4760-8053-F7ADFAC0617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772533413"/>
                                  </p:ext>
                                </p:extLst>
                              </p:nvPr>
                            </p:nvGraphicFramePr>
                            <p:xfrm>
                              <a:off x="3721252" y="1733424"/>
                              <a:ext cx="299739" cy="299738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6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989" name="3D Model 1988" descr="Sphere">
                                <a:extLst>
                                  <a:ext uri="{FF2B5EF4-FFF2-40B4-BE49-F238E27FC236}">
                                    <a16:creationId xmlns:a16="http://schemas.microsoft.com/office/drawing/2014/main" id="{3882A904-D027-4C5F-A2FC-FDF2A97747E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889231" y="2459147"/>
                                <a:ext cx="52066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925" name="Flowchart: Connector 4924">
                            <a:extLst>
                              <a:ext uri="{FF2B5EF4-FFF2-40B4-BE49-F238E27FC236}">
                                <a16:creationId xmlns:a16="http://schemas.microsoft.com/office/drawing/2014/main" id="{720A5669-12C3-4BAA-A4B4-838275B5DF2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926" name="3D Model 4925" descr="Sphere">
                                <a:extLst>
                                  <a:ext uri="{FF2B5EF4-FFF2-40B4-BE49-F238E27FC236}">
                                    <a16:creationId xmlns:a16="http://schemas.microsoft.com/office/drawing/2014/main" id="{819DD17F-B211-41C0-8857-3785C781013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179345547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927" name="Flowchart: Connector 4926">
                            <a:extLst>
                              <a:ext uri="{FF2B5EF4-FFF2-40B4-BE49-F238E27FC236}">
                                <a16:creationId xmlns:a16="http://schemas.microsoft.com/office/drawing/2014/main" id="{32CE58FB-BC4B-48AC-8EA0-2BBB36CBF2B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928" name="3D Model 4927" descr="Sphere">
                                <a:extLst>
                                  <a:ext uri="{FF2B5EF4-FFF2-40B4-BE49-F238E27FC236}">
                                    <a16:creationId xmlns:a16="http://schemas.microsoft.com/office/drawing/2014/main" id="{F6619209-0554-454F-9EDF-B1013E26CD7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101764837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929" name="Flowchart: Connector 4928">
                            <a:extLst>
                              <a:ext uri="{FF2B5EF4-FFF2-40B4-BE49-F238E27FC236}">
                                <a16:creationId xmlns:a16="http://schemas.microsoft.com/office/drawing/2014/main" id="{C5825068-0F63-4B27-9B0E-17CA15E54FD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930" name="3D Model 4929" descr="Sphere">
                                <a:extLst>
                                  <a:ext uri="{FF2B5EF4-FFF2-40B4-BE49-F238E27FC236}">
                                    <a16:creationId xmlns:a16="http://schemas.microsoft.com/office/drawing/2014/main" id="{9417FB84-6266-4D07-90EB-951B91105D2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87060347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8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4873" name="Group 4872">
                          <a:extLst>
                            <a:ext uri="{FF2B5EF4-FFF2-40B4-BE49-F238E27FC236}">
                              <a16:creationId xmlns:a16="http://schemas.microsoft.com/office/drawing/2014/main" id="{0B665BC1-2779-4C31-9968-96983EB4BFE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4615" y="2140429"/>
                          <a:ext cx="1064014" cy="637179"/>
                          <a:chOff x="3717893" y="1719497"/>
                          <a:chExt cx="1064014" cy="637179"/>
                        </a:xfrm>
                      </p:grpSpPr>
                      <p:sp>
                        <p:nvSpPr>
                          <p:cNvPr id="4907" name="Flowchart: Connector 4906">
                            <a:extLst>
                              <a:ext uri="{FF2B5EF4-FFF2-40B4-BE49-F238E27FC236}">
                                <a16:creationId xmlns:a16="http://schemas.microsoft.com/office/drawing/2014/main" id="{D0CD9D83-3533-4CB7-9906-D49FE5D6FE5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908" name="Flowchart: Connector 4907">
                            <a:extLst>
                              <a:ext uri="{FF2B5EF4-FFF2-40B4-BE49-F238E27FC236}">
                                <a16:creationId xmlns:a16="http://schemas.microsoft.com/office/drawing/2014/main" id="{C8B8C2F8-6BD5-4D7A-BC0C-D119C0D8B37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909" name="Flowchart: Connector 4908">
                            <a:extLst>
                              <a:ext uri="{FF2B5EF4-FFF2-40B4-BE49-F238E27FC236}">
                                <a16:creationId xmlns:a16="http://schemas.microsoft.com/office/drawing/2014/main" id="{B4045892-685B-4014-A16C-FD9D22BDF3A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910" name="Flowchart: Connector 4909">
                            <a:extLst>
                              <a:ext uri="{FF2B5EF4-FFF2-40B4-BE49-F238E27FC236}">
                                <a16:creationId xmlns:a16="http://schemas.microsoft.com/office/drawing/2014/main" id="{8202BFF4-1DA8-4165-A141-016CCB12204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911" name="Flowchart: Connector 4910">
                            <a:extLst>
                              <a:ext uri="{FF2B5EF4-FFF2-40B4-BE49-F238E27FC236}">
                                <a16:creationId xmlns:a16="http://schemas.microsoft.com/office/drawing/2014/main" id="{B13FAA67-DC22-4F2E-9D76-31056BF5EC7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912" name="Flowchart: Connector 4911">
                            <a:extLst>
                              <a:ext uri="{FF2B5EF4-FFF2-40B4-BE49-F238E27FC236}">
                                <a16:creationId xmlns:a16="http://schemas.microsoft.com/office/drawing/2014/main" id="{EA7D502B-9971-46C3-9535-79B66D9E72E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913" name="Flowchart: Connector 4912">
                            <a:extLst>
                              <a:ext uri="{FF2B5EF4-FFF2-40B4-BE49-F238E27FC236}">
                                <a16:creationId xmlns:a16="http://schemas.microsoft.com/office/drawing/2014/main" id="{4388ACE0-D0BB-4303-8E23-7C085CACDBB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914" name="Flowchart: Connector 4913">
                            <a:extLst>
                              <a:ext uri="{FF2B5EF4-FFF2-40B4-BE49-F238E27FC236}">
                                <a16:creationId xmlns:a16="http://schemas.microsoft.com/office/drawing/2014/main" id="{4BA0C1BE-5069-4AFB-905A-FD0C8C3DEF1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915" name="Flowchart: Connector 4914">
                            <a:extLst>
                              <a:ext uri="{FF2B5EF4-FFF2-40B4-BE49-F238E27FC236}">
                                <a16:creationId xmlns:a16="http://schemas.microsoft.com/office/drawing/2014/main" id="{181F4BD8-6514-4C21-870A-DC63D670C75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916" name="3D Model 4915" descr="Sphere">
                                <a:extLst>
                                  <a:ext uri="{FF2B5EF4-FFF2-40B4-BE49-F238E27FC236}">
                                    <a16:creationId xmlns:a16="http://schemas.microsoft.com/office/drawing/2014/main" id="{720398E5-0F62-4894-9C83-F0516DF53E3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485279136"/>
                                  </p:ext>
                                </p:extLst>
                              </p:nvPr>
                            </p:nvGraphicFramePr>
                            <p:xfrm>
                              <a:off x="3717893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981" name="3D Model 1980" descr="Sphere">
                                <a:extLst>
                                  <a:ext uri="{FF2B5EF4-FFF2-40B4-BE49-F238E27FC236}">
                                    <a16:creationId xmlns:a16="http://schemas.microsoft.com/office/drawing/2014/main" id="{A03C3A75-C275-4B6C-A458-29EA069001C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888647" y="239631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917" name="Flowchart: Connector 4916">
                            <a:extLst>
                              <a:ext uri="{FF2B5EF4-FFF2-40B4-BE49-F238E27FC236}">
                                <a16:creationId xmlns:a16="http://schemas.microsoft.com/office/drawing/2014/main" id="{7EC4850F-3DC7-4A4D-9EEB-F705E379827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918" name="3D Model 4917" descr="Sphere">
                                <a:extLst>
                                  <a:ext uri="{FF2B5EF4-FFF2-40B4-BE49-F238E27FC236}">
                                    <a16:creationId xmlns:a16="http://schemas.microsoft.com/office/drawing/2014/main" id="{16D8C7C3-8182-4771-9941-271A6383C52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281390984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919" name="Flowchart: Connector 4918">
                            <a:extLst>
                              <a:ext uri="{FF2B5EF4-FFF2-40B4-BE49-F238E27FC236}">
                                <a16:creationId xmlns:a16="http://schemas.microsoft.com/office/drawing/2014/main" id="{CEA9134E-A845-4C32-AF8C-F10CC36BC61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920" name="3D Model 4919" descr="Sphere">
                                <a:extLst>
                                  <a:ext uri="{FF2B5EF4-FFF2-40B4-BE49-F238E27FC236}">
                                    <a16:creationId xmlns:a16="http://schemas.microsoft.com/office/drawing/2014/main" id="{62299744-9146-4880-98FF-E3ED0DBBB9E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27609581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921" name="Flowchart: Connector 4920">
                            <a:extLst>
                              <a:ext uri="{FF2B5EF4-FFF2-40B4-BE49-F238E27FC236}">
                                <a16:creationId xmlns:a16="http://schemas.microsoft.com/office/drawing/2014/main" id="{11D0D9DE-4CC4-48EB-8471-A8E001BA0D6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922" name="3D Model 4921" descr="Sphere">
                                <a:extLst>
                                  <a:ext uri="{FF2B5EF4-FFF2-40B4-BE49-F238E27FC236}">
                                    <a16:creationId xmlns:a16="http://schemas.microsoft.com/office/drawing/2014/main" id="{B2D9E573-EE4E-4A28-8F4D-46B00D71E4C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507542842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4874" name="Group 4873">
                          <a:extLst>
                            <a:ext uri="{FF2B5EF4-FFF2-40B4-BE49-F238E27FC236}">
                              <a16:creationId xmlns:a16="http://schemas.microsoft.com/office/drawing/2014/main" id="{08D2478C-AE94-4B48-9009-4C950BB585D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936" y="1817250"/>
                          <a:ext cx="1064014" cy="643455"/>
                          <a:chOff x="3717893" y="1713221"/>
                          <a:chExt cx="1064014" cy="643455"/>
                        </a:xfrm>
                      </p:grpSpPr>
                      <p:sp>
                        <p:nvSpPr>
                          <p:cNvPr id="4891" name="Flowchart: Connector 4890">
                            <a:extLst>
                              <a:ext uri="{FF2B5EF4-FFF2-40B4-BE49-F238E27FC236}">
                                <a16:creationId xmlns:a16="http://schemas.microsoft.com/office/drawing/2014/main" id="{7A1FFF12-6B70-4146-B92F-81CC4812D98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892" name="Flowchart: Connector 4891">
                            <a:extLst>
                              <a:ext uri="{FF2B5EF4-FFF2-40B4-BE49-F238E27FC236}">
                                <a16:creationId xmlns:a16="http://schemas.microsoft.com/office/drawing/2014/main" id="{D60F7554-AB36-4151-94DC-755AB40F9AC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893" name="Flowchart: Connector 4892">
                            <a:extLst>
                              <a:ext uri="{FF2B5EF4-FFF2-40B4-BE49-F238E27FC236}">
                                <a16:creationId xmlns:a16="http://schemas.microsoft.com/office/drawing/2014/main" id="{44CCC711-7F2F-46F2-AA6E-6DA3D5A4A0A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894" name="Flowchart: Connector 4893">
                            <a:extLst>
                              <a:ext uri="{FF2B5EF4-FFF2-40B4-BE49-F238E27FC236}">
                                <a16:creationId xmlns:a16="http://schemas.microsoft.com/office/drawing/2014/main" id="{1801343C-2439-4365-9F7B-98811310C5C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895" name="Flowchart: Connector 4894">
                            <a:extLst>
                              <a:ext uri="{FF2B5EF4-FFF2-40B4-BE49-F238E27FC236}">
                                <a16:creationId xmlns:a16="http://schemas.microsoft.com/office/drawing/2014/main" id="{B4E7C9A5-1021-433B-BF60-FD4FA08ADD5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896" name="Flowchart: Connector 4895">
                            <a:extLst>
                              <a:ext uri="{FF2B5EF4-FFF2-40B4-BE49-F238E27FC236}">
                                <a16:creationId xmlns:a16="http://schemas.microsoft.com/office/drawing/2014/main" id="{3A4250EB-8DD4-423E-92CA-F22D3361334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897" name="Flowchart: Connector 4896">
                            <a:extLst>
                              <a:ext uri="{FF2B5EF4-FFF2-40B4-BE49-F238E27FC236}">
                                <a16:creationId xmlns:a16="http://schemas.microsoft.com/office/drawing/2014/main" id="{358FA8B2-A0A7-47F3-A2B3-1E22E8DD63E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898" name="Flowchart: Connector 4897">
                            <a:extLst>
                              <a:ext uri="{FF2B5EF4-FFF2-40B4-BE49-F238E27FC236}">
                                <a16:creationId xmlns:a16="http://schemas.microsoft.com/office/drawing/2014/main" id="{096245A1-23CB-4392-B8B8-97ECA55624B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899" name="Flowchart: Connector 4898">
                            <a:extLst>
                              <a:ext uri="{FF2B5EF4-FFF2-40B4-BE49-F238E27FC236}">
                                <a16:creationId xmlns:a16="http://schemas.microsoft.com/office/drawing/2014/main" id="{79BFA8BA-0CF3-46E2-A61F-F64CAB06A7B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900" name="3D Model 4899" descr="Sphere">
                                <a:extLst>
                                  <a:ext uri="{FF2B5EF4-FFF2-40B4-BE49-F238E27FC236}">
                                    <a16:creationId xmlns:a16="http://schemas.microsoft.com/office/drawing/2014/main" id="{A1CB5B94-2986-4948-AD85-26D0453527B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214033661"/>
                                  </p:ext>
                                </p:extLst>
                              </p:nvPr>
                            </p:nvGraphicFramePr>
                            <p:xfrm>
                              <a:off x="3717893" y="171322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965" name="3D Model 1964" descr="Sphere">
                                <a:extLst>
                                  <a:ext uri="{FF2B5EF4-FFF2-40B4-BE49-F238E27FC236}">
                                    <a16:creationId xmlns:a16="http://schemas.microsoft.com/office/drawing/2014/main" id="{7712D0F4-51F9-435D-8714-F237BFAD331D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886966" y="233544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901" name="Flowchart: Connector 4900">
                            <a:extLst>
                              <a:ext uri="{FF2B5EF4-FFF2-40B4-BE49-F238E27FC236}">
                                <a16:creationId xmlns:a16="http://schemas.microsoft.com/office/drawing/2014/main" id="{3C7FB3E4-C130-4640-845A-8FEB771E46E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902" name="3D Model 4901" descr="Sphere">
                                <a:extLst>
                                  <a:ext uri="{FF2B5EF4-FFF2-40B4-BE49-F238E27FC236}">
                                    <a16:creationId xmlns:a16="http://schemas.microsoft.com/office/drawing/2014/main" id="{A1147F99-DE8B-4E61-83BD-F34B8B3727C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3143439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967" name="3D Model 1966" descr="Sphere">
                                <a:extLst>
                                  <a:ext uri="{FF2B5EF4-FFF2-40B4-BE49-F238E27FC236}">
                                    <a16:creationId xmlns:a16="http://schemas.microsoft.com/office/drawing/2014/main" id="{A4CEC350-ED3F-4BB3-9EDE-DDE31672F0F5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928667" y="235131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903" name="Flowchart: Connector 4902">
                            <a:extLst>
                              <a:ext uri="{FF2B5EF4-FFF2-40B4-BE49-F238E27FC236}">
                                <a16:creationId xmlns:a16="http://schemas.microsoft.com/office/drawing/2014/main" id="{D0DB3EF3-5FCE-420E-9B99-75D7C327EDE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904" name="3D Model 4903" descr="Sphere">
                                <a:extLst>
                                  <a:ext uri="{FF2B5EF4-FFF2-40B4-BE49-F238E27FC236}">
                                    <a16:creationId xmlns:a16="http://schemas.microsoft.com/office/drawing/2014/main" id="{1ACF75CE-3F21-426C-9EC8-0FF2D46707A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808373243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905" name="Flowchart: Connector 4904">
                            <a:extLst>
                              <a:ext uri="{FF2B5EF4-FFF2-40B4-BE49-F238E27FC236}">
                                <a16:creationId xmlns:a16="http://schemas.microsoft.com/office/drawing/2014/main" id="{CA505BDA-D336-4270-B298-2D3598FF889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906" name="3D Model 4905" descr="Sphere">
                                <a:extLst>
                                  <a:ext uri="{FF2B5EF4-FFF2-40B4-BE49-F238E27FC236}">
                                    <a16:creationId xmlns:a16="http://schemas.microsoft.com/office/drawing/2014/main" id="{3E99D9ED-EDE5-47AC-A46F-301CB7E064A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135744296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4875" name="Flowchart: Connector 4874">
                          <a:extLst>
                            <a:ext uri="{FF2B5EF4-FFF2-40B4-BE49-F238E27FC236}">
                              <a16:creationId xmlns:a16="http://schemas.microsoft.com/office/drawing/2014/main" id="{85E2DF8A-A7A4-487A-B906-20E1DDF8C89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876" name="Flowchart: Connector 4875">
                          <a:extLst>
                            <a:ext uri="{FF2B5EF4-FFF2-40B4-BE49-F238E27FC236}">
                              <a16:creationId xmlns:a16="http://schemas.microsoft.com/office/drawing/2014/main" id="{2712F8E8-7CB3-4DEF-AAEF-3C9119C4FE4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877" name="Flowchart: Connector 4876">
                          <a:extLst>
                            <a:ext uri="{FF2B5EF4-FFF2-40B4-BE49-F238E27FC236}">
                              <a16:creationId xmlns:a16="http://schemas.microsoft.com/office/drawing/2014/main" id="{4BABBED8-3308-423B-B9A5-BC946453954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26347" y="177334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878" name="Flowchart: Connector 4877">
                          <a:extLst>
                            <a:ext uri="{FF2B5EF4-FFF2-40B4-BE49-F238E27FC236}">
                              <a16:creationId xmlns:a16="http://schemas.microsoft.com/office/drawing/2014/main" id="{D16AA12F-1E01-4CD4-BC3A-9800C620460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879" name="Flowchart: Connector 4878">
                          <a:extLst>
                            <a:ext uri="{FF2B5EF4-FFF2-40B4-BE49-F238E27FC236}">
                              <a16:creationId xmlns:a16="http://schemas.microsoft.com/office/drawing/2014/main" id="{84C76333-308D-48DE-82DD-41CD86C5D8A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880" name="Flowchart: Connector 4879">
                          <a:extLst>
                            <a:ext uri="{FF2B5EF4-FFF2-40B4-BE49-F238E27FC236}">
                              <a16:creationId xmlns:a16="http://schemas.microsoft.com/office/drawing/2014/main" id="{48ED1E00-8FE0-4CEF-A375-7D1C02D5CD6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881" name="Flowchart: Connector 4880">
                          <a:extLst>
                            <a:ext uri="{FF2B5EF4-FFF2-40B4-BE49-F238E27FC236}">
                              <a16:creationId xmlns:a16="http://schemas.microsoft.com/office/drawing/2014/main" id="{2207322B-E19B-48F2-85D7-0F7CE9CB0DC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882" name="Flowchart: Connector 4881">
                          <a:extLst>
                            <a:ext uri="{FF2B5EF4-FFF2-40B4-BE49-F238E27FC236}">
                              <a16:creationId xmlns:a16="http://schemas.microsoft.com/office/drawing/2014/main" id="{2DFAA7D2-1C79-4F1D-81E3-FF5E33FAE33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883" name="Flowchart: Connector 4882">
                          <a:extLst>
                            <a:ext uri="{FF2B5EF4-FFF2-40B4-BE49-F238E27FC236}">
                              <a16:creationId xmlns:a16="http://schemas.microsoft.com/office/drawing/2014/main" id="{F8847F23-3EB0-4B58-B940-8F877720221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884" name="3D Model 4883" descr="Sphere">
                              <a:extLst>
                                <a:ext uri="{FF2B5EF4-FFF2-40B4-BE49-F238E27FC236}">
                                  <a16:creationId xmlns:a16="http://schemas.microsoft.com/office/drawing/2014/main" id="{C8F935B4-32EF-4BAB-8A4B-08186F25CE0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296126860"/>
                                </p:ext>
                              </p:extLst>
                            </p:nvPr>
                          </p:nvGraphicFramePr>
                          <p:xfrm>
                            <a:off x="2122087" y="1503359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433448" ay="1433014" az="-1105299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7"/>
                                </am3d:raster>
                                <am3d:objViewport viewportSz="5757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949" name="3D Model 1948" descr="Sphere">
                              <a:extLst>
                                <a:ext uri="{FF2B5EF4-FFF2-40B4-BE49-F238E27FC236}">
                                  <a16:creationId xmlns:a16="http://schemas.microsoft.com/office/drawing/2014/main" id="{A8FFAB26-939D-46FC-86A1-EA4C4631BA7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888208" y="2276322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885" name="Flowchart: Connector 4884">
                          <a:extLst>
                            <a:ext uri="{FF2B5EF4-FFF2-40B4-BE49-F238E27FC236}">
                              <a16:creationId xmlns:a16="http://schemas.microsoft.com/office/drawing/2014/main" id="{32B66CF3-14BB-4069-AAF0-58C579D2E77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886" name="3D Model 4885" descr="Sphere">
                              <a:extLst>
                                <a:ext uri="{FF2B5EF4-FFF2-40B4-BE49-F238E27FC236}">
                                  <a16:creationId xmlns:a16="http://schemas.microsoft.com/office/drawing/2014/main" id="{DC6F70D5-B442-4683-806A-AA5C76D9C5E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7050446"/>
                                </p:ext>
                              </p:extLst>
                            </p:nvPr>
                          </p:nvGraphicFramePr>
                          <p:xfrm>
                            <a:off x="2368043" y="1593681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5"/>
                                </am3d:raster>
                                <am3d:objViewport viewportSz="5886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951" name="3D Model 1950" descr="Sphere">
                              <a:extLst>
                                <a:ext uri="{FF2B5EF4-FFF2-40B4-BE49-F238E27FC236}">
                                  <a16:creationId xmlns:a16="http://schemas.microsoft.com/office/drawing/2014/main" id="{D47F8E2F-EB5F-407D-91A5-BEA56486F520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930932" y="2293334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887" name="Flowchart: Connector 4886">
                          <a:extLst>
                            <a:ext uri="{FF2B5EF4-FFF2-40B4-BE49-F238E27FC236}">
                              <a16:creationId xmlns:a16="http://schemas.microsoft.com/office/drawing/2014/main" id="{F4CA9FAF-7B7F-4FB2-83FF-6C0BB558803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888" name="3D Model 4887" descr="Sphere">
                              <a:extLst>
                                <a:ext uri="{FF2B5EF4-FFF2-40B4-BE49-F238E27FC236}">
                                  <a16:creationId xmlns:a16="http://schemas.microsoft.com/office/drawing/2014/main" id="{D19380F1-5B4F-4974-9ED7-D590B91611F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05899191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3235" cy="6170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7"/>
                                </am3d:raster>
                                <am3d:objViewport viewportSz="6018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953" name="3D Model 1952" descr="Sphere">
                              <a:extLst>
                                <a:ext uri="{FF2B5EF4-FFF2-40B4-BE49-F238E27FC236}">
                                  <a16:creationId xmlns:a16="http://schemas.microsoft.com/office/drawing/2014/main" id="{32BB398F-D69C-4A13-ADE8-EDEB0C5C4A83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3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972819" y="2302350"/>
                              <a:ext cx="53235" cy="61702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889" name="Flowchart: Connector 4888">
                          <a:extLst>
                            <a:ext uri="{FF2B5EF4-FFF2-40B4-BE49-F238E27FC236}">
                              <a16:creationId xmlns:a16="http://schemas.microsoft.com/office/drawing/2014/main" id="{909C9A44-2261-4E91-B049-7DE4FB21619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890" name="3D Model 4889" descr="Sphere">
                              <a:extLst>
                                <a:ext uri="{FF2B5EF4-FFF2-40B4-BE49-F238E27FC236}">
                                  <a16:creationId xmlns:a16="http://schemas.microsoft.com/office/drawing/2014/main" id="{F731BF7C-3A55-429C-8055-009CB512FAF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547115366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1045" cy="5891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9"/>
                                </am3d:raster>
                                <am3d:objViewport viewportSz="5955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955" name="3D Model 1954" descr="Sphere">
                              <a:extLst>
                                <a:ext uri="{FF2B5EF4-FFF2-40B4-BE49-F238E27FC236}">
                                  <a16:creationId xmlns:a16="http://schemas.microsoft.com/office/drawing/2014/main" id="{B747FCA4-549D-426C-8001-D17363962F6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5019445" y="2318744"/>
                              <a:ext cx="51045" cy="589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4780" name="Group 4779">
                      <a:extLst>
                        <a:ext uri="{FF2B5EF4-FFF2-40B4-BE49-F238E27FC236}">
                          <a16:creationId xmlns:a16="http://schemas.microsoft.com/office/drawing/2014/main" id="{E45744BE-5683-4F5B-8FF7-2A9732558246}"/>
                        </a:ext>
                      </a:extLst>
                    </p:cNvPr>
                    <p:cNvGrpSpPr/>
                    <p:nvPr/>
                  </p:nvGrpSpPr>
                  <p:grpSpPr>
                    <a:xfrm rot="18542409">
                      <a:off x="2257159" y="236280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4850" name="Freeform: Shape 4849">
                        <a:extLst>
                          <a:ext uri="{FF2B5EF4-FFF2-40B4-BE49-F238E27FC236}">
                            <a16:creationId xmlns:a16="http://schemas.microsoft.com/office/drawing/2014/main" id="{E2A960EF-4F8B-4972-A6C8-E4CA598F167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851" name="Rectangle: Rounded Corners 4850">
                        <a:extLst>
                          <a:ext uri="{FF2B5EF4-FFF2-40B4-BE49-F238E27FC236}">
                            <a16:creationId xmlns:a16="http://schemas.microsoft.com/office/drawing/2014/main" id="{BD1F7209-C246-4165-838C-1EF5686A24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781" name="Group 4780">
                      <a:extLst>
                        <a:ext uri="{FF2B5EF4-FFF2-40B4-BE49-F238E27FC236}">
                          <a16:creationId xmlns:a16="http://schemas.microsoft.com/office/drawing/2014/main" id="{002C8194-3243-4EE5-BF26-5F87E4BFF567}"/>
                        </a:ext>
                      </a:extLst>
                    </p:cNvPr>
                    <p:cNvGrpSpPr/>
                    <p:nvPr/>
                  </p:nvGrpSpPr>
                  <p:grpSpPr>
                    <a:xfrm rot="17122200">
                      <a:off x="1187274" y="235013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4848" name="Freeform: Shape 4847">
                        <a:extLst>
                          <a:ext uri="{FF2B5EF4-FFF2-40B4-BE49-F238E27FC236}">
                            <a16:creationId xmlns:a16="http://schemas.microsoft.com/office/drawing/2014/main" id="{566B2E76-83F9-4C02-8364-589D633B344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849" name="Rectangle: Rounded Corners 4848">
                        <a:extLst>
                          <a:ext uri="{FF2B5EF4-FFF2-40B4-BE49-F238E27FC236}">
                            <a16:creationId xmlns:a16="http://schemas.microsoft.com/office/drawing/2014/main" id="{B7E64185-B143-419A-9B36-D82A1317A4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782" name="Group 4781">
                      <a:extLst>
                        <a:ext uri="{FF2B5EF4-FFF2-40B4-BE49-F238E27FC236}">
                          <a16:creationId xmlns:a16="http://schemas.microsoft.com/office/drawing/2014/main" id="{D7EFB19F-747A-43A7-8011-DC6585E8A7C9}"/>
                        </a:ext>
                      </a:extLst>
                    </p:cNvPr>
                    <p:cNvGrpSpPr/>
                    <p:nvPr/>
                  </p:nvGrpSpPr>
                  <p:grpSpPr>
                    <a:xfrm rot="658209">
                      <a:off x="2479276" y="3323586"/>
                      <a:ext cx="746642" cy="235253"/>
                      <a:chOff x="2620172" y="2546175"/>
                      <a:chExt cx="834986" cy="143092"/>
                    </a:xfrm>
                  </p:grpSpPr>
                  <p:sp>
                    <p:nvSpPr>
                      <p:cNvPr id="4846" name="Freeform: Shape 4845">
                        <a:extLst>
                          <a:ext uri="{FF2B5EF4-FFF2-40B4-BE49-F238E27FC236}">
                            <a16:creationId xmlns:a16="http://schemas.microsoft.com/office/drawing/2014/main" id="{7BC4A4DB-71B7-4864-A1B5-4B755303F604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847" name="Rectangle: Rounded Corners 4846">
                        <a:extLst>
                          <a:ext uri="{FF2B5EF4-FFF2-40B4-BE49-F238E27FC236}">
                            <a16:creationId xmlns:a16="http://schemas.microsoft.com/office/drawing/2014/main" id="{C8CC2E20-77FB-43BB-9343-4CA53FDF2A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783" name="Group 4782">
                      <a:extLst>
                        <a:ext uri="{FF2B5EF4-FFF2-40B4-BE49-F238E27FC236}">
                          <a16:creationId xmlns:a16="http://schemas.microsoft.com/office/drawing/2014/main" id="{F75D2866-9189-428F-97F9-C7F91B888E15}"/>
                        </a:ext>
                      </a:extLst>
                    </p:cNvPr>
                    <p:cNvGrpSpPr/>
                    <p:nvPr/>
                  </p:nvGrpSpPr>
                  <p:grpSpPr>
                    <a:xfrm rot="18837888">
                      <a:off x="1789768" y="223810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4844" name="Freeform: Shape 4843">
                        <a:extLst>
                          <a:ext uri="{FF2B5EF4-FFF2-40B4-BE49-F238E27FC236}">
                            <a16:creationId xmlns:a16="http://schemas.microsoft.com/office/drawing/2014/main" id="{F0EF6A94-24D4-42EF-936A-FA1E42D6253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845" name="Rectangle: Rounded Corners 4844">
                        <a:extLst>
                          <a:ext uri="{FF2B5EF4-FFF2-40B4-BE49-F238E27FC236}">
                            <a16:creationId xmlns:a16="http://schemas.microsoft.com/office/drawing/2014/main" id="{D04D1A6A-B61E-451B-A105-3AA456EC5B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784" name="Group 4783">
                      <a:extLst>
                        <a:ext uri="{FF2B5EF4-FFF2-40B4-BE49-F238E27FC236}">
                          <a16:creationId xmlns:a16="http://schemas.microsoft.com/office/drawing/2014/main" id="{2CFA65C3-942F-4865-9229-F43CA4C750E1}"/>
                        </a:ext>
                      </a:extLst>
                    </p:cNvPr>
                    <p:cNvGrpSpPr/>
                    <p:nvPr/>
                  </p:nvGrpSpPr>
                  <p:grpSpPr>
                    <a:xfrm rot="16200000">
                      <a:off x="563034" y="2429570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4842" name="Freeform: Shape 4841">
                        <a:extLst>
                          <a:ext uri="{FF2B5EF4-FFF2-40B4-BE49-F238E27FC236}">
                            <a16:creationId xmlns:a16="http://schemas.microsoft.com/office/drawing/2014/main" id="{EB4B11EB-F6A6-48C4-895C-F5FCCAAF970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843" name="Rectangle: Rounded Corners 4842">
                        <a:extLst>
                          <a:ext uri="{FF2B5EF4-FFF2-40B4-BE49-F238E27FC236}">
                            <a16:creationId xmlns:a16="http://schemas.microsoft.com/office/drawing/2014/main" id="{CE67E913-878A-4619-B5C8-2D050C1D4A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785" name="Group 4784">
                      <a:extLst>
                        <a:ext uri="{FF2B5EF4-FFF2-40B4-BE49-F238E27FC236}">
                          <a16:creationId xmlns:a16="http://schemas.microsoft.com/office/drawing/2014/main" id="{5DC20C0C-F49B-4AB4-87D2-C2FE0DCD71CE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350328" y="442527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4840" name="Freeform: Shape 4839">
                        <a:extLst>
                          <a:ext uri="{FF2B5EF4-FFF2-40B4-BE49-F238E27FC236}">
                            <a16:creationId xmlns:a16="http://schemas.microsoft.com/office/drawing/2014/main" id="{9BD449B3-090A-4157-924C-46D3ABDFEE0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841" name="Rectangle: Rounded Corners 4840">
                        <a:extLst>
                          <a:ext uri="{FF2B5EF4-FFF2-40B4-BE49-F238E27FC236}">
                            <a16:creationId xmlns:a16="http://schemas.microsoft.com/office/drawing/2014/main" id="{FD015DF7-C07B-414A-BB13-72948FAFC4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786" name="Group 4785">
                      <a:extLst>
                        <a:ext uri="{FF2B5EF4-FFF2-40B4-BE49-F238E27FC236}">
                          <a16:creationId xmlns:a16="http://schemas.microsoft.com/office/drawing/2014/main" id="{FF6801FC-5067-4446-8277-5828F7F4A7B5}"/>
                        </a:ext>
                      </a:extLst>
                    </p:cNvPr>
                    <p:cNvGrpSpPr/>
                    <p:nvPr/>
                  </p:nvGrpSpPr>
                  <p:grpSpPr>
                    <a:xfrm rot="5880914">
                      <a:off x="789613" y="438062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4838" name="Freeform: Shape 4837">
                        <a:extLst>
                          <a:ext uri="{FF2B5EF4-FFF2-40B4-BE49-F238E27FC236}">
                            <a16:creationId xmlns:a16="http://schemas.microsoft.com/office/drawing/2014/main" id="{D3D5343D-2052-496A-A419-00C1508751B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839" name="Rectangle: Rounded Corners 4838">
                        <a:extLst>
                          <a:ext uri="{FF2B5EF4-FFF2-40B4-BE49-F238E27FC236}">
                            <a16:creationId xmlns:a16="http://schemas.microsoft.com/office/drawing/2014/main" id="{122B0896-5102-46B0-ADC7-269EC2B70D8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787" name="Group 4786">
                      <a:extLst>
                        <a:ext uri="{FF2B5EF4-FFF2-40B4-BE49-F238E27FC236}">
                          <a16:creationId xmlns:a16="http://schemas.microsoft.com/office/drawing/2014/main" id="{87A89F33-3911-4B81-81BB-84C258D7FA00}"/>
                        </a:ext>
                      </a:extLst>
                    </p:cNvPr>
                    <p:cNvGrpSpPr/>
                    <p:nvPr/>
                  </p:nvGrpSpPr>
                  <p:grpSpPr>
                    <a:xfrm rot="13587211">
                      <a:off x="651990" y="2929858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4836" name="Freeform: Shape 4835">
                        <a:extLst>
                          <a:ext uri="{FF2B5EF4-FFF2-40B4-BE49-F238E27FC236}">
                            <a16:creationId xmlns:a16="http://schemas.microsoft.com/office/drawing/2014/main" id="{9A52C7DE-70A4-4EC9-9679-3258C743F95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837" name="Rectangle: Rounded Corners 4836">
                        <a:extLst>
                          <a:ext uri="{FF2B5EF4-FFF2-40B4-BE49-F238E27FC236}">
                            <a16:creationId xmlns:a16="http://schemas.microsoft.com/office/drawing/2014/main" id="{8018A1E6-1A48-4E61-A19E-419D0F065F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788" name="Group 4787">
                      <a:extLst>
                        <a:ext uri="{FF2B5EF4-FFF2-40B4-BE49-F238E27FC236}">
                          <a16:creationId xmlns:a16="http://schemas.microsoft.com/office/drawing/2014/main" id="{39B97216-0B3B-4D18-BE9B-E8AB1D5B3D90}"/>
                        </a:ext>
                      </a:extLst>
                    </p:cNvPr>
                    <p:cNvGrpSpPr/>
                    <p:nvPr/>
                  </p:nvGrpSpPr>
                  <p:grpSpPr>
                    <a:xfrm rot="11351284">
                      <a:off x="163719" y="3807693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4834" name="Freeform: Shape 4833">
                        <a:extLst>
                          <a:ext uri="{FF2B5EF4-FFF2-40B4-BE49-F238E27FC236}">
                            <a16:creationId xmlns:a16="http://schemas.microsoft.com/office/drawing/2014/main" id="{92A2802C-D763-4B15-8BCE-9ABAFEEF5CA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835" name="Rectangle: Rounded Corners 4834">
                        <a:extLst>
                          <a:ext uri="{FF2B5EF4-FFF2-40B4-BE49-F238E27FC236}">
                            <a16:creationId xmlns:a16="http://schemas.microsoft.com/office/drawing/2014/main" id="{8AB0AD09-13E5-4F50-AB43-EDF9DCAE9D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789" name="Group 4788">
                      <a:extLst>
                        <a:ext uri="{FF2B5EF4-FFF2-40B4-BE49-F238E27FC236}">
                          <a16:creationId xmlns:a16="http://schemas.microsoft.com/office/drawing/2014/main" id="{723B5503-DF93-4D3F-8AEB-E1E488A3CBD9}"/>
                        </a:ext>
                      </a:extLst>
                    </p:cNvPr>
                    <p:cNvGrpSpPr/>
                    <p:nvPr/>
                  </p:nvGrpSpPr>
                  <p:grpSpPr>
                    <a:xfrm rot="4193783">
                      <a:off x="2062756" y="4148262"/>
                      <a:ext cx="706454" cy="171076"/>
                      <a:chOff x="2620172" y="2546175"/>
                      <a:chExt cx="834986" cy="143092"/>
                    </a:xfrm>
                  </p:grpSpPr>
                  <p:sp>
                    <p:nvSpPr>
                      <p:cNvPr id="4832" name="Freeform: Shape 4831">
                        <a:extLst>
                          <a:ext uri="{FF2B5EF4-FFF2-40B4-BE49-F238E27FC236}">
                            <a16:creationId xmlns:a16="http://schemas.microsoft.com/office/drawing/2014/main" id="{A6FA40D6-F82C-47AB-A8AC-5047FCEB8EC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833" name="Rectangle: Rounded Corners 4832">
                        <a:extLst>
                          <a:ext uri="{FF2B5EF4-FFF2-40B4-BE49-F238E27FC236}">
                            <a16:creationId xmlns:a16="http://schemas.microsoft.com/office/drawing/2014/main" id="{3B1B8ED4-2516-4469-998A-D8F0254362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790" name="Group 4789">
                      <a:extLst>
                        <a:ext uri="{FF2B5EF4-FFF2-40B4-BE49-F238E27FC236}">
                          <a16:creationId xmlns:a16="http://schemas.microsoft.com/office/drawing/2014/main" id="{93CF21E6-447C-428B-A2A3-44C07AFB98A8}"/>
                        </a:ext>
                      </a:extLst>
                    </p:cNvPr>
                    <p:cNvGrpSpPr/>
                    <p:nvPr/>
                  </p:nvGrpSpPr>
                  <p:grpSpPr>
                    <a:xfrm rot="1837203">
                      <a:off x="2331692" y="387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4830" name="Freeform: Shape 4829">
                        <a:extLst>
                          <a:ext uri="{FF2B5EF4-FFF2-40B4-BE49-F238E27FC236}">
                            <a16:creationId xmlns:a16="http://schemas.microsoft.com/office/drawing/2014/main" id="{368F9A5F-05EE-446B-83F5-774B0218C81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831" name="Rectangle: Rounded Corners 4830">
                        <a:extLst>
                          <a:ext uri="{FF2B5EF4-FFF2-40B4-BE49-F238E27FC236}">
                            <a16:creationId xmlns:a16="http://schemas.microsoft.com/office/drawing/2014/main" id="{4C6844D2-6182-42A6-82CA-19F138E1CC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791" name="Group 4790">
                      <a:extLst>
                        <a:ext uri="{FF2B5EF4-FFF2-40B4-BE49-F238E27FC236}">
                          <a16:creationId xmlns:a16="http://schemas.microsoft.com/office/drawing/2014/main" id="{39F3D4FB-C487-4F07-87C2-94474303BD39}"/>
                        </a:ext>
                      </a:extLst>
                    </p:cNvPr>
                    <p:cNvGrpSpPr/>
                    <p:nvPr/>
                  </p:nvGrpSpPr>
                  <p:grpSpPr>
                    <a:xfrm rot="932650">
                      <a:off x="2489621" y="310501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4828" name="Freeform: Shape 4827">
                        <a:extLst>
                          <a:ext uri="{FF2B5EF4-FFF2-40B4-BE49-F238E27FC236}">
                            <a16:creationId xmlns:a16="http://schemas.microsoft.com/office/drawing/2014/main" id="{2D692162-AFCD-4161-BB14-53579B4C54E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829" name="Rectangle: Rounded Corners 4828">
                        <a:extLst>
                          <a:ext uri="{FF2B5EF4-FFF2-40B4-BE49-F238E27FC236}">
                            <a16:creationId xmlns:a16="http://schemas.microsoft.com/office/drawing/2014/main" id="{1EA515E3-73F6-49B9-9F6A-A2ED875A75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792" name="Group 4791">
                      <a:extLst>
                        <a:ext uri="{FF2B5EF4-FFF2-40B4-BE49-F238E27FC236}">
                          <a16:creationId xmlns:a16="http://schemas.microsoft.com/office/drawing/2014/main" id="{5A218CCF-35A7-41DB-B27D-D58E1524942F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686489" y="34904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4826" name="Freeform: Shape 4825">
                        <a:extLst>
                          <a:ext uri="{FF2B5EF4-FFF2-40B4-BE49-F238E27FC236}">
                            <a16:creationId xmlns:a16="http://schemas.microsoft.com/office/drawing/2014/main" id="{2B6552C9-378D-4D95-AE2E-2C94FCB6D27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827" name="Rectangle: Rounded Corners 4826">
                        <a:extLst>
                          <a:ext uri="{FF2B5EF4-FFF2-40B4-BE49-F238E27FC236}">
                            <a16:creationId xmlns:a16="http://schemas.microsoft.com/office/drawing/2014/main" id="{FC505307-5682-4515-B49A-A85720C0C9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793" name="Group 4792">
                      <a:extLst>
                        <a:ext uri="{FF2B5EF4-FFF2-40B4-BE49-F238E27FC236}">
                          <a16:creationId xmlns:a16="http://schemas.microsoft.com/office/drawing/2014/main" id="{92E8773C-75AC-45A5-BFED-D2E8F7C05C05}"/>
                        </a:ext>
                      </a:extLst>
                    </p:cNvPr>
                    <p:cNvGrpSpPr/>
                    <p:nvPr/>
                  </p:nvGrpSpPr>
                  <p:grpSpPr>
                    <a:xfrm rot="16924252">
                      <a:off x="1635001" y="2371073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4824" name="Freeform: Shape 4823">
                        <a:extLst>
                          <a:ext uri="{FF2B5EF4-FFF2-40B4-BE49-F238E27FC236}">
                            <a16:creationId xmlns:a16="http://schemas.microsoft.com/office/drawing/2014/main" id="{0D14DC50-0696-4DE7-BE84-250DB712280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825" name="Rectangle: Rounded Corners 4824">
                        <a:extLst>
                          <a:ext uri="{FF2B5EF4-FFF2-40B4-BE49-F238E27FC236}">
                            <a16:creationId xmlns:a16="http://schemas.microsoft.com/office/drawing/2014/main" id="{4B6AA983-72CB-4153-9439-032ED4FE5B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794" name="Group 4793">
                      <a:extLst>
                        <a:ext uri="{FF2B5EF4-FFF2-40B4-BE49-F238E27FC236}">
                          <a16:creationId xmlns:a16="http://schemas.microsoft.com/office/drawing/2014/main" id="{1E884FA4-D9F6-4D29-9D4E-9C9F02E0FEEB}"/>
                        </a:ext>
                      </a:extLst>
                    </p:cNvPr>
                    <p:cNvGrpSpPr/>
                    <p:nvPr/>
                  </p:nvGrpSpPr>
                  <p:grpSpPr>
                    <a:xfrm rot="15677156">
                      <a:off x="985517" y="2521255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4822" name="Freeform: Shape 4821">
                        <a:extLst>
                          <a:ext uri="{FF2B5EF4-FFF2-40B4-BE49-F238E27FC236}">
                            <a16:creationId xmlns:a16="http://schemas.microsoft.com/office/drawing/2014/main" id="{7A1ED820-2D4F-4540-874E-CF24DE35D30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823" name="Rectangle: Rounded Corners 4822">
                        <a:extLst>
                          <a:ext uri="{FF2B5EF4-FFF2-40B4-BE49-F238E27FC236}">
                            <a16:creationId xmlns:a16="http://schemas.microsoft.com/office/drawing/2014/main" id="{1A5B6A9D-BA6D-48E3-9774-D143C4D487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795" name="Group 4794">
                      <a:extLst>
                        <a:ext uri="{FF2B5EF4-FFF2-40B4-BE49-F238E27FC236}">
                          <a16:creationId xmlns:a16="http://schemas.microsoft.com/office/drawing/2014/main" id="{B7FD4B41-426E-449E-AE4E-C5093E731DBB}"/>
                        </a:ext>
                      </a:extLst>
                    </p:cNvPr>
                    <p:cNvGrpSpPr/>
                    <p:nvPr/>
                  </p:nvGrpSpPr>
                  <p:grpSpPr>
                    <a:xfrm rot="14354853" flipV="1">
                      <a:off x="976412" y="243847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4820" name="Freeform: Shape 4819">
                        <a:extLst>
                          <a:ext uri="{FF2B5EF4-FFF2-40B4-BE49-F238E27FC236}">
                            <a16:creationId xmlns:a16="http://schemas.microsoft.com/office/drawing/2014/main" id="{608F5E5B-3090-4432-9ACE-2ED6203C990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821" name="Rectangle: Rounded Corners 4820">
                        <a:extLst>
                          <a:ext uri="{FF2B5EF4-FFF2-40B4-BE49-F238E27FC236}">
                            <a16:creationId xmlns:a16="http://schemas.microsoft.com/office/drawing/2014/main" id="{AC99E75E-D42E-4E3C-8887-122C6C4654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796" name="Group 4795">
                      <a:extLst>
                        <a:ext uri="{FF2B5EF4-FFF2-40B4-BE49-F238E27FC236}">
                          <a16:creationId xmlns:a16="http://schemas.microsoft.com/office/drawing/2014/main" id="{BF1A7D7D-3E8A-424B-884F-F15C7A4343C7}"/>
                        </a:ext>
                      </a:extLst>
                    </p:cNvPr>
                    <p:cNvGrpSpPr/>
                    <p:nvPr/>
                  </p:nvGrpSpPr>
                  <p:grpSpPr>
                    <a:xfrm rot="9793356" flipV="1">
                      <a:off x="215985" y="323790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4818" name="Freeform: Shape 4817">
                        <a:extLst>
                          <a:ext uri="{FF2B5EF4-FFF2-40B4-BE49-F238E27FC236}">
                            <a16:creationId xmlns:a16="http://schemas.microsoft.com/office/drawing/2014/main" id="{EB828371-09FC-45CC-810C-0F36F24B57C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819" name="Rectangle: Rounded Corners 4818">
                        <a:extLst>
                          <a:ext uri="{FF2B5EF4-FFF2-40B4-BE49-F238E27FC236}">
                            <a16:creationId xmlns:a16="http://schemas.microsoft.com/office/drawing/2014/main" id="{BA6A24CC-338A-4329-971B-1C33ED8C27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797" name="Group 4796">
                      <a:extLst>
                        <a:ext uri="{FF2B5EF4-FFF2-40B4-BE49-F238E27FC236}">
                          <a16:creationId xmlns:a16="http://schemas.microsoft.com/office/drawing/2014/main" id="{0B706954-AA32-4EA6-A785-C77CBFD43632}"/>
                        </a:ext>
                      </a:extLst>
                    </p:cNvPr>
                    <p:cNvGrpSpPr/>
                    <p:nvPr/>
                  </p:nvGrpSpPr>
                  <p:grpSpPr>
                    <a:xfrm rot="6907686" flipV="1">
                      <a:off x="692019" y="393196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4816" name="Freeform: Shape 4815">
                        <a:extLst>
                          <a:ext uri="{FF2B5EF4-FFF2-40B4-BE49-F238E27FC236}">
                            <a16:creationId xmlns:a16="http://schemas.microsoft.com/office/drawing/2014/main" id="{5F46FE59-8D6C-4D4F-9154-0B924DB83D8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817" name="Rectangle: Rounded Corners 4816">
                        <a:extLst>
                          <a:ext uri="{FF2B5EF4-FFF2-40B4-BE49-F238E27FC236}">
                            <a16:creationId xmlns:a16="http://schemas.microsoft.com/office/drawing/2014/main" id="{54977B22-B519-449E-B0BA-B9F0B57468A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798" name="Group 4797">
                      <a:extLst>
                        <a:ext uri="{FF2B5EF4-FFF2-40B4-BE49-F238E27FC236}">
                          <a16:creationId xmlns:a16="http://schemas.microsoft.com/office/drawing/2014/main" id="{B6E2033F-6D3D-464B-A714-23477A9BF703}"/>
                        </a:ext>
                      </a:extLst>
                    </p:cNvPr>
                    <p:cNvGrpSpPr/>
                    <p:nvPr/>
                  </p:nvGrpSpPr>
                  <p:grpSpPr>
                    <a:xfrm rot="1465711" flipV="1">
                      <a:off x="2002734" y="340448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4814" name="Freeform: Shape 4813">
                        <a:extLst>
                          <a:ext uri="{FF2B5EF4-FFF2-40B4-BE49-F238E27FC236}">
                            <a16:creationId xmlns:a16="http://schemas.microsoft.com/office/drawing/2014/main" id="{A2245E40-5A70-4467-A419-87AC8425D1C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815" name="Rectangle: Rounded Corners 4814">
                        <a:extLst>
                          <a:ext uri="{FF2B5EF4-FFF2-40B4-BE49-F238E27FC236}">
                            <a16:creationId xmlns:a16="http://schemas.microsoft.com/office/drawing/2014/main" id="{FFBE5783-FDC0-468A-A3B8-704E4F3000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799" name="Group 4798">
                      <a:extLst>
                        <a:ext uri="{FF2B5EF4-FFF2-40B4-BE49-F238E27FC236}">
                          <a16:creationId xmlns:a16="http://schemas.microsoft.com/office/drawing/2014/main" id="{D814D5E1-3DA6-4AB4-9330-820FD96DF5B4}"/>
                        </a:ext>
                      </a:extLst>
                    </p:cNvPr>
                    <p:cNvGrpSpPr/>
                    <p:nvPr/>
                  </p:nvGrpSpPr>
                  <p:grpSpPr>
                    <a:xfrm rot="19016516">
                      <a:off x="1733273" y="283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4812" name="Freeform: Shape 4811">
                        <a:extLst>
                          <a:ext uri="{FF2B5EF4-FFF2-40B4-BE49-F238E27FC236}">
                            <a16:creationId xmlns:a16="http://schemas.microsoft.com/office/drawing/2014/main" id="{7F2E387A-557E-4247-932B-43AD1C1043A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813" name="Rectangle: Rounded Corners 4812">
                        <a:extLst>
                          <a:ext uri="{FF2B5EF4-FFF2-40B4-BE49-F238E27FC236}">
                            <a16:creationId xmlns:a16="http://schemas.microsoft.com/office/drawing/2014/main" id="{D8D94EA9-053F-43D4-8C9E-96CBDD18F8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800" name="Group 4799">
                      <a:extLst>
                        <a:ext uri="{FF2B5EF4-FFF2-40B4-BE49-F238E27FC236}">
                          <a16:creationId xmlns:a16="http://schemas.microsoft.com/office/drawing/2014/main" id="{6C4D5D74-CF9C-41D6-BEED-B7F5BC8DB929}"/>
                        </a:ext>
                      </a:extLst>
                    </p:cNvPr>
                    <p:cNvGrpSpPr/>
                    <p:nvPr/>
                  </p:nvGrpSpPr>
                  <p:grpSpPr>
                    <a:xfrm rot="19245075">
                      <a:off x="1632068" y="282541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4810" name="Freeform: Shape 4809">
                        <a:extLst>
                          <a:ext uri="{FF2B5EF4-FFF2-40B4-BE49-F238E27FC236}">
                            <a16:creationId xmlns:a16="http://schemas.microsoft.com/office/drawing/2014/main" id="{8DB0BE81-D40A-459E-BD1A-EAC05087E0B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811" name="Rectangle: Rounded Corners 4810">
                        <a:extLst>
                          <a:ext uri="{FF2B5EF4-FFF2-40B4-BE49-F238E27FC236}">
                            <a16:creationId xmlns:a16="http://schemas.microsoft.com/office/drawing/2014/main" id="{82F63AE3-CFAE-4FB3-923B-1A36EBDBE81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801" name="Group 4800">
                      <a:extLst>
                        <a:ext uri="{FF2B5EF4-FFF2-40B4-BE49-F238E27FC236}">
                          <a16:creationId xmlns:a16="http://schemas.microsoft.com/office/drawing/2014/main" id="{44184000-1F1A-4823-AC66-0AC2153434B4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838889" y="36428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4808" name="Freeform: Shape 4807">
                        <a:extLst>
                          <a:ext uri="{FF2B5EF4-FFF2-40B4-BE49-F238E27FC236}">
                            <a16:creationId xmlns:a16="http://schemas.microsoft.com/office/drawing/2014/main" id="{FD9462DF-DEAE-40FC-A8D2-A57474DE678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809" name="Rectangle: Rounded Corners 4808">
                        <a:extLst>
                          <a:ext uri="{FF2B5EF4-FFF2-40B4-BE49-F238E27FC236}">
                            <a16:creationId xmlns:a16="http://schemas.microsoft.com/office/drawing/2014/main" id="{E7D4B391-A7F1-4126-83F9-16A2708157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802" name="Group 4801">
                      <a:extLst>
                        <a:ext uri="{FF2B5EF4-FFF2-40B4-BE49-F238E27FC236}">
                          <a16:creationId xmlns:a16="http://schemas.microsoft.com/office/drawing/2014/main" id="{D013C4B4-301E-4F97-A833-89173078B9D6}"/>
                        </a:ext>
                      </a:extLst>
                    </p:cNvPr>
                    <p:cNvGrpSpPr/>
                    <p:nvPr/>
                  </p:nvGrpSpPr>
                  <p:grpSpPr>
                    <a:xfrm rot="15824399">
                      <a:off x="1224680" y="281893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4806" name="Freeform: Shape 4805">
                        <a:extLst>
                          <a:ext uri="{FF2B5EF4-FFF2-40B4-BE49-F238E27FC236}">
                            <a16:creationId xmlns:a16="http://schemas.microsoft.com/office/drawing/2014/main" id="{054FD55D-0F99-44F5-AC3F-2A5BAE46B05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807" name="Rectangle: Rounded Corners 4806">
                        <a:extLst>
                          <a:ext uri="{FF2B5EF4-FFF2-40B4-BE49-F238E27FC236}">
                            <a16:creationId xmlns:a16="http://schemas.microsoft.com/office/drawing/2014/main" id="{1DF33326-7D62-4357-A66A-5E1FFC93CB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803" name="Group 4802">
                      <a:extLst>
                        <a:ext uri="{FF2B5EF4-FFF2-40B4-BE49-F238E27FC236}">
                          <a16:creationId xmlns:a16="http://schemas.microsoft.com/office/drawing/2014/main" id="{422D045D-E266-48AE-BEBD-12AA266ED207}"/>
                        </a:ext>
                      </a:extLst>
                    </p:cNvPr>
                    <p:cNvGrpSpPr/>
                    <p:nvPr/>
                  </p:nvGrpSpPr>
                  <p:grpSpPr>
                    <a:xfrm rot="16697394">
                      <a:off x="1080028" y="2168448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4804" name="Freeform: Shape 4803">
                        <a:extLst>
                          <a:ext uri="{FF2B5EF4-FFF2-40B4-BE49-F238E27FC236}">
                            <a16:creationId xmlns:a16="http://schemas.microsoft.com/office/drawing/2014/main" id="{759B536F-CBD7-42C0-8254-37FE23C1CE9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805" name="Rectangle: Rounded Corners 4804">
                        <a:extLst>
                          <a:ext uri="{FF2B5EF4-FFF2-40B4-BE49-F238E27FC236}">
                            <a16:creationId xmlns:a16="http://schemas.microsoft.com/office/drawing/2014/main" id="{E808B6BC-9DF7-46F9-9579-EF3542702F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</p:grpSp>
              <p:sp>
                <p:nvSpPr>
                  <p:cNvPr id="4774" name="Freeform: Shape 4773">
                    <a:extLst>
                      <a:ext uri="{FF2B5EF4-FFF2-40B4-BE49-F238E27FC236}">
                        <a16:creationId xmlns:a16="http://schemas.microsoft.com/office/drawing/2014/main" id="{0574721A-8829-4261-9E06-FECEC78764EE}"/>
                      </a:ext>
                    </a:extLst>
                  </p:cNvPr>
                  <p:cNvSpPr/>
                  <p:nvPr/>
                </p:nvSpPr>
                <p:spPr>
                  <a:xfrm rot="6017948" flipV="1">
                    <a:off x="1305755" y="4290452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4775" name="Freeform: Shape 4774">
                    <a:extLst>
                      <a:ext uri="{FF2B5EF4-FFF2-40B4-BE49-F238E27FC236}">
                        <a16:creationId xmlns:a16="http://schemas.microsoft.com/office/drawing/2014/main" id="{8FDF5AA9-D966-4BF4-A502-3203E59D69C3}"/>
                      </a:ext>
                    </a:extLst>
                  </p:cNvPr>
                  <p:cNvSpPr/>
                  <p:nvPr/>
                </p:nvSpPr>
                <p:spPr>
                  <a:xfrm rot="21277659">
                    <a:off x="2517403" y="2906549"/>
                    <a:ext cx="690584" cy="235253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4776" name="Freeform: Shape 4775">
                    <a:extLst>
                      <a:ext uri="{FF2B5EF4-FFF2-40B4-BE49-F238E27FC236}">
                        <a16:creationId xmlns:a16="http://schemas.microsoft.com/office/drawing/2014/main" id="{10F9E410-AA6A-4A9D-BD4C-CEDD078D7DC9}"/>
                      </a:ext>
                    </a:extLst>
                  </p:cNvPr>
                  <p:cNvSpPr/>
                  <p:nvPr/>
                </p:nvSpPr>
                <p:spPr>
                  <a:xfrm rot="11528244" flipV="1">
                    <a:off x="344853" y="2978311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</p:grpSp>
            <p:grpSp>
              <p:nvGrpSpPr>
                <p:cNvPr id="4407" name="Group 4406">
                  <a:extLst>
                    <a:ext uri="{FF2B5EF4-FFF2-40B4-BE49-F238E27FC236}">
                      <a16:creationId xmlns:a16="http://schemas.microsoft.com/office/drawing/2014/main" id="{793D9F0D-E493-49BF-A11A-4A0DEEED93D3}"/>
                    </a:ext>
                  </a:extLst>
                </p:cNvPr>
                <p:cNvGrpSpPr/>
                <p:nvPr/>
              </p:nvGrpSpPr>
              <p:grpSpPr>
                <a:xfrm>
                  <a:off x="5208673" y="2088118"/>
                  <a:ext cx="531923" cy="573923"/>
                  <a:chOff x="163719" y="1822501"/>
                  <a:chExt cx="3062199" cy="3047160"/>
                </a:xfrm>
              </p:grpSpPr>
              <p:grpSp>
                <p:nvGrpSpPr>
                  <p:cNvPr id="4408" name="Group 4407">
                    <a:extLst>
                      <a:ext uri="{FF2B5EF4-FFF2-40B4-BE49-F238E27FC236}">
                        <a16:creationId xmlns:a16="http://schemas.microsoft.com/office/drawing/2014/main" id="{BB78FAC5-9693-432D-8906-89E1B047A6D9}"/>
                      </a:ext>
                    </a:extLst>
                  </p:cNvPr>
                  <p:cNvGrpSpPr/>
                  <p:nvPr/>
                </p:nvGrpSpPr>
                <p:grpSpPr>
                  <a:xfrm>
                    <a:off x="163719" y="1822501"/>
                    <a:ext cx="3062199" cy="3047160"/>
                    <a:chOff x="163719" y="1822501"/>
                    <a:chExt cx="3062199" cy="3047160"/>
                  </a:xfrm>
                </p:grpSpPr>
                <p:grpSp>
                  <p:nvGrpSpPr>
                    <p:cNvPr id="4412" name="Group 4411">
                      <a:extLst>
                        <a:ext uri="{FF2B5EF4-FFF2-40B4-BE49-F238E27FC236}">
                          <a16:creationId xmlns:a16="http://schemas.microsoft.com/office/drawing/2014/main" id="{11BA32EB-6764-4FCC-BF42-6822111D2160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683131" y="384412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4771" name="Freeform: Shape 4770">
                        <a:extLst>
                          <a:ext uri="{FF2B5EF4-FFF2-40B4-BE49-F238E27FC236}">
                            <a16:creationId xmlns:a16="http://schemas.microsoft.com/office/drawing/2014/main" id="{6A3EEE55-9F00-4FB3-BD70-1789E8477FC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772" name="Rectangle: Rounded Corners 4771">
                        <a:extLst>
                          <a:ext uri="{FF2B5EF4-FFF2-40B4-BE49-F238E27FC236}">
                            <a16:creationId xmlns:a16="http://schemas.microsoft.com/office/drawing/2014/main" id="{BA2C6F14-59B2-4E29-A56D-0B57DE9929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413" name="Group 4412">
                      <a:extLst>
                        <a:ext uri="{FF2B5EF4-FFF2-40B4-BE49-F238E27FC236}">
                          <a16:creationId xmlns:a16="http://schemas.microsoft.com/office/drawing/2014/main" id="{F368A9A6-F263-4338-A5D1-E89E3AE9482D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123013" y="4110752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4769" name="Freeform: Shape 4768">
                        <a:extLst>
                          <a:ext uri="{FF2B5EF4-FFF2-40B4-BE49-F238E27FC236}">
                            <a16:creationId xmlns:a16="http://schemas.microsoft.com/office/drawing/2014/main" id="{D6D8F05B-2C26-44F7-A583-07A473D2C6E4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770" name="Rectangle: Rounded Corners 4769">
                        <a:extLst>
                          <a:ext uri="{FF2B5EF4-FFF2-40B4-BE49-F238E27FC236}">
                            <a16:creationId xmlns:a16="http://schemas.microsoft.com/office/drawing/2014/main" id="{998AEEC1-BD6D-4E9F-9E29-790FB6AB23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414" name="Group 4413">
                      <a:extLst>
                        <a:ext uri="{FF2B5EF4-FFF2-40B4-BE49-F238E27FC236}">
                          <a16:creationId xmlns:a16="http://schemas.microsoft.com/office/drawing/2014/main" id="{E40EA6FC-0063-4E25-AF46-72BBBFCC418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0260" y="2440902"/>
                      <a:ext cx="1730523" cy="1839492"/>
                      <a:chOff x="420511" y="1784768"/>
                      <a:chExt cx="1730523" cy="1839492"/>
                    </a:xfrm>
                  </p:grpSpPr>
                  <p:grpSp>
                    <p:nvGrpSpPr>
                      <p:cNvPr id="4487" name="Group 4486">
                        <a:extLst>
                          <a:ext uri="{FF2B5EF4-FFF2-40B4-BE49-F238E27FC236}">
                            <a16:creationId xmlns:a16="http://schemas.microsoft.com/office/drawing/2014/main" id="{10ECD83B-3539-418F-B695-50850D494C1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69572" y="1784768"/>
                        <a:ext cx="1081462" cy="1476716"/>
                        <a:chOff x="2089993" y="1523034"/>
                        <a:chExt cx="1081462" cy="1476716"/>
                      </a:xfrm>
                    </p:grpSpPr>
                    <p:grpSp>
                      <p:nvGrpSpPr>
                        <p:cNvPr id="4708" name="Group 4707">
                          <a:extLst>
                            <a:ext uri="{FF2B5EF4-FFF2-40B4-BE49-F238E27FC236}">
                              <a16:creationId xmlns:a16="http://schemas.microsoft.com/office/drawing/2014/main" id="{73E54D4F-5FA5-45C5-BE96-7074F555581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70705"/>
                          <a:ext cx="101484" cy="1016226"/>
                          <a:chOff x="1800622" y="2364951"/>
                          <a:chExt cx="101484" cy="1016226"/>
                        </a:xfrm>
                      </p:grpSpPr>
                      <p:sp>
                        <p:nvSpPr>
                          <p:cNvPr id="4765" name="Flowchart: Connector 4764">
                            <a:extLst>
                              <a:ext uri="{FF2B5EF4-FFF2-40B4-BE49-F238E27FC236}">
                                <a16:creationId xmlns:a16="http://schemas.microsoft.com/office/drawing/2014/main" id="{8320A574-595F-498B-A06A-6C150F64287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766" name="Flowchart: Connector 4765">
                            <a:extLst>
                              <a:ext uri="{FF2B5EF4-FFF2-40B4-BE49-F238E27FC236}">
                                <a16:creationId xmlns:a16="http://schemas.microsoft.com/office/drawing/2014/main" id="{9F953AEC-D2DB-46F1-82CC-90BEE911859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767" name="Flowchart: Connector 4766">
                            <a:extLst>
                              <a:ext uri="{FF2B5EF4-FFF2-40B4-BE49-F238E27FC236}">
                                <a16:creationId xmlns:a16="http://schemas.microsoft.com/office/drawing/2014/main" id="{2774BBF7-5074-46B7-BBEF-D498D40E2FF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768" name="Flowchart: Connector 4767">
                            <a:extLst>
                              <a:ext uri="{FF2B5EF4-FFF2-40B4-BE49-F238E27FC236}">
                                <a16:creationId xmlns:a16="http://schemas.microsoft.com/office/drawing/2014/main" id="{232F68B1-0D93-4918-A565-F2E8C483E86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649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4709" name="Group 4708">
                          <a:extLst>
                            <a:ext uri="{FF2B5EF4-FFF2-40B4-BE49-F238E27FC236}">
                              <a16:creationId xmlns:a16="http://schemas.microsoft.com/office/drawing/2014/main" id="{F93FC8ED-62E7-46DF-83FD-5C8F9299A75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23034"/>
                          <a:ext cx="1057223" cy="1476716"/>
                          <a:chOff x="2114232" y="1523034"/>
                          <a:chExt cx="1057223" cy="1476716"/>
                        </a:xfrm>
                      </p:grpSpPr>
                      <p:grpSp>
                        <p:nvGrpSpPr>
                          <p:cNvPr id="4710" name="Group 4709">
                            <a:extLst>
                              <a:ext uri="{FF2B5EF4-FFF2-40B4-BE49-F238E27FC236}">
                                <a16:creationId xmlns:a16="http://schemas.microsoft.com/office/drawing/2014/main" id="{DC5C5B88-4BA3-4F80-847B-03151741A96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47544" cy="539639"/>
                            <a:chOff x="3717189" y="1719497"/>
                            <a:chExt cx="1047544" cy="539639"/>
                          </a:xfrm>
                        </p:grpSpPr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758" name="3D Model 4757" descr="Sphere">
                                  <a:extLst>
                                    <a:ext uri="{FF2B5EF4-FFF2-40B4-BE49-F238E27FC236}">
                                      <a16:creationId xmlns:a16="http://schemas.microsoft.com/office/drawing/2014/main" id="{D92EC086-D6B0-4368-A9D7-2EE9A0D6F7F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75222072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759" name="Flowchart: Connector 4758">
                              <a:extLst>
                                <a:ext uri="{FF2B5EF4-FFF2-40B4-BE49-F238E27FC236}">
                                  <a16:creationId xmlns:a16="http://schemas.microsoft.com/office/drawing/2014/main" id="{2F65AA4D-BE89-4483-854C-C5EEC5896F4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760" name="3D Model 4759" descr="Sphere">
                                  <a:extLst>
                                    <a:ext uri="{FF2B5EF4-FFF2-40B4-BE49-F238E27FC236}">
                                      <a16:creationId xmlns:a16="http://schemas.microsoft.com/office/drawing/2014/main" id="{52AE1371-9E5A-47C8-86F7-E5E1D9838EE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517844421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761" name="Flowchart: Connector 4760">
                              <a:extLst>
                                <a:ext uri="{FF2B5EF4-FFF2-40B4-BE49-F238E27FC236}">
                                  <a16:creationId xmlns:a16="http://schemas.microsoft.com/office/drawing/2014/main" id="{639082C3-8333-4C07-9B97-BD7D1D056D0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762" name="3D Model 4761" descr="Sphere">
                                  <a:extLst>
                                    <a:ext uri="{FF2B5EF4-FFF2-40B4-BE49-F238E27FC236}">
                                      <a16:creationId xmlns:a16="http://schemas.microsoft.com/office/drawing/2014/main" id="{B6B71327-7B60-4E97-8D5C-71EA3C28307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348047831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763" name="Flowchart: Connector 4762">
                              <a:extLst>
                                <a:ext uri="{FF2B5EF4-FFF2-40B4-BE49-F238E27FC236}">
                                  <a16:creationId xmlns:a16="http://schemas.microsoft.com/office/drawing/2014/main" id="{A004DAEE-FC29-4567-BAC6-01BF63BAB79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764" name="3D Model 4763" descr="Sphere">
                                  <a:extLst>
                                    <a:ext uri="{FF2B5EF4-FFF2-40B4-BE49-F238E27FC236}">
                                      <a16:creationId xmlns:a16="http://schemas.microsoft.com/office/drawing/2014/main" id="{094053D9-AF27-40F0-B489-CD6AB773208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624918852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4711" name="Group 4710">
                            <a:extLst>
                              <a:ext uri="{FF2B5EF4-FFF2-40B4-BE49-F238E27FC236}">
                                <a16:creationId xmlns:a16="http://schemas.microsoft.com/office/drawing/2014/main" id="{14E706A7-5A83-4733-B978-4CC72879286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4743" name="Flowchart: Connector 4742">
                              <a:extLst>
                                <a:ext uri="{FF2B5EF4-FFF2-40B4-BE49-F238E27FC236}">
                                  <a16:creationId xmlns:a16="http://schemas.microsoft.com/office/drawing/2014/main" id="{4B47C084-F833-40E6-9C09-0D2E9C8D9CE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744" name="Flowchart: Connector 4743">
                              <a:extLst>
                                <a:ext uri="{FF2B5EF4-FFF2-40B4-BE49-F238E27FC236}">
                                  <a16:creationId xmlns:a16="http://schemas.microsoft.com/office/drawing/2014/main" id="{FDD09F06-1C06-48F2-88ED-15259DA7F7A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745" name="Flowchart: Connector 4744">
                              <a:extLst>
                                <a:ext uri="{FF2B5EF4-FFF2-40B4-BE49-F238E27FC236}">
                                  <a16:creationId xmlns:a16="http://schemas.microsoft.com/office/drawing/2014/main" id="{5322ED68-5184-4375-8BB6-0B0AD920AA1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746" name="Flowchart: Connector 4745">
                              <a:extLst>
                                <a:ext uri="{FF2B5EF4-FFF2-40B4-BE49-F238E27FC236}">
                                  <a16:creationId xmlns:a16="http://schemas.microsoft.com/office/drawing/2014/main" id="{0C9849AD-1419-413C-ADCE-01285759495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747" name="Flowchart: Connector 4746">
                              <a:extLst>
                                <a:ext uri="{FF2B5EF4-FFF2-40B4-BE49-F238E27FC236}">
                                  <a16:creationId xmlns:a16="http://schemas.microsoft.com/office/drawing/2014/main" id="{7BCB9768-63FA-4DA1-A234-ED05BA8613E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748" name="Flowchart: Connector 4747">
                              <a:extLst>
                                <a:ext uri="{FF2B5EF4-FFF2-40B4-BE49-F238E27FC236}">
                                  <a16:creationId xmlns:a16="http://schemas.microsoft.com/office/drawing/2014/main" id="{A3B015F1-BB42-4094-A7AD-D01E1C9DE2A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749" name="Flowchart: Connector 4748">
                              <a:extLst>
                                <a:ext uri="{FF2B5EF4-FFF2-40B4-BE49-F238E27FC236}">
                                  <a16:creationId xmlns:a16="http://schemas.microsoft.com/office/drawing/2014/main" id="{839B05F6-BCAB-41C3-8658-3D27D23EF8A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750" name="Flowchart: Connector 4749">
                              <a:extLst>
                                <a:ext uri="{FF2B5EF4-FFF2-40B4-BE49-F238E27FC236}">
                                  <a16:creationId xmlns:a16="http://schemas.microsoft.com/office/drawing/2014/main" id="{1825F0F3-74F6-42F4-A33A-BC48AB76ED1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751" name="3D Model 4750" descr="Sphere">
                                  <a:extLst>
                                    <a:ext uri="{FF2B5EF4-FFF2-40B4-BE49-F238E27FC236}">
                                      <a16:creationId xmlns:a16="http://schemas.microsoft.com/office/drawing/2014/main" id="{602E2E8A-7055-4513-AC43-22E0B1ECDE9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700631109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752" name="Flowchart: Connector 4751">
                              <a:extLst>
                                <a:ext uri="{FF2B5EF4-FFF2-40B4-BE49-F238E27FC236}">
                                  <a16:creationId xmlns:a16="http://schemas.microsoft.com/office/drawing/2014/main" id="{60885214-526A-4257-A44A-FC59B5B021F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753" name="3D Model 4752" descr="Sphere">
                                  <a:extLst>
                                    <a:ext uri="{FF2B5EF4-FFF2-40B4-BE49-F238E27FC236}">
                                      <a16:creationId xmlns:a16="http://schemas.microsoft.com/office/drawing/2014/main" id="{4AE08D46-664A-4B00-AE7C-B2F7D4D14EF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918955841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754" name="Flowchart: Connector 4753">
                              <a:extLst>
                                <a:ext uri="{FF2B5EF4-FFF2-40B4-BE49-F238E27FC236}">
                                  <a16:creationId xmlns:a16="http://schemas.microsoft.com/office/drawing/2014/main" id="{80A03F52-4A0F-484D-8919-D2263DB0773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755" name="3D Model 47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45E37FB-B101-4C70-92FC-512E5B09880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730363216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756" name="Flowchart: Connector 4755">
                              <a:extLst>
                                <a:ext uri="{FF2B5EF4-FFF2-40B4-BE49-F238E27FC236}">
                                  <a16:creationId xmlns:a16="http://schemas.microsoft.com/office/drawing/2014/main" id="{6530EA43-277E-4C4D-83E5-90EA5261DB0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757" name="3D Model 4756" descr="Sphere">
                                  <a:extLst>
                                    <a:ext uri="{FF2B5EF4-FFF2-40B4-BE49-F238E27FC236}">
                                      <a16:creationId xmlns:a16="http://schemas.microsoft.com/office/drawing/2014/main" id="{1B77EF56-8385-4036-AD5E-466FD3075F5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539204612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4712" name="Group 4711">
                            <a:extLst>
                              <a:ext uri="{FF2B5EF4-FFF2-40B4-BE49-F238E27FC236}">
                                <a16:creationId xmlns:a16="http://schemas.microsoft.com/office/drawing/2014/main" id="{8D72CE78-919F-4907-BAEE-2770CCD2FBB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4728" name="Flowchart: Connector 4727">
                              <a:extLst>
                                <a:ext uri="{FF2B5EF4-FFF2-40B4-BE49-F238E27FC236}">
                                  <a16:creationId xmlns:a16="http://schemas.microsoft.com/office/drawing/2014/main" id="{85570305-D7BA-480D-89AF-7806FD1D4C3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729" name="Flowchart: Connector 4728">
                              <a:extLst>
                                <a:ext uri="{FF2B5EF4-FFF2-40B4-BE49-F238E27FC236}">
                                  <a16:creationId xmlns:a16="http://schemas.microsoft.com/office/drawing/2014/main" id="{C4F15894-05EB-49C5-9B2D-677305584D7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730" name="Flowchart: Connector 4729">
                              <a:extLst>
                                <a:ext uri="{FF2B5EF4-FFF2-40B4-BE49-F238E27FC236}">
                                  <a16:creationId xmlns:a16="http://schemas.microsoft.com/office/drawing/2014/main" id="{467560F6-1393-49CB-98A1-326747E2C16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731" name="Flowchart: Connector 4730">
                              <a:extLst>
                                <a:ext uri="{FF2B5EF4-FFF2-40B4-BE49-F238E27FC236}">
                                  <a16:creationId xmlns:a16="http://schemas.microsoft.com/office/drawing/2014/main" id="{1720DAAD-5646-412C-BD5B-5EC206A3BDE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732" name="Flowchart: Connector 4731">
                              <a:extLst>
                                <a:ext uri="{FF2B5EF4-FFF2-40B4-BE49-F238E27FC236}">
                                  <a16:creationId xmlns:a16="http://schemas.microsoft.com/office/drawing/2014/main" id="{D922A079-0B97-4A8E-8207-60A18A26FE6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733" name="Flowchart: Connector 4732">
                              <a:extLst>
                                <a:ext uri="{FF2B5EF4-FFF2-40B4-BE49-F238E27FC236}">
                                  <a16:creationId xmlns:a16="http://schemas.microsoft.com/office/drawing/2014/main" id="{0D27E880-47B5-4B14-9EAF-21E8DF53816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734" name="Flowchart: Connector 4733">
                              <a:extLst>
                                <a:ext uri="{FF2B5EF4-FFF2-40B4-BE49-F238E27FC236}">
                                  <a16:creationId xmlns:a16="http://schemas.microsoft.com/office/drawing/2014/main" id="{DF436030-450F-4E65-BDD1-D50A2A776B45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735" name="Flowchart: Connector 4734">
                              <a:extLst>
                                <a:ext uri="{FF2B5EF4-FFF2-40B4-BE49-F238E27FC236}">
                                  <a16:creationId xmlns:a16="http://schemas.microsoft.com/office/drawing/2014/main" id="{FE29AA9E-95B3-4D45-BD69-163AED63790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736" name="3D Model 4735" descr="Sphere">
                                  <a:extLst>
                                    <a:ext uri="{FF2B5EF4-FFF2-40B4-BE49-F238E27FC236}">
                                      <a16:creationId xmlns:a16="http://schemas.microsoft.com/office/drawing/2014/main" id="{41042297-E64E-49BB-A753-BAAA6B3E10E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393463230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737" name="Flowchart: Connector 4736">
                              <a:extLst>
                                <a:ext uri="{FF2B5EF4-FFF2-40B4-BE49-F238E27FC236}">
                                  <a16:creationId xmlns:a16="http://schemas.microsoft.com/office/drawing/2014/main" id="{77FD0BF8-0429-449A-8FC3-EDF74654756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738" name="3D Model 4737" descr="Sphere">
                                  <a:extLst>
                                    <a:ext uri="{FF2B5EF4-FFF2-40B4-BE49-F238E27FC236}">
                                      <a16:creationId xmlns:a16="http://schemas.microsoft.com/office/drawing/2014/main" id="{81E9C6E9-6210-46A2-BFE0-7B8F2199E02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969565831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739" name="Flowchart: Connector 4738">
                              <a:extLst>
                                <a:ext uri="{FF2B5EF4-FFF2-40B4-BE49-F238E27FC236}">
                                  <a16:creationId xmlns:a16="http://schemas.microsoft.com/office/drawing/2014/main" id="{256E0390-88AE-419B-AFFC-8C4B082A35A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740" name="3D Model 4739" descr="Sphere">
                                  <a:extLst>
                                    <a:ext uri="{FF2B5EF4-FFF2-40B4-BE49-F238E27FC236}">
                                      <a16:creationId xmlns:a16="http://schemas.microsoft.com/office/drawing/2014/main" id="{7B068BE4-EF05-41A7-A456-52735CC40AE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66569764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741" name="Flowchart: Connector 4740">
                              <a:extLst>
                                <a:ext uri="{FF2B5EF4-FFF2-40B4-BE49-F238E27FC236}">
                                  <a16:creationId xmlns:a16="http://schemas.microsoft.com/office/drawing/2014/main" id="{A11EE596-64EA-4AE1-AD8B-DB55003082A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742" name="3D Model 4741" descr="Sphere">
                                  <a:extLst>
                                    <a:ext uri="{FF2B5EF4-FFF2-40B4-BE49-F238E27FC236}">
                                      <a16:creationId xmlns:a16="http://schemas.microsoft.com/office/drawing/2014/main" id="{9DFE7E71-A322-4B2A-A1BE-6E0D952DB64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510585533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4713" name="Flowchart: Connector 4712">
                            <a:extLst>
                              <a:ext uri="{FF2B5EF4-FFF2-40B4-BE49-F238E27FC236}">
                                <a16:creationId xmlns:a16="http://schemas.microsoft.com/office/drawing/2014/main" id="{6F44528F-34EB-4DD1-BCD0-21A2A4ED0C9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714" name="Flowchart: Connector 4713">
                            <a:extLst>
                              <a:ext uri="{FF2B5EF4-FFF2-40B4-BE49-F238E27FC236}">
                                <a16:creationId xmlns:a16="http://schemas.microsoft.com/office/drawing/2014/main" id="{80C0B325-34D8-4CC0-9997-AD532097A04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715" name="Flowchart: Connector 4714">
                            <a:extLst>
                              <a:ext uri="{FF2B5EF4-FFF2-40B4-BE49-F238E27FC236}">
                                <a16:creationId xmlns:a16="http://schemas.microsoft.com/office/drawing/2014/main" id="{68CE3BB9-E5EA-4BD0-BA73-8E40246087D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716" name="Flowchart: Connector 4715">
                            <a:extLst>
                              <a:ext uri="{FF2B5EF4-FFF2-40B4-BE49-F238E27FC236}">
                                <a16:creationId xmlns:a16="http://schemas.microsoft.com/office/drawing/2014/main" id="{F28D934F-B690-4424-A6A4-34479CFF948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717" name="Flowchart: Connector 4716">
                            <a:extLst>
                              <a:ext uri="{FF2B5EF4-FFF2-40B4-BE49-F238E27FC236}">
                                <a16:creationId xmlns:a16="http://schemas.microsoft.com/office/drawing/2014/main" id="{963A71B6-C5E1-4AB5-98C8-59C9250B4B2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718" name="Flowchart: Connector 4717">
                            <a:extLst>
                              <a:ext uri="{FF2B5EF4-FFF2-40B4-BE49-F238E27FC236}">
                                <a16:creationId xmlns:a16="http://schemas.microsoft.com/office/drawing/2014/main" id="{FF320A91-7BFC-40FA-99A0-445BFF89CAA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719" name="Flowchart: Connector 4718">
                            <a:extLst>
                              <a:ext uri="{FF2B5EF4-FFF2-40B4-BE49-F238E27FC236}">
                                <a16:creationId xmlns:a16="http://schemas.microsoft.com/office/drawing/2014/main" id="{AA4861EF-4EFC-4BFE-9249-09382EBF29B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720" name="Flowchart: Connector 4719">
                            <a:extLst>
                              <a:ext uri="{FF2B5EF4-FFF2-40B4-BE49-F238E27FC236}">
                                <a16:creationId xmlns:a16="http://schemas.microsoft.com/office/drawing/2014/main" id="{5B93E277-A176-42E7-BE05-40AE957F171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721" name="3D Model 4720" descr="Sphere">
                                <a:extLst>
                                  <a:ext uri="{FF2B5EF4-FFF2-40B4-BE49-F238E27FC236}">
                                    <a16:creationId xmlns:a16="http://schemas.microsoft.com/office/drawing/2014/main" id="{FF39C4C2-25BF-444B-96FF-59E141D77DB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216144091"/>
                                  </p:ext>
                                </p:extLst>
                              </p:nvPr>
                            </p:nvGraphicFramePr>
                            <p:xfrm>
                              <a:off x="2134543" y="1523034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517" name="3D Model 2516" descr="Sphere">
                                <a:extLst>
                                  <a:ext uri="{FF2B5EF4-FFF2-40B4-BE49-F238E27FC236}">
                                    <a16:creationId xmlns:a16="http://schemas.microsoft.com/office/drawing/2014/main" id="{0B37FE69-0C37-4CB1-8F85-B908B77AC15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450151" y="220459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722" name="Flowchart: Connector 4721">
                            <a:extLst>
                              <a:ext uri="{FF2B5EF4-FFF2-40B4-BE49-F238E27FC236}">
                                <a16:creationId xmlns:a16="http://schemas.microsoft.com/office/drawing/2014/main" id="{33544CE0-018F-40FC-82C7-4E379E44246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723" name="3D Model 4722" descr="Sphere">
                                <a:extLst>
                                  <a:ext uri="{FF2B5EF4-FFF2-40B4-BE49-F238E27FC236}">
                                    <a16:creationId xmlns:a16="http://schemas.microsoft.com/office/drawing/2014/main" id="{A4AB46DA-5066-4523-846B-68C19D9FF7E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855236557"/>
                                  </p:ext>
                                </p:extLst>
                              </p:nvPr>
                            </p:nvGraphicFramePr>
                            <p:xfrm>
                              <a:off x="2371307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519" name="3D Model 2518" descr="Sphere">
                                <a:extLst>
                                  <a:ext uri="{FF2B5EF4-FFF2-40B4-BE49-F238E27FC236}">
                                    <a16:creationId xmlns:a16="http://schemas.microsoft.com/office/drawing/2014/main" id="{E77B593C-54AC-41A6-9F6D-75F5CFB558F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491279" y="2215275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724" name="Flowchart: Connector 4723">
                            <a:extLst>
                              <a:ext uri="{FF2B5EF4-FFF2-40B4-BE49-F238E27FC236}">
                                <a16:creationId xmlns:a16="http://schemas.microsoft.com/office/drawing/2014/main" id="{8AFB5177-4AD0-4364-98FE-CB4D62AAA81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4559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725" name="3D Model 4724" descr="Sphere">
                                <a:extLst>
                                  <a:ext uri="{FF2B5EF4-FFF2-40B4-BE49-F238E27FC236}">
                                    <a16:creationId xmlns:a16="http://schemas.microsoft.com/office/drawing/2014/main" id="{FE1EB9B6-FFE0-4276-87E8-28073ABFA2F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104084105"/>
                                  </p:ext>
                                </p:extLst>
                              </p:nvPr>
                            </p:nvGraphicFramePr>
                            <p:xfrm>
                              <a:off x="2609177" y="164155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521" name="3D Model 2520" descr="Sphere">
                                <a:extLst>
                                  <a:ext uri="{FF2B5EF4-FFF2-40B4-BE49-F238E27FC236}">
                                    <a16:creationId xmlns:a16="http://schemas.microsoft.com/office/drawing/2014/main" id="{79DD0E23-7F07-4774-A2B3-FF19452F791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532598" y="222691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726" name="Flowchart: Connector 4725">
                            <a:extLst>
                              <a:ext uri="{FF2B5EF4-FFF2-40B4-BE49-F238E27FC236}">
                                <a16:creationId xmlns:a16="http://schemas.microsoft.com/office/drawing/2014/main" id="{98F5BB7A-974F-4D0C-8B5D-CE1A965D834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727" name="3D Model 4726" descr="Sphere">
                                <a:extLst>
                                  <a:ext uri="{FF2B5EF4-FFF2-40B4-BE49-F238E27FC236}">
                                    <a16:creationId xmlns:a16="http://schemas.microsoft.com/office/drawing/2014/main" id="{E96FA901-4C83-4633-AE0A-439A5E64ABF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285227090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6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6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523" name="3D Model 2522" descr="Sphere">
                                <a:extLst>
                                  <a:ext uri="{FF2B5EF4-FFF2-40B4-BE49-F238E27FC236}">
                                    <a16:creationId xmlns:a16="http://schemas.microsoft.com/office/drawing/2014/main" id="{E1ECBFC9-2694-4C88-988E-9AB0006BD4C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579224" y="2243308"/>
                                <a:ext cx="51046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4488" name="Group 4487">
                        <a:extLst>
                          <a:ext uri="{FF2B5EF4-FFF2-40B4-BE49-F238E27FC236}">
                            <a16:creationId xmlns:a16="http://schemas.microsoft.com/office/drawing/2014/main" id="{506BA914-2431-4B2D-9E5C-35410B683E3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3325" y="2268938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4705" name="Flowchart: Connector 4704">
                          <a:extLst>
                            <a:ext uri="{FF2B5EF4-FFF2-40B4-BE49-F238E27FC236}">
                              <a16:creationId xmlns:a16="http://schemas.microsoft.com/office/drawing/2014/main" id="{52664F0A-6D86-4C21-90D2-C95C755F99F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706" name="Flowchart: Connector 4705">
                          <a:extLst>
                            <a:ext uri="{FF2B5EF4-FFF2-40B4-BE49-F238E27FC236}">
                              <a16:creationId xmlns:a16="http://schemas.microsoft.com/office/drawing/2014/main" id="{7B39ED8C-8CED-408E-BCDC-586FF30E3DD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707" name="Flowchart: Connector 4706">
                          <a:extLst>
                            <a:ext uri="{FF2B5EF4-FFF2-40B4-BE49-F238E27FC236}">
                              <a16:creationId xmlns:a16="http://schemas.microsoft.com/office/drawing/2014/main" id="{4E427EDC-EEA7-4354-B355-08D46E9B326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4489" name="Flowchart: Connector 4488">
                        <a:extLst>
                          <a:ext uri="{FF2B5EF4-FFF2-40B4-BE49-F238E27FC236}">
                            <a16:creationId xmlns:a16="http://schemas.microsoft.com/office/drawing/2014/main" id="{E7A1B4B7-E9DC-4461-B4D9-485BC5F12C7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37026" y="201261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490" name="Flowchart: Connector 4489">
                        <a:extLst>
                          <a:ext uri="{FF2B5EF4-FFF2-40B4-BE49-F238E27FC236}">
                            <a16:creationId xmlns:a16="http://schemas.microsoft.com/office/drawing/2014/main" id="{F5C14B5A-8DA0-49BE-B955-D08CB38241C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588002" y="208727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4491" name="Group 4490">
                        <a:extLst>
                          <a:ext uri="{FF2B5EF4-FFF2-40B4-BE49-F238E27FC236}">
                            <a16:creationId xmlns:a16="http://schemas.microsoft.com/office/drawing/2014/main" id="{2FE8DA9A-9315-4704-8447-6D82D5AA8ED2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228750">
                        <a:off x="1171220" y="1918660"/>
                        <a:ext cx="698062" cy="387533"/>
                        <a:chOff x="854933" y="2290871"/>
                        <a:chExt cx="698062" cy="387533"/>
                      </a:xfrm>
                    </p:grpSpPr>
                    <p:sp>
                      <p:nvSpPr>
                        <p:cNvPr id="4702" name="Flowchart: Connector 4701">
                          <a:extLst>
                            <a:ext uri="{FF2B5EF4-FFF2-40B4-BE49-F238E27FC236}">
                              <a16:creationId xmlns:a16="http://schemas.microsoft.com/office/drawing/2014/main" id="{2610629F-4A54-4863-A958-D72B3AFC7D3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3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703" name="Flowchart: Connector 4702">
                          <a:extLst>
                            <a:ext uri="{FF2B5EF4-FFF2-40B4-BE49-F238E27FC236}">
                              <a16:creationId xmlns:a16="http://schemas.microsoft.com/office/drawing/2014/main" id="{5907FE79-DA3E-416D-8A33-8A6F3F819F1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5206" y="2377897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704" name="Flowchart: Connector 4703">
                          <a:extLst>
                            <a:ext uri="{FF2B5EF4-FFF2-40B4-BE49-F238E27FC236}">
                              <a16:creationId xmlns:a16="http://schemas.microsoft.com/office/drawing/2014/main" id="{CAC1E063-88AF-42FE-B260-380379DB4E8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41136" y="2462404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4492" name="Group 4491">
                        <a:extLst>
                          <a:ext uri="{FF2B5EF4-FFF2-40B4-BE49-F238E27FC236}">
                            <a16:creationId xmlns:a16="http://schemas.microsoft.com/office/drawing/2014/main" id="{239B7DE1-2E23-48E9-8A75-D538660C8F2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49741" y="1890320"/>
                        <a:ext cx="1098636" cy="1497980"/>
                        <a:chOff x="2089993" y="1501770"/>
                        <a:chExt cx="1098636" cy="1497980"/>
                      </a:xfrm>
                    </p:grpSpPr>
                    <p:grpSp>
                      <p:nvGrpSpPr>
                        <p:cNvPr id="4637" name="Group 4636">
                          <a:extLst>
                            <a:ext uri="{FF2B5EF4-FFF2-40B4-BE49-F238E27FC236}">
                              <a16:creationId xmlns:a16="http://schemas.microsoft.com/office/drawing/2014/main" id="{A4F7E415-9741-43E7-95F6-05969E82F09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34990"/>
                          <a:ext cx="101484" cy="1051941"/>
                          <a:chOff x="1800622" y="2329236"/>
                          <a:chExt cx="101484" cy="1051941"/>
                        </a:xfrm>
                      </p:grpSpPr>
                      <p:sp>
                        <p:nvSpPr>
                          <p:cNvPr id="4698" name="Flowchart: Connector 4697">
                            <a:extLst>
                              <a:ext uri="{FF2B5EF4-FFF2-40B4-BE49-F238E27FC236}">
                                <a16:creationId xmlns:a16="http://schemas.microsoft.com/office/drawing/2014/main" id="{1C6E69D3-3677-4AF3-8F5A-871EB8CFFFF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699" name="Flowchart: Connector 4698">
                            <a:extLst>
                              <a:ext uri="{FF2B5EF4-FFF2-40B4-BE49-F238E27FC236}">
                                <a16:creationId xmlns:a16="http://schemas.microsoft.com/office/drawing/2014/main" id="{F9A48447-AB2C-4A51-AC66-318C210B87A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700" name="Flowchart: Connector 4699">
                            <a:extLst>
                              <a:ext uri="{FF2B5EF4-FFF2-40B4-BE49-F238E27FC236}">
                                <a16:creationId xmlns:a16="http://schemas.microsoft.com/office/drawing/2014/main" id="{490B27B8-FCD3-47CB-941F-56FA01260F1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701" name="Flowchart: Connector 4700">
                            <a:extLst>
                              <a:ext uri="{FF2B5EF4-FFF2-40B4-BE49-F238E27FC236}">
                                <a16:creationId xmlns:a16="http://schemas.microsoft.com/office/drawing/2014/main" id="{FCC4B747-2DA2-47CD-A8D9-C7F9E42F50B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2923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4638" name="Group 4637">
                          <a:extLst>
                            <a:ext uri="{FF2B5EF4-FFF2-40B4-BE49-F238E27FC236}">
                              <a16:creationId xmlns:a16="http://schemas.microsoft.com/office/drawing/2014/main" id="{DF10BFCD-458A-4018-A982-FBDCB964334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01770"/>
                          <a:ext cx="1074397" cy="1497980"/>
                          <a:chOff x="2114232" y="1501770"/>
                          <a:chExt cx="1074397" cy="1497980"/>
                        </a:xfrm>
                      </p:grpSpPr>
                      <p:grpSp>
                        <p:nvGrpSpPr>
                          <p:cNvPr id="4639" name="Group 4638">
                            <a:extLst>
                              <a:ext uri="{FF2B5EF4-FFF2-40B4-BE49-F238E27FC236}">
                                <a16:creationId xmlns:a16="http://schemas.microsoft.com/office/drawing/2014/main" id="{E4C9D9DF-4FA4-49A2-9504-AB8153442DE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4690" name="Flowchart: Connector 4689">
                              <a:extLst>
                                <a:ext uri="{FF2B5EF4-FFF2-40B4-BE49-F238E27FC236}">
                                  <a16:creationId xmlns:a16="http://schemas.microsoft.com/office/drawing/2014/main" id="{B20601AE-3A7C-490D-B5C1-1A97E038326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691" name="3D Model 4690" descr="Sphere">
                                  <a:extLst>
                                    <a:ext uri="{FF2B5EF4-FFF2-40B4-BE49-F238E27FC236}">
                                      <a16:creationId xmlns:a16="http://schemas.microsoft.com/office/drawing/2014/main" id="{771F6778-28FA-4207-9A38-3AE3A272C40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574437185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692" name="Flowchart: Connector 4691">
                              <a:extLst>
                                <a:ext uri="{FF2B5EF4-FFF2-40B4-BE49-F238E27FC236}">
                                  <a16:creationId xmlns:a16="http://schemas.microsoft.com/office/drawing/2014/main" id="{12720FD0-1631-4FE3-B185-7603746C8A4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693" name="3D Model 4692" descr="Sphere">
                                  <a:extLst>
                                    <a:ext uri="{FF2B5EF4-FFF2-40B4-BE49-F238E27FC236}">
                                      <a16:creationId xmlns:a16="http://schemas.microsoft.com/office/drawing/2014/main" id="{CF18BA61-3999-496B-9A61-CBC6C73BB14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161454367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694" name="Flowchart: Connector 4693">
                              <a:extLst>
                                <a:ext uri="{FF2B5EF4-FFF2-40B4-BE49-F238E27FC236}">
                                  <a16:creationId xmlns:a16="http://schemas.microsoft.com/office/drawing/2014/main" id="{18EAB311-C73B-4480-BA31-2731C6F7A39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695" name="3D Model 4694" descr="Sphere">
                                  <a:extLst>
                                    <a:ext uri="{FF2B5EF4-FFF2-40B4-BE49-F238E27FC236}">
                                      <a16:creationId xmlns:a16="http://schemas.microsoft.com/office/drawing/2014/main" id="{E1DF0FF3-8CE0-4130-B80F-98EC9196E15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69328994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696" name="Flowchart: Connector 4695">
                              <a:extLst>
                                <a:ext uri="{FF2B5EF4-FFF2-40B4-BE49-F238E27FC236}">
                                  <a16:creationId xmlns:a16="http://schemas.microsoft.com/office/drawing/2014/main" id="{7B4A29DC-F81C-4921-B1BF-CFDF5D14D49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697" name="3D Model 4696" descr="Sphere">
                                  <a:extLst>
                                    <a:ext uri="{FF2B5EF4-FFF2-40B4-BE49-F238E27FC236}">
                                      <a16:creationId xmlns:a16="http://schemas.microsoft.com/office/drawing/2014/main" id="{83C2013A-4CCE-4CC8-AB69-0DAF136B3CD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94757333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4640" name="Group 4639">
                            <a:extLst>
                              <a:ext uri="{FF2B5EF4-FFF2-40B4-BE49-F238E27FC236}">
                                <a16:creationId xmlns:a16="http://schemas.microsoft.com/office/drawing/2014/main" id="{DA1E76CB-03DD-4BE0-AC15-35B434E528A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4674" name="Flowchart: Connector 4673">
                              <a:extLst>
                                <a:ext uri="{FF2B5EF4-FFF2-40B4-BE49-F238E27FC236}">
                                  <a16:creationId xmlns:a16="http://schemas.microsoft.com/office/drawing/2014/main" id="{0F94FA7F-D630-4DEF-8C01-13968EC3A28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675" name="Flowchart: Connector 4674">
                              <a:extLst>
                                <a:ext uri="{FF2B5EF4-FFF2-40B4-BE49-F238E27FC236}">
                                  <a16:creationId xmlns:a16="http://schemas.microsoft.com/office/drawing/2014/main" id="{6DB99CE5-7D3F-4594-9015-6B71D05CA10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676" name="Flowchart: Connector 4675">
                              <a:extLst>
                                <a:ext uri="{FF2B5EF4-FFF2-40B4-BE49-F238E27FC236}">
                                  <a16:creationId xmlns:a16="http://schemas.microsoft.com/office/drawing/2014/main" id="{58D3EA8A-A854-4CDC-842C-573C4F41F2D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677" name="Flowchart: Connector 4676">
                              <a:extLst>
                                <a:ext uri="{FF2B5EF4-FFF2-40B4-BE49-F238E27FC236}">
                                  <a16:creationId xmlns:a16="http://schemas.microsoft.com/office/drawing/2014/main" id="{EF44A0F1-8938-4DF5-9EE6-D0503BF05E3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678" name="Flowchart: Connector 4677">
                              <a:extLst>
                                <a:ext uri="{FF2B5EF4-FFF2-40B4-BE49-F238E27FC236}">
                                  <a16:creationId xmlns:a16="http://schemas.microsoft.com/office/drawing/2014/main" id="{B45E6B40-9BBA-45C4-828B-EA03C4377F7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679" name="Flowchart: Connector 4678">
                              <a:extLst>
                                <a:ext uri="{FF2B5EF4-FFF2-40B4-BE49-F238E27FC236}">
                                  <a16:creationId xmlns:a16="http://schemas.microsoft.com/office/drawing/2014/main" id="{440466D6-ED6A-4EFB-A9CF-85C793F935E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680" name="Flowchart: Connector 4679">
                              <a:extLst>
                                <a:ext uri="{FF2B5EF4-FFF2-40B4-BE49-F238E27FC236}">
                                  <a16:creationId xmlns:a16="http://schemas.microsoft.com/office/drawing/2014/main" id="{B7856F15-D5C6-4FDF-9671-DAA366BA05F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681" name="Flowchart: Connector 4680">
                              <a:extLst>
                                <a:ext uri="{FF2B5EF4-FFF2-40B4-BE49-F238E27FC236}">
                                  <a16:creationId xmlns:a16="http://schemas.microsoft.com/office/drawing/2014/main" id="{600143D3-A642-4D2B-9EFF-5DE66AE4A71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682" name="Flowchart: Connector 4681">
                              <a:extLst>
                                <a:ext uri="{FF2B5EF4-FFF2-40B4-BE49-F238E27FC236}">
                                  <a16:creationId xmlns:a16="http://schemas.microsoft.com/office/drawing/2014/main" id="{65E3A71A-2EFD-42E7-8055-901EBB07C8B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683" name="3D Model 4682" descr="Sphere">
                                  <a:extLst>
                                    <a:ext uri="{FF2B5EF4-FFF2-40B4-BE49-F238E27FC236}">
                                      <a16:creationId xmlns:a16="http://schemas.microsoft.com/office/drawing/2014/main" id="{20078014-10DE-4C4A-A0EA-4307A37EF1C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224372514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684" name="Flowchart: Connector 4683">
                              <a:extLst>
                                <a:ext uri="{FF2B5EF4-FFF2-40B4-BE49-F238E27FC236}">
                                  <a16:creationId xmlns:a16="http://schemas.microsoft.com/office/drawing/2014/main" id="{D7CA1B8E-6332-45BB-B7B6-E45F1CFAC8A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685" name="3D Model 4684" descr="Sphere">
                                  <a:extLst>
                                    <a:ext uri="{FF2B5EF4-FFF2-40B4-BE49-F238E27FC236}">
                                      <a16:creationId xmlns:a16="http://schemas.microsoft.com/office/drawing/2014/main" id="{29620C63-C2A3-47EA-915D-DE992E51396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98418076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686" name="Flowchart: Connector 4685">
                              <a:extLst>
                                <a:ext uri="{FF2B5EF4-FFF2-40B4-BE49-F238E27FC236}">
                                  <a16:creationId xmlns:a16="http://schemas.microsoft.com/office/drawing/2014/main" id="{B02F0F0B-DF4B-4174-A56D-941C46DCC66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687" name="3D Model 4686" descr="Sphere">
                                  <a:extLst>
                                    <a:ext uri="{FF2B5EF4-FFF2-40B4-BE49-F238E27FC236}">
                                      <a16:creationId xmlns:a16="http://schemas.microsoft.com/office/drawing/2014/main" id="{9C43B1C7-35CD-44EE-AD3A-2689B73C4F4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577088831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688" name="Flowchart: Connector 4687">
                              <a:extLst>
                                <a:ext uri="{FF2B5EF4-FFF2-40B4-BE49-F238E27FC236}">
                                  <a16:creationId xmlns:a16="http://schemas.microsoft.com/office/drawing/2014/main" id="{9FB55582-18A1-47A6-90DF-B5D83F0D827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689" name="3D Model 4688" descr="Sphere">
                                  <a:extLst>
                                    <a:ext uri="{FF2B5EF4-FFF2-40B4-BE49-F238E27FC236}">
                                      <a16:creationId xmlns:a16="http://schemas.microsoft.com/office/drawing/2014/main" id="{92BF266A-5AFC-4530-B556-01FF193CA20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25912942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4641" name="Group 4640">
                            <a:extLst>
                              <a:ext uri="{FF2B5EF4-FFF2-40B4-BE49-F238E27FC236}">
                                <a16:creationId xmlns:a16="http://schemas.microsoft.com/office/drawing/2014/main" id="{B4DE7D4E-9717-4119-901B-07910B72DE0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4658" name="Flowchart: Connector 4657">
                              <a:extLst>
                                <a:ext uri="{FF2B5EF4-FFF2-40B4-BE49-F238E27FC236}">
                                  <a16:creationId xmlns:a16="http://schemas.microsoft.com/office/drawing/2014/main" id="{DB6CB4BD-24E5-4C86-8BBE-427C3999A8D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659" name="Flowchart: Connector 4658">
                              <a:extLst>
                                <a:ext uri="{FF2B5EF4-FFF2-40B4-BE49-F238E27FC236}">
                                  <a16:creationId xmlns:a16="http://schemas.microsoft.com/office/drawing/2014/main" id="{FA09D6D2-6474-44AF-912B-E12B9920E70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660" name="Flowchart: Connector 4659">
                              <a:extLst>
                                <a:ext uri="{FF2B5EF4-FFF2-40B4-BE49-F238E27FC236}">
                                  <a16:creationId xmlns:a16="http://schemas.microsoft.com/office/drawing/2014/main" id="{DD776717-8DCC-4949-AE21-7B8FB1A9CFB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661" name="Flowchart: Connector 4660">
                              <a:extLst>
                                <a:ext uri="{FF2B5EF4-FFF2-40B4-BE49-F238E27FC236}">
                                  <a16:creationId xmlns:a16="http://schemas.microsoft.com/office/drawing/2014/main" id="{6AB06710-9E4F-4BC7-BC9D-F3580B14582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662" name="Flowchart: Connector 4661">
                              <a:extLst>
                                <a:ext uri="{FF2B5EF4-FFF2-40B4-BE49-F238E27FC236}">
                                  <a16:creationId xmlns:a16="http://schemas.microsoft.com/office/drawing/2014/main" id="{99AD6E82-B2D4-499A-9CD2-79E3A735F87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663" name="Flowchart: Connector 4662">
                              <a:extLst>
                                <a:ext uri="{FF2B5EF4-FFF2-40B4-BE49-F238E27FC236}">
                                  <a16:creationId xmlns:a16="http://schemas.microsoft.com/office/drawing/2014/main" id="{9C8ED1EC-1EEB-4B21-B26B-FA567F6453C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664" name="Flowchart: Connector 4663">
                              <a:extLst>
                                <a:ext uri="{FF2B5EF4-FFF2-40B4-BE49-F238E27FC236}">
                                  <a16:creationId xmlns:a16="http://schemas.microsoft.com/office/drawing/2014/main" id="{CBCE09CA-D04A-492F-8468-EC3149A9E6A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665" name="Flowchart: Connector 4664">
                              <a:extLst>
                                <a:ext uri="{FF2B5EF4-FFF2-40B4-BE49-F238E27FC236}">
                                  <a16:creationId xmlns:a16="http://schemas.microsoft.com/office/drawing/2014/main" id="{E800B0E0-0D1B-4E54-A36C-D5A7B0ABBAB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666" name="Flowchart: Connector 4665">
                              <a:extLst>
                                <a:ext uri="{FF2B5EF4-FFF2-40B4-BE49-F238E27FC236}">
                                  <a16:creationId xmlns:a16="http://schemas.microsoft.com/office/drawing/2014/main" id="{5A8AECC1-66AD-4573-84FE-ECAFD608B09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667" name="3D Model 4666" descr="Sphere">
                                  <a:extLst>
                                    <a:ext uri="{FF2B5EF4-FFF2-40B4-BE49-F238E27FC236}">
                                      <a16:creationId xmlns:a16="http://schemas.microsoft.com/office/drawing/2014/main" id="{83CF159D-95BD-48AB-8F01-3B504B9EED8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884639153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668" name="Flowchart: Connector 4667">
                              <a:extLst>
                                <a:ext uri="{FF2B5EF4-FFF2-40B4-BE49-F238E27FC236}">
                                  <a16:creationId xmlns:a16="http://schemas.microsoft.com/office/drawing/2014/main" id="{67A01FC6-E4C6-41D5-B6A5-14DCA3705AC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669" name="3D Model 4668" descr="Sphere">
                                  <a:extLst>
                                    <a:ext uri="{FF2B5EF4-FFF2-40B4-BE49-F238E27FC236}">
                                      <a16:creationId xmlns:a16="http://schemas.microsoft.com/office/drawing/2014/main" id="{08C1DD8D-4F0D-4F98-BA3A-0F5A6DC094C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503946906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670" name="Flowchart: Connector 4669">
                              <a:extLst>
                                <a:ext uri="{FF2B5EF4-FFF2-40B4-BE49-F238E27FC236}">
                                  <a16:creationId xmlns:a16="http://schemas.microsoft.com/office/drawing/2014/main" id="{6F08F108-1DF8-4A00-ABAC-D79375AD3DF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671" name="3D Model 4670" descr="Sphere">
                                  <a:extLst>
                                    <a:ext uri="{FF2B5EF4-FFF2-40B4-BE49-F238E27FC236}">
                                      <a16:creationId xmlns:a16="http://schemas.microsoft.com/office/drawing/2014/main" id="{8B227B51-9E72-42C2-8375-AB6D8845DCB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649263446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672" name="Flowchart: Connector 4671">
                              <a:extLst>
                                <a:ext uri="{FF2B5EF4-FFF2-40B4-BE49-F238E27FC236}">
                                  <a16:creationId xmlns:a16="http://schemas.microsoft.com/office/drawing/2014/main" id="{CAEF6B6E-E685-4E72-86DF-ABF3BEC5D14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673" name="3D Model 4672" descr="Sphere">
                                  <a:extLst>
                                    <a:ext uri="{FF2B5EF4-FFF2-40B4-BE49-F238E27FC236}">
                                      <a16:creationId xmlns:a16="http://schemas.microsoft.com/office/drawing/2014/main" id="{46EE2E06-FEED-4403-821E-0B9AE9D26A1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352924925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4642" name="Flowchart: Connector 4641">
                            <a:extLst>
                              <a:ext uri="{FF2B5EF4-FFF2-40B4-BE49-F238E27FC236}">
                                <a16:creationId xmlns:a16="http://schemas.microsoft.com/office/drawing/2014/main" id="{A02177D6-EAC2-4FFC-9FCA-616849E1727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643" name="Flowchart: Connector 4642">
                            <a:extLst>
                              <a:ext uri="{FF2B5EF4-FFF2-40B4-BE49-F238E27FC236}">
                                <a16:creationId xmlns:a16="http://schemas.microsoft.com/office/drawing/2014/main" id="{D998D59C-9A28-491D-A2F0-A1BF63DAE49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644" name="Flowchart: Connector 4643">
                            <a:extLst>
                              <a:ext uri="{FF2B5EF4-FFF2-40B4-BE49-F238E27FC236}">
                                <a16:creationId xmlns:a16="http://schemas.microsoft.com/office/drawing/2014/main" id="{58D26BE6-585E-4D3C-BDF8-0895AF6081D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645" name="Flowchart: Connector 4644">
                            <a:extLst>
                              <a:ext uri="{FF2B5EF4-FFF2-40B4-BE49-F238E27FC236}">
                                <a16:creationId xmlns:a16="http://schemas.microsoft.com/office/drawing/2014/main" id="{EE76EFB3-74A9-430B-AA3E-16F441D9A66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646" name="Flowchart: Connector 4645">
                            <a:extLst>
                              <a:ext uri="{FF2B5EF4-FFF2-40B4-BE49-F238E27FC236}">
                                <a16:creationId xmlns:a16="http://schemas.microsoft.com/office/drawing/2014/main" id="{731EF9A3-AB86-49B5-B639-F7DAD9EB6E1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647" name="Flowchart: Connector 4646">
                            <a:extLst>
                              <a:ext uri="{FF2B5EF4-FFF2-40B4-BE49-F238E27FC236}">
                                <a16:creationId xmlns:a16="http://schemas.microsoft.com/office/drawing/2014/main" id="{ADC9BBF3-C5EF-4FAB-BAB1-F8134B6439D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648" name="Flowchart: Connector 4647">
                            <a:extLst>
                              <a:ext uri="{FF2B5EF4-FFF2-40B4-BE49-F238E27FC236}">
                                <a16:creationId xmlns:a16="http://schemas.microsoft.com/office/drawing/2014/main" id="{ED825498-9D0C-4E23-A917-48E16A58146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649" name="Flowchart: Connector 4648">
                            <a:extLst>
                              <a:ext uri="{FF2B5EF4-FFF2-40B4-BE49-F238E27FC236}">
                                <a16:creationId xmlns:a16="http://schemas.microsoft.com/office/drawing/2014/main" id="{CB4DCC2D-B43C-45DB-B4E6-9BA304B2E2A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650" name="Flowchart: Connector 4649">
                            <a:extLst>
                              <a:ext uri="{FF2B5EF4-FFF2-40B4-BE49-F238E27FC236}">
                                <a16:creationId xmlns:a16="http://schemas.microsoft.com/office/drawing/2014/main" id="{9417055F-B8C9-4919-B151-96845A389CC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651" name="3D Model 4650" descr="Sphere">
                                <a:extLst>
                                  <a:ext uri="{FF2B5EF4-FFF2-40B4-BE49-F238E27FC236}">
                                    <a16:creationId xmlns:a16="http://schemas.microsoft.com/office/drawing/2014/main" id="{DFAF4D5C-F566-406F-A06B-405F4814D0F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939068182"/>
                                  </p:ext>
                                </p:extLst>
                              </p:nvPr>
                            </p:nvGraphicFramePr>
                            <p:xfrm>
                              <a:off x="2123911" y="1501770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447" name="3D Model 2446" descr="Sphere">
                                <a:extLst>
                                  <a:ext uri="{FF2B5EF4-FFF2-40B4-BE49-F238E27FC236}">
                                    <a16:creationId xmlns:a16="http://schemas.microsoft.com/office/drawing/2014/main" id="{70E40748-6AC0-4492-88F2-ADBBFCC2B06D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410118" y="222447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652" name="Flowchart: Connector 4651">
                            <a:extLst>
                              <a:ext uri="{FF2B5EF4-FFF2-40B4-BE49-F238E27FC236}">
                                <a16:creationId xmlns:a16="http://schemas.microsoft.com/office/drawing/2014/main" id="{0DAF15C6-9169-4CA9-B079-C217017B911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653" name="3D Model 4652" descr="Sphere">
                                <a:extLst>
                                  <a:ext uri="{FF2B5EF4-FFF2-40B4-BE49-F238E27FC236}">
                                    <a16:creationId xmlns:a16="http://schemas.microsoft.com/office/drawing/2014/main" id="{9CBE698B-7100-4CAD-8489-0DEFFEC624B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007423552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449" name="3D Model 2448" descr="Sphere">
                                <a:extLst>
                                  <a:ext uri="{FF2B5EF4-FFF2-40B4-BE49-F238E27FC236}">
                                    <a16:creationId xmlns:a16="http://schemas.microsoft.com/office/drawing/2014/main" id="{144408D4-9F48-420D-8D84-D76B550D93B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451942" y="2239160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654" name="Flowchart: Connector 4653">
                            <a:extLst>
                              <a:ext uri="{FF2B5EF4-FFF2-40B4-BE49-F238E27FC236}">
                                <a16:creationId xmlns:a16="http://schemas.microsoft.com/office/drawing/2014/main" id="{B3D82FB4-3247-4940-A41B-30DC00976F7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93292" y="171776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655" name="3D Model 4654" descr="Sphere">
                                <a:extLst>
                                  <a:ext uri="{FF2B5EF4-FFF2-40B4-BE49-F238E27FC236}">
                                    <a16:creationId xmlns:a16="http://schemas.microsoft.com/office/drawing/2014/main" id="{093ED1C4-8EAA-474B-93D8-7C08D5ED6FD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08701726"/>
                                  </p:ext>
                                </p:extLst>
                              </p:nvPr>
                            </p:nvGraphicFramePr>
                            <p:xfrm>
                              <a:off x="2622429" y="163823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451" name="3D Model 2450" descr="Sphere">
                                <a:extLst>
                                  <a:ext uri="{FF2B5EF4-FFF2-40B4-BE49-F238E27FC236}">
                                    <a16:creationId xmlns:a16="http://schemas.microsoft.com/office/drawing/2014/main" id="{07CCB216-ACB4-41FC-9B17-B2291E8F796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496714" y="2250175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656" name="Flowchart: Connector 4655">
                            <a:extLst>
                              <a:ext uri="{FF2B5EF4-FFF2-40B4-BE49-F238E27FC236}">
                                <a16:creationId xmlns:a16="http://schemas.microsoft.com/office/drawing/2014/main" id="{2759C8CE-5BA5-46B2-B5E4-AA7B54A7CCD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657" name="3D Model 4656" descr="Sphere">
                                <a:extLst>
                                  <a:ext uri="{FF2B5EF4-FFF2-40B4-BE49-F238E27FC236}">
                                    <a16:creationId xmlns:a16="http://schemas.microsoft.com/office/drawing/2014/main" id="{E96D6B21-D660-4088-B157-5B5079EE1FD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66842610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453" name="3D Model 2452" descr="Sphere">
                                <a:extLst>
                                  <a:ext uri="{FF2B5EF4-FFF2-40B4-BE49-F238E27FC236}">
                                    <a16:creationId xmlns:a16="http://schemas.microsoft.com/office/drawing/2014/main" id="{8927F180-F55D-461F-9F15-DF22D1B1D69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541038" y="2267193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4493" name="Group 4492">
                        <a:extLst>
                          <a:ext uri="{FF2B5EF4-FFF2-40B4-BE49-F238E27FC236}">
                            <a16:creationId xmlns:a16="http://schemas.microsoft.com/office/drawing/2014/main" id="{E293FD24-3C75-4208-BB5B-5768C482675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547436" y="2361226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4634" name="Flowchart: Connector 4633">
                          <a:extLst>
                            <a:ext uri="{FF2B5EF4-FFF2-40B4-BE49-F238E27FC236}">
                              <a16:creationId xmlns:a16="http://schemas.microsoft.com/office/drawing/2014/main" id="{CA87CA62-1E01-4C4A-B36F-3AB77292058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635" name="Flowchart: Connector 4634">
                          <a:extLst>
                            <a:ext uri="{FF2B5EF4-FFF2-40B4-BE49-F238E27FC236}">
                              <a16:creationId xmlns:a16="http://schemas.microsoft.com/office/drawing/2014/main" id="{23A35D2F-AE6D-41A8-B3CB-4EF937EC785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636" name="Flowchart: Connector 4635">
                          <a:extLst>
                            <a:ext uri="{FF2B5EF4-FFF2-40B4-BE49-F238E27FC236}">
                              <a16:creationId xmlns:a16="http://schemas.microsoft.com/office/drawing/2014/main" id="{9CFB7AC1-7219-496D-8D0D-4A73D63B1E8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4494" name="Flowchart: Connector 4493">
                        <a:extLst>
                          <a:ext uri="{FF2B5EF4-FFF2-40B4-BE49-F238E27FC236}">
                            <a16:creationId xmlns:a16="http://schemas.microsoft.com/office/drawing/2014/main" id="{896ADFE0-06AC-41B4-A3BD-FB1F18E1BB5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19794" y="212254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495" name="Flowchart: Connector 4494">
                        <a:extLst>
                          <a:ext uri="{FF2B5EF4-FFF2-40B4-BE49-F238E27FC236}">
                            <a16:creationId xmlns:a16="http://schemas.microsoft.com/office/drawing/2014/main" id="{E1563D56-5BA3-44E0-B152-196058A9E21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74020" y="218539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4496" name="Group 4495">
                        <a:extLst>
                          <a:ext uri="{FF2B5EF4-FFF2-40B4-BE49-F238E27FC236}">
                            <a16:creationId xmlns:a16="http://schemas.microsoft.com/office/drawing/2014/main" id="{D0826E88-237E-4F58-B46A-F1DDE2DAA764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18957">
                        <a:off x="941432" y="2025443"/>
                        <a:ext cx="710250" cy="369080"/>
                        <a:chOff x="854932" y="2290871"/>
                        <a:chExt cx="710250" cy="369080"/>
                      </a:xfrm>
                    </p:grpSpPr>
                    <p:sp>
                      <p:nvSpPr>
                        <p:cNvPr id="4631" name="Flowchart: Connector 4630">
                          <a:extLst>
                            <a:ext uri="{FF2B5EF4-FFF2-40B4-BE49-F238E27FC236}">
                              <a16:creationId xmlns:a16="http://schemas.microsoft.com/office/drawing/2014/main" id="{9C664FCA-051F-4965-8991-905C9CC4A9C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2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632" name="Flowchart: Connector 4631">
                          <a:extLst>
                            <a:ext uri="{FF2B5EF4-FFF2-40B4-BE49-F238E27FC236}">
                              <a16:creationId xmlns:a16="http://schemas.microsoft.com/office/drawing/2014/main" id="{B32690C5-C30A-414B-8860-B372131EDA5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1897" y="2377722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633" name="Flowchart: Connector 4632">
                          <a:extLst>
                            <a:ext uri="{FF2B5EF4-FFF2-40B4-BE49-F238E27FC236}">
                              <a16:creationId xmlns:a16="http://schemas.microsoft.com/office/drawing/2014/main" id="{FB0907C7-1B02-41C3-AE90-5C884E90276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53323" y="244395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4497" name="Group 4496">
                        <a:extLst>
                          <a:ext uri="{FF2B5EF4-FFF2-40B4-BE49-F238E27FC236}">
                            <a16:creationId xmlns:a16="http://schemas.microsoft.com/office/drawing/2014/main" id="{86E8CDA5-FEDA-4BDB-B7AB-81C3ABECBF4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21287" y="1995259"/>
                        <a:ext cx="1102917" cy="1484052"/>
                        <a:chOff x="2085712" y="1515698"/>
                        <a:chExt cx="1102917" cy="1484052"/>
                      </a:xfrm>
                    </p:grpSpPr>
                    <p:grpSp>
                      <p:nvGrpSpPr>
                        <p:cNvPr id="4566" name="Group 4565">
                          <a:extLst>
                            <a:ext uri="{FF2B5EF4-FFF2-40B4-BE49-F238E27FC236}">
                              <a16:creationId xmlns:a16="http://schemas.microsoft.com/office/drawing/2014/main" id="{A7FBC445-A202-477F-B2AB-754E9AC7DA0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5712" y="1648950"/>
                          <a:ext cx="105765" cy="1037981"/>
                          <a:chOff x="1796341" y="2343196"/>
                          <a:chExt cx="105765" cy="1037981"/>
                        </a:xfrm>
                      </p:grpSpPr>
                      <p:sp>
                        <p:nvSpPr>
                          <p:cNvPr id="4627" name="Flowchart: Connector 4626">
                            <a:extLst>
                              <a:ext uri="{FF2B5EF4-FFF2-40B4-BE49-F238E27FC236}">
                                <a16:creationId xmlns:a16="http://schemas.microsoft.com/office/drawing/2014/main" id="{918F8E17-96FF-4899-8C30-E2B4C9BC4BC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628" name="Flowchart: Connector 4627">
                            <a:extLst>
                              <a:ext uri="{FF2B5EF4-FFF2-40B4-BE49-F238E27FC236}">
                                <a16:creationId xmlns:a16="http://schemas.microsoft.com/office/drawing/2014/main" id="{7488C7B4-D3D5-42B9-BF0F-77EDAD65576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629" name="Flowchart: Connector 4628">
                            <a:extLst>
                              <a:ext uri="{FF2B5EF4-FFF2-40B4-BE49-F238E27FC236}">
                                <a16:creationId xmlns:a16="http://schemas.microsoft.com/office/drawing/2014/main" id="{AACA3FE1-A09E-477B-A8E9-261C54305A0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630" name="Flowchart: Connector 4629">
                            <a:extLst>
                              <a:ext uri="{FF2B5EF4-FFF2-40B4-BE49-F238E27FC236}">
                                <a16:creationId xmlns:a16="http://schemas.microsoft.com/office/drawing/2014/main" id="{075B8EEF-970C-46FD-A001-072AE8F7CAC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796341" y="2343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4567" name="Group 4566">
                          <a:extLst>
                            <a:ext uri="{FF2B5EF4-FFF2-40B4-BE49-F238E27FC236}">
                              <a16:creationId xmlns:a16="http://schemas.microsoft.com/office/drawing/2014/main" id="{C3FE662F-64E5-4E92-96A1-31999855F04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15698"/>
                          <a:ext cx="1074397" cy="1484052"/>
                          <a:chOff x="2114232" y="1515698"/>
                          <a:chExt cx="1074397" cy="1484052"/>
                        </a:xfrm>
                      </p:grpSpPr>
                      <p:grpSp>
                        <p:nvGrpSpPr>
                          <p:cNvPr id="4568" name="Group 4567">
                            <a:extLst>
                              <a:ext uri="{FF2B5EF4-FFF2-40B4-BE49-F238E27FC236}">
                                <a16:creationId xmlns:a16="http://schemas.microsoft.com/office/drawing/2014/main" id="{3A02B9AC-3279-4883-8056-6DB052C5C8A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4619" name="Flowchart: Connector 4618">
                              <a:extLst>
                                <a:ext uri="{FF2B5EF4-FFF2-40B4-BE49-F238E27FC236}">
                                  <a16:creationId xmlns:a16="http://schemas.microsoft.com/office/drawing/2014/main" id="{B46081A8-5CFB-4420-83DF-BFCC74E993D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620" name="3D Model 4619" descr="Sphere">
                                  <a:extLst>
                                    <a:ext uri="{FF2B5EF4-FFF2-40B4-BE49-F238E27FC236}">
                                      <a16:creationId xmlns:a16="http://schemas.microsoft.com/office/drawing/2014/main" id="{A8956665-A3E0-4EBC-BD28-D1270646C31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52586820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621" name="Flowchart: Connector 4620">
                              <a:extLst>
                                <a:ext uri="{FF2B5EF4-FFF2-40B4-BE49-F238E27FC236}">
                                  <a16:creationId xmlns:a16="http://schemas.microsoft.com/office/drawing/2014/main" id="{58E97CFC-D3EF-4DED-851B-C7DCE2702F2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622" name="3D Model 4621" descr="Sphere">
                                  <a:extLst>
                                    <a:ext uri="{FF2B5EF4-FFF2-40B4-BE49-F238E27FC236}">
                                      <a16:creationId xmlns:a16="http://schemas.microsoft.com/office/drawing/2014/main" id="{E565F5A1-99D5-4E14-91BE-8DF31DDFACE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842179706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623" name="Flowchart: Connector 4622">
                              <a:extLst>
                                <a:ext uri="{FF2B5EF4-FFF2-40B4-BE49-F238E27FC236}">
                                  <a16:creationId xmlns:a16="http://schemas.microsoft.com/office/drawing/2014/main" id="{FDB639C5-244D-46A0-B4BE-094D6AAEDD6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624" name="3D Model 4623" descr="Sphere">
                                  <a:extLst>
                                    <a:ext uri="{FF2B5EF4-FFF2-40B4-BE49-F238E27FC236}">
                                      <a16:creationId xmlns:a16="http://schemas.microsoft.com/office/drawing/2014/main" id="{20EADB36-9CF7-4AFC-82F5-E3327C19636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690442149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625" name="Flowchart: Connector 4624">
                              <a:extLst>
                                <a:ext uri="{FF2B5EF4-FFF2-40B4-BE49-F238E27FC236}">
                                  <a16:creationId xmlns:a16="http://schemas.microsoft.com/office/drawing/2014/main" id="{9822A282-FF94-4FEB-B714-4485ED6E930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626" name="3D Model 4625" descr="Sphere">
                                  <a:extLst>
                                    <a:ext uri="{FF2B5EF4-FFF2-40B4-BE49-F238E27FC236}">
                                      <a16:creationId xmlns:a16="http://schemas.microsoft.com/office/drawing/2014/main" id="{03715B23-A728-4293-BB44-311504E2EAA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685657458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4569" name="Group 4568">
                            <a:extLst>
                              <a:ext uri="{FF2B5EF4-FFF2-40B4-BE49-F238E27FC236}">
                                <a16:creationId xmlns:a16="http://schemas.microsoft.com/office/drawing/2014/main" id="{380CC230-9D8F-4649-999E-11A80E87024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4603" name="Flowchart: Connector 4602">
                              <a:extLst>
                                <a:ext uri="{FF2B5EF4-FFF2-40B4-BE49-F238E27FC236}">
                                  <a16:creationId xmlns:a16="http://schemas.microsoft.com/office/drawing/2014/main" id="{EED6B4A9-54BE-428F-866F-07AF12E6AB2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604" name="Flowchart: Connector 4603">
                              <a:extLst>
                                <a:ext uri="{FF2B5EF4-FFF2-40B4-BE49-F238E27FC236}">
                                  <a16:creationId xmlns:a16="http://schemas.microsoft.com/office/drawing/2014/main" id="{CF941554-20C7-401E-A7F0-206B15410A4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605" name="Flowchart: Connector 4604">
                              <a:extLst>
                                <a:ext uri="{FF2B5EF4-FFF2-40B4-BE49-F238E27FC236}">
                                  <a16:creationId xmlns:a16="http://schemas.microsoft.com/office/drawing/2014/main" id="{3D1CB6BB-E730-4D59-92FA-FCC255988A3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606" name="Flowchart: Connector 4605">
                              <a:extLst>
                                <a:ext uri="{FF2B5EF4-FFF2-40B4-BE49-F238E27FC236}">
                                  <a16:creationId xmlns:a16="http://schemas.microsoft.com/office/drawing/2014/main" id="{3E1BD69C-D0DE-4C15-89E1-D8426A9445F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607" name="Flowchart: Connector 4606">
                              <a:extLst>
                                <a:ext uri="{FF2B5EF4-FFF2-40B4-BE49-F238E27FC236}">
                                  <a16:creationId xmlns:a16="http://schemas.microsoft.com/office/drawing/2014/main" id="{ED94F313-5AC1-490B-889D-B98478D68EC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608" name="Flowchart: Connector 4607">
                              <a:extLst>
                                <a:ext uri="{FF2B5EF4-FFF2-40B4-BE49-F238E27FC236}">
                                  <a16:creationId xmlns:a16="http://schemas.microsoft.com/office/drawing/2014/main" id="{4C5A9955-EAE0-4F97-9676-8C1A8BB0C9B5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609" name="Flowchart: Connector 4608">
                              <a:extLst>
                                <a:ext uri="{FF2B5EF4-FFF2-40B4-BE49-F238E27FC236}">
                                  <a16:creationId xmlns:a16="http://schemas.microsoft.com/office/drawing/2014/main" id="{A1772DF8-75C6-4EDE-9EFD-6375243D9EF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610" name="Flowchart: Connector 4609">
                              <a:extLst>
                                <a:ext uri="{FF2B5EF4-FFF2-40B4-BE49-F238E27FC236}">
                                  <a16:creationId xmlns:a16="http://schemas.microsoft.com/office/drawing/2014/main" id="{B35E4C50-B353-4816-AEE4-2D4D806A4B4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611" name="Flowchart: Connector 4610">
                              <a:extLst>
                                <a:ext uri="{FF2B5EF4-FFF2-40B4-BE49-F238E27FC236}">
                                  <a16:creationId xmlns:a16="http://schemas.microsoft.com/office/drawing/2014/main" id="{DE58B75D-AD08-46F6-AD32-A3B3379B946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612" name="3D Model 4611" descr="Sphere">
                                  <a:extLst>
                                    <a:ext uri="{FF2B5EF4-FFF2-40B4-BE49-F238E27FC236}">
                                      <a16:creationId xmlns:a16="http://schemas.microsoft.com/office/drawing/2014/main" id="{CAC92E08-69DF-4CE5-8923-0D68073A2F3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498748623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613" name="Flowchart: Connector 4612">
                              <a:extLst>
                                <a:ext uri="{FF2B5EF4-FFF2-40B4-BE49-F238E27FC236}">
                                  <a16:creationId xmlns:a16="http://schemas.microsoft.com/office/drawing/2014/main" id="{F5F5E3D5-CCEC-4124-9C4E-E61FE8B69B6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614" name="3D Model 4613" descr="Sphere">
                                  <a:extLst>
                                    <a:ext uri="{FF2B5EF4-FFF2-40B4-BE49-F238E27FC236}">
                                      <a16:creationId xmlns:a16="http://schemas.microsoft.com/office/drawing/2014/main" id="{F792EB0C-B9B8-4C06-BC85-7E46FB8C54F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131043968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615" name="Flowchart: Connector 4614">
                              <a:extLst>
                                <a:ext uri="{FF2B5EF4-FFF2-40B4-BE49-F238E27FC236}">
                                  <a16:creationId xmlns:a16="http://schemas.microsoft.com/office/drawing/2014/main" id="{8B170962-D1FC-4E3A-8BF9-1C0926DBD48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616" name="3D Model 4615" descr="Sphere">
                                  <a:extLst>
                                    <a:ext uri="{FF2B5EF4-FFF2-40B4-BE49-F238E27FC236}">
                                      <a16:creationId xmlns:a16="http://schemas.microsoft.com/office/drawing/2014/main" id="{9C3F654B-F229-44E5-AC04-78DF301F8D4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950891982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617" name="Flowchart: Connector 4616">
                              <a:extLst>
                                <a:ext uri="{FF2B5EF4-FFF2-40B4-BE49-F238E27FC236}">
                                  <a16:creationId xmlns:a16="http://schemas.microsoft.com/office/drawing/2014/main" id="{0A781A27-2FA5-4603-A25A-8CD154D3753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618" name="3D Model 4617" descr="Sphere">
                                  <a:extLst>
                                    <a:ext uri="{FF2B5EF4-FFF2-40B4-BE49-F238E27FC236}">
                                      <a16:creationId xmlns:a16="http://schemas.microsoft.com/office/drawing/2014/main" id="{79CEB0C3-77A0-44BC-8CDA-5D59769B491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80962404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4570" name="Group 4569">
                            <a:extLst>
                              <a:ext uri="{FF2B5EF4-FFF2-40B4-BE49-F238E27FC236}">
                                <a16:creationId xmlns:a16="http://schemas.microsoft.com/office/drawing/2014/main" id="{A13C6D5B-EC37-46A9-B8B1-1E985970B3E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4587" name="Flowchart: Connector 4586">
                              <a:extLst>
                                <a:ext uri="{FF2B5EF4-FFF2-40B4-BE49-F238E27FC236}">
                                  <a16:creationId xmlns:a16="http://schemas.microsoft.com/office/drawing/2014/main" id="{F7D217AF-87B9-47ED-9DA7-38DC1F57725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588" name="Flowchart: Connector 4587">
                              <a:extLst>
                                <a:ext uri="{FF2B5EF4-FFF2-40B4-BE49-F238E27FC236}">
                                  <a16:creationId xmlns:a16="http://schemas.microsoft.com/office/drawing/2014/main" id="{60C7F2F9-4A29-4164-9963-386299BCB03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589" name="Flowchart: Connector 4588">
                              <a:extLst>
                                <a:ext uri="{FF2B5EF4-FFF2-40B4-BE49-F238E27FC236}">
                                  <a16:creationId xmlns:a16="http://schemas.microsoft.com/office/drawing/2014/main" id="{40E65F52-2ACB-428D-9266-1457B950D75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590" name="Flowchart: Connector 4589">
                              <a:extLst>
                                <a:ext uri="{FF2B5EF4-FFF2-40B4-BE49-F238E27FC236}">
                                  <a16:creationId xmlns:a16="http://schemas.microsoft.com/office/drawing/2014/main" id="{8D6FB8E4-AA78-429B-90D7-601BF31B7345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591" name="Flowchart: Connector 4590">
                              <a:extLst>
                                <a:ext uri="{FF2B5EF4-FFF2-40B4-BE49-F238E27FC236}">
                                  <a16:creationId xmlns:a16="http://schemas.microsoft.com/office/drawing/2014/main" id="{EDC800D6-D468-4FA2-A890-28E14114038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592" name="Flowchart: Connector 4591">
                              <a:extLst>
                                <a:ext uri="{FF2B5EF4-FFF2-40B4-BE49-F238E27FC236}">
                                  <a16:creationId xmlns:a16="http://schemas.microsoft.com/office/drawing/2014/main" id="{D2C4B38D-B105-4125-8F83-81B438260AB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593" name="Flowchart: Connector 4592">
                              <a:extLst>
                                <a:ext uri="{FF2B5EF4-FFF2-40B4-BE49-F238E27FC236}">
                                  <a16:creationId xmlns:a16="http://schemas.microsoft.com/office/drawing/2014/main" id="{302B3141-E5F2-4509-9865-53E4023C0C4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594" name="Flowchart: Connector 4593">
                              <a:extLst>
                                <a:ext uri="{FF2B5EF4-FFF2-40B4-BE49-F238E27FC236}">
                                  <a16:creationId xmlns:a16="http://schemas.microsoft.com/office/drawing/2014/main" id="{BD494776-5FAB-47E5-856D-A675CC9F5C2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4595" name="Flowchart: Connector 4594">
                              <a:extLst>
                                <a:ext uri="{FF2B5EF4-FFF2-40B4-BE49-F238E27FC236}">
                                  <a16:creationId xmlns:a16="http://schemas.microsoft.com/office/drawing/2014/main" id="{51237E4F-D039-407E-A480-CBD4D99CCD0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596" name="3D Model 4595" descr="Sphere">
                                  <a:extLst>
                                    <a:ext uri="{FF2B5EF4-FFF2-40B4-BE49-F238E27FC236}">
                                      <a16:creationId xmlns:a16="http://schemas.microsoft.com/office/drawing/2014/main" id="{E886CA43-BB6F-429F-9E8F-6B85C2AD7B1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771330574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597" name="Flowchart: Connector 4596">
                              <a:extLst>
                                <a:ext uri="{FF2B5EF4-FFF2-40B4-BE49-F238E27FC236}">
                                  <a16:creationId xmlns:a16="http://schemas.microsoft.com/office/drawing/2014/main" id="{8952164F-796F-4247-BF24-4930100A48E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598" name="3D Model 4597" descr="Sphere">
                                  <a:extLst>
                                    <a:ext uri="{FF2B5EF4-FFF2-40B4-BE49-F238E27FC236}">
                                      <a16:creationId xmlns:a16="http://schemas.microsoft.com/office/drawing/2014/main" id="{E9463DFB-7F0B-4EA7-AAC2-91A411A1E38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8802919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599" name="Flowchart: Connector 4598">
                              <a:extLst>
                                <a:ext uri="{FF2B5EF4-FFF2-40B4-BE49-F238E27FC236}">
                                  <a16:creationId xmlns:a16="http://schemas.microsoft.com/office/drawing/2014/main" id="{6D494E25-FEDC-46C4-B1D6-E61EED0E5A4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600" name="3D Model 4599" descr="Sphere">
                                  <a:extLst>
                                    <a:ext uri="{FF2B5EF4-FFF2-40B4-BE49-F238E27FC236}">
                                      <a16:creationId xmlns:a16="http://schemas.microsoft.com/office/drawing/2014/main" id="{0D2C8C5A-542D-4406-9160-25565EC0589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637714420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4601" name="Flowchart: Connector 4600">
                              <a:extLst>
                                <a:ext uri="{FF2B5EF4-FFF2-40B4-BE49-F238E27FC236}">
                                  <a16:creationId xmlns:a16="http://schemas.microsoft.com/office/drawing/2014/main" id="{387FE07E-7941-4D8C-8690-1C2E8443DC1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4602" name="3D Model 4601" descr="Sphere">
                                  <a:extLst>
                                    <a:ext uri="{FF2B5EF4-FFF2-40B4-BE49-F238E27FC236}">
                                      <a16:creationId xmlns:a16="http://schemas.microsoft.com/office/drawing/2014/main" id="{14D2AC3E-13CF-43CE-988F-6C444965F53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155713002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4571" name="Flowchart: Connector 4570">
                            <a:extLst>
                              <a:ext uri="{FF2B5EF4-FFF2-40B4-BE49-F238E27FC236}">
                                <a16:creationId xmlns:a16="http://schemas.microsoft.com/office/drawing/2014/main" id="{7B504CBE-37CC-4331-9969-60B1DFC47CB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572" name="Flowchart: Connector 4571">
                            <a:extLst>
                              <a:ext uri="{FF2B5EF4-FFF2-40B4-BE49-F238E27FC236}">
                                <a16:creationId xmlns:a16="http://schemas.microsoft.com/office/drawing/2014/main" id="{2B50AA6C-C3E3-4347-8167-5A703F479D0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573" name="Flowchart: Connector 4572">
                            <a:extLst>
                              <a:ext uri="{FF2B5EF4-FFF2-40B4-BE49-F238E27FC236}">
                                <a16:creationId xmlns:a16="http://schemas.microsoft.com/office/drawing/2014/main" id="{7CBABF3A-359A-4372-BC14-811E379E22B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574" name="Flowchart: Connector 4573">
                            <a:extLst>
                              <a:ext uri="{FF2B5EF4-FFF2-40B4-BE49-F238E27FC236}">
                                <a16:creationId xmlns:a16="http://schemas.microsoft.com/office/drawing/2014/main" id="{39CBA4A5-243A-4402-8743-36236B464B9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575" name="Flowchart: Connector 4574">
                            <a:extLst>
                              <a:ext uri="{FF2B5EF4-FFF2-40B4-BE49-F238E27FC236}">
                                <a16:creationId xmlns:a16="http://schemas.microsoft.com/office/drawing/2014/main" id="{1A20AD23-25C0-4081-8ED9-B94B56A52D9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576" name="Flowchart: Connector 4575">
                            <a:extLst>
                              <a:ext uri="{FF2B5EF4-FFF2-40B4-BE49-F238E27FC236}">
                                <a16:creationId xmlns:a16="http://schemas.microsoft.com/office/drawing/2014/main" id="{C1A05289-AF0B-4486-AFE8-25925654272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577" name="Flowchart: Connector 4576">
                            <a:extLst>
                              <a:ext uri="{FF2B5EF4-FFF2-40B4-BE49-F238E27FC236}">
                                <a16:creationId xmlns:a16="http://schemas.microsoft.com/office/drawing/2014/main" id="{48E239D2-EE56-4B69-97DE-25A88A1A9AC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578" name="Flowchart: Connector 4577">
                            <a:extLst>
                              <a:ext uri="{FF2B5EF4-FFF2-40B4-BE49-F238E27FC236}">
                                <a16:creationId xmlns:a16="http://schemas.microsoft.com/office/drawing/2014/main" id="{A974E407-C911-4156-865E-DCAA7C501BC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579" name="Flowchart: Connector 4578">
                            <a:extLst>
                              <a:ext uri="{FF2B5EF4-FFF2-40B4-BE49-F238E27FC236}">
                                <a16:creationId xmlns:a16="http://schemas.microsoft.com/office/drawing/2014/main" id="{F699C7E9-5428-4174-805F-8EEB4332B8B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580" name="3D Model 4579" descr="Sphere">
                                <a:extLst>
                                  <a:ext uri="{FF2B5EF4-FFF2-40B4-BE49-F238E27FC236}">
                                    <a16:creationId xmlns:a16="http://schemas.microsoft.com/office/drawing/2014/main" id="{7058EFDB-C31D-47D5-A509-AA52ACBD6DD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569988713"/>
                                  </p:ext>
                                </p:extLst>
                              </p:nvPr>
                            </p:nvGraphicFramePr>
                            <p:xfrm>
                              <a:off x="2127272" y="1515698"/>
                              <a:ext cx="299738" cy="29973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7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4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76" name="3D Model 2375" descr="Sphere">
                                <a:extLst>
                                  <a:ext uri="{FF2B5EF4-FFF2-40B4-BE49-F238E27FC236}">
                                    <a16:creationId xmlns:a16="http://schemas.microsoft.com/office/drawing/2014/main" id="{F023D1BE-0C79-4CDE-8EA3-4F39E108417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371762" y="2244237"/>
                                <a:ext cx="52067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581" name="Flowchart: Connector 4580">
                            <a:extLst>
                              <a:ext uri="{FF2B5EF4-FFF2-40B4-BE49-F238E27FC236}">
                                <a16:creationId xmlns:a16="http://schemas.microsoft.com/office/drawing/2014/main" id="{7365A986-885E-4C61-AEF3-529831A22ED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582" name="3D Model 4581" descr="Sphere">
                                <a:extLst>
                                  <a:ext uri="{FF2B5EF4-FFF2-40B4-BE49-F238E27FC236}">
                                    <a16:creationId xmlns:a16="http://schemas.microsoft.com/office/drawing/2014/main" id="{4EDEF27C-4538-4191-925E-51B31310768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264135165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78" name="3D Model 2377" descr="Sphere">
                                <a:extLst>
                                  <a:ext uri="{FF2B5EF4-FFF2-40B4-BE49-F238E27FC236}">
                                    <a16:creationId xmlns:a16="http://schemas.microsoft.com/office/drawing/2014/main" id="{6938B4EF-3256-4C00-A686-FB3CB936C85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413002" y="2256301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583" name="Flowchart: Connector 4582">
                            <a:extLst>
                              <a:ext uri="{FF2B5EF4-FFF2-40B4-BE49-F238E27FC236}">
                                <a16:creationId xmlns:a16="http://schemas.microsoft.com/office/drawing/2014/main" id="{799961D1-EF2E-40B0-B5B2-ECFCFC3ED11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6940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584" name="3D Model 4583" descr="Sphere">
                                <a:extLst>
                                  <a:ext uri="{FF2B5EF4-FFF2-40B4-BE49-F238E27FC236}">
                                    <a16:creationId xmlns:a16="http://schemas.microsoft.com/office/drawing/2014/main" id="{A2B5FD3B-35DC-4FDC-B8CC-0F2AABA2E43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76249251"/>
                                  </p:ext>
                                </p:extLst>
                              </p:nvPr>
                            </p:nvGraphicFramePr>
                            <p:xfrm>
                              <a:off x="2609177" y="164853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80" name="3D Model 2379" descr="Sphere">
                                <a:extLst>
                                  <a:ext uri="{FF2B5EF4-FFF2-40B4-BE49-F238E27FC236}">
                                    <a16:creationId xmlns:a16="http://schemas.microsoft.com/office/drawing/2014/main" id="{5A8AD254-3502-4D34-8F7C-7138B2F3BD8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455472" y="2269256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585" name="Flowchart: Connector 4584">
                            <a:extLst>
                              <a:ext uri="{FF2B5EF4-FFF2-40B4-BE49-F238E27FC236}">
                                <a16:creationId xmlns:a16="http://schemas.microsoft.com/office/drawing/2014/main" id="{8898EBE1-99F8-4B35-A968-A22B0659397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586" name="3D Model 4585" descr="Sphere">
                                <a:extLst>
                                  <a:ext uri="{FF2B5EF4-FFF2-40B4-BE49-F238E27FC236}">
                                    <a16:creationId xmlns:a16="http://schemas.microsoft.com/office/drawing/2014/main" id="{7DE818C1-8D9A-47E9-8B22-11BA88CAF0E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143896126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82" name="3D Model 2381" descr="Sphere">
                                <a:extLst>
                                  <a:ext uri="{FF2B5EF4-FFF2-40B4-BE49-F238E27FC236}">
                                    <a16:creationId xmlns:a16="http://schemas.microsoft.com/office/drawing/2014/main" id="{4DE5AE29-0B23-45F6-8942-9226492B431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502098" y="2284335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sp>
                    <p:nvSpPr>
                      <p:cNvPr id="4498" name="Flowchart: Connector 4497">
                        <a:extLst>
                          <a:ext uri="{FF2B5EF4-FFF2-40B4-BE49-F238E27FC236}">
                            <a16:creationId xmlns:a16="http://schemas.microsoft.com/office/drawing/2014/main" id="{6AD99D17-AE1B-4142-970A-36BA7EE5AFE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06374" y="21384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499" name="Flowchart: Connector 4498">
                        <a:extLst>
                          <a:ext uri="{FF2B5EF4-FFF2-40B4-BE49-F238E27FC236}">
                            <a16:creationId xmlns:a16="http://schemas.microsoft.com/office/drawing/2014/main" id="{0448A1AD-993A-46F1-9B78-4985E652E4A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886236" y="22322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500" name="Flowchart: Connector 4499">
                        <a:extLst>
                          <a:ext uri="{FF2B5EF4-FFF2-40B4-BE49-F238E27FC236}">
                            <a16:creationId xmlns:a16="http://schemas.microsoft.com/office/drawing/2014/main" id="{AECEC328-6E51-4F8C-AB57-24589589D63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952806" y="22254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501" name="Flowchart: Connector 4500">
                        <a:extLst>
                          <a:ext uri="{FF2B5EF4-FFF2-40B4-BE49-F238E27FC236}">
                            <a16:creationId xmlns:a16="http://schemas.microsoft.com/office/drawing/2014/main" id="{175D4843-097F-427C-9072-88D739B8924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0272" y="25040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502" name="Flowchart: Connector 4501">
                        <a:extLst>
                          <a:ext uri="{FF2B5EF4-FFF2-40B4-BE49-F238E27FC236}">
                            <a16:creationId xmlns:a16="http://schemas.microsoft.com/office/drawing/2014/main" id="{44FAFF34-208F-483C-B057-3E3477AACAA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20633" y="28301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503" name="Flowchart: Connector 4502">
                        <a:extLst>
                          <a:ext uri="{FF2B5EF4-FFF2-40B4-BE49-F238E27FC236}">
                            <a16:creationId xmlns:a16="http://schemas.microsoft.com/office/drawing/2014/main" id="{7EB988A0-912F-4193-83D9-2E67EDFA53A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29128" y="231321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504" name="Flowchart: Connector 4503">
                        <a:extLst>
                          <a:ext uri="{FF2B5EF4-FFF2-40B4-BE49-F238E27FC236}">
                            <a16:creationId xmlns:a16="http://schemas.microsoft.com/office/drawing/2014/main" id="{14CC55BA-144B-44EB-A5A7-8D00305371C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211385" y="230237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505" name="Flowchart: Connector 4504">
                        <a:extLst>
                          <a:ext uri="{FF2B5EF4-FFF2-40B4-BE49-F238E27FC236}">
                            <a16:creationId xmlns:a16="http://schemas.microsoft.com/office/drawing/2014/main" id="{2B58EBF1-C7B9-432F-BBF4-CCEC150E062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1097" y="31484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grpSp>
                    <p:nvGrpSpPr>
                      <p:cNvPr id="4506" name="Group 4505">
                        <a:extLst>
                          <a:ext uri="{FF2B5EF4-FFF2-40B4-BE49-F238E27FC236}">
                            <a16:creationId xmlns:a16="http://schemas.microsoft.com/office/drawing/2014/main" id="{8E35003A-E63A-49E3-AAD8-9A8D40ABAA9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20511" y="2127869"/>
                        <a:ext cx="1073693" cy="1496391"/>
                        <a:chOff x="2114936" y="1503359"/>
                        <a:chExt cx="1073693" cy="1496391"/>
                      </a:xfrm>
                    </p:grpSpPr>
                    <p:grpSp>
                      <p:nvGrpSpPr>
                        <p:cNvPr id="4507" name="Group 4506">
                          <a:extLst>
                            <a:ext uri="{FF2B5EF4-FFF2-40B4-BE49-F238E27FC236}">
                              <a16:creationId xmlns:a16="http://schemas.microsoft.com/office/drawing/2014/main" id="{5A065504-36F8-44EB-A698-4505D499A4C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7974" y="2474038"/>
                          <a:ext cx="1060655" cy="525712"/>
                          <a:chOff x="3721252" y="1733424"/>
                          <a:chExt cx="1060655" cy="525712"/>
                        </a:xfrm>
                      </p:grpSpPr>
                      <p:sp>
                        <p:nvSpPr>
                          <p:cNvPr id="4558" name="Flowchart: Connector 4557">
                            <a:extLst>
                              <a:ext uri="{FF2B5EF4-FFF2-40B4-BE49-F238E27FC236}">
                                <a16:creationId xmlns:a16="http://schemas.microsoft.com/office/drawing/2014/main" id="{51335188-54B4-4D5D-8B66-C0EB3998C7D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559" name="3D Model 4558" descr="Sphere">
                                <a:extLst>
                                  <a:ext uri="{FF2B5EF4-FFF2-40B4-BE49-F238E27FC236}">
                                    <a16:creationId xmlns:a16="http://schemas.microsoft.com/office/drawing/2014/main" id="{4C141E9B-9C6E-45BB-AC2D-4918DBA6F99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174806899"/>
                                  </p:ext>
                                </p:extLst>
                              </p:nvPr>
                            </p:nvGraphicFramePr>
                            <p:xfrm>
                              <a:off x="3721252" y="1733424"/>
                              <a:ext cx="299739" cy="299738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6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55" name="3D Model 2354" descr="Sphere">
                                <a:extLst>
                                  <a:ext uri="{FF2B5EF4-FFF2-40B4-BE49-F238E27FC236}">
                                    <a16:creationId xmlns:a16="http://schemas.microsoft.com/office/drawing/2014/main" id="{A71A5324-BD5D-42F8-88C7-F411B8155E6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331932" y="2452039"/>
                                <a:ext cx="52066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560" name="Flowchart: Connector 4559">
                            <a:extLst>
                              <a:ext uri="{FF2B5EF4-FFF2-40B4-BE49-F238E27FC236}">
                                <a16:creationId xmlns:a16="http://schemas.microsoft.com/office/drawing/2014/main" id="{0BBAAD38-44B5-4E9F-A38C-8B892966F4E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561" name="3D Model 4560" descr="Sphere">
                                <a:extLst>
                                  <a:ext uri="{FF2B5EF4-FFF2-40B4-BE49-F238E27FC236}">
                                    <a16:creationId xmlns:a16="http://schemas.microsoft.com/office/drawing/2014/main" id="{70902A6C-CC80-4D27-BA84-AB010EBBFA7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78388404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562" name="Flowchart: Connector 4561">
                            <a:extLst>
                              <a:ext uri="{FF2B5EF4-FFF2-40B4-BE49-F238E27FC236}">
                                <a16:creationId xmlns:a16="http://schemas.microsoft.com/office/drawing/2014/main" id="{D3497948-500B-412A-980A-A5E74164BD3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563" name="3D Model 4562" descr="Sphere">
                                <a:extLst>
                                  <a:ext uri="{FF2B5EF4-FFF2-40B4-BE49-F238E27FC236}">
                                    <a16:creationId xmlns:a16="http://schemas.microsoft.com/office/drawing/2014/main" id="{39D8E96D-8BF9-43DC-BD0F-902771F5BB2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717591290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564" name="Flowchart: Connector 4563">
                            <a:extLst>
                              <a:ext uri="{FF2B5EF4-FFF2-40B4-BE49-F238E27FC236}">
                                <a16:creationId xmlns:a16="http://schemas.microsoft.com/office/drawing/2014/main" id="{BB8A8FD4-90A3-4E8D-80C8-9F40B225096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565" name="3D Model 4564" descr="Sphere">
                                <a:extLst>
                                  <a:ext uri="{FF2B5EF4-FFF2-40B4-BE49-F238E27FC236}">
                                    <a16:creationId xmlns:a16="http://schemas.microsoft.com/office/drawing/2014/main" id="{DB80A78B-5726-4413-9C13-DFBAF36042A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801921094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8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4508" name="Group 4507">
                          <a:extLst>
                            <a:ext uri="{FF2B5EF4-FFF2-40B4-BE49-F238E27FC236}">
                              <a16:creationId xmlns:a16="http://schemas.microsoft.com/office/drawing/2014/main" id="{48B561FB-8492-47D8-9B02-6179018354C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4615" y="2140429"/>
                          <a:ext cx="1064014" cy="637179"/>
                          <a:chOff x="3717893" y="1719497"/>
                          <a:chExt cx="1064014" cy="637179"/>
                        </a:xfrm>
                      </p:grpSpPr>
                      <p:sp>
                        <p:nvSpPr>
                          <p:cNvPr id="4542" name="Flowchart: Connector 4541">
                            <a:extLst>
                              <a:ext uri="{FF2B5EF4-FFF2-40B4-BE49-F238E27FC236}">
                                <a16:creationId xmlns:a16="http://schemas.microsoft.com/office/drawing/2014/main" id="{BC8FFA07-8A24-4791-965B-1E87EBB6A0F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543" name="Flowchart: Connector 4542">
                            <a:extLst>
                              <a:ext uri="{FF2B5EF4-FFF2-40B4-BE49-F238E27FC236}">
                                <a16:creationId xmlns:a16="http://schemas.microsoft.com/office/drawing/2014/main" id="{4230DC76-8161-40EE-B9AE-DCE2137BA89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544" name="Flowchart: Connector 4543">
                            <a:extLst>
                              <a:ext uri="{FF2B5EF4-FFF2-40B4-BE49-F238E27FC236}">
                                <a16:creationId xmlns:a16="http://schemas.microsoft.com/office/drawing/2014/main" id="{38447AF9-1C5B-40AE-8F74-E67270CFBC4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545" name="Flowchart: Connector 4544">
                            <a:extLst>
                              <a:ext uri="{FF2B5EF4-FFF2-40B4-BE49-F238E27FC236}">
                                <a16:creationId xmlns:a16="http://schemas.microsoft.com/office/drawing/2014/main" id="{92576BB1-C2B1-4084-B916-B09A3F221C0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546" name="Flowchart: Connector 4545">
                            <a:extLst>
                              <a:ext uri="{FF2B5EF4-FFF2-40B4-BE49-F238E27FC236}">
                                <a16:creationId xmlns:a16="http://schemas.microsoft.com/office/drawing/2014/main" id="{E1507FCC-294E-47D5-813D-EBD0EAB3FDE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547" name="Flowchart: Connector 4546">
                            <a:extLst>
                              <a:ext uri="{FF2B5EF4-FFF2-40B4-BE49-F238E27FC236}">
                                <a16:creationId xmlns:a16="http://schemas.microsoft.com/office/drawing/2014/main" id="{9EA4313F-08EF-4068-8734-EF3C09815B6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548" name="Flowchart: Connector 4547">
                            <a:extLst>
                              <a:ext uri="{FF2B5EF4-FFF2-40B4-BE49-F238E27FC236}">
                                <a16:creationId xmlns:a16="http://schemas.microsoft.com/office/drawing/2014/main" id="{A7D16B24-7128-47CC-977C-2E8959335C1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549" name="Flowchart: Connector 4548">
                            <a:extLst>
                              <a:ext uri="{FF2B5EF4-FFF2-40B4-BE49-F238E27FC236}">
                                <a16:creationId xmlns:a16="http://schemas.microsoft.com/office/drawing/2014/main" id="{9CE39547-0109-4A51-9F3D-D7C7A4B4B25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550" name="Flowchart: Connector 4549">
                            <a:extLst>
                              <a:ext uri="{FF2B5EF4-FFF2-40B4-BE49-F238E27FC236}">
                                <a16:creationId xmlns:a16="http://schemas.microsoft.com/office/drawing/2014/main" id="{3DDAB616-AF58-4004-871C-3B0040370FF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551" name="3D Model 4550" descr="Sphere">
                                <a:extLst>
                                  <a:ext uri="{FF2B5EF4-FFF2-40B4-BE49-F238E27FC236}">
                                    <a16:creationId xmlns:a16="http://schemas.microsoft.com/office/drawing/2014/main" id="{9137DAF9-4CDC-4779-8CC9-758886BB272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14838505"/>
                                  </p:ext>
                                </p:extLst>
                              </p:nvPr>
                            </p:nvGraphicFramePr>
                            <p:xfrm>
                              <a:off x="3717893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47" name="3D Model 2346" descr="Sphere">
                                <a:extLst>
                                  <a:ext uri="{FF2B5EF4-FFF2-40B4-BE49-F238E27FC236}">
                                    <a16:creationId xmlns:a16="http://schemas.microsoft.com/office/drawing/2014/main" id="{710752FE-4405-4360-92F6-9B67BBC6E76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331348" y="238920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552" name="Flowchart: Connector 4551">
                            <a:extLst>
                              <a:ext uri="{FF2B5EF4-FFF2-40B4-BE49-F238E27FC236}">
                                <a16:creationId xmlns:a16="http://schemas.microsoft.com/office/drawing/2014/main" id="{25BB5006-48E4-44EA-9454-98F179AE677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553" name="3D Model 4552" descr="Sphere">
                                <a:extLst>
                                  <a:ext uri="{FF2B5EF4-FFF2-40B4-BE49-F238E27FC236}">
                                    <a16:creationId xmlns:a16="http://schemas.microsoft.com/office/drawing/2014/main" id="{D5907983-E5CD-4211-B927-2239E084DFF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52757698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554" name="Flowchart: Connector 4553">
                            <a:extLst>
                              <a:ext uri="{FF2B5EF4-FFF2-40B4-BE49-F238E27FC236}">
                                <a16:creationId xmlns:a16="http://schemas.microsoft.com/office/drawing/2014/main" id="{AE44A4D9-FC7C-4312-8813-6DD3981DFB6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555" name="3D Model 4554" descr="Sphere">
                                <a:extLst>
                                  <a:ext uri="{FF2B5EF4-FFF2-40B4-BE49-F238E27FC236}">
                                    <a16:creationId xmlns:a16="http://schemas.microsoft.com/office/drawing/2014/main" id="{1B751763-7F61-4926-A89D-DC3641F0729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620081577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556" name="Flowchart: Connector 4555">
                            <a:extLst>
                              <a:ext uri="{FF2B5EF4-FFF2-40B4-BE49-F238E27FC236}">
                                <a16:creationId xmlns:a16="http://schemas.microsoft.com/office/drawing/2014/main" id="{6262B818-4E74-409C-AF52-70C60CA4F81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557" name="3D Model 4556" descr="Sphere">
                                <a:extLst>
                                  <a:ext uri="{FF2B5EF4-FFF2-40B4-BE49-F238E27FC236}">
                                    <a16:creationId xmlns:a16="http://schemas.microsoft.com/office/drawing/2014/main" id="{0FCF4A94-5583-462C-BA2D-C63C3F09A7F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015932605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4509" name="Group 4508">
                          <a:extLst>
                            <a:ext uri="{FF2B5EF4-FFF2-40B4-BE49-F238E27FC236}">
                              <a16:creationId xmlns:a16="http://schemas.microsoft.com/office/drawing/2014/main" id="{0EF357D7-8731-4292-86CC-0C4BCED6DDA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936" y="1817250"/>
                          <a:ext cx="1064014" cy="643455"/>
                          <a:chOff x="3717893" y="1713221"/>
                          <a:chExt cx="1064014" cy="643455"/>
                        </a:xfrm>
                      </p:grpSpPr>
                      <p:sp>
                        <p:nvSpPr>
                          <p:cNvPr id="4526" name="Flowchart: Connector 4525">
                            <a:extLst>
                              <a:ext uri="{FF2B5EF4-FFF2-40B4-BE49-F238E27FC236}">
                                <a16:creationId xmlns:a16="http://schemas.microsoft.com/office/drawing/2014/main" id="{12B0D6FA-2B88-40E6-B825-C72FEEEBEE9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527" name="Flowchart: Connector 4526">
                            <a:extLst>
                              <a:ext uri="{FF2B5EF4-FFF2-40B4-BE49-F238E27FC236}">
                                <a16:creationId xmlns:a16="http://schemas.microsoft.com/office/drawing/2014/main" id="{A8083642-6A02-45FE-AFA8-87F7FC259A1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528" name="Flowchart: Connector 4527">
                            <a:extLst>
                              <a:ext uri="{FF2B5EF4-FFF2-40B4-BE49-F238E27FC236}">
                                <a16:creationId xmlns:a16="http://schemas.microsoft.com/office/drawing/2014/main" id="{49CAE130-2245-434A-9202-7BBE6F9C580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529" name="Flowchart: Connector 4528">
                            <a:extLst>
                              <a:ext uri="{FF2B5EF4-FFF2-40B4-BE49-F238E27FC236}">
                                <a16:creationId xmlns:a16="http://schemas.microsoft.com/office/drawing/2014/main" id="{35F3C897-E765-417E-9370-2F0BA87349B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530" name="Flowchart: Connector 4529">
                            <a:extLst>
                              <a:ext uri="{FF2B5EF4-FFF2-40B4-BE49-F238E27FC236}">
                                <a16:creationId xmlns:a16="http://schemas.microsoft.com/office/drawing/2014/main" id="{7675A661-1891-43E4-90DF-E2879D3F80D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531" name="Flowchart: Connector 4530">
                            <a:extLst>
                              <a:ext uri="{FF2B5EF4-FFF2-40B4-BE49-F238E27FC236}">
                                <a16:creationId xmlns:a16="http://schemas.microsoft.com/office/drawing/2014/main" id="{49974D1B-3143-486A-9E87-6E145A9AE38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532" name="Flowchart: Connector 4531">
                            <a:extLst>
                              <a:ext uri="{FF2B5EF4-FFF2-40B4-BE49-F238E27FC236}">
                                <a16:creationId xmlns:a16="http://schemas.microsoft.com/office/drawing/2014/main" id="{CB5637B0-35FE-4CF0-A050-9D9C23DA8C0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533" name="Flowchart: Connector 4532">
                            <a:extLst>
                              <a:ext uri="{FF2B5EF4-FFF2-40B4-BE49-F238E27FC236}">
                                <a16:creationId xmlns:a16="http://schemas.microsoft.com/office/drawing/2014/main" id="{B7FEC18E-57F7-4F2E-B638-FC20915171A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4534" name="Flowchart: Connector 4533">
                            <a:extLst>
                              <a:ext uri="{FF2B5EF4-FFF2-40B4-BE49-F238E27FC236}">
                                <a16:creationId xmlns:a16="http://schemas.microsoft.com/office/drawing/2014/main" id="{511AA65C-B208-4542-A83C-46B6CFCC164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535" name="3D Model 4534" descr="Sphere">
                                <a:extLst>
                                  <a:ext uri="{FF2B5EF4-FFF2-40B4-BE49-F238E27FC236}">
                                    <a16:creationId xmlns:a16="http://schemas.microsoft.com/office/drawing/2014/main" id="{5DD5E29F-F4BD-49C1-BB1F-2D8895C4538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569065480"/>
                                  </p:ext>
                                </p:extLst>
                              </p:nvPr>
                            </p:nvGraphicFramePr>
                            <p:xfrm>
                              <a:off x="3717893" y="171322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31" name="3D Model 2330" descr="Sphere">
                                <a:extLst>
                                  <a:ext uri="{FF2B5EF4-FFF2-40B4-BE49-F238E27FC236}">
                                    <a16:creationId xmlns:a16="http://schemas.microsoft.com/office/drawing/2014/main" id="{64AAC4F8-9AE2-4F87-9607-1B52D85FFE9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329667" y="232833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536" name="Flowchart: Connector 4535">
                            <a:extLst>
                              <a:ext uri="{FF2B5EF4-FFF2-40B4-BE49-F238E27FC236}">
                                <a16:creationId xmlns:a16="http://schemas.microsoft.com/office/drawing/2014/main" id="{012E554F-45BC-4E11-94EC-7359712B0F8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537" name="3D Model 4536" descr="Sphere">
                                <a:extLst>
                                  <a:ext uri="{FF2B5EF4-FFF2-40B4-BE49-F238E27FC236}">
                                    <a16:creationId xmlns:a16="http://schemas.microsoft.com/office/drawing/2014/main" id="{D7A12AE2-2B16-43EB-8FA9-6155C630DF6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145433075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33" name="3D Model 2332" descr="Sphere">
                                <a:extLst>
                                  <a:ext uri="{FF2B5EF4-FFF2-40B4-BE49-F238E27FC236}">
                                    <a16:creationId xmlns:a16="http://schemas.microsoft.com/office/drawing/2014/main" id="{97C86172-769E-42B1-B365-ECA5E9762E2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371368" y="234420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538" name="Flowchart: Connector 4537">
                            <a:extLst>
                              <a:ext uri="{FF2B5EF4-FFF2-40B4-BE49-F238E27FC236}">
                                <a16:creationId xmlns:a16="http://schemas.microsoft.com/office/drawing/2014/main" id="{BDE06254-8CFF-42A2-960C-0421675E990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539" name="3D Model 4538" descr="Sphere">
                                <a:extLst>
                                  <a:ext uri="{FF2B5EF4-FFF2-40B4-BE49-F238E27FC236}">
                                    <a16:creationId xmlns:a16="http://schemas.microsoft.com/office/drawing/2014/main" id="{8B9B0B8F-DEF8-4843-8806-D2471F2F3CB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699593834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4540" name="Flowchart: Connector 4539">
                            <a:extLst>
                              <a:ext uri="{FF2B5EF4-FFF2-40B4-BE49-F238E27FC236}">
                                <a16:creationId xmlns:a16="http://schemas.microsoft.com/office/drawing/2014/main" id="{6DA8F9DD-8724-4F1C-B4F1-4E2AC16164C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4541" name="3D Model 4540" descr="Sphere">
                                <a:extLst>
                                  <a:ext uri="{FF2B5EF4-FFF2-40B4-BE49-F238E27FC236}">
                                    <a16:creationId xmlns:a16="http://schemas.microsoft.com/office/drawing/2014/main" id="{BA7530D2-98D8-424C-B290-36A3082AA5F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72707996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4510" name="Flowchart: Connector 4509">
                          <a:extLst>
                            <a:ext uri="{FF2B5EF4-FFF2-40B4-BE49-F238E27FC236}">
                              <a16:creationId xmlns:a16="http://schemas.microsoft.com/office/drawing/2014/main" id="{B38F6684-E287-4363-A57D-97B06889F01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511" name="Flowchart: Connector 4510">
                          <a:extLst>
                            <a:ext uri="{FF2B5EF4-FFF2-40B4-BE49-F238E27FC236}">
                              <a16:creationId xmlns:a16="http://schemas.microsoft.com/office/drawing/2014/main" id="{A6CFE56E-83BF-4AD0-80A9-093DA864E3C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512" name="Flowchart: Connector 4511">
                          <a:extLst>
                            <a:ext uri="{FF2B5EF4-FFF2-40B4-BE49-F238E27FC236}">
                              <a16:creationId xmlns:a16="http://schemas.microsoft.com/office/drawing/2014/main" id="{E309703E-08EA-44FC-8D6B-2EFC3C804CA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26347" y="177334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513" name="Flowchart: Connector 4512">
                          <a:extLst>
                            <a:ext uri="{FF2B5EF4-FFF2-40B4-BE49-F238E27FC236}">
                              <a16:creationId xmlns:a16="http://schemas.microsoft.com/office/drawing/2014/main" id="{EEF00DCA-0A16-41FE-A220-759F32946D9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514" name="Flowchart: Connector 4513">
                          <a:extLst>
                            <a:ext uri="{FF2B5EF4-FFF2-40B4-BE49-F238E27FC236}">
                              <a16:creationId xmlns:a16="http://schemas.microsoft.com/office/drawing/2014/main" id="{B9AFEDED-399C-4AB7-8EBC-B697BA267FF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515" name="Flowchart: Connector 4514">
                          <a:extLst>
                            <a:ext uri="{FF2B5EF4-FFF2-40B4-BE49-F238E27FC236}">
                              <a16:creationId xmlns:a16="http://schemas.microsoft.com/office/drawing/2014/main" id="{6E41A7A5-D5C5-47D8-A566-BA2BEC1496F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516" name="Flowchart: Connector 4515">
                          <a:extLst>
                            <a:ext uri="{FF2B5EF4-FFF2-40B4-BE49-F238E27FC236}">
                              <a16:creationId xmlns:a16="http://schemas.microsoft.com/office/drawing/2014/main" id="{F2CD72B6-72A2-4D27-B206-B014BB787EE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517" name="Flowchart: Connector 4516">
                          <a:extLst>
                            <a:ext uri="{FF2B5EF4-FFF2-40B4-BE49-F238E27FC236}">
                              <a16:creationId xmlns:a16="http://schemas.microsoft.com/office/drawing/2014/main" id="{83D6A7B8-D655-4FF7-BF89-743246F3AC7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518" name="Flowchart: Connector 4517">
                          <a:extLst>
                            <a:ext uri="{FF2B5EF4-FFF2-40B4-BE49-F238E27FC236}">
                              <a16:creationId xmlns:a16="http://schemas.microsoft.com/office/drawing/2014/main" id="{541B7EE6-9B2D-4FAD-A59B-93E3EA2B987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519" name="3D Model 4518" descr="Sphere">
                              <a:extLst>
                                <a:ext uri="{FF2B5EF4-FFF2-40B4-BE49-F238E27FC236}">
                                  <a16:creationId xmlns:a16="http://schemas.microsoft.com/office/drawing/2014/main" id="{CFA6C2B0-89FF-4A4F-8E73-F29E171BAFF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552578651"/>
                                </p:ext>
                              </p:extLst>
                            </p:nvPr>
                          </p:nvGraphicFramePr>
                          <p:xfrm>
                            <a:off x="2122087" y="1503359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433448" ay="1433014" az="-1105299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7"/>
                                </am3d:raster>
                                <am3d:objViewport viewportSz="5757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15" name="3D Model 2314" descr="Sphere">
                              <a:extLst>
                                <a:ext uri="{FF2B5EF4-FFF2-40B4-BE49-F238E27FC236}">
                                  <a16:creationId xmlns:a16="http://schemas.microsoft.com/office/drawing/2014/main" id="{F6A9D611-82D5-43A5-BC63-0BFDBA21B3E5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5330909" y="2269214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520" name="Flowchart: Connector 4519">
                          <a:extLst>
                            <a:ext uri="{FF2B5EF4-FFF2-40B4-BE49-F238E27FC236}">
                              <a16:creationId xmlns:a16="http://schemas.microsoft.com/office/drawing/2014/main" id="{B71A9224-F3E0-49FA-BD23-1EB0D3EDBA2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521" name="3D Model 4520" descr="Sphere">
                              <a:extLst>
                                <a:ext uri="{FF2B5EF4-FFF2-40B4-BE49-F238E27FC236}">
                                  <a16:creationId xmlns:a16="http://schemas.microsoft.com/office/drawing/2014/main" id="{6FD6D4F0-7026-4C82-A4AE-FFEE7AEFC78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895859993"/>
                                </p:ext>
                              </p:extLst>
                            </p:nvPr>
                          </p:nvGraphicFramePr>
                          <p:xfrm>
                            <a:off x="2368043" y="1593681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5"/>
                                </am3d:raster>
                                <am3d:objViewport viewportSz="5886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17" name="3D Model 2316" descr="Sphere">
                              <a:extLst>
                                <a:ext uri="{FF2B5EF4-FFF2-40B4-BE49-F238E27FC236}">
                                  <a16:creationId xmlns:a16="http://schemas.microsoft.com/office/drawing/2014/main" id="{ED2ABC71-2FD8-469E-B2CF-8088ED7F8EB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5373633" y="2286226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522" name="Flowchart: Connector 4521">
                          <a:extLst>
                            <a:ext uri="{FF2B5EF4-FFF2-40B4-BE49-F238E27FC236}">
                              <a16:creationId xmlns:a16="http://schemas.microsoft.com/office/drawing/2014/main" id="{4D3DC8E1-F01A-43FA-8EE1-A461C4412EA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523" name="3D Model 4522" descr="Sphere">
                              <a:extLst>
                                <a:ext uri="{FF2B5EF4-FFF2-40B4-BE49-F238E27FC236}">
                                  <a16:creationId xmlns:a16="http://schemas.microsoft.com/office/drawing/2014/main" id="{9D3F5153-AC14-48AB-A40E-2CC7A6177FD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276503205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3235" cy="6170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7"/>
                                </am3d:raster>
                                <am3d:objViewport viewportSz="6018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19" name="3D Model 2318" descr="Sphere">
                              <a:extLst>
                                <a:ext uri="{FF2B5EF4-FFF2-40B4-BE49-F238E27FC236}">
                                  <a16:creationId xmlns:a16="http://schemas.microsoft.com/office/drawing/2014/main" id="{E7344DF8-5F20-4399-B8F2-C28081BB989E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3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5415520" y="2295242"/>
                              <a:ext cx="53235" cy="61702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524" name="Flowchart: Connector 4523">
                          <a:extLst>
                            <a:ext uri="{FF2B5EF4-FFF2-40B4-BE49-F238E27FC236}">
                              <a16:creationId xmlns:a16="http://schemas.microsoft.com/office/drawing/2014/main" id="{EB5BC18C-08AF-4013-9221-4DF7DB8B36C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525" name="3D Model 4524" descr="Sphere">
                              <a:extLst>
                                <a:ext uri="{FF2B5EF4-FFF2-40B4-BE49-F238E27FC236}">
                                  <a16:creationId xmlns:a16="http://schemas.microsoft.com/office/drawing/2014/main" id="{98C6010C-490C-43A4-9EA1-314EC6947B1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980835302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1045" cy="5891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9"/>
                                </am3d:raster>
                                <am3d:objViewport viewportSz="5955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21" name="3D Model 2320" descr="Sphere">
                              <a:extLst>
                                <a:ext uri="{FF2B5EF4-FFF2-40B4-BE49-F238E27FC236}">
                                  <a16:creationId xmlns:a16="http://schemas.microsoft.com/office/drawing/2014/main" id="{3DE9C785-AAEF-4BC6-9D2C-0ABB276B1CDD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5462146" y="2311636"/>
                              <a:ext cx="51045" cy="589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4415" name="Group 4414">
                      <a:extLst>
                        <a:ext uri="{FF2B5EF4-FFF2-40B4-BE49-F238E27FC236}">
                          <a16:creationId xmlns:a16="http://schemas.microsoft.com/office/drawing/2014/main" id="{A5063752-6332-48EF-B0FF-067B19567161}"/>
                        </a:ext>
                      </a:extLst>
                    </p:cNvPr>
                    <p:cNvGrpSpPr/>
                    <p:nvPr/>
                  </p:nvGrpSpPr>
                  <p:grpSpPr>
                    <a:xfrm rot="18542409">
                      <a:off x="2257159" y="236280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4485" name="Freeform: Shape 4484">
                        <a:extLst>
                          <a:ext uri="{FF2B5EF4-FFF2-40B4-BE49-F238E27FC236}">
                            <a16:creationId xmlns:a16="http://schemas.microsoft.com/office/drawing/2014/main" id="{9307A38F-5547-4752-B758-E3EACE9DF5F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486" name="Rectangle: Rounded Corners 4485">
                        <a:extLst>
                          <a:ext uri="{FF2B5EF4-FFF2-40B4-BE49-F238E27FC236}">
                            <a16:creationId xmlns:a16="http://schemas.microsoft.com/office/drawing/2014/main" id="{725567FE-666E-4175-ADC8-CCD05BCA0F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416" name="Group 4415">
                      <a:extLst>
                        <a:ext uri="{FF2B5EF4-FFF2-40B4-BE49-F238E27FC236}">
                          <a16:creationId xmlns:a16="http://schemas.microsoft.com/office/drawing/2014/main" id="{BD4F9F11-062E-4F78-8BAD-C66DC9879817}"/>
                        </a:ext>
                      </a:extLst>
                    </p:cNvPr>
                    <p:cNvGrpSpPr/>
                    <p:nvPr/>
                  </p:nvGrpSpPr>
                  <p:grpSpPr>
                    <a:xfrm rot="17122200">
                      <a:off x="1187274" y="235013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4483" name="Freeform: Shape 4482">
                        <a:extLst>
                          <a:ext uri="{FF2B5EF4-FFF2-40B4-BE49-F238E27FC236}">
                            <a16:creationId xmlns:a16="http://schemas.microsoft.com/office/drawing/2014/main" id="{D1C5A5E8-537F-457A-BC61-2FA174973D9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484" name="Rectangle: Rounded Corners 4483">
                        <a:extLst>
                          <a:ext uri="{FF2B5EF4-FFF2-40B4-BE49-F238E27FC236}">
                            <a16:creationId xmlns:a16="http://schemas.microsoft.com/office/drawing/2014/main" id="{F504C8ED-667F-4B17-B41E-C1084DA293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417" name="Group 4416">
                      <a:extLst>
                        <a:ext uri="{FF2B5EF4-FFF2-40B4-BE49-F238E27FC236}">
                          <a16:creationId xmlns:a16="http://schemas.microsoft.com/office/drawing/2014/main" id="{776B96D3-DA9A-46C0-9724-7C65D9E519AF}"/>
                        </a:ext>
                      </a:extLst>
                    </p:cNvPr>
                    <p:cNvGrpSpPr/>
                    <p:nvPr/>
                  </p:nvGrpSpPr>
                  <p:grpSpPr>
                    <a:xfrm rot="658209">
                      <a:off x="2479276" y="3323586"/>
                      <a:ext cx="746642" cy="235253"/>
                      <a:chOff x="2620172" y="2546175"/>
                      <a:chExt cx="834986" cy="143092"/>
                    </a:xfrm>
                  </p:grpSpPr>
                  <p:sp>
                    <p:nvSpPr>
                      <p:cNvPr id="4481" name="Freeform: Shape 4480">
                        <a:extLst>
                          <a:ext uri="{FF2B5EF4-FFF2-40B4-BE49-F238E27FC236}">
                            <a16:creationId xmlns:a16="http://schemas.microsoft.com/office/drawing/2014/main" id="{F4CFBFA3-23CB-4652-849D-ED7D8934790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482" name="Rectangle: Rounded Corners 4481">
                        <a:extLst>
                          <a:ext uri="{FF2B5EF4-FFF2-40B4-BE49-F238E27FC236}">
                            <a16:creationId xmlns:a16="http://schemas.microsoft.com/office/drawing/2014/main" id="{8D0907AB-7F54-4402-8AD4-ABC6CBBE81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418" name="Group 4417">
                      <a:extLst>
                        <a:ext uri="{FF2B5EF4-FFF2-40B4-BE49-F238E27FC236}">
                          <a16:creationId xmlns:a16="http://schemas.microsoft.com/office/drawing/2014/main" id="{5B758E7A-CF94-43EF-A4C0-132F43DDA59F}"/>
                        </a:ext>
                      </a:extLst>
                    </p:cNvPr>
                    <p:cNvGrpSpPr/>
                    <p:nvPr/>
                  </p:nvGrpSpPr>
                  <p:grpSpPr>
                    <a:xfrm rot="18837888">
                      <a:off x="1789768" y="223810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4479" name="Freeform: Shape 4478">
                        <a:extLst>
                          <a:ext uri="{FF2B5EF4-FFF2-40B4-BE49-F238E27FC236}">
                            <a16:creationId xmlns:a16="http://schemas.microsoft.com/office/drawing/2014/main" id="{F3301F6F-CAE2-46B6-A9E2-7631DE040EF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480" name="Rectangle: Rounded Corners 4479">
                        <a:extLst>
                          <a:ext uri="{FF2B5EF4-FFF2-40B4-BE49-F238E27FC236}">
                            <a16:creationId xmlns:a16="http://schemas.microsoft.com/office/drawing/2014/main" id="{E2FA121B-18E0-4715-9A08-1AD1D154D1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419" name="Group 4418">
                      <a:extLst>
                        <a:ext uri="{FF2B5EF4-FFF2-40B4-BE49-F238E27FC236}">
                          <a16:creationId xmlns:a16="http://schemas.microsoft.com/office/drawing/2014/main" id="{63E3F6B9-5717-48FE-8ABD-B33B85C5133C}"/>
                        </a:ext>
                      </a:extLst>
                    </p:cNvPr>
                    <p:cNvGrpSpPr/>
                    <p:nvPr/>
                  </p:nvGrpSpPr>
                  <p:grpSpPr>
                    <a:xfrm rot="16200000">
                      <a:off x="563034" y="2429570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4477" name="Freeform: Shape 4476">
                        <a:extLst>
                          <a:ext uri="{FF2B5EF4-FFF2-40B4-BE49-F238E27FC236}">
                            <a16:creationId xmlns:a16="http://schemas.microsoft.com/office/drawing/2014/main" id="{9BFEBFEB-3900-4ACB-938A-1DBED6A12C7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478" name="Rectangle: Rounded Corners 4477">
                        <a:extLst>
                          <a:ext uri="{FF2B5EF4-FFF2-40B4-BE49-F238E27FC236}">
                            <a16:creationId xmlns:a16="http://schemas.microsoft.com/office/drawing/2014/main" id="{2555DEED-DFBD-4060-BCE5-E01F04CF45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420" name="Group 4419">
                      <a:extLst>
                        <a:ext uri="{FF2B5EF4-FFF2-40B4-BE49-F238E27FC236}">
                          <a16:creationId xmlns:a16="http://schemas.microsoft.com/office/drawing/2014/main" id="{2D5B0C33-88D6-4500-87BC-62E3390A07E9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350328" y="442527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4475" name="Freeform: Shape 4474">
                        <a:extLst>
                          <a:ext uri="{FF2B5EF4-FFF2-40B4-BE49-F238E27FC236}">
                            <a16:creationId xmlns:a16="http://schemas.microsoft.com/office/drawing/2014/main" id="{C31C23F2-B5B1-4AF2-ACD1-EC34BCAEA02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476" name="Rectangle: Rounded Corners 4475">
                        <a:extLst>
                          <a:ext uri="{FF2B5EF4-FFF2-40B4-BE49-F238E27FC236}">
                            <a16:creationId xmlns:a16="http://schemas.microsoft.com/office/drawing/2014/main" id="{375A08F4-8C10-44CE-8ECB-ACA01A4537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421" name="Group 4420">
                      <a:extLst>
                        <a:ext uri="{FF2B5EF4-FFF2-40B4-BE49-F238E27FC236}">
                          <a16:creationId xmlns:a16="http://schemas.microsoft.com/office/drawing/2014/main" id="{E49FBB9C-1ABB-4CFA-8BE5-CD3291C780F0}"/>
                        </a:ext>
                      </a:extLst>
                    </p:cNvPr>
                    <p:cNvGrpSpPr/>
                    <p:nvPr/>
                  </p:nvGrpSpPr>
                  <p:grpSpPr>
                    <a:xfrm rot="5880914">
                      <a:off x="789613" y="438062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4473" name="Freeform: Shape 4472">
                        <a:extLst>
                          <a:ext uri="{FF2B5EF4-FFF2-40B4-BE49-F238E27FC236}">
                            <a16:creationId xmlns:a16="http://schemas.microsoft.com/office/drawing/2014/main" id="{29566156-F782-46D2-A941-BCEB3175ABB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474" name="Rectangle: Rounded Corners 4473">
                        <a:extLst>
                          <a:ext uri="{FF2B5EF4-FFF2-40B4-BE49-F238E27FC236}">
                            <a16:creationId xmlns:a16="http://schemas.microsoft.com/office/drawing/2014/main" id="{686A4209-09AF-4699-85EB-96F2F005E03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422" name="Group 4421">
                      <a:extLst>
                        <a:ext uri="{FF2B5EF4-FFF2-40B4-BE49-F238E27FC236}">
                          <a16:creationId xmlns:a16="http://schemas.microsoft.com/office/drawing/2014/main" id="{9A2CB179-A783-41F9-88B5-33DE7EBEF10B}"/>
                        </a:ext>
                      </a:extLst>
                    </p:cNvPr>
                    <p:cNvGrpSpPr/>
                    <p:nvPr/>
                  </p:nvGrpSpPr>
                  <p:grpSpPr>
                    <a:xfrm rot="13587211">
                      <a:off x="651990" y="2929858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4471" name="Freeform: Shape 4470">
                        <a:extLst>
                          <a:ext uri="{FF2B5EF4-FFF2-40B4-BE49-F238E27FC236}">
                            <a16:creationId xmlns:a16="http://schemas.microsoft.com/office/drawing/2014/main" id="{F609FFD7-26D5-4D7F-BB9B-B7E57ACC764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472" name="Rectangle: Rounded Corners 4471">
                        <a:extLst>
                          <a:ext uri="{FF2B5EF4-FFF2-40B4-BE49-F238E27FC236}">
                            <a16:creationId xmlns:a16="http://schemas.microsoft.com/office/drawing/2014/main" id="{DD881257-8709-4099-8CB0-E4A1C34D32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423" name="Group 4422">
                      <a:extLst>
                        <a:ext uri="{FF2B5EF4-FFF2-40B4-BE49-F238E27FC236}">
                          <a16:creationId xmlns:a16="http://schemas.microsoft.com/office/drawing/2014/main" id="{72CC7167-DDBF-4DD6-A0C1-8C83667D547B}"/>
                        </a:ext>
                      </a:extLst>
                    </p:cNvPr>
                    <p:cNvGrpSpPr/>
                    <p:nvPr/>
                  </p:nvGrpSpPr>
                  <p:grpSpPr>
                    <a:xfrm rot="11351284">
                      <a:off x="163719" y="3807693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4469" name="Freeform: Shape 4468">
                        <a:extLst>
                          <a:ext uri="{FF2B5EF4-FFF2-40B4-BE49-F238E27FC236}">
                            <a16:creationId xmlns:a16="http://schemas.microsoft.com/office/drawing/2014/main" id="{7861C1CE-0683-4940-B885-D3ABF0474C6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470" name="Rectangle: Rounded Corners 4469">
                        <a:extLst>
                          <a:ext uri="{FF2B5EF4-FFF2-40B4-BE49-F238E27FC236}">
                            <a16:creationId xmlns:a16="http://schemas.microsoft.com/office/drawing/2014/main" id="{2774B8CA-C75D-4AFE-823E-5527743C32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424" name="Group 4423">
                      <a:extLst>
                        <a:ext uri="{FF2B5EF4-FFF2-40B4-BE49-F238E27FC236}">
                          <a16:creationId xmlns:a16="http://schemas.microsoft.com/office/drawing/2014/main" id="{690E5047-2170-49A8-BF64-DD826F5BA04F}"/>
                        </a:ext>
                      </a:extLst>
                    </p:cNvPr>
                    <p:cNvGrpSpPr/>
                    <p:nvPr/>
                  </p:nvGrpSpPr>
                  <p:grpSpPr>
                    <a:xfrm rot="4193783">
                      <a:off x="2062756" y="4148262"/>
                      <a:ext cx="706454" cy="171076"/>
                      <a:chOff x="2620172" y="2546175"/>
                      <a:chExt cx="834986" cy="143092"/>
                    </a:xfrm>
                  </p:grpSpPr>
                  <p:sp>
                    <p:nvSpPr>
                      <p:cNvPr id="4467" name="Freeform: Shape 4466">
                        <a:extLst>
                          <a:ext uri="{FF2B5EF4-FFF2-40B4-BE49-F238E27FC236}">
                            <a16:creationId xmlns:a16="http://schemas.microsoft.com/office/drawing/2014/main" id="{7543E82E-7DA8-4BA4-A2AB-FE656E57D9C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468" name="Rectangle: Rounded Corners 4467">
                        <a:extLst>
                          <a:ext uri="{FF2B5EF4-FFF2-40B4-BE49-F238E27FC236}">
                            <a16:creationId xmlns:a16="http://schemas.microsoft.com/office/drawing/2014/main" id="{DA6C8468-D131-4A6A-9C17-D0AE69E29A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425" name="Group 4424">
                      <a:extLst>
                        <a:ext uri="{FF2B5EF4-FFF2-40B4-BE49-F238E27FC236}">
                          <a16:creationId xmlns:a16="http://schemas.microsoft.com/office/drawing/2014/main" id="{1F0231B9-CD24-4962-9C76-3CE2301EB4CA}"/>
                        </a:ext>
                      </a:extLst>
                    </p:cNvPr>
                    <p:cNvGrpSpPr/>
                    <p:nvPr/>
                  </p:nvGrpSpPr>
                  <p:grpSpPr>
                    <a:xfrm rot="1837203">
                      <a:off x="2331692" y="387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4465" name="Freeform: Shape 4464">
                        <a:extLst>
                          <a:ext uri="{FF2B5EF4-FFF2-40B4-BE49-F238E27FC236}">
                            <a16:creationId xmlns:a16="http://schemas.microsoft.com/office/drawing/2014/main" id="{4C378A44-8798-4153-8908-A171F9817E4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466" name="Rectangle: Rounded Corners 4465">
                        <a:extLst>
                          <a:ext uri="{FF2B5EF4-FFF2-40B4-BE49-F238E27FC236}">
                            <a16:creationId xmlns:a16="http://schemas.microsoft.com/office/drawing/2014/main" id="{5165AE80-F823-4246-B5AC-B85E29B973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426" name="Group 4425">
                      <a:extLst>
                        <a:ext uri="{FF2B5EF4-FFF2-40B4-BE49-F238E27FC236}">
                          <a16:creationId xmlns:a16="http://schemas.microsoft.com/office/drawing/2014/main" id="{BB1F4D99-2093-4840-AFF0-9EA30DAB6999}"/>
                        </a:ext>
                      </a:extLst>
                    </p:cNvPr>
                    <p:cNvGrpSpPr/>
                    <p:nvPr/>
                  </p:nvGrpSpPr>
                  <p:grpSpPr>
                    <a:xfrm rot="932650">
                      <a:off x="2489621" y="310501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4463" name="Freeform: Shape 4462">
                        <a:extLst>
                          <a:ext uri="{FF2B5EF4-FFF2-40B4-BE49-F238E27FC236}">
                            <a16:creationId xmlns:a16="http://schemas.microsoft.com/office/drawing/2014/main" id="{B41AB4FF-A279-413D-B27E-E54364660C2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464" name="Rectangle: Rounded Corners 4463">
                        <a:extLst>
                          <a:ext uri="{FF2B5EF4-FFF2-40B4-BE49-F238E27FC236}">
                            <a16:creationId xmlns:a16="http://schemas.microsoft.com/office/drawing/2014/main" id="{D9BEA176-371F-4FC4-9EDE-AC7E3567E1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427" name="Group 4426">
                      <a:extLst>
                        <a:ext uri="{FF2B5EF4-FFF2-40B4-BE49-F238E27FC236}">
                          <a16:creationId xmlns:a16="http://schemas.microsoft.com/office/drawing/2014/main" id="{85DCF25E-A8CF-44B8-A97E-7C32E48E237F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686489" y="34904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4461" name="Freeform: Shape 4460">
                        <a:extLst>
                          <a:ext uri="{FF2B5EF4-FFF2-40B4-BE49-F238E27FC236}">
                            <a16:creationId xmlns:a16="http://schemas.microsoft.com/office/drawing/2014/main" id="{137AACF0-0C99-431F-86D9-5BD5A13B88A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462" name="Rectangle: Rounded Corners 4461">
                        <a:extLst>
                          <a:ext uri="{FF2B5EF4-FFF2-40B4-BE49-F238E27FC236}">
                            <a16:creationId xmlns:a16="http://schemas.microsoft.com/office/drawing/2014/main" id="{242D1A55-B357-45B9-A1B7-E0E985E3BC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428" name="Group 4427">
                      <a:extLst>
                        <a:ext uri="{FF2B5EF4-FFF2-40B4-BE49-F238E27FC236}">
                          <a16:creationId xmlns:a16="http://schemas.microsoft.com/office/drawing/2014/main" id="{B232C480-23CE-40FE-95E7-8178F1E9E5A8}"/>
                        </a:ext>
                      </a:extLst>
                    </p:cNvPr>
                    <p:cNvGrpSpPr/>
                    <p:nvPr/>
                  </p:nvGrpSpPr>
                  <p:grpSpPr>
                    <a:xfrm rot="16924252">
                      <a:off x="1635001" y="2371073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4459" name="Freeform: Shape 4458">
                        <a:extLst>
                          <a:ext uri="{FF2B5EF4-FFF2-40B4-BE49-F238E27FC236}">
                            <a16:creationId xmlns:a16="http://schemas.microsoft.com/office/drawing/2014/main" id="{CC10DD7B-A133-4096-9DD8-2F455CA2B57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460" name="Rectangle: Rounded Corners 4459">
                        <a:extLst>
                          <a:ext uri="{FF2B5EF4-FFF2-40B4-BE49-F238E27FC236}">
                            <a16:creationId xmlns:a16="http://schemas.microsoft.com/office/drawing/2014/main" id="{36D7A73E-7533-4547-8618-74F3B5081E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429" name="Group 4428">
                      <a:extLst>
                        <a:ext uri="{FF2B5EF4-FFF2-40B4-BE49-F238E27FC236}">
                          <a16:creationId xmlns:a16="http://schemas.microsoft.com/office/drawing/2014/main" id="{1FC535E8-0E8F-437B-BD21-0EDAA8059577}"/>
                        </a:ext>
                      </a:extLst>
                    </p:cNvPr>
                    <p:cNvGrpSpPr/>
                    <p:nvPr/>
                  </p:nvGrpSpPr>
                  <p:grpSpPr>
                    <a:xfrm rot="15677156">
                      <a:off x="985517" y="2521255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4457" name="Freeform: Shape 4456">
                        <a:extLst>
                          <a:ext uri="{FF2B5EF4-FFF2-40B4-BE49-F238E27FC236}">
                            <a16:creationId xmlns:a16="http://schemas.microsoft.com/office/drawing/2014/main" id="{B2041046-788C-4F8C-85D9-F6FDF102960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458" name="Rectangle: Rounded Corners 4457">
                        <a:extLst>
                          <a:ext uri="{FF2B5EF4-FFF2-40B4-BE49-F238E27FC236}">
                            <a16:creationId xmlns:a16="http://schemas.microsoft.com/office/drawing/2014/main" id="{21A527AF-979F-4248-95AB-44262FF738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430" name="Group 4429">
                      <a:extLst>
                        <a:ext uri="{FF2B5EF4-FFF2-40B4-BE49-F238E27FC236}">
                          <a16:creationId xmlns:a16="http://schemas.microsoft.com/office/drawing/2014/main" id="{7C79902E-69C5-4FE8-8BEE-E38A4FDCF030}"/>
                        </a:ext>
                      </a:extLst>
                    </p:cNvPr>
                    <p:cNvGrpSpPr/>
                    <p:nvPr/>
                  </p:nvGrpSpPr>
                  <p:grpSpPr>
                    <a:xfrm rot="14354853" flipV="1">
                      <a:off x="976412" y="243847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4455" name="Freeform: Shape 4454">
                        <a:extLst>
                          <a:ext uri="{FF2B5EF4-FFF2-40B4-BE49-F238E27FC236}">
                            <a16:creationId xmlns:a16="http://schemas.microsoft.com/office/drawing/2014/main" id="{CB99FF2D-01E5-455D-8FD9-D2D173C2B09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456" name="Rectangle: Rounded Corners 4455">
                        <a:extLst>
                          <a:ext uri="{FF2B5EF4-FFF2-40B4-BE49-F238E27FC236}">
                            <a16:creationId xmlns:a16="http://schemas.microsoft.com/office/drawing/2014/main" id="{D866BA38-2537-4B29-98E0-5368C35255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431" name="Group 4430">
                      <a:extLst>
                        <a:ext uri="{FF2B5EF4-FFF2-40B4-BE49-F238E27FC236}">
                          <a16:creationId xmlns:a16="http://schemas.microsoft.com/office/drawing/2014/main" id="{335F55CF-23CB-4BB3-8086-26AF5DAD36F2}"/>
                        </a:ext>
                      </a:extLst>
                    </p:cNvPr>
                    <p:cNvGrpSpPr/>
                    <p:nvPr/>
                  </p:nvGrpSpPr>
                  <p:grpSpPr>
                    <a:xfrm rot="9793356" flipV="1">
                      <a:off x="215985" y="323790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4453" name="Freeform: Shape 4452">
                        <a:extLst>
                          <a:ext uri="{FF2B5EF4-FFF2-40B4-BE49-F238E27FC236}">
                            <a16:creationId xmlns:a16="http://schemas.microsoft.com/office/drawing/2014/main" id="{0DD3D400-CE30-4300-B0B8-A77DB4D958B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454" name="Rectangle: Rounded Corners 4453">
                        <a:extLst>
                          <a:ext uri="{FF2B5EF4-FFF2-40B4-BE49-F238E27FC236}">
                            <a16:creationId xmlns:a16="http://schemas.microsoft.com/office/drawing/2014/main" id="{882469E5-9D6B-4D92-8386-56F0F33E2D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432" name="Group 4431">
                      <a:extLst>
                        <a:ext uri="{FF2B5EF4-FFF2-40B4-BE49-F238E27FC236}">
                          <a16:creationId xmlns:a16="http://schemas.microsoft.com/office/drawing/2014/main" id="{0E52A72C-2F01-4F84-92FB-133CEA9BCB00}"/>
                        </a:ext>
                      </a:extLst>
                    </p:cNvPr>
                    <p:cNvGrpSpPr/>
                    <p:nvPr/>
                  </p:nvGrpSpPr>
                  <p:grpSpPr>
                    <a:xfrm rot="6907686" flipV="1">
                      <a:off x="692019" y="393196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4451" name="Freeform: Shape 4450">
                        <a:extLst>
                          <a:ext uri="{FF2B5EF4-FFF2-40B4-BE49-F238E27FC236}">
                            <a16:creationId xmlns:a16="http://schemas.microsoft.com/office/drawing/2014/main" id="{36FDC453-63E3-41F5-AAB8-8A31A4F7FF7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452" name="Rectangle: Rounded Corners 4451">
                        <a:extLst>
                          <a:ext uri="{FF2B5EF4-FFF2-40B4-BE49-F238E27FC236}">
                            <a16:creationId xmlns:a16="http://schemas.microsoft.com/office/drawing/2014/main" id="{A07FFE40-999C-450F-9151-6A19A2EB5D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433" name="Group 4432">
                      <a:extLst>
                        <a:ext uri="{FF2B5EF4-FFF2-40B4-BE49-F238E27FC236}">
                          <a16:creationId xmlns:a16="http://schemas.microsoft.com/office/drawing/2014/main" id="{6542F391-6B01-4747-849A-AD2A8AA9DBE0}"/>
                        </a:ext>
                      </a:extLst>
                    </p:cNvPr>
                    <p:cNvGrpSpPr/>
                    <p:nvPr/>
                  </p:nvGrpSpPr>
                  <p:grpSpPr>
                    <a:xfrm rot="1465711" flipV="1">
                      <a:off x="2002734" y="340448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4449" name="Freeform: Shape 4448">
                        <a:extLst>
                          <a:ext uri="{FF2B5EF4-FFF2-40B4-BE49-F238E27FC236}">
                            <a16:creationId xmlns:a16="http://schemas.microsoft.com/office/drawing/2014/main" id="{9A6F6636-A812-4760-BB64-05F9104CF43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450" name="Rectangle: Rounded Corners 4449">
                        <a:extLst>
                          <a:ext uri="{FF2B5EF4-FFF2-40B4-BE49-F238E27FC236}">
                            <a16:creationId xmlns:a16="http://schemas.microsoft.com/office/drawing/2014/main" id="{49FC7E04-FD51-4268-B9D9-60DA3B7105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434" name="Group 4433">
                      <a:extLst>
                        <a:ext uri="{FF2B5EF4-FFF2-40B4-BE49-F238E27FC236}">
                          <a16:creationId xmlns:a16="http://schemas.microsoft.com/office/drawing/2014/main" id="{20014AD7-52E6-45C7-8A19-B5B486424F02}"/>
                        </a:ext>
                      </a:extLst>
                    </p:cNvPr>
                    <p:cNvGrpSpPr/>
                    <p:nvPr/>
                  </p:nvGrpSpPr>
                  <p:grpSpPr>
                    <a:xfrm rot="19016516">
                      <a:off x="1733273" y="283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4447" name="Freeform: Shape 4446">
                        <a:extLst>
                          <a:ext uri="{FF2B5EF4-FFF2-40B4-BE49-F238E27FC236}">
                            <a16:creationId xmlns:a16="http://schemas.microsoft.com/office/drawing/2014/main" id="{303D6204-771E-4580-8E32-622D412DB81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448" name="Rectangle: Rounded Corners 4447">
                        <a:extLst>
                          <a:ext uri="{FF2B5EF4-FFF2-40B4-BE49-F238E27FC236}">
                            <a16:creationId xmlns:a16="http://schemas.microsoft.com/office/drawing/2014/main" id="{FD8BEE3D-9DC3-412D-9A76-3B76E38599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435" name="Group 4434">
                      <a:extLst>
                        <a:ext uri="{FF2B5EF4-FFF2-40B4-BE49-F238E27FC236}">
                          <a16:creationId xmlns:a16="http://schemas.microsoft.com/office/drawing/2014/main" id="{BFEB6D9A-AA76-4646-BC4C-B9A4506F0256}"/>
                        </a:ext>
                      </a:extLst>
                    </p:cNvPr>
                    <p:cNvGrpSpPr/>
                    <p:nvPr/>
                  </p:nvGrpSpPr>
                  <p:grpSpPr>
                    <a:xfrm rot="19245075">
                      <a:off x="1632068" y="282541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4445" name="Freeform: Shape 4444">
                        <a:extLst>
                          <a:ext uri="{FF2B5EF4-FFF2-40B4-BE49-F238E27FC236}">
                            <a16:creationId xmlns:a16="http://schemas.microsoft.com/office/drawing/2014/main" id="{FC1BFA43-7D21-4481-916C-A181E188DDF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446" name="Rectangle: Rounded Corners 4445">
                        <a:extLst>
                          <a:ext uri="{FF2B5EF4-FFF2-40B4-BE49-F238E27FC236}">
                            <a16:creationId xmlns:a16="http://schemas.microsoft.com/office/drawing/2014/main" id="{F9B751FB-C199-48CF-BD26-9006C8FFC4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436" name="Group 4435">
                      <a:extLst>
                        <a:ext uri="{FF2B5EF4-FFF2-40B4-BE49-F238E27FC236}">
                          <a16:creationId xmlns:a16="http://schemas.microsoft.com/office/drawing/2014/main" id="{99E8CF7A-4BD0-4C45-9123-C294613226B7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838889" y="36428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4443" name="Freeform: Shape 4442">
                        <a:extLst>
                          <a:ext uri="{FF2B5EF4-FFF2-40B4-BE49-F238E27FC236}">
                            <a16:creationId xmlns:a16="http://schemas.microsoft.com/office/drawing/2014/main" id="{F1BDB4A0-D391-4D4B-A18B-B817884021D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444" name="Rectangle: Rounded Corners 4443">
                        <a:extLst>
                          <a:ext uri="{FF2B5EF4-FFF2-40B4-BE49-F238E27FC236}">
                            <a16:creationId xmlns:a16="http://schemas.microsoft.com/office/drawing/2014/main" id="{0BFD6FC1-3726-4B46-84D8-6078F69EEA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437" name="Group 4436">
                      <a:extLst>
                        <a:ext uri="{FF2B5EF4-FFF2-40B4-BE49-F238E27FC236}">
                          <a16:creationId xmlns:a16="http://schemas.microsoft.com/office/drawing/2014/main" id="{B649E45E-5AE6-48AA-9A4A-FCCCEFC3A485}"/>
                        </a:ext>
                      </a:extLst>
                    </p:cNvPr>
                    <p:cNvGrpSpPr/>
                    <p:nvPr/>
                  </p:nvGrpSpPr>
                  <p:grpSpPr>
                    <a:xfrm rot="15824399">
                      <a:off x="1224680" y="281893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4441" name="Freeform: Shape 4440">
                        <a:extLst>
                          <a:ext uri="{FF2B5EF4-FFF2-40B4-BE49-F238E27FC236}">
                            <a16:creationId xmlns:a16="http://schemas.microsoft.com/office/drawing/2014/main" id="{405ED0CD-17B2-4EE1-B7EC-2C59808F4F6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442" name="Rectangle: Rounded Corners 4441">
                        <a:extLst>
                          <a:ext uri="{FF2B5EF4-FFF2-40B4-BE49-F238E27FC236}">
                            <a16:creationId xmlns:a16="http://schemas.microsoft.com/office/drawing/2014/main" id="{F1093805-0443-410D-8368-8DDE20B56E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4438" name="Group 4437">
                      <a:extLst>
                        <a:ext uri="{FF2B5EF4-FFF2-40B4-BE49-F238E27FC236}">
                          <a16:creationId xmlns:a16="http://schemas.microsoft.com/office/drawing/2014/main" id="{8B659FD9-6A6D-44D4-95C4-96D575E4E441}"/>
                        </a:ext>
                      </a:extLst>
                    </p:cNvPr>
                    <p:cNvGrpSpPr/>
                    <p:nvPr/>
                  </p:nvGrpSpPr>
                  <p:grpSpPr>
                    <a:xfrm rot="16697394">
                      <a:off x="1080028" y="2168448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4439" name="Freeform: Shape 4438">
                        <a:extLst>
                          <a:ext uri="{FF2B5EF4-FFF2-40B4-BE49-F238E27FC236}">
                            <a16:creationId xmlns:a16="http://schemas.microsoft.com/office/drawing/2014/main" id="{4BE494B7-EB1B-4E3E-BD83-AC01C61C254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4440" name="Rectangle: Rounded Corners 4439">
                        <a:extLst>
                          <a:ext uri="{FF2B5EF4-FFF2-40B4-BE49-F238E27FC236}">
                            <a16:creationId xmlns:a16="http://schemas.microsoft.com/office/drawing/2014/main" id="{FB41843C-9795-4DA7-A5D6-C3FD0AC140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</p:grpSp>
              <p:sp>
                <p:nvSpPr>
                  <p:cNvPr id="4409" name="Freeform: Shape 4408">
                    <a:extLst>
                      <a:ext uri="{FF2B5EF4-FFF2-40B4-BE49-F238E27FC236}">
                        <a16:creationId xmlns:a16="http://schemas.microsoft.com/office/drawing/2014/main" id="{47D1D95E-770B-458A-8961-4B7D146DFAEA}"/>
                      </a:ext>
                    </a:extLst>
                  </p:cNvPr>
                  <p:cNvSpPr/>
                  <p:nvPr/>
                </p:nvSpPr>
                <p:spPr>
                  <a:xfrm rot="6017948" flipV="1">
                    <a:off x="1305755" y="4290452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4410" name="Freeform: Shape 4409">
                    <a:extLst>
                      <a:ext uri="{FF2B5EF4-FFF2-40B4-BE49-F238E27FC236}">
                        <a16:creationId xmlns:a16="http://schemas.microsoft.com/office/drawing/2014/main" id="{F95C01FA-5BC7-4BB5-AC23-47EF34980778}"/>
                      </a:ext>
                    </a:extLst>
                  </p:cNvPr>
                  <p:cNvSpPr/>
                  <p:nvPr/>
                </p:nvSpPr>
                <p:spPr>
                  <a:xfrm rot="21277659">
                    <a:off x="2517403" y="2906549"/>
                    <a:ext cx="690584" cy="235253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4411" name="Freeform: Shape 4410">
                    <a:extLst>
                      <a:ext uri="{FF2B5EF4-FFF2-40B4-BE49-F238E27FC236}">
                        <a16:creationId xmlns:a16="http://schemas.microsoft.com/office/drawing/2014/main" id="{681C6C89-92A8-4B30-A953-F9FE57D800D1}"/>
                      </a:ext>
                    </a:extLst>
                  </p:cNvPr>
                  <p:cNvSpPr/>
                  <p:nvPr/>
                </p:nvSpPr>
                <p:spPr>
                  <a:xfrm rot="11528244" flipV="1">
                    <a:off x="344853" y="2978311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</p:grpSp>
          </p:grpSp>
        </p:grpSp>
        <p:sp>
          <p:nvSpPr>
            <p:cNvPr id="6600" name="Double Brace 6599">
              <a:extLst>
                <a:ext uri="{FF2B5EF4-FFF2-40B4-BE49-F238E27FC236}">
                  <a16:creationId xmlns:a16="http://schemas.microsoft.com/office/drawing/2014/main" id="{F479FC41-AA5F-4C5C-9C66-B179D4BC0A99}"/>
                </a:ext>
              </a:extLst>
            </p:cNvPr>
            <p:cNvSpPr/>
            <p:nvPr/>
          </p:nvSpPr>
          <p:spPr>
            <a:xfrm>
              <a:off x="2351463" y="1995893"/>
              <a:ext cx="4320000" cy="2088000"/>
            </a:xfrm>
            <a:prstGeom prst="bracePair">
              <a:avLst/>
            </a:prstGeom>
            <a:noFill/>
            <a:ln>
              <a:solidFill>
                <a:srgbClr val="09F109"/>
              </a:solidFill>
            </a:ln>
            <a:scene3d>
              <a:camera prst="orthographicFront"/>
              <a:lightRig rig="threePt" dir="t"/>
            </a:scene3d>
            <a:sp3d extrusionH="76200">
              <a:bevelT prst="relaxedInset"/>
              <a:extrusionClr>
                <a:srgbClr val="09F109"/>
              </a:extrusionClr>
            </a:sp3d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IN" b="1"/>
            </a:p>
          </p:txBody>
        </p:sp>
        <p:sp>
          <p:nvSpPr>
            <p:cNvPr id="6602" name="Arrow: Notched Right 6601">
              <a:extLst>
                <a:ext uri="{FF2B5EF4-FFF2-40B4-BE49-F238E27FC236}">
                  <a16:creationId xmlns:a16="http://schemas.microsoft.com/office/drawing/2014/main" id="{C95D095E-9C74-4EEB-9FEA-D26A63AE840F}"/>
                </a:ext>
              </a:extLst>
            </p:cNvPr>
            <p:cNvSpPr/>
            <p:nvPr/>
          </p:nvSpPr>
          <p:spPr>
            <a:xfrm>
              <a:off x="8523382" y="1774440"/>
              <a:ext cx="720000" cy="360000"/>
            </a:xfrm>
            <a:prstGeom prst="notchedRightArrow">
              <a:avLst/>
            </a:prstGeom>
            <a:solidFill>
              <a:srgbClr val="002060"/>
            </a:solidFill>
            <a:scene3d>
              <a:camera prst="orthographicFront"/>
              <a:lightRig rig="threePt" dir="t"/>
            </a:scene3d>
            <a:sp3d>
              <a:bevelT w="114300" prst="hardEdge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b="1"/>
            </a:p>
          </p:txBody>
        </p:sp>
        <p:sp>
          <p:nvSpPr>
            <p:cNvPr id="6603" name="TextBox 6602">
              <a:extLst>
                <a:ext uri="{FF2B5EF4-FFF2-40B4-BE49-F238E27FC236}">
                  <a16:creationId xmlns:a16="http://schemas.microsoft.com/office/drawing/2014/main" id="{72754904-4E29-4758-9A88-C7D5BA869814}"/>
                </a:ext>
              </a:extLst>
            </p:cNvPr>
            <p:cNvSpPr txBox="1"/>
            <p:nvPr/>
          </p:nvSpPr>
          <p:spPr>
            <a:xfrm>
              <a:off x="9316221" y="1631274"/>
              <a:ext cx="2610651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IN" b="1" dirty="0"/>
                <a:t>Nanophotonic structures </a:t>
              </a:r>
            </a:p>
            <a:p>
              <a:r>
                <a:rPr lang="en-IN" b="1" dirty="0"/>
                <a:t>Or Nanostructures </a:t>
              </a:r>
            </a:p>
          </p:txBody>
        </p:sp>
        <p:sp>
          <p:nvSpPr>
            <p:cNvPr id="6605" name="TextBox 6604">
              <a:extLst>
                <a:ext uri="{FF2B5EF4-FFF2-40B4-BE49-F238E27FC236}">
                  <a16:creationId xmlns:a16="http://schemas.microsoft.com/office/drawing/2014/main" id="{673749B1-FE4E-4855-912C-F929D32F71FE}"/>
                </a:ext>
              </a:extLst>
            </p:cNvPr>
            <p:cNvSpPr txBox="1"/>
            <p:nvPr/>
          </p:nvSpPr>
          <p:spPr>
            <a:xfrm>
              <a:off x="7545" y="1153000"/>
              <a:ext cx="37061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IN" b="1" dirty="0"/>
                <a:t>a)</a:t>
              </a:r>
            </a:p>
          </p:txBody>
        </p:sp>
        <p:sp>
          <p:nvSpPr>
            <p:cNvPr id="6606" name="Rectangle 6605">
              <a:extLst>
                <a:ext uri="{FF2B5EF4-FFF2-40B4-BE49-F238E27FC236}">
                  <a16:creationId xmlns:a16="http://schemas.microsoft.com/office/drawing/2014/main" id="{05D3B092-A0C8-4CEA-809A-B3FC4F961821}"/>
                </a:ext>
              </a:extLst>
            </p:cNvPr>
            <p:cNvSpPr/>
            <p:nvPr/>
          </p:nvSpPr>
          <p:spPr>
            <a:xfrm>
              <a:off x="6185363" y="1137114"/>
              <a:ext cx="380232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IN" b="1" dirty="0"/>
                <a:t>b)</a:t>
              </a:r>
            </a:p>
          </p:txBody>
        </p:sp>
        <p:sp>
          <p:nvSpPr>
            <p:cNvPr id="6607" name="TextBox 6606">
              <a:extLst>
                <a:ext uri="{FF2B5EF4-FFF2-40B4-BE49-F238E27FC236}">
                  <a16:creationId xmlns:a16="http://schemas.microsoft.com/office/drawing/2014/main" id="{9FE57067-7ADF-48CD-B98D-259EC2DF369E}"/>
                </a:ext>
              </a:extLst>
            </p:cNvPr>
            <p:cNvSpPr txBox="1"/>
            <p:nvPr/>
          </p:nvSpPr>
          <p:spPr>
            <a:xfrm>
              <a:off x="9372953" y="3256013"/>
              <a:ext cx="35298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IN" b="1" dirty="0"/>
                <a:t>c)</a:t>
              </a:r>
            </a:p>
          </p:txBody>
        </p:sp>
        <p:grpSp>
          <p:nvGrpSpPr>
            <p:cNvPr id="6609" name="Group 6608">
              <a:extLst>
                <a:ext uri="{FF2B5EF4-FFF2-40B4-BE49-F238E27FC236}">
                  <a16:creationId xmlns:a16="http://schemas.microsoft.com/office/drawing/2014/main" id="{30D64AA3-B4AD-43B5-9B31-41B2FD3798C3}"/>
                </a:ext>
              </a:extLst>
            </p:cNvPr>
            <p:cNvGrpSpPr/>
            <p:nvPr/>
          </p:nvGrpSpPr>
          <p:grpSpPr>
            <a:xfrm>
              <a:off x="3074430" y="2364683"/>
              <a:ext cx="2663839" cy="2361686"/>
              <a:chOff x="3769303" y="1778116"/>
              <a:chExt cx="2663839" cy="2361686"/>
            </a:xfrm>
          </p:grpSpPr>
          <p:grpSp>
            <p:nvGrpSpPr>
              <p:cNvPr id="6610" name="Group 6609">
                <a:extLst>
                  <a:ext uri="{FF2B5EF4-FFF2-40B4-BE49-F238E27FC236}">
                    <a16:creationId xmlns:a16="http://schemas.microsoft.com/office/drawing/2014/main" id="{BAB89D5D-BA51-4ED6-BBD8-8C8B8568435B}"/>
                  </a:ext>
                </a:extLst>
              </p:cNvPr>
              <p:cNvGrpSpPr/>
              <p:nvPr/>
            </p:nvGrpSpPr>
            <p:grpSpPr>
              <a:xfrm>
                <a:off x="3794335" y="3067329"/>
                <a:ext cx="2638807" cy="590996"/>
                <a:chOff x="3101789" y="2086506"/>
                <a:chExt cx="2638807" cy="590996"/>
              </a:xfrm>
            </p:grpSpPr>
            <p:grpSp>
              <p:nvGrpSpPr>
                <p:cNvPr id="11005" name="Group 11004">
                  <a:extLst>
                    <a:ext uri="{FF2B5EF4-FFF2-40B4-BE49-F238E27FC236}">
                      <a16:creationId xmlns:a16="http://schemas.microsoft.com/office/drawing/2014/main" id="{6D22B930-523B-4127-9C64-83A0A9BE95E8}"/>
                    </a:ext>
                  </a:extLst>
                </p:cNvPr>
                <p:cNvGrpSpPr/>
                <p:nvPr/>
              </p:nvGrpSpPr>
              <p:grpSpPr>
                <a:xfrm>
                  <a:off x="3101789" y="2086506"/>
                  <a:ext cx="531923" cy="573923"/>
                  <a:chOff x="163719" y="1822501"/>
                  <a:chExt cx="3062199" cy="3047160"/>
                </a:xfrm>
              </p:grpSpPr>
              <p:grpSp>
                <p:nvGrpSpPr>
                  <p:cNvPr id="12836" name="Group 12835">
                    <a:extLst>
                      <a:ext uri="{FF2B5EF4-FFF2-40B4-BE49-F238E27FC236}">
                        <a16:creationId xmlns:a16="http://schemas.microsoft.com/office/drawing/2014/main" id="{3D717D02-8D1A-40D3-9607-E8B3BC2B4D6B}"/>
                      </a:ext>
                    </a:extLst>
                  </p:cNvPr>
                  <p:cNvGrpSpPr/>
                  <p:nvPr/>
                </p:nvGrpSpPr>
                <p:grpSpPr>
                  <a:xfrm>
                    <a:off x="163719" y="1822501"/>
                    <a:ext cx="3062199" cy="3047160"/>
                    <a:chOff x="163719" y="1822501"/>
                    <a:chExt cx="3062199" cy="3047160"/>
                  </a:xfrm>
                </p:grpSpPr>
                <p:grpSp>
                  <p:nvGrpSpPr>
                    <p:cNvPr id="12840" name="Group 12839">
                      <a:extLst>
                        <a:ext uri="{FF2B5EF4-FFF2-40B4-BE49-F238E27FC236}">
                          <a16:creationId xmlns:a16="http://schemas.microsoft.com/office/drawing/2014/main" id="{1CC68CAC-D4EF-47B8-97EF-4AE3E5B115E3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683131" y="384412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3199" name="Freeform: Shape 13198">
                        <a:extLst>
                          <a:ext uri="{FF2B5EF4-FFF2-40B4-BE49-F238E27FC236}">
                            <a16:creationId xmlns:a16="http://schemas.microsoft.com/office/drawing/2014/main" id="{C886DCDC-1390-44BE-86FE-DD0B023F924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3200" name="Rectangle: Rounded Corners 13199">
                        <a:extLst>
                          <a:ext uri="{FF2B5EF4-FFF2-40B4-BE49-F238E27FC236}">
                            <a16:creationId xmlns:a16="http://schemas.microsoft.com/office/drawing/2014/main" id="{3DAD51E9-BB1C-4FEA-9E1E-BEA3502E21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841" name="Group 12840">
                      <a:extLst>
                        <a:ext uri="{FF2B5EF4-FFF2-40B4-BE49-F238E27FC236}">
                          <a16:creationId xmlns:a16="http://schemas.microsoft.com/office/drawing/2014/main" id="{C85292DC-0B00-4027-B59A-EF4D464DA039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123013" y="4110752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3197" name="Freeform: Shape 13196">
                        <a:extLst>
                          <a:ext uri="{FF2B5EF4-FFF2-40B4-BE49-F238E27FC236}">
                            <a16:creationId xmlns:a16="http://schemas.microsoft.com/office/drawing/2014/main" id="{38604E79-7E37-4FF5-A708-67596500E58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3198" name="Rectangle: Rounded Corners 13197">
                        <a:extLst>
                          <a:ext uri="{FF2B5EF4-FFF2-40B4-BE49-F238E27FC236}">
                            <a16:creationId xmlns:a16="http://schemas.microsoft.com/office/drawing/2014/main" id="{8CD68B90-8DE9-4939-9798-F8EA707CB8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842" name="Group 12841">
                      <a:extLst>
                        <a:ext uri="{FF2B5EF4-FFF2-40B4-BE49-F238E27FC236}">
                          <a16:creationId xmlns:a16="http://schemas.microsoft.com/office/drawing/2014/main" id="{7CF5A1F9-6780-435C-86A8-D22B76CEF41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0260" y="2440902"/>
                      <a:ext cx="1730523" cy="1839492"/>
                      <a:chOff x="420511" y="1784768"/>
                      <a:chExt cx="1730523" cy="1839492"/>
                    </a:xfrm>
                  </p:grpSpPr>
                  <p:grpSp>
                    <p:nvGrpSpPr>
                      <p:cNvPr id="12915" name="Group 12914">
                        <a:extLst>
                          <a:ext uri="{FF2B5EF4-FFF2-40B4-BE49-F238E27FC236}">
                            <a16:creationId xmlns:a16="http://schemas.microsoft.com/office/drawing/2014/main" id="{0605CAFC-08A1-4FA8-83C1-D8B1D4A9D82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69572" y="1784768"/>
                        <a:ext cx="1081462" cy="1476716"/>
                        <a:chOff x="2089993" y="1523034"/>
                        <a:chExt cx="1081462" cy="1476716"/>
                      </a:xfrm>
                    </p:grpSpPr>
                    <p:grpSp>
                      <p:nvGrpSpPr>
                        <p:cNvPr id="13136" name="Group 13135">
                          <a:extLst>
                            <a:ext uri="{FF2B5EF4-FFF2-40B4-BE49-F238E27FC236}">
                              <a16:creationId xmlns:a16="http://schemas.microsoft.com/office/drawing/2014/main" id="{8E7C9C49-852A-451B-88E6-289E1BDB1DD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70705"/>
                          <a:ext cx="101484" cy="1016226"/>
                          <a:chOff x="1800622" y="2364951"/>
                          <a:chExt cx="101484" cy="1016226"/>
                        </a:xfrm>
                      </p:grpSpPr>
                      <p:sp>
                        <p:nvSpPr>
                          <p:cNvPr id="13193" name="Flowchart: Connector 13192">
                            <a:extLst>
                              <a:ext uri="{FF2B5EF4-FFF2-40B4-BE49-F238E27FC236}">
                                <a16:creationId xmlns:a16="http://schemas.microsoft.com/office/drawing/2014/main" id="{351EDED1-361F-40C3-A60E-8C008961ADB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194" name="Flowchart: Connector 13193">
                            <a:extLst>
                              <a:ext uri="{FF2B5EF4-FFF2-40B4-BE49-F238E27FC236}">
                                <a16:creationId xmlns:a16="http://schemas.microsoft.com/office/drawing/2014/main" id="{242E976F-6DC7-4325-9DA7-F095E61BBA2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195" name="Flowchart: Connector 13194">
                            <a:extLst>
                              <a:ext uri="{FF2B5EF4-FFF2-40B4-BE49-F238E27FC236}">
                                <a16:creationId xmlns:a16="http://schemas.microsoft.com/office/drawing/2014/main" id="{649F7858-4C92-4F24-BE0D-B85C370BFB0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196" name="Flowchart: Connector 13195">
                            <a:extLst>
                              <a:ext uri="{FF2B5EF4-FFF2-40B4-BE49-F238E27FC236}">
                                <a16:creationId xmlns:a16="http://schemas.microsoft.com/office/drawing/2014/main" id="{CC4F7C1A-9318-481F-A6B4-88B6282B3AC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649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13137" name="Group 13136">
                          <a:extLst>
                            <a:ext uri="{FF2B5EF4-FFF2-40B4-BE49-F238E27FC236}">
                              <a16:creationId xmlns:a16="http://schemas.microsoft.com/office/drawing/2014/main" id="{53E481B9-8166-456D-B81B-C315658ACEF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23034"/>
                          <a:ext cx="1057223" cy="1476716"/>
                          <a:chOff x="2114232" y="1523034"/>
                          <a:chExt cx="1057223" cy="1476716"/>
                        </a:xfrm>
                      </p:grpSpPr>
                      <p:grpSp>
                        <p:nvGrpSpPr>
                          <p:cNvPr id="13138" name="Group 13137">
                            <a:extLst>
                              <a:ext uri="{FF2B5EF4-FFF2-40B4-BE49-F238E27FC236}">
                                <a16:creationId xmlns:a16="http://schemas.microsoft.com/office/drawing/2014/main" id="{50670F51-71D5-4A35-9329-25BBF1648CA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47544" cy="539639"/>
                            <a:chOff x="3717189" y="1719497"/>
                            <a:chExt cx="1047544" cy="539639"/>
                          </a:xfrm>
                        </p:grpSpPr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186" name="3D Model 13185" descr="Sphere">
                                  <a:extLst>
                                    <a:ext uri="{FF2B5EF4-FFF2-40B4-BE49-F238E27FC236}">
                                      <a16:creationId xmlns:a16="http://schemas.microsoft.com/office/drawing/2014/main" id="{EA665E8E-4E61-4EE6-8AB4-F26AECAFF99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666738682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3187" name="Flowchart: Connector 13186">
                              <a:extLst>
                                <a:ext uri="{FF2B5EF4-FFF2-40B4-BE49-F238E27FC236}">
                                  <a16:creationId xmlns:a16="http://schemas.microsoft.com/office/drawing/2014/main" id="{A050CB21-AE6F-4CAA-8E6A-C18E1DB3ED9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188" name="3D Model 13187" descr="Sphere">
                                  <a:extLst>
                                    <a:ext uri="{FF2B5EF4-FFF2-40B4-BE49-F238E27FC236}">
                                      <a16:creationId xmlns:a16="http://schemas.microsoft.com/office/drawing/2014/main" id="{1D2FC640-E64F-4089-A2B6-3B5A9F9101C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569566496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3189" name="Flowchart: Connector 13188">
                              <a:extLst>
                                <a:ext uri="{FF2B5EF4-FFF2-40B4-BE49-F238E27FC236}">
                                  <a16:creationId xmlns:a16="http://schemas.microsoft.com/office/drawing/2014/main" id="{AF05018F-146D-4109-83A6-4960619261A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190" name="3D Model 13189" descr="Sphere">
                                  <a:extLst>
                                    <a:ext uri="{FF2B5EF4-FFF2-40B4-BE49-F238E27FC236}">
                                      <a16:creationId xmlns:a16="http://schemas.microsoft.com/office/drawing/2014/main" id="{A5246F1C-4AEE-4881-83D7-E3D7C18B626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754365565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3191" name="Flowchart: Connector 13190">
                              <a:extLst>
                                <a:ext uri="{FF2B5EF4-FFF2-40B4-BE49-F238E27FC236}">
                                  <a16:creationId xmlns:a16="http://schemas.microsoft.com/office/drawing/2014/main" id="{E3FAD250-50CE-493D-8310-3FEADA92FC5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192" name="3D Model 13191" descr="Sphere">
                                  <a:extLst>
                                    <a:ext uri="{FF2B5EF4-FFF2-40B4-BE49-F238E27FC236}">
                                      <a16:creationId xmlns:a16="http://schemas.microsoft.com/office/drawing/2014/main" id="{83D94D84-42A2-47CB-90BB-F7748F3D4CF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03698777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3139" name="Group 13138">
                            <a:extLst>
                              <a:ext uri="{FF2B5EF4-FFF2-40B4-BE49-F238E27FC236}">
                                <a16:creationId xmlns:a16="http://schemas.microsoft.com/office/drawing/2014/main" id="{E09D46BE-C269-41A5-8D6C-9E1DD3D4EF7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13171" name="Flowchart: Connector 13170">
                              <a:extLst>
                                <a:ext uri="{FF2B5EF4-FFF2-40B4-BE49-F238E27FC236}">
                                  <a16:creationId xmlns:a16="http://schemas.microsoft.com/office/drawing/2014/main" id="{103D9DDB-250F-4C0A-BD6B-98BA3EF41D7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172" name="Flowchart: Connector 13171">
                              <a:extLst>
                                <a:ext uri="{FF2B5EF4-FFF2-40B4-BE49-F238E27FC236}">
                                  <a16:creationId xmlns:a16="http://schemas.microsoft.com/office/drawing/2014/main" id="{E1795CE3-5CD0-4374-8962-E67EA1A1AAD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173" name="Flowchart: Connector 13172">
                              <a:extLst>
                                <a:ext uri="{FF2B5EF4-FFF2-40B4-BE49-F238E27FC236}">
                                  <a16:creationId xmlns:a16="http://schemas.microsoft.com/office/drawing/2014/main" id="{0ECB15B0-3347-4DB8-A80F-0C81E140C66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174" name="Flowchart: Connector 13173">
                              <a:extLst>
                                <a:ext uri="{FF2B5EF4-FFF2-40B4-BE49-F238E27FC236}">
                                  <a16:creationId xmlns:a16="http://schemas.microsoft.com/office/drawing/2014/main" id="{CDFABF34-4B10-4893-B2F9-FB562657193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175" name="Flowchart: Connector 13174">
                              <a:extLst>
                                <a:ext uri="{FF2B5EF4-FFF2-40B4-BE49-F238E27FC236}">
                                  <a16:creationId xmlns:a16="http://schemas.microsoft.com/office/drawing/2014/main" id="{793673F8-133C-48C8-A278-A67A44535CE5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176" name="Flowchart: Connector 13175">
                              <a:extLst>
                                <a:ext uri="{FF2B5EF4-FFF2-40B4-BE49-F238E27FC236}">
                                  <a16:creationId xmlns:a16="http://schemas.microsoft.com/office/drawing/2014/main" id="{F24C6434-4F3C-4FD9-8EC4-E322E4D31D1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177" name="Flowchart: Connector 13176">
                              <a:extLst>
                                <a:ext uri="{FF2B5EF4-FFF2-40B4-BE49-F238E27FC236}">
                                  <a16:creationId xmlns:a16="http://schemas.microsoft.com/office/drawing/2014/main" id="{C619F53F-2327-4B3B-A264-7D22C932D95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178" name="Flowchart: Connector 13177">
                              <a:extLst>
                                <a:ext uri="{FF2B5EF4-FFF2-40B4-BE49-F238E27FC236}">
                                  <a16:creationId xmlns:a16="http://schemas.microsoft.com/office/drawing/2014/main" id="{A07467DD-3E4D-436F-B808-AB841D7B594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179" name="3D Model 13178" descr="Sphere">
                                  <a:extLst>
                                    <a:ext uri="{FF2B5EF4-FFF2-40B4-BE49-F238E27FC236}">
                                      <a16:creationId xmlns:a16="http://schemas.microsoft.com/office/drawing/2014/main" id="{D7C0731C-4E91-4C0F-B780-E705CFA53CE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62848955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3180" name="Flowchart: Connector 13179">
                              <a:extLst>
                                <a:ext uri="{FF2B5EF4-FFF2-40B4-BE49-F238E27FC236}">
                                  <a16:creationId xmlns:a16="http://schemas.microsoft.com/office/drawing/2014/main" id="{AFD43355-EC09-4997-AF49-E8909766AD8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181" name="3D Model 13180" descr="Sphere">
                                  <a:extLst>
                                    <a:ext uri="{FF2B5EF4-FFF2-40B4-BE49-F238E27FC236}">
                                      <a16:creationId xmlns:a16="http://schemas.microsoft.com/office/drawing/2014/main" id="{4BCAD76A-58F4-43A6-A9C5-449D55763A4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184007719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3182" name="Flowchart: Connector 13181">
                              <a:extLst>
                                <a:ext uri="{FF2B5EF4-FFF2-40B4-BE49-F238E27FC236}">
                                  <a16:creationId xmlns:a16="http://schemas.microsoft.com/office/drawing/2014/main" id="{FD076EFB-0E11-4BF7-97AD-2755DF016BA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183" name="3D Model 13182" descr="Sphere">
                                  <a:extLst>
                                    <a:ext uri="{FF2B5EF4-FFF2-40B4-BE49-F238E27FC236}">
                                      <a16:creationId xmlns:a16="http://schemas.microsoft.com/office/drawing/2014/main" id="{0943B785-04F9-4E72-9969-085A7E783D3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885812824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3184" name="Flowchart: Connector 13183">
                              <a:extLst>
                                <a:ext uri="{FF2B5EF4-FFF2-40B4-BE49-F238E27FC236}">
                                  <a16:creationId xmlns:a16="http://schemas.microsoft.com/office/drawing/2014/main" id="{931A2A42-F658-424C-9114-5927B77889F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185" name="3D Model 13184" descr="Sphere">
                                  <a:extLst>
                                    <a:ext uri="{FF2B5EF4-FFF2-40B4-BE49-F238E27FC236}">
                                      <a16:creationId xmlns:a16="http://schemas.microsoft.com/office/drawing/2014/main" id="{9344CD39-5BA6-44B1-A1C5-2AFAC367F5D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650416437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3140" name="Group 13139">
                            <a:extLst>
                              <a:ext uri="{FF2B5EF4-FFF2-40B4-BE49-F238E27FC236}">
                                <a16:creationId xmlns:a16="http://schemas.microsoft.com/office/drawing/2014/main" id="{F004F3EE-F409-4CED-970B-7D0B7467D86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13156" name="Flowchart: Connector 13155">
                              <a:extLst>
                                <a:ext uri="{FF2B5EF4-FFF2-40B4-BE49-F238E27FC236}">
                                  <a16:creationId xmlns:a16="http://schemas.microsoft.com/office/drawing/2014/main" id="{43D5D6E9-6D0B-46BA-8251-D5647573F68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157" name="Flowchart: Connector 13156">
                              <a:extLst>
                                <a:ext uri="{FF2B5EF4-FFF2-40B4-BE49-F238E27FC236}">
                                  <a16:creationId xmlns:a16="http://schemas.microsoft.com/office/drawing/2014/main" id="{E0F526C8-E55A-40DB-B12A-B2DE646DB95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158" name="Flowchart: Connector 13157">
                              <a:extLst>
                                <a:ext uri="{FF2B5EF4-FFF2-40B4-BE49-F238E27FC236}">
                                  <a16:creationId xmlns:a16="http://schemas.microsoft.com/office/drawing/2014/main" id="{FF7981EB-EC36-4CFE-ACB0-ABFA455E377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159" name="Flowchart: Connector 13158">
                              <a:extLst>
                                <a:ext uri="{FF2B5EF4-FFF2-40B4-BE49-F238E27FC236}">
                                  <a16:creationId xmlns:a16="http://schemas.microsoft.com/office/drawing/2014/main" id="{150587C4-8862-40BF-ACA3-0B1A79EF700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160" name="Flowchart: Connector 13159">
                              <a:extLst>
                                <a:ext uri="{FF2B5EF4-FFF2-40B4-BE49-F238E27FC236}">
                                  <a16:creationId xmlns:a16="http://schemas.microsoft.com/office/drawing/2014/main" id="{588B610B-C9E1-4564-9250-94643CEFEC1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161" name="Flowchart: Connector 13160">
                              <a:extLst>
                                <a:ext uri="{FF2B5EF4-FFF2-40B4-BE49-F238E27FC236}">
                                  <a16:creationId xmlns:a16="http://schemas.microsoft.com/office/drawing/2014/main" id="{B16017DC-4F1E-4605-9C60-F993AA823BD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162" name="Flowchart: Connector 13161">
                              <a:extLst>
                                <a:ext uri="{FF2B5EF4-FFF2-40B4-BE49-F238E27FC236}">
                                  <a16:creationId xmlns:a16="http://schemas.microsoft.com/office/drawing/2014/main" id="{647EABB0-1A54-40DE-88D0-504A13F81E6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163" name="Flowchart: Connector 13162">
                              <a:extLst>
                                <a:ext uri="{FF2B5EF4-FFF2-40B4-BE49-F238E27FC236}">
                                  <a16:creationId xmlns:a16="http://schemas.microsoft.com/office/drawing/2014/main" id="{D11344DF-4A7B-4F12-8E19-E4C21F0E7E4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164" name="3D Model 13163" descr="Sphere">
                                  <a:extLst>
                                    <a:ext uri="{FF2B5EF4-FFF2-40B4-BE49-F238E27FC236}">
                                      <a16:creationId xmlns:a16="http://schemas.microsoft.com/office/drawing/2014/main" id="{2563E41F-ACBC-443C-BB51-CD298CB53FA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668599060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3165" name="Flowchart: Connector 13164">
                              <a:extLst>
                                <a:ext uri="{FF2B5EF4-FFF2-40B4-BE49-F238E27FC236}">
                                  <a16:creationId xmlns:a16="http://schemas.microsoft.com/office/drawing/2014/main" id="{3BE00859-8B9F-44A3-92A1-7D20F55F883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166" name="3D Model 13165" descr="Sphere">
                                  <a:extLst>
                                    <a:ext uri="{FF2B5EF4-FFF2-40B4-BE49-F238E27FC236}">
                                      <a16:creationId xmlns:a16="http://schemas.microsoft.com/office/drawing/2014/main" id="{11CE5518-ECB1-4F46-A22A-2FBB621D39B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2995776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3167" name="Flowchart: Connector 13166">
                              <a:extLst>
                                <a:ext uri="{FF2B5EF4-FFF2-40B4-BE49-F238E27FC236}">
                                  <a16:creationId xmlns:a16="http://schemas.microsoft.com/office/drawing/2014/main" id="{3702EDA3-8FAE-475E-A129-F3B56E1818A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168" name="3D Model 13167" descr="Sphere">
                                  <a:extLst>
                                    <a:ext uri="{FF2B5EF4-FFF2-40B4-BE49-F238E27FC236}">
                                      <a16:creationId xmlns:a16="http://schemas.microsoft.com/office/drawing/2014/main" id="{F270D221-9A34-4BC3-9338-1B9ABD4C26F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228654615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3169" name="Flowchart: Connector 13168">
                              <a:extLst>
                                <a:ext uri="{FF2B5EF4-FFF2-40B4-BE49-F238E27FC236}">
                                  <a16:creationId xmlns:a16="http://schemas.microsoft.com/office/drawing/2014/main" id="{683AFF4B-8B72-47D9-BC89-706CAD15259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170" name="3D Model 13169" descr="Sphere">
                                  <a:extLst>
                                    <a:ext uri="{FF2B5EF4-FFF2-40B4-BE49-F238E27FC236}">
                                      <a16:creationId xmlns:a16="http://schemas.microsoft.com/office/drawing/2014/main" id="{9C3C6796-ECCB-42CD-B0F8-212652E70CC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293255747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13141" name="Flowchart: Connector 13140">
                            <a:extLst>
                              <a:ext uri="{FF2B5EF4-FFF2-40B4-BE49-F238E27FC236}">
                                <a16:creationId xmlns:a16="http://schemas.microsoft.com/office/drawing/2014/main" id="{487976F2-33A5-4B8A-84CD-8FB6B55AB6B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142" name="Flowchart: Connector 13141">
                            <a:extLst>
                              <a:ext uri="{FF2B5EF4-FFF2-40B4-BE49-F238E27FC236}">
                                <a16:creationId xmlns:a16="http://schemas.microsoft.com/office/drawing/2014/main" id="{709A9969-9FA9-4122-9765-0DCBD32E665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143" name="Flowchart: Connector 13142">
                            <a:extLst>
                              <a:ext uri="{FF2B5EF4-FFF2-40B4-BE49-F238E27FC236}">
                                <a16:creationId xmlns:a16="http://schemas.microsoft.com/office/drawing/2014/main" id="{A158A09B-EA06-4E39-BB9C-963F5CDD879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144" name="Flowchart: Connector 13143">
                            <a:extLst>
                              <a:ext uri="{FF2B5EF4-FFF2-40B4-BE49-F238E27FC236}">
                                <a16:creationId xmlns:a16="http://schemas.microsoft.com/office/drawing/2014/main" id="{F381A79F-A148-4FE7-92B1-EAC6BAEF6E2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145" name="Flowchart: Connector 13144">
                            <a:extLst>
                              <a:ext uri="{FF2B5EF4-FFF2-40B4-BE49-F238E27FC236}">
                                <a16:creationId xmlns:a16="http://schemas.microsoft.com/office/drawing/2014/main" id="{0810A383-36D5-49C8-903C-683B731202B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146" name="Flowchart: Connector 13145">
                            <a:extLst>
                              <a:ext uri="{FF2B5EF4-FFF2-40B4-BE49-F238E27FC236}">
                                <a16:creationId xmlns:a16="http://schemas.microsoft.com/office/drawing/2014/main" id="{562E2DF6-CF02-49D2-B965-58520AEA753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147" name="Flowchart: Connector 13146">
                            <a:extLst>
                              <a:ext uri="{FF2B5EF4-FFF2-40B4-BE49-F238E27FC236}">
                                <a16:creationId xmlns:a16="http://schemas.microsoft.com/office/drawing/2014/main" id="{0C0DA4AD-2A1D-4114-80FC-C6ED4DE9032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148" name="Flowchart: Connector 13147">
                            <a:extLst>
                              <a:ext uri="{FF2B5EF4-FFF2-40B4-BE49-F238E27FC236}">
                                <a16:creationId xmlns:a16="http://schemas.microsoft.com/office/drawing/2014/main" id="{2A3D3E3F-DD05-4071-9003-B564DFA486F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149" name="3D Model 13148" descr="Sphere">
                                <a:extLst>
                                  <a:ext uri="{FF2B5EF4-FFF2-40B4-BE49-F238E27FC236}">
                                    <a16:creationId xmlns:a16="http://schemas.microsoft.com/office/drawing/2014/main" id="{C2921AA7-8E9C-4396-81FF-5EA18A459C5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617900967"/>
                                  </p:ext>
                                </p:extLst>
                              </p:nvPr>
                            </p:nvGraphicFramePr>
                            <p:xfrm>
                              <a:off x="2134543" y="1523034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87" name="3D Model 686" descr="Sphere">
                                <a:extLst>
                                  <a:ext uri="{FF2B5EF4-FFF2-40B4-BE49-F238E27FC236}">
                                    <a16:creationId xmlns:a16="http://schemas.microsoft.com/office/drawing/2014/main" id="{D779BB84-A6FA-44CC-A6EB-F87228EC6E6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43267" y="2202980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150" name="Flowchart: Connector 13149">
                            <a:extLst>
                              <a:ext uri="{FF2B5EF4-FFF2-40B4-BE49-F238E27FC236}">
                                <a16:creationId xmlns:a16="http://schemas.microsoft.com/office/drawing/2014/main" id="{D1321D47-83B2-4D9C-B64E-5CB8575248D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151" name="3D Model 13150" descr="Sphere">
                                <a:extLst>
                                  <a:ext uri="{FF2B5EF4-FFF2-40B4-BE49-F238E27FC236}">
                                    <a16:creationId xmlns:a16="http://schemas.microsoft.com/office/drawing/2014/main" id="{21AB606D-B612-4D11-9D89-52CEEFB175B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66528603"/>
                                  </p:ext>
                                </p:extLst>
                              </p:nvPr>
                            </p:nvGraphicFramePr>
                            <p:xfrm>
                              <a:off x="2371307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89" name="3D Model 688" descr="Sphere">
                                <a:extLst>
                                  <a:ext uri="{FF2B5EF4-FFF2-40B4-BE49-F238E27FC236}">
                                    <a16:creationId xmlns:a16="http://schemas.microsoft.com/office/drawing/2014/main" id="{87811185-E719-4BE3-9BAB-EE2EEC76861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84395" y="221366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152" name="Flowchart: Connector 13151">
                            <a:extLst>
                              <a:ext uri="{FF2B5EF4-FFF2-40B4-BE49-F238E27FC236}">
                                <a16:creationId xmlns:a16="http://schemas.microsoft.com/office/drawing/2014/main" id="{91D95A43-D8B4-47EF-BFDC-6EFD9BF5A0F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4559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153" name="3D Model 13152" descr="Sphere">
                                <a:extLst>
                                  <a:ext uri="{FF2B5EF4-FFF2-40B4-BE49-F238E27FC236}">
                                    <a16:creationId xmlns:a16="http://schemas.microsoft.com/office/drawing/2014/main" id="{D34B2867-1137-4354-90E3-2852177D461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773395890"/>
                                  </p:ext>
                                </p:extLst>
                              </p:nvPr>
                            </p:nvGraphicFramePr>
                            <p:xfrm>
                              <a:off x="2609177" y="164155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91" name="3D Model 690" descr="Sphere">
                                <a:extLst>
                                  <a:ext uri="{FF2B5EF4-FFF2-40B4-BE49-F238E27FC236}">
                                    <a16:creationId xmlns:a16="http://schemas.microsoft.com/office/drawing/2014/main" id="{CEAEF5D8-CB4C-40C9-886E-F08B5BA0B94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425714" y="222530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154" name="Flowchart: Connector 13153">
                            <a:extLst>
                              <a:ext uri="{FF2B5EF4-FFF2-40B4-BE49-F238E27FC236}">
                                <a16:creationId xmlns:a16="http://schemas.microsoft.com/office/drawing/2014/main" id="{C1B5125D-5329-40E3-8AC7-1E8B3B7CF8D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155" name="3D Model 13154" descr="Sphere">
                                <a:extLst>
                                  <a:ext uri="{FF2B5EF4-FFF2-40B4-BE49-F238E27FC236}">
                                    <a16:creationId xmlns:a16="http://schemas.microsoft.com/office/drawing/2014/main" id="{8E197D22-E2FD-4A53-8ABC-D4C5AAC9B5B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744547721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6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6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93" name="3D Model 692" descr="Sphere">
                                <a:extLst>
                                  <a:ext uri="{FF2B5EF4-FFF2-40B4-BE49-F238E27FC236}">
                                    <a16:creationId xmlns:a16="http://schemas.microsoft.com/office/drawing/2014/main" id="{340B75D1-AAA3-473D-983B-28171957CDB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472340" y="2241696"/>
                                <a:ext cx="51046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12916" name="Group 12915">
                        <a:extLst>
                          <a:ext uri="{FF2B5EF4-FFF2-40B4-BE49-F238E27FC236}">
                            <a16:creationId xmlns:a16="http://schemas.microsoft.com/office/drawing/2014/main" id="{AB1D68B1-4C5C-48EC-915D-490712877E7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3325" y="2268938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13133" name="Flowchart: Connector 13132">
                          <a:extLst>
                            <a:ext uri="{FF2B5EF4-FFF2-40B4-BE49-F238E27FC236}">
                              <a16:creationId xmlns:a16="http://schemas.microsoft.com/office/drawing/2014/main" id="{C5BDAFF5-4DA8-41F5-AF73-D5AE79C3F63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134" name="Flowchart: Connector 13133">
                          <a:extLst>
                            <a:ext uri="{FF2B5EF4-FFF2-40B4-BE49-F238E27FC236}">
                              <a16:creationId xmlns:a16="http://schemas.microsoft.com/office/drawing/2014/main" id="{832A42D4-F18D-4AE9-8D79-BAFC3092D3E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135" name="Flowchart: Connector 13134">
                          <a:extLst>
                            <a:ext uri="{FF2B5EF4-FFF2-40B4-BE49-F238E27FC236}">
                              <a16:creationId xmlns:a16="http://schemas.microsoft.com/office/drawing/2014/main" id="{3DC487C8-2561-4016-913E-6FDE2FD3F98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12917" name="Flowchart: Connector 12916">
                        <a:extLst>
                          <a:ext uri="{FF2B5EF4-FFF2-40B4-BE49-F238E27FC236}">
                            <a16:creationId xmlns:a16="http://schemas.microsoft.com/office/drawing/2014/main" id="{A5858FB2-D335-4B6F-A4B6-D7458EF2AE9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37026" y="201261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918" name="Flowchart: Connector 12917">
                        <a:extLst>
                          <a:ext uri="{FF2B5EF4-FFF2-40B4-BE49-F238E27FC236}">
                            <a16:creationId xmlns:a16="http://schemas.microsoft.com/office/drawing/2014/main" id="{6CBE79A2-F628-42AE-A248-C0234553939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588002" y="208727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12919" name="Group 12918">
                        <a:extLst>
                          <a:ext uri="{FF2B5EF4-FFF2-40B4-BE49-F238E27FC236}">
                            <a16:creationId xmlns:a16="http://schemas.microsoft.com/office/drawing/2014/main" id="{6582034B-5F2A-4CF2-8148-292805177D89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228750">
                        <a:off x="1171220" y="1918660"/>
                        <a:ext cx="698062" cy="387533"/>
                        <a:chOff x="854933" y="2290871"/>
                        <a:chExt cx="698062" cy="387533"/>
                      </a:xfrm>
                    </p:grpSpPr>
                    <p:sp>
                      <p:nvSpPr>
                        <p:cNvPr id="13130" name="Flowchart: Connector 13129">
                          <a:extLst>
                            <a:ext uri="{FF2B5EF4-FFF2-40B4-BE49-F238E27FC236}">
                              <a16:creationId xmlns:a16="http://schemas.microsoft.com/office/drawing/2014/main" id="{C418943F-E551-4C46-9DFB-D83F1DFC89B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3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131" name="Flowchart: Connector 13130">
                          <a:extLst>
                            <a:ext uri="{FF2B5EF4-FFF2-40B4-BE49-F238E27FC236}">
                              <a16:creationId xmlns:a16="http://schemas.microsoft.com/office/drawing/2014/main" id="{EC8EB91E-DB25-40AE-AE96-210CA2A9996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5206" y="2377897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132" name="Flowchart: Connector 13131">
                          <a:extLst>
                            <a:ext uri="{FF2B5EF4-FFF2-40B4-BE49-F238E27FC236}">
                              <a16:creationId xmlns:a16="http://schemas.microsoft.com/office/drawing/2014/main" id="{D8B3EB0B-5A1C-4F8F-9538-B83E87C1F79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41136" y="2462404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2920" name="Group 12919">
                        <a:extLst>
                          <a:ext uri="{FF2B5EF4-FFF2-40B4-BE49-F238E27FC236}">
                            <a16:creationId xmlns:a16="http://schemas.microsoft.com/office/drawing/2014/main" id="{0B9E8CBD-B62B-4B7F-8157-D3E6952A408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49741" y="1890320"/>
                        <a:ext cx="1098636" cy="1497980"/>
                        <a:chOff x="2089993" y="1501770"/>
                        <a:chExt cx="1098636" cy="1497980"/>
                      </a:xfrm>
                    </p:grpSpPr>
                    <p:grpSp>
                      <p:nvGrpSpPr>
                        <p:cNvPr id="13065" name="Group 13064">
                          <a:extLst>
                            <a:ext uri="{FF2B5EF4-FFF2-40B4-BE49-F238E27FC236}">
                              <a16:creationId xmlns:a16="http://schemas.microsoft.com/office/drawing/2014/main" id="{3EEC54DC-D0B5-4314-A758-9AF2C18D774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34990"/>
                          <a:ext cx="101484" cy="1051941"/>
                          <a:chOff x="1800622" y="2329236"/>
                          <a:chExt cx="101484" cy="1051941"/>
                        </a:xfrm>
                      </p:grpSpPr>
                      <p:sp>
                        <p:nvSpPr>
                          <p:cNvPr id="13126" name="Flowchart: Connector 13125">
                            <a:extLst>
                              <a:ext uri="{FF2B5EF4-FFF2-40B4-BE49-F238E27FC236}">
                                <a16:creationId xmlns:a16="http://schemas.microsoft.com/office/drawing/2014/main" id="{F39A1B55-1468-4993-817A-AC5FF3DC9D4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127" name="Flowchart: Connector 13126">
                            <a:extLst>
                              <a:ext uri="{FF2B5EF4-FFF2-40B4-BE49-F238E27FC236}">
                                <a16:creationId xmlns:a16="http://schemas.microsoft.com/office/drawing/2014/main" id="{E6B1E09A-0C91-45D3-A1BF-F1FCCE095AF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128" name="Flowchart: Connector 13127">
                            <a:extLst>
                              <a:ext uri="{FF2B5EF4-FFF2-40B4-BE49-F238E27FC236}">
                                <a16:creationId xmlns:a16="http://schemas.microsoft.com/office/drawing/2014/main" id="{C1463C72-D50D-40B9-B2C5-968E0DE59DD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129" name="Flowchart: Connector 13128">
                            <a:extLst>
                              <a:ext uri="{FF2B5EF4-FFF2-40B4-BE49-F238E27FC236}">
                                <a16:creationId xmlns:a16="http://schemas.microsoft.com/office/drawing/2014/main" id="{B14FD74F-C4C7-4242-836A-B693A06C982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2923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13066" name="Group 13065">
                          <a:extLst>
                            <a:ext uri="{FF2B5EF4-FFF2-40B4-BE49-F238E27FC236}">
                              <a16:creationId xmlns:a16="http://schemas.microsoft.com/office/drawing/2014/main" id="{51C5663A-6F01-465A-A45D-D0C36F0E034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01770"/>
                          <a:ext cx="1074397" cy="1497980"/>
                          <a:chOff x="2114232" y="1501770"/>
                          <a:chExt cx="1074397" cy="1497980"/>
                        </a:xfrm>
                      </p:grpSpPr>
                      <p:grpSp>
                        <p:nvGrpSpPr>
                          <p:cNvPr id="13067" name="Group 13066">
                            <a:extLst>
                              <a:ext uri="{FF2B5EF4-FFF2-40B4-BE49-F238E27FC236}">
                                <a16:creationId xmlns:a16="http://schemas.microsoft.com/office/drawing/2014/main" id="{45AD18E0-E778-4F26-AAB1-A3AF5C6AC84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13118" name="Flowchart: Connector 13117">
                              <a:extLst>
                                <a:ext uri="{FF2B5EF4-FFF2-40B4-BE49-F238E27FC236}">
                                  <a16:creationId xmlns:a16="http://schemas.microsoft.com/office/drawing/2014/main" id="{E88104A3-C890-43ED-9558-E908B9045F5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119" name="3D Model 13118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C5B1-A4AD-4121-9157-CAC1829053D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114250681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3120" name="Flowchart: Connector 13119">
                              <a:extLst>
                                <a:ext uri="{FF2B5EF4-FFF2-40B4-BE49-F238E27FC236}">
                                  <a16:creationId xmlns:a16="http://schemas.microsoft.com/office/drawing/2014/main" id="{5C856A07-D96C-4C61-86D4-9A2C9FBCCB7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121" name="3D Model 13120" descr="Sphere">
                                  <a:extLst>
                                    <a:ext uri="{FF2B5EF4-FFF2-40B4-BE49-F238E27FC236}">
                                      <a16:creationId xmlns:a16="http://schemas.microsoft.com/office/drawing/2014/main" id="{6EFDFC21-41CA-4608-A7D9-BC1EB7CB99E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870700812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3122" name="Flowchart: Connector 13121">
                              <a:extLst>
                                <a:ext uri="{FF2B5EF4-FFF2-40B4-BE49-F238E27FC236}">
                                  <a16:creationId xmlns:a16="http://schemas.microsoft.com/office/drawing/2014/main" id="{A4202F12-97BC-4871-AD01-8DEE29BC73F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123" name="3D Model 13122" descr="Sphere">
                                  <a:extLst>
                                    <a:ext uri="{FF2B5EF4-FFF2-40B4-BE49-F238E27FC236}">
                                      <a16:creationId xmlns:a16="http://schemas.microsoft.com/office/drawing/2014/main" id="{7783F9DD-D8A5-4552-8E38-B40CF1DA264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267260320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3124" name="Flowchart: Connector 13123">
                              <a:extLst>
                                <a:ext uri="{FF2B5EF4-FFF2-40B4-BE49-F238E27FC236}">
                                  <a16:creationId xmlns:a16="http://schemas.microsoft.com/office/drawing/2014/main" id="{CFD2EA1A-57CF-40EA-9870-21D2C3151AF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125" name="3D Model 1312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4878DD-A7C4-42A5-8AF5-C302B91A9A7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477308935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3068" name="Group 13067">
                            <a:extLst>
                              <a:ext uri="{FF2B5EF4-FFF2-40B4-BE49-F238E27FC236}">
                                <a16:creationId xmlns:a16="http://schemas.microsoft.com/office/drawing/2014/main" id="{2420AAE0-57A4-42B1-BF05-423DBD8DA3C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3102" name="Flowchart: Connector 13101">
                              <a:extLst>
                                <a:ext uri="{FF2B5EF4-FFF2-40B4-BE49-F238E27FC236}">
                                  <a16:creationId xmlns:a16="http://schemas.microsoft.com/office/drawing/2014/main" id="{E7BCC020-4195-4BC6-B66F-37B27BFBB12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103" name="Flowchart: Connector 13102">
                              <a:extLst>
                                <a:ext uri="{FF2B5EF4-FFF2-40B4-BE49-F238E27FC236}">
                                  <a16:creationId xmlns:a16="http://schemas.microsoft.com/office/drawing/2014/main" id="{3FA2E850-3A58-4076-876C-B63C3A488A2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104" name="Flowchart: Connector 13103">
                              <a:extLst>
                                <a:ext uri="{FF2B5EF4-FFF2-40B4-BE49-F238E27FC236}">
                                  <a16:creationId xmlns:a16="http://schemas.microsoft.com/office/drawing/2014/main" id="{297E1C3E-D220-4037-B02C-B57668A1C61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105" name="Flowchart: Connector 13104">
                              <a:extLst>
                                <a:ext uri="{FF2B5EF4-FFF2-40B4-BE49-F238E27FC236}">
                                  <a16:creationId xmlns:a16="http://schemas.microsoft.com/office/drawing/2014/main" id="{F4FE5D5A-34F9-4FA2-92D8-4B7C0509F4C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106" name="Flowchart: Connector 13105">
                              <a:extLst>
                                <a:ext uri="{FF2B5EF4-FFF2-40B4-BE49-F238E27FC236}">
                                  <a16:creationId xmlns:a16="http://schemas.microsoft.com/office/drawing/2014/main" id="{3CCDAAA8-288B-4079-AA2C-A941FBA6C24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107" name="Flowchart: Connector 13106">
                              <a:extLst>
                                <a:ext uri="{FF2B5EF4-FFF2-40B4-BE49-F238E27FC236}">
                                  <a16:creationId xmlns:a16="http://schemas.microsoft.com/office/drawing/2014/main" id="{4777AC39-8901-42A9-B677-B28DB085698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108" name="Flowchart: Connector 13107">
                              <a:extLst>
                                <a:ext uri="{FF2B5EF4-FFF2-40B4-BE49-F238E27FC236}">
                                  <a16:creationId xmlns:a16="http://schemas.microsoft.com/office/drawing/2014/main" id="{564D133C-A542-4990-B7DC-7CD83E2FA1F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109" name="Flowchart: Connector 13108">
                              <a:extLst>
                                <a:ext uri="{FF2B5EF4-FFF2-40B4-BE49-F238E27FC236}">
                                  <a16:creationId xmlns:a16="http://schemas.microsoft.com/office/drawing/2014/main" id="{B28F07DE-B7AB-4328-8A41-2866AE446F0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110" name="Flowchart: Connector 13109">
                              <a:extLst>
                                <a:ext uri="{FF2B5EF4-FFF2-40B4-BE49-F238E27FC236}">
                                  <a16:creationId xmlns:a16="http://schemas.microsoft.com/office/drawing/2014/main" id="{877105A5-FAC0-40A8-B089-A080388223F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111" name="3D Model 13110" descr="Sphere">
                                  <a:extLst>
                                    <a:ext uri="{FF2B5EF4-FFF2-40B4-BE49-F238E27FC236}">
                                      <a16:creationId xmlns:a16="http://schemas.microsoft.com/office/drawing/2014/main" id="{3B37B972-BF1D-48B5-BA4C-CA9C0653D55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609854500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3112" name="Flowchart: Connector 13111">
                              <a:extLst>
                                <a:ext uri="{FF2B5EF4-FFF2-40B4-BE49-F238E27FC236}">
                                  <a16:creationId xmlns:a16="http://schemas.microsoft.com/office/drawing/2014/main" id="{68B6C59F-D5F8-4395-82F7-F8ABEFC0B92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113" name="3D Model 13112" descr="Sphere">
                                  <a:extLst>
                                    <a:ext uri="{FF2B5EF4-FFF2-40B4-BE49-F238E27FC236}">
                                      <a16:creationId xmlns:a16="http://schemas.microsoft.com/office/drawing/2014/main" id="{3012D13F-59D3-4813-B4A7-8149C22E69B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380287838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3114" name="Flowchart: Connector 13113">
                              <a:extLst>
                                <a:ext uri="{FF2B5EF4-FFF2-40B4-BE49-F238E27FC236}">
                                  <a16:creationId xmlns:a16="http://schemas.microsoft.com/office/drawing/2014/main" id="{956485D5-A850-4B50-A94F-FA8341D4E58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115" name="3D Model 13114" descr="Sphere">
                                  <a:extLst>
                                    <a:ext uri="{FF2B5EF4-FFF2-40B4-BE49-F238E27FC236}">
                                      <a16:creationId xmlns:a16="http://schemas.microsoft.com/office/drawing/2014/main" id="{3D124C48-6218-4557-A3E7-96593A8E5C7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688406824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3116" name="Flowchart: Connector 13115">
                              <a:extLst>
                                <a:ext uri="{FF2B5EF4-FFF2-40B4-BE49-F238E27FC236}">
                                  <a16:creationId xmlns:a16="http://schemas.microsoft.com/office/drawing/2014/main" id="{FAB0D1CE-B3CD-4489-9617-0C231188CEA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117" name="3D Model 13116" descr="Sphere">
                                  <a:extLst>
                                    <a:ext uri="{FF2B5EF4-FFF2-40B4-BE49-F238E27FC236}">
                                      <a16:creationId xmlns:a16="http://schemas.microsoft.com/office/drawing/2014/main" id="{83279C8D-B843-44C5-9580-8F851005251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700988807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3069" name="Group 13068">
                            <a:extLst>
                              <a:ext uri="{FF2B5EF4-FFF2-40B4-BE49-F238E27FC236}">
                                <a16:creationId xmlns:a16="http://schemas.microsoft.com/office/drawing/2014/main" id="{73A088EE-CBFC-4B44-988C-6DF4B0E9A2B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3086" name="Flowchart: Connector 13085">
                              <a:extLst>
                                <a:ext uri="{FF2B5EF4-FFF2-40B4-BE49-F238E27FC236}">
                                  <a16:creationId xmlns:a16="http://schemas.microsoft.com/office/drawing/2014/main" id="{9330BF53-4E08-4376-BB7F-76A4C48E37C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087" name="Flowchart: Connector 13086">
                              <a:extLst>
                                <a:ext uri="{FF2B5EF4-FFF2-40B4-BE49-F238E27FC236}">
                                  <a16:creationId xmlns:a16="http://schemas.microsoft.com/office/drawing/2014/main" id="{0E728692-422A-44AA-8A9E-C5CD6702ACC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088" name="Flowchart: Connector 13087">
                              <a:extLst>
                                <a:ext uri="{FF2B5EF4-FFF2-40B4-BE49-F238E27FC236}">
                                  <a16:creationId xmlns:a16="http://schemas.microsoft.com/office/drawing/2014/main" id="{0753B5ED-9185-4122-A137-D3BD977EAD5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089" name="Flowchart: Connector 13088">
                              <a:extLst>
                                <a:ext uri="{FF2B5EF4-FFF2-40B4-BE49-F238E27FC236}">
                                  <a16:creationId xmlns:a16="http://schemas.microsoft.com/office/drawing/2014/main" id="{85DC77A4-7793-413B-A886-10D73B9496A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090" name="Flowchart: Connector 13089">
                              <a:extLst>
                                <a:ext uri="{FF2B5EF4-FFF2-40B4-BE49-F238E27FC236}">
                                  <a16:creationId xmlns:a16="http://schemas.microsoft.com/office/drawing/2014/main" id="{12AA0C6D-9AF7-42BB-826B-26809BEE039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091" name="Flowchart: Connector 13090">
                              <a:extLst>
                                <a:ext uri="{FF2B5EF4-FFF2-40B4-BE49-F238E27FC236}">
                                  <a16:creationId xmlns:a16="http://schemas.microsoft.com/office/drawing/2014/main" id="{A0A2BAB9-D88B-4B1C-98D8-9FA6B344968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092" name="Flowchart: Connector 13091">
                              <a:extLst>
                                <a:ext uri="{FF2B5EF4-FFF2-40B4-BE49-F238E27FC236}">
                                  <a16:creationId xmlns:a16="http://schemas.microsoft.com/office/drawing/2014/main" id="{B9DFCF2C-BF73-469F-9374-BD197D6F42F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093" name="Flowchart: Connector 13092">
                              <a:extLst>
                                <a:ext uri="{FF2B5EF4-FFF2-40B4-BE49-F238E27FC236}">
                                  <a16:creationId xmlns:a16="http://schemas.microsoft.com/office/drawing/2014/main" id="{178D938C-E418-41F1-8EAE-BB16D763873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094" name="Flowchart: Connector 13093">
                              <a:extLst>
                                <a:ext uri="{FF2B5EF4-FFF2-40B4-BE49-F238E27FC236}">
                                  <a16:creationId xmlns:a16="http://schemas.microsoft.com/office/drawing/2014/main" id="{9E676795-0630-49E5-9332-FB7AA146276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095" name="3D Model 13094" descr="Sphere">
                                  <a:extLst>
                                    <a:ext uri="{FF2B5EF4-FFF2-40B4-BE49-F238E27FC236}">
                                      <a16:creationId xmlns:a16="http://schemas.microsoft.com/office/drawing/2014/main" id="{28F13CA3-E90A-472D-9A18-DFFD92F07DB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683236847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3096" name="Flowchart: Connector 13095">
                              <a:extLst>
                                <a:ext uri="{FF2B5EF4-FFF2-40B4-BE49-F238E27FC236}">
                                  <a16:creationId xmlns:a16="http://schemas.microsoft.com/office/drawing/2014/main" id="{B409B380-1A29-4C8E-9C0B-70F99975799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097" name="3D Model 13096" descr="Sphere">
                                  <a:extLst>
                                    <a:ext uri="{FF2B5EF4-FFF2-40B4-BE49-F238E27FC236}">
                                      <a16:creationId xmlns:a16="http://schemas.microsoft.com/office/drawing/2014/main" id="{5EAF7B1B-8BF4-4E88-8DE3-C2628A8383D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76642764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3098" name="Flowchart: Connector 13097">
                              <a:extLst>
                                <a:ext uri="{FF2B5EF4-FFF2-40B4-BE49-F238E27FC236}">
                                  <a16:creationId xmlns:a16="http://schemas.microsoft.com/office/drawing/2014/main" id="{DFFAEB52-E5D4-49E7-99BD-40D86E42265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099" name="3D Model 13098" descr="Sphere">
                                  <a:extLst>
                                    <a:ext uri="{FF2B5EF4-FFF2-40B4-BE49-F238E27FC236}">
                                      <a16:creationId xmlns:a16="http://schemas.microsoft.com/office/drawing/2014/main" id="{6248D32B-27E2-4AF0-949E-2DBDEE717B4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306123350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3100" name="Flowchart: Connector 13099">
                              <a:extLst>
                                <a:ext uri="{FF2B5EF4-FFF2-40B4-BE49-F238E27FC236}">
                                  <a16:creationId xmlns:a16="http://schemas.microsoft.com/office/drawing/2014/main" id="{A7F09D83-9469-4459-AA5E-9D59A4EA87E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101" name="3D Model 13100" descr="Sphere">
                                  <a:extLst>
                                    <a:ext uri="{FF2B5EF4-FFF2-40B4-BE49-F238E27FC236}">
                                      <a16:creationId xmlns:a16="http://schemas.microsoft.com/office/drawing/2014/main" id="{F30A44C7-B2C4-49D0-AB91-2E00B10B379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51886119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13070" name="Flowchart: Connector 13069">
                            <a:extLst>
                              <a:ext uri="{FF2B5EF4-FFF2-40B4-BE49-F238E27FC236}">
                                <a16:creationId xmlns:a16="http://schemas.microsoft.com/office/drawing/2014/main" id="{C3FE854F-9CD6-46A5-95A4-D35985F787E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071" name="Flowchart: Connector 13070">
                            <a:extLst>
                              <a:ext uri="{FF2B5EF4-FFF2-40B4-BE49-F238E27FC236}">
                                <a16:creationId xmlns:a16="http://schemas.microsoft.com/office/drawing/2014/main" id="{3F8886A2-1CEE-48A5-9790-D342F1F284F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072" name="Flowchart: Connector 13071">
                            <a:extLst>
                              <a:ext uri="{FF2B5EF4-FFF2-40B4-BE49-F238E27FC236}">
                                <a16:creationId xmlns:a16="http://schemas.microsoft.com/office/drawing/2014/main" id="{45339CD4-78DC-4C2E-80A0-8808440CD91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073" name="Flowchart: Connector 13072">
                            <a:extLst>
                              <a:ext uri="{FF2B5EF4-FFF2-40B4-BE49-F238E27FC236}">
                                <a16:creationId xmlns:a16="http://schemas.microsoft.com/office/drawing/2014/main" id="{0459050A-3120-4067-B4F0-B7B9389D7CF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074" name="Flowchart: Connector 13073">
                            <a:extLst>
                              <a:ext uri="{FF2B5EF4-FFF2-40B4-BE49-F238E27FC236}">
                                <a16:creationId xmlns:a16="http://schemas.microsoft.com/office/drawing/2014/main" id="{34DE60FD-3D0B-40D4-AE9D-DE50A06F84A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075" name="Flowchart: Connector 13074">
                            <a:extLst>
                              <a:ext uri="{FF2B5EF4-FFF2-40B4-BE49-F238E27FC236}">
                                <a16:creationId xmlns:a16="http://schemas.microsoft.com/office/drawing/2014/main" id="{1C92B038-D7CC-41FF-A6E9-DDF43E5FE2B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076" name="Flowchart: Connector 13075">
                            <a:extLst>
                              <a:ext uri="{FF2B5EF4-FFF2-40B4-BE49-F238E27FC236}">
                                <a16:creationId xmlns:a16="http://schemas.microsoft.com/office/drawing/2014/main" id="{2EB928E1-C8FE-4441-8773-013E8988F83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077" name="Flowchart: Connector 13076">
                            <a:extLst>
                              <a:ext uri="{FF2B5EF4-FFF2-40B4-BE49-F238E27FC236}">
                                <a16:creationId xmlns:a16="http://schemas.microsoft.com/office/drawing/2014/main" id="{055B9E83-094F-435F-87FD-66994A718E4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078" name="Flowchart: Connector 13077">
                            <a:extLst>
                              <a:ext uri="{FF2B5EF4-FFF2-40B4-BE49-F238E27FC236}">
                                <a16:creationId xmlns:a16="http://schemas.microsoft.com/office/drawing/2014/main" id="{8932ECF9-C7BB-4B63-AFF6-64AC830478E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079" name="3D Model 13078" descr="Sphere">
                                <a:extLst>
                                  <a:ext uri="{FF2B5EF4-FFF2-40B4-BE49-F238E27FC236}">
                                    <a16:creationId xmlns:a16="http://schemas.microsoft.com/office/drawing/2014/main" id="{8B293E5E-002C-4FD5-9F52-64D5AA81C5B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874082722"/>
                                  </p:ext>
                                </p:extLst>
                              </p:nvPr>
                            </p:nvGraphicFramePr>
                            <p:xfrm>
                              <a:off x="2123911" y="1501770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17" name="3D Model 616" descr="Sphere">
                                <a:extLst>
                                  <a:ext uri="{FF2B5EF4-FFF2-40B4-BE49-F238E27FC236}">
                                    <a16:creationId xmlns:a16="http://schemas.microsoft.com/office/drawing/2014/main" id="{AC68C940-5F1F-43C8-B096-655526A747E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03234" y="2222860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080" name="Flowchart: Connector 13079">
                            <a:extLst>
                              <a:ext uri="{FF2B5EF4-FFF2-40B4-BE49-F238E27FC236}">
                                <a16:creationId xmlns:a16="http://schemas.microsoft.com/office/drawing/2014/main" id="{81B5D360-3134-4751-A67D-84609C4E8A0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081" name="3D Model 13080" descr="Sphere">
                                <a:extLst>
                                  <a:ext uri="{FF2B5EF4-FFF2-40B4-BE49-F238E27FC236}">
                                    <a16:creationId xmlns:a16="http://schemas.microsoft.com/office/drawing/2014/main" id="{F34D1B5C-6C0D-40DE-8F2D-6C8ECD6D70E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23645866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19" name="3D Model 618" descr="Sphere">
                                <a:extLst>
                                  <a:ext uri="{FF2B5EF4-FFF2-40B4-BE49-F238E27FC236}">
                                    <a16:creationId xmlns:a16="http://schemas.microsoft.com/office/drawing/2014/main" id="{CB029D8D-582B-46D9-A1AA-3CD7B3366185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45058" y="2237548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082" name="Flowchart: Connector 13081">
                            <a:extLst>
                              <a:ext uri="{FF2B5EF4-FFF2-40B4-BE49-F238E27FC236}">
                                <a16:creationId xmlns:a16="http://schemas.microsoft.com/office/drawing/2014/main" id="{21E8572A-471C-4D19-8ACB-27F22C4D5EB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93292" y="171776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083" name="3D Model 13082" descr="Sphere">
                                <a:extLst>
                                  <a:ext uri="{FF2B5EF4-FFF2-40B4-BE49-F238E27FC236}">
                                    <a16:creationId xmlns:a16="http://schemas.microsoft.com/office/drawing/2014/main" id="{B8D1239F-E01A-4396-B5B9-8DEB5C2A5A5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989429340"/>
                                  </p:ext>
                                </p:extLst>
                              </p:nvPr>
                            </p:nvGraphicFramePr>
                            <p:xfrm>
                              <a:off x="2622429" y="163823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21" name="3D Model 620" descr="Sphere">
                                <a:extLst>
                                  <a:ext uri="{FF2B5EF4-FFF2-40B4-BE49-F238E27FC236}">
                                    <a16:creationId xmlns:a16="http://schemas.microsoft.com/office/drawing/2014/main" id="{C00C5F72-38F1-4F9B-B38E-948D1AB1FFB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89830" y="224856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084" name="Flowchart: Connector 13083">
                            <a:extLst>
                              <a:ext uri="{FF2B5EF4-FFF2-40B4-BE49-F238E27FC236}">
                                <a16:creationId xmlns:a16="http://schemas.microsoft.com/office/drawing/2014/main" id="{58645434-5218-48A1-905F-3BB0DD8A82D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085" name="3D Model 13084" descr="Sphere">
                                <a:extLst>
                                  <a:ext uri="{FF2B5EF4-FFF2-40B4-BE49-F238E27FC236}">
                                    <a16:creationId xmlns:a16="http://schemas.microsoft.com/office/drawing/2014/main" id="{D769D1DF-5E26-4E60-B0DC-B6CD92D7C42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693705191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23" name="3D Model 622" descr="Sphere">
                                <a:extLst>
                                  <a:ext uri="{FF2B5EF4-FFF2-40B4-BE49-F238E27FC236}">
                                    <a16:creationId xmlns:a16="http://schemas.microsoft.com/office/drawing/2014/main" id="{8B621330-C9CB-4BC0-8038-E231D6DCDA2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434154" y="2265581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12921" name="Group 12920">
                        <a:extLst>
                          <a:ext uri="{FF2B5EF4-FFF2-40B4-BE49-F238E27FC236}">
                            <a16:creationId xmlns:a16="http://schemas.microsoft.com/office/drawing/2014/main" id="{449E35D9-60A4-4801-9607-F8388E6F37D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547436" y="2361226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13062" name="Flowchart: Connector 13061">
                          <a:extLst>
                            <a:ext uri="{FF2B5EF4-FFF2-40B4-BE49-F238E27FC236}">
                              <a16:creationId xmlns:a16="http://schemas.microsoft.com/office/drawing/2014/main" id="{045B51B4-A084-40A5-84E6-34FCC2836F2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063" name="Flowchart: Connector 13062">
                          <a:extLst>
                            <a:ext uri="{FF2B5EF4-FFF2-40B4-BE49-F238E27FC236}">
                              <a16:creationId xmlns:a16="http://schemas.microsoft.com/office/drawing/2014/main" id="{F9DE924C-2566-4F86-9963-A809438FCE7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064" name="Flowchart: Connector 13063">
                          <a:extLst>
                            <a:ext uri="{FF2B5EF4-FFF2-40B4-BE49-F238E27FC236}">
                              <a16:creationId xmlns:a16="http://schemas.microsoft.com/office/drawing/2014/main" id="{ED81EF16-DFBC-48D4-995A-EC5A049E3A0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12922" name="Flowchart: Connector 12921">
                        <a:extLst>
                          <a:ext uri="{FF2B5EF4-FFF2-40B4-BE49-F238E27FC236}">
                            <a16:creationId xmlns:a16="http://schemas.microsoft.com/office/drawing/2014/main" id="{677BF642-1F58-4E33-99C0-77640ADEC70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19794" y="212254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923" name="Flowchart: Connector 12922">
                        <a:extLst>
                          <a:ext uri="{FF2B5EF4-FFF2-40B4-BE49-F238E27FC236}">
                            <a16:creationId xmlns:a16="http://schemas.microsoft.com/office/drawing/2014/main" id="{81E4C785-C4CA-419C-BF17-59707FBE835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74020" y="218539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12924" name="Group 12923">
                        <a:extLst>
                          <a:ext uri="{FF2B5EF4-FFF2-40B4-BE49-F238E27FC236}">
                            <a16:creationId xmlns:a16="http://schemas.microsoft.com/office/drawing/2014/main" id="{5A0C38B7-B34A-4042-86B3-4C6044C8FF08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18957">
                        <a:off x="941432" y="2025443"/>
                        <a:ext cx="710250" cy="369080"/>
                        <a:chOff x="854932" y="2290871"/>
                        <a:chExt cx="710250" cy="369080"/>
                      </a:xfrm>
                    </p:grpSpPr>
                    <p:sp>
                      <p:nvSpPr>
                        <p:cNvPr id="13059" name="Flowchart: Connector 13058">
                          <a:extLst>
                            <a:ext uri="{FF2B5EF4-FFF2-40B4-BE49-F238E27FC236}">
                              <a16:creationId xmlns:a16="http://schemas.microsoft.com/office/drawing/2014/main" id="{AC149D6D-5CB9-4C94-A5C9-F4E547E77F7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2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060" name="Flowchart: Connector 13059">
                          <a:extLst>
                            <a:ext uri="{FF2B5EF4-FFF2-40B4-BE49-F238E27FC236}">
                              <a16:creationId xmlns:a16="http://schemas.microsoft.com/office/drawing/2014/main" id="{FB70C97C-B129-44F8-B9BB-948D4FE5446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1897" y="2377722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061" name="Flowchart: Connector 13060">
                          <a:extLst>
                            <a:ext uri="{FF2B5EF4-FFF2-40B4-BE49-F238E27FC236}">
                              <a16:creationId xmlns:a16="http://schemas.microsoft.com/office/drawing/2014/main" id="{172DDF33-A978-4954-815A-24A44D8EC32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53323" y="244395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2925" name="Group 12924">
                        <a:extLst>
                          <a:ext uri="{FF2B5EF4-FFF2-40B4-BE49-F238E27FC236}">
                            <a16:creationId xmlns:a16="http://schemas.microsoft.com/office/drawing/2014/main" id="{8587DE8E-43FD-4431-876F-B6FB617DC4D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21287" y="1995259"/>
                        <a:ext cx="1102917" cy="1484052"/>
                        <a:chOff x="2085712" y="1515698"/>
                        <a:chExt cx="1102917" cy="1484052"/>
                      </a:xfrm>
                    </p:grpSpPr>
                    <p:grpSp>
                      <p:nvGrpSpPr>
                        <p:cNvPr id="12994" name="Group 12993">
                          <a:extLst>
                            <a:ext uri="{FF2B5EF4-FFF2-40B4-BE49-F238E27FC236}">
                              <a16:creationId xmlns:a16="http://schemas.microsoft.com/office/drawing/2014/main" id="{1C7A3E8A-51EE-423E-B175-91E53413718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5712" y="1648950"/>
                          <a:ext cx="105765" cy="1037981"/>
                          <a:chOff x="1796341" y="2343196"/>
                          <a:chExt cx="105765" cy="1037981"/>
                        </a:xfrm>
                      </p:grpSpPr>
                      <p:sp>
                        <p:nvSpPr>
                          <p:cNvPr id="13055" name="Flowchart: Connector 13054">
                            <a:extLst>
                              <a:ext uri="{FF2B5EF4-FFF2-40B4-BE49-F238E27FC236}">
                                <a16:creationId xmlns:a16="http://schemas.microsoft.com/office/drawing/2014/main" id="{8334B296-2014-4170-972A-71A8BB0ECF6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056" name="Flowchart: Connector 13055">
                            <a:extLst>
                              <a:ext uri="{FF2B5EF4-FFF2-40B4-BE49-F238E27FC236}">
                                <a16:creationId xmlns:a16="http://schemas.microsoft.com/office/drawing/2014/main" id="{ECAB2C3F-0375-4716-89F2-051EE72313E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057" name="Flowchart: Connector 13056">
                            <a:extLst>
                              <a:ext uri="{FF2B5EF4-FFF2-40B4-BE49-F238E27FC236}">
                                <a16:creationId xmlns:a16="http://schemas.microsoft.com/office/drawing/2014/main" id="{86E1D882-D31E-441C-86A0-D07B35E7F4D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058" name="Flowchart: Connector 13057">
                            <a:extLst>
                              <a:ext uri="{FF2B5EF4-FFF2-40B4-BE49-F238E27FC236}">
                                <a16:creationId xmlns:a16="http://schemas.microsoft.com/office/drawing/2014/main" id="{02BDF9F4-5BF3-4A57-9DFD-078F5BC177E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796341" y="2343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12995" name="Group 12994">
                          <a:extLst>
                            <a:ext uri="{FF2B5EF4-FFF2-40B4-BE49-F238E27FC236}">
                              <a16:creationId xmlns:a16="http://schemas.microsoft.com/office/drawing/2014/main" id="{96AF57BF-C2D4-4C4D-9FE6-9EA5464B6C6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15698"/>
                          <a:ext cx="1074397" cy="1484052"/>
                          <a:chOff x="2114232" y="1515698"/>
                          <a:chExt cx="1074397" cy="1484052"/>
                        </a:xfrm>
                      </p:grpSpPr>
                      <p:grpSp>
                        <p:nvGrpSpPr>
                          <p:cNvPr id="12996" name="Group 12995">
                            <a:extLst>
                              <a:ext uri="{FF2B5EF4-FFF2-40B4-BE49-F238E27FC236}">
                                <a16:creationId xmlns:a16="http://schemas.microsoft.com/office/drawing/2014/main" id="{FBD4E4BB-F5E4-4D88-9BBD-B2BB3B24766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13047" name="Flowchart: Connector 13046">
                              <a:extLst>
                                <a:ext uri="{FF2B5EF4-FFF2-40B4-BE49-F238E27FC236}">
                                  <a16:creationId xmlns:a16="http://schemas.microsoft.com/office/drawing/2014/main" id="{F7302CBD-3166-4FC4-9793-9B9C74C914B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048" name="3D Model 13047" descr="Sphere">
                                  <a:extLst>
                                    <a:ext uri="{FF2B5EF4-FFF2-40B4-BE49-F238E27FC236}">
                                      <a16:creationId xmlns:a16="http://schemas.microsoft.com/office/drawing/2014/main" id="{FF4E8337-B79F-410A-92DC-918DAE4155A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437153470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3049" name="Flowchart: Connector 13048">
                              <a:extLst>
                                <a:ext uri="{FF2B5EF4-FFF2-40B4-BE49-F238E27FC236}">
                                  <a16:creationId xmlns:a16="http://schemas.microsoft.com/office/drawing/2014/main" id="{941187DA-A822-44E8-A444-D78C9164694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050" name="3D Model 13049" descr="Sphere">
                                  <a:extLst>
                                    <a:ext uri="{FF2B5EF4-FFF2-40B4-BE49-F238E27FC236}">
                                      <a16:creationId xmlns:a16="http://schemas.microsoft.com/office/drawing/2014/main" id="{10253C33-4D74-4364-9351-E7870297ACD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382772721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3051" name="Flowchart: Connector 13050">
                              <a:extLst>
                                <a:ext uri="{FF2B5EF4-FFF2-40B4-BE49-F238E27FC236}">
                                  <a16:creationId xmlns:a16="http://schemas.microsoft.com/office/drawing/2014/main" id="{91B4DBF4-CAF8-47BC-B119-4CBB1E3258C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052" name="3D Model 13051" descr="Sphere">
                                  <a:extLst>
                                    <a:ext uri="{FF2B5EF4-FFF2-40B4-BE49-F238E27FC236}">
                                      <a16:creationId xmlns:a16="http://schemas.microsoft.com/office/drawing/2014/main" id="{B88419EF-C3DB-4650-AC64-66E5AB765E3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515998454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3053" name="Flowchart: Connector 13052">
                              <a:extLst>
                                <a:ext uri="{FF2B5EF4-FFF2-40B4-BE49-F238E27FC236}">
                                  <a16:creationId xmlns:a16="http://schemas.microsoft.com/office/drawing/2014/main" id="{14D4F0D5-6CB0-4C9F-9FD9-18C5474225D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054" name="3D Model 13053" descr="Sphere">
                                  <a:extLst>
                                    <a:ext uri="{FF2B5EF4-FFF2-40B4-BE49-F238E27FC236}">
                                      <a16:creationId xmlns:a16="http://schemas.microsoft.com/office/drawing/2014/main" id="{DD166499-80CA-4BF0-9562-51F7381C292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26673626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2997" name="Group 12996">
                            <a:extLst>
                              <a:ext uri="{FF2B5EF4-FFF2-40B4-BE49-F238E27FC236}">
                                <a16:creationId xmlns:a16="http://schemas.microsoft.com/office/drawing/2014/main" id="{4E7B6B76-C2E2-4EFE-8E31-A0ABEB304C0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3031" name="Flowchart: Connector 13030">
                              <a:extLst>
                                <a:ext uri="{FF2B5EF4-FFF2-40B4-BE49-F238E27FC236}">
                                  <a16:creationId xmlns:a16="http://schemas.microsoft.com/office/drawing/2014/main" id="{36FFF7E1-3447-4621-BC27-FB6227AA1A7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032" name="Flowchart: Connector 13031">
                              <a:extLst>
                                <a:ext uri="{FF2B5EF4-FFF2-40B4-BE49-F238E27FC236}">
                                  <a16:creationId xmlns:a16="http://schemas.microsoft.com/office/drawing/2014/main" id="{A02BCFD3-CF71-473C-B7B0-153EA8098E9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033" name="Flowchart: Connector 13032">
                              <a:extLst>
                                <a:ext uri="{FF2B5EF4-FFF2-40B4-BE49-F238E27FC236}">
                                  <a16:creationId xmlns:a16="http://schemas.microsoft.com/office/drawing/2014/main" id="{7E87F016-3875-44E3-B08D-B3815E30DFA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034" name="Flowchart: Connector 13033">
                              <a:extLst>
                                <a:ext uri="{FF2B5EF4-FFF2-40B4-BE49-F238E27FC236}">
                                  <a16:creationId xmlns:a16="http://schemas.microsoft.com/office/drawing/2014/main" id="{FC7B21B0-6AE5-4F01-A1CA-A5022B55DE1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035" name="Flowchart: Connector 13034">
                              <a:extLst>
                                <a:ext uri="{FF2B5EF4-FFF2-40B4-BE49-F238E27FC236}">
                                  <a16:creationId xmlns:a16="http://schemas.microsoft.com/office/drawing/2014/main" id="{97C1114C-6B1B-4007-807A-B4733253F50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036" name="Flowchart: Connector 13035">
                              <a:extLst>
                                <a:ext uri="{FF2B5EF4-FFF2-40B4-BE49-F238E27FC236}">
                                  <a16:creationId xmlns:a16="http://schemas.microsoft.com/office/drawing/2014/main" id="{E785A16B-96B9-45F1-A859-8504D1F02E8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037" name="Flowchart: Connector 13036">
                              <a:extLst>
                                <a:ext uri="{FF2B5EF4-FFF2-40B4-BE49-F238E27FC236}">
                                  <a16:creationId xmlns:a16="http://schemas.microsoft.com/office/drawing/2014/main" id="{FC4C0585-7CE0-4C74-884F-249C9A45012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038" name="Flowchart: Connector 13037">
                              <a:extLst>
                                <a:ext uri="{FF2B5EF4-FFF2-40B4-BE49-F238E27FC236}">
                                  <a16:creationId xmlns:a16="http://schemas.microsoft.com/office/drawing/2014/main" id="{C202DFDF-AC31-4458-A423-97276A9EABF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039" name="Flowchart: Connector 13038">
                              <a:extLst>
                                <a:ext uri="{FF2B5EF4-FFF2-40B4-BE49-F238E27FC236}">
                                  <a16:creationId xmlns:a16="http://schemas.microsoft.com/office/drawing/2014/main" id="{5AB1A6DF-87B1-4684-A660-69F5C208053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040" name="3D Model 13039" descr="Sphere">
                                  <a:extLst>
                                    <a:ext uri="{FF2B5EF4-FFF2-40B4-BE49-F238E27FC236}">
                                      <a16:creationId xmlns:a16="http://schemas.microsoft.com/office/drawing/2014/main" id="{106A39E6-E38D-4285-8252-1E78C41CABC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915301165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3041" name="Flowchart: Connector 13040">
                              <a:extLst>
                                <a:ext uri="{FF2B5EF4-FFF2-40B4-BE49-F238E27FC236}">
                                  <a16:creationId xmlns:a16="http://schemas.microsoft.com/office/drawing/2014/main" id="{9BF47EBE-D7FA-44C0-A4F6-D4AE6E4F7CD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042" name="3D Model 13041" descr="Sphere">
                                  <a:extLst>
                                    <a:ext uri="{FF2B5EF4-FFF2-40B4-BE49-F238E27FC236}">
                                      <a16:creationId xmlns:a16="http://schemas.microsoft.com/office/drawing/2014/main" id="{AD639515-FBCD-41AB-8C93-5670637BFD6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24288555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3043" name="Flowchart: Connector 13042">
                              <a:extLst>
                                <a:ext uri="{FF2B5EF4-FFF2-40B4-BE49-F238E27FC236}">
                                  <a16:creationId xmlns:a16="http://schemas.microsoft.com/office/drawing/2014/main" id="{5E7A8F83-6B3F-4DC5-A9C9-A89A5477460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044" name="3D Model 13043" descr="Sphere">
                                  <a:extLst>
                                    <a:ext uri="{FF2B5EF4-FFF2-40B4-BE49-F238E27FC236}">
                                      <a16:creationId xmlns:a16="http://schemas.microsoft.com/office/drawing/2014/main" id="{917634DA-EC74-4D01-88E1-BCA1C24EF1E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793112808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3045" name="Flowchart: Connector 13044">
                              <a:extLst>
                                <a:ext uri="{FF2B5EF4-FFF2-40B4-BE49-F238E27FC236}">
                                  <a16:creationId xmlns:a16="http://schemas.microsoft.com/office/drawing/2014/main" id="{F644185C-A88B-4A64-8A56-56850658093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046" name="3D Model 13045" descr="Sphere">
                                  <a:extLst>
                                    <a:ext uri="{FF2B5EF4-FFF2-40B4-BE49-F238E27FC236}">
                                      <a16:creationId xmlns:a16="http://schemas.microsoft.com/office/drawing/2014/main" id="{08D63E8D-7524-493C-A084-E3C36A03C62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267027124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2998" name="Group 12997">
                            <a:extLst>
                              <a:ext uri="{FF2B5EF4-FFF2-40B4-BE49-F238E27FC236}">
                                <a16:creationId xmlns:a16="http://schemas.microsoft.com/office/drawing/2014/main" id="{BBCB5908-ED0F-440A-AA94-A94F3834340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3015" name="Flowchart: Connector 13014">
                              <a:extLst>
                                <a:ext uri="{FF2B5EF4-FFF2-40B4-BE49-F238E27FC236}">
                                  <a16:creationId xmlns:a16="http://schemas.microsoft.com/office/drawing/2014/main" id="{72997F2E-ABFA-42BD-985A-F3D7C9285E7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016" name="Flowchart: Connector 13015">
                              <a:extLst>
                                <a:ext uri="{FF2B5EF4-FFF2-40B4-BE49-F238E27FC236}">
                                  <a16:creationId xmlns:a16="http://schemas.microsoft.com/office/drawing/2014/main" id="{BDDA2A51-6DDC-4DFB-AB17-F6B758BA3D0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017" name="Flowchart: Connector 13016">
                              <a:extLst>
                                <a:ext uri="{FF2B5EF4-FFF2-40B4-BE49-F238E27FC236}">
                                  <a16:creationId xmlns:a16="http://schemas.microsoft.com/office/drawing/2014/main" id="{3CD29710-47C4-46D1-A602-0A863ACF29F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018" name="Flowchart: Connector 13017">
                              <a:extLst>
                                <a:ext uri="{FF2B5EF4-FFF2-40B4-BE49-F238E27FC236}">
                                  <a16:creationId xmlns:a16="http://schemas.microsoft.com/office/drawing/2014/main" id="{F556F394-FCC1-410D-9C10-AFB2E284DFA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019" name="Flowchart: Connector 13018">
                              <a:extLst>
                                <a:ext uri="{FF2B5EF4-FFF2-40B4-BE49-F238E27FC236}">
                                  <a16:creationId xmlns:a16="http://schemas.microsoft.com/office/drawing/2014/main" id="{EB5D9A90-E7D7-4252-824B-C17D0EB3742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020" name="Flowchart: Connector 13019">
                              <a:extLst>
                                <a:ext uri="{FF2B5EF4-FFF2-40B4-BE49-F238E27FC236}">
                                  <a16:creationId xmlns:a16="http://schemas.microsoft.com/office/drawing/2014/main" id="{31704EF3-6240-417B-B9AA-80E338339C6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021" name="Flowchart: Connector 13020">
                              <a:extLst>
                                <a:ext uri="{FF2B5EF4-FFF2-40B4-BE49-F238E27FC236}">
                                  <a16:creationId xmlns:a16="http://schemas.microsoft.com/office/drawing/2014/main" id="{109D4D0E-DDEA-40BB-BD8A-24796EB53C8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022" name="Flowchart: Connector 13021">
                              <a:extLst>
                                <a:ext uri="{FF2B5EF4-FFF2-40B4-BE49-F238E27FC236}">
                                  <a16:creationId xmlns:a16="http://schemas.microsoft.com/office/drawing/2014/main" id="{270C5F63-987A-413F-B45A-0D282375900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3023" name="Flowchart: Connector 13022">
                              <a:extLst>
                                <a:ext uri="{FF2B5EF4-FFF2-40B4-BE49-F238E27FC236}">
                                  <a16:creationId xmlns:a16="http://schemas.microsoft.com/office/drawing/2014/main" id="{146D7136-8141-4F93-9A6D-CD972594C50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024" name="3D Model 13023" descr="Sphere">
                                  <a:extLst>
                                    <a:ext uri="{FF2B5EF4-FFF2-40B4-BE49-F238E27FC236}">
                                      <a16:creationId xmlns:a16="http://schemas.microsoft.com/office/drawing/2014/main" id="{5BA33F68-C4C8-402E-9110-017147AD8C9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3682011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3025" name="Flowchart: Connector 13024">
                              <a:extLst>
                                <a:ext uri="{FF2B5EF4-FFF2-40B4-BE49-F238E27FC236}">
                                  <a16:creationId xmlns:a16="http://schemas.microsoft.com/office/drawing/2014/main" id="{693CD181-7808-432A-98D0-C906057FFD2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026" name="3D Model 13025" descr="Sphere">
                                  <a:extLst>
                                    <a:ext uri="{FF2B5EF4-FFF2-40B4-BE49-F238E27FC236}">
                                      <a16:creationId xmlns:a16="http://schemas.microsoft.com/office/drawing/2014/main" id="{7733DAEC-491E-4C14-970F-F4E1DA6AA41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941869989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3027" name="Flowchart: Connector 13026">
                              <a:extLst>
                                <a:ext uri="{FF2B5EF4-FFF2-40B4-BE49-F238E27FC236}">
                                  <a16:creationId xmlns:a16="http://schemas.microsoft.com/office/drawing/2014/main" id="{FAE4858A-52C4-42D1-ADC6-372DE2F8DCB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028" name="3D Model 13027" descr="Sphere">
                                  <a:extLst>
                                    <a:ext uri="{FF2B5EF4-FFF2-40B4-BE49-F238E27FC236}">
                                      <a16:creationId xmlns:a16="http://schemas.microsoft.com/office/drawing/2014/main" id="{736C2F36-DF16-40EC-8988-4CF14602AE8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554237692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3029" name="Flowchart: Connector 13028">
                              <a:extLst>
                                <a:ext uri="{FF2B5EF4-FFF2-40B4-BE49-F238E27FC236}">
                                  <a16:creationId xmlns:a16="http://schemas.microsoft.com/office/drawing/2014/main" id="{C5B3D027-4516-44FC-A259-3058D4230F0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3030" name="3D Model 13029" descr="Sphere">
                                  <a:extLst>
                                    <a:ext uri="{FF2B5EF4-FFF2-40B4-BE49-F238E27FC236}">
                                      <a16:creationId xmlns:a16="http://schemas.microsoft.com/office/drawing/2014/main" id="{7C980A5E-43A6-4166-90C0-A80BAB3E5FA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144582077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12999" name="Flowchart: Connector 12998">
                            <a:extLst>
                              <a:ext uri="{FF2B5EF4-FFF2-40B4-BE49-F238E27FC236}">
                                <a16:creationId xmlns:a16="http://schemas.microsoft.com/office/drawing/2014/main" id="{2A563B40-42BD-402D-A331-A6DCE580B2F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000" name="Flowchart: Connector 12999">
                            <a:extLst>
                              <a:ext uri="{FF2B5EF4-FFF2-40B4-BE49-F238E27FC236}">
                                <a16:creationId xmlns:a16="http://schemas.microsoft.com/office/drawing/2014/main" id="{BE30316B-BF56-415C-BF74-3E36EBB7C14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001" name="Flowchart: Connector 13000">
                            <a:extLst>
                              <a:ext uri="{FF2B5EF4-FFF2-40B4-BE49-F238E27FC236}">
                                <a16:creationId xmlns:a16="http://schemas.microsoft.com/office/drawing/2014/main" id="{0297D44F-C2CC-4766-A800-5640D139058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002" name="Flowchart: Connector 13001">
                            <a:extLst>
                              <a:ext uri="{FF2B5EF4-FFF2-40B4-BE49-F238E27FC236}">
                                <a16:creationId xmlns:a16="http://schemas.microsoft.com/office/drawing/2014/main" id="{5E7964A0-F4C4-49F8-B5E0-ABA0C2AB336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003" name="Flowchart: Connector 13002">
                            <a:extLst>
                              <a:ext uri="{FF2B5EF4-FFF2-40B4-BE49-F238E27FC236}">
                                <a16:creationId xmlns:a16="http://schemas.microsoft.com/office/drawing/2014/main" id="{97D73224-819D-4802-89B2-007B1074F45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004" name="Flowchart: Connector 13003">
                            <a:extLst>
                              <a:ext uri="{FF2B5EF4-FFF2-40B4-BE49-F238E27FC236}">
                                <a16:creationId xmlns:a16="http://schemas.microsoft.com/office/drawing/2014/main" id="{E3D6B407-F564-4417-A330-7CB5F7AABBC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005" name="Flowchart: Connector 13004">
                            <a:extLst>
                              <a:ext uri="{FF2B5EF4-FFF2-40B4-BE49-F238E27FC236}">
                                <a16:creationId xmlns:a16="http://schemas.microsoft.com/office/drawing/2014/main" id="{08BB504C-D3D1-4C4E-861A-492C0A8F854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006" name="Flowchart: Connector 13005">
                            <a:extLst>
                              <a:ext uri="{FF2B5EF4-FFF2-40B4-BE49-F238E27FC236}">
                                <a16:creationId xmlns:a16="http://schemas.microsoft.com/office/drawing/2014/main" id="{63BF71C4-7DC3-4DC9-8935-623B8310465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007" name="Flowchart: Connector 13006">
                            <a:extLst>
                              <a:ext uri="{FF2B5EF4-FFF2-40B4-BE49-F238E27FC236}">
                                <a16:creationId xmlns:a16="http://schemas.microsoft.com/office/drawing/2014/main" id="{47F17C99-CBF6-49FB-B876-877375F55AA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008" name="3D Model 13007" descr="Sphere">
                                <a:extLst>
                                  <a:ext uri="{FF2B5EF4-FFF2-40B4-BE49-F238E27FC236}">
                                    <a16:creationId xmlns:a16="http://schemas.microsoft.com/office/drawing/2014/main" id="{3E7E6AC1-2E4D-4A6A-A1EF-629F77BD183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5161131"/>
                                  </p:ext>
                                </p:extLst>
                              </p:nvPr>
                            </p:nvGraphicFramePr>
                            <p:xfrm>
                              <a:off x="2127272" y="1515698"/>
                              <a:ext cx="299738" cy="29973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7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4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6" name="3D Model 545" descr="Sphere">
                                <a:extLst>
                                  <a:ext uri="{FF2B5EF4-FFF2-40B4-BE49-F238E27FC236}">
                                    <a16:creationId xmlns:a16="http://schemas.microsoft.com/office/drawing/2014/main" id="{0CD0AE2B-7060-451E-8741-37985044F70A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264878" y="2242625"/>
                                <a:ext cx="52067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009" name="Flowchart: Connector 13008">
                            <a:extLst>
                              <a:ext uri="{FF2B5EF4-FFF2-40B4-BE49-F238E27FC236}">
                                <a16:creationId xmlns:a16="http://schemas.microsoft.com/office/drawing/2014/main" id="{CEAE1CAC-41DC-4B2B-9686-66699C5071D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010" name="3D Model 13009" descr="Sphere">
                                <a:extLst>
                                  <a:ext uri="{FF2B5EF4-FFF2-40B4-BE49-F238E27FC236}">
                                    <a16:creationId xmlns:a16="http://schemas.microsoft.com/office/drawing/2014/main" id="{636A2985-3E19-4550-B434-968BC476825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34138091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8" name="3D Model 547" descr="Sphere">
                                <a:extLst>
                                  <a:ext uri="{FF2B5EF4-FFF2-40B4-BE49-F238E27FC236}">
                                    <a16:creationId xmlns:a16="http://schemas.microsoft.com/office/drawing/2014/main" id="{0AC25DCD-1727-4856-A8A9-94402AE6CBC2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06118" y="2254689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011" name="Flowchart: Connector 13010">
                            <a:extLst>
                              <a:ext uri="{FF2B5EF4-FFF2-40B4-BE49-F238E27FC236}">
                                <a16:creationId xmlns:a16="http://schemas.microsoft.com/office/drawing/2014/main" id="{75C49B7E-2CB5-4F36-8D33-A448E893C6C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6940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012" name="3D Model 13011" descr="Sphere">
                                <a:extLst>
                                  <a:ext uri="{FF2B5EF4-FFF2-40B4-BE49-F238E27FC236}">
                                    <a16:creationId xmlns:a16="http://schemas.microsoft.com/office/drawing/2014/main" id="{E9DE87C6-7524-4583-BE30-5D7B7EB5959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44974715"/>
                                  </p:ext>
                                </p:extLst>
                              </p:nvPr>
                            </p:nvGraphicFramePr>
                            <p:xfrm>
                              <a:off x="2609177" y="164853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0" name="3D Model 549" descr="Sphere">
                                <a:extLst>
                                  <a:ext uri="{FF2B5EF4-FFF2-40B4-BE49-F238E27FC236}">
                                    <a16:creationId xmlns:a16="http://schemas.microsoft.com/office/drawing/2014/main" id="{4EAC2773-26EB-4766-B406-04604BF828A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48588" y="226764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013" name="Flowchart: Connector 13012">
                            <a:extLst>
                              <a:ext uri="{FF2B5EF4-FFF2-40B4-BE49-F238E27FC236}">
                                <a16:creationId xmlns:a16="http://schemas.microsoft.com/office/drawing/2014/main" id="{CB2EF332-F9CF-4C6E-AAE2-5354AFD950D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014" name="3D Model 13013" descr="Sphere">
                                <a:extLst>
                                  <a:ext uri="{FF2B5EF4-FFF2-40B4-BE49-F238E27FC236}">
                                    <a16:creationId xmlns:a16="http://schemas.microsoft.com/office/drawing/2014/main" id="{A9110C24-09A6-4972-B5E7-E6038998033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44266793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2" name="3D Model 551" descr="Sphere">
                                <a:extLst>
                                  <a:ext uri="{FF2B5EF4-FFF2-40B4-BE49-F238E27FC236}">
                                    <a16:creationId xmlns:a16="http://schemas.microsoft.com/office/drawing/2014/main" id="{0A649C7F-F2E3-493F-BCFA-E4B276505982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95214" y="2282723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sp>
                    <p:nvSpPr>
                      <p:cNvPr id="12926" name="Flowchart: Connector 12925">
                        <a:extLst>
                          <a:ext uri="{FF2B5EF4-FFF2-40B4-BE49-F238E27FC236}">
                            <a16:creationId xmlns:a16="http://schemas.microsoft.com/office/drawing/2014/main" id="{7D11ECA2-85F0-4407-8456-C423D3FD24A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06374" y="21384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927" name="Flowchart: Connector 12926">
                        <a:extLst>
                          <a:ext uri="{FF2B5EF4-FFF2-40B4-BE49-F238E27FC236}">
                            <a16:creationId xmlns:a16="http://schemas.microsoft.com/office/drawing/2014/main" id="{6AFCB78F-1A51-4587-82EF-E598B0A2B4A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886236" y="22322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928" name="Flowchart: Connector 12927">
                        <a:extLst>
                          <a:ext uri="{FF2B5EF4-FFF2-40B4-BE49-F238E27FC236}">
                            <a16:creationId xmlns:a16="http://schemas.microsoft.com/office/drawing/2014/main" id="{80123CBF-BCC8-4A4A-B812-71E585F4CDB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952806" y="22254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929" name="Flowchart: Connector 12928">
                        <a:extLst>
                          <a:ext uri="{FF2B5EF4-FFF2-40B4-BE49-F238E27FC236}">
                            <a16:creationId xmlns:a16="http://schemas.microsoft.com/office/drawing/2014/main" id="{8C70DBA4-1298-4E0E-98B2-B33F2C5CE22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0272" y="25040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930" name="Flowchart: Connector 12929">
                        <a:extLst>
                          <a:ext uri="{FF2B5EF4-FFF2-40B4-BE49-F238E27FC236}">
                            <a16:creationId xmlns:a16="http://schemas.microsoft.com/office/drawing/2014/main" id="{92301985-B2F7-4A7B-AB9B-F87A7399221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20633" y="28301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931" name="Flowchart: Connector 12930">
                        <a:extLst>
                          <a:ext uri="{FF2B5EF4-FFF2-40B4-BE49-F238E27FC236}">
                            <a16:creationId xmlns:a16="http://schemas.microsoft.com/office/drawing/2014/main" id="{07DC52C0-93C4-4124-A0E1-D6996BAB53E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29128" y="231321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932" name="Flowchart: Connector 12931">
                        <a:extLst>
                          <a:ext uri="{FF2B5EF4-FFF2-40B4-BE49-F238E27FC236}">
                            <a16:creationId xmlns:a16="http://schemas.microsoft.com/office/drawing/2014/main" id="{3C3D7899-DB67-4FC4-A021-53D5A4BDA47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211385" y="230237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933" name="Flowchart: Connector 12932">
                        <a:extLst>
                          <a:ext uri="{FF2B5EF4-FFF2-40B4-BE49-F238E27FC236}">
                            <a16:creationId xmlns:a16="http://schemas.microsoft.com/office/drawing/2014/main" id="{66CC0E18-4BAB-411F-88EB-7AB998CCDF9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1097" y="31484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grpSp>
                    <p:nvGrpSpPr>
                      <p:cNvPr id="12934" name="Group 12933">
                        <a:extLst>
                          <a:ext uri="{FF2B5EF4-FFF2-40B4-BE49-F238E27FC236}">
                            <a16:creationId xmlns:a16="http://schemas.microsoft.com/office/drawing/2014/main" id="{03532FC9-3B6B-4873-82C2-13ECE4794D9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20511" y="2127869"/>
                        <a:ext cx="1073693" cy="1496391"/>
                        <a:chOff x="2114936" y="1503359"/>
                        <a:chExt cx="1073693" cy="1496391"/>
                      </a:xfrm>
                    </p:grpSpPr>
                    <p:grpSp>
                      <p:nvGrpSpPr>
                        <p:cNvPr id="12935" name="Group 12934">
                          <a:extLst>
                            <a:ext uri="{FF2B5EF4-FFF2-40B4-BE49-F238E27FC236}">
                              <a16:creationId xmlns:a16="http://schemas.microsoft.com/office/drawing/2014/main" id="{69360A60-722C-443F-BCB8-8445EE5F305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7974" y="2474038"/>
                          <a:ext cx="1060655" cy="525712"/>
                          <a:chOff x="3721252" y="1733424"/>
                          <a:chExt cx="1060655" cy="525712"/>
                        </a:xfrm>
                      </p:grpSpPr>
                      <p:sp>
                        <p:nvSpPr>
                          <p:cNvPr id="12986" name="Flowchart: Connector 12985">
                            <a:extLst>
                              <a:ext uri="{FF2B5EF4-FFF2-40B4-BE49-F238E27FC236}">
                                <a16:creationId xmlns:a16="http://schemas.microsoft.com/office/drawing/2014/main" id="{20586389-F471-4E4B-A5D2-7EE365B120B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987" name="3D Model 12986" descr="Sphere">
                                <a:extLst>
                                  <a:ext uri="{FF2B5EF4-FFF2-40B4-BE49-F238E27FC236}">
                                    <a16:creationId xmlns:a16="http://schemas.microsoft.com/office/drawing/2014/main" id="{8177FC37-1301-4A41-B5A4-2244430AF82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8751901"/>
                                  </p:ext>
                                </p:extLst>
                              </p:nvPr>
                            </p:nvGraphicFramePr>
                            <p:xfrm>
                              <a:off x="3721252" y="1733424"/>
                              <a:ext cx="299739" cy="299738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6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25" name="3D Model 524" descr="Sphere">
                                <a:extLst>
                                  <a:ext uri="{FF2B5EF4-FFF2-40B4-BE49-F238E27FC236}">
                                    <a16:creationId xmlns:a16="http://schemas.microsoft.com/office/drawing/2014/main" id="{7C296052-BFDD-4E1E-90E9-47DF8A39AA0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225048" y="2450427"/>
                                <a:ext cx="52066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988" name="Flowchart: Connector 12987">
                            <a:extLst>
                              <a:ext uri="{FF2B5EF4-FFF2-40B4-BE49-F238E27FC236}">
                                <a16:creationId xmlns:a16="http://schemas.microsoft.com/office/drawing/2014/main" id="{91E6BB8D-05BB-4F33-89CD-80E4D6B5968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989" name="3D Model 12988" descr="Sphere">
                                <a:extLst>
                                  <a:ext uri="{FF2B5EF4-FFF2-40B4-BE49-F238E27FC236}">
                                    <a16:creationId xmlns:a16="http://schemas.microsoft.com/office/drawing/2014/main" id="{F2F79561-D8E7-43E0-8C26-C83F7B6B5C3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167571781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990" name="Flowchart: Connector 12989">
                            <a:extLst>
                              <a:ext uri="{FF2B5EF4-FFF2-40B4-BE49-F238E27FC236}">
                                <a16:creationId xmlns:a16="http://schemas.microsoft.com/office/drawing/2014/main" id="{73992A92-9B9A-4AE1-98BB-D8CAD97E96D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991" name="3D Model 12990" descr="Sphere">
                                <a:extLst>
                                  <a:ext uri="{FF2B5EF4-FFF2-40B4-BE49-F238E27FC236}">
                                    <a16:creationId xmlns:a16="http://schemas.microsoft.com/office/drawing/2014/main" id="{67966F3C-45CB-42D9-BB80-166DE1FD5C1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168805361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992" name="Flowchart: Connector 12991">
                            <a:extLst>
                              <a:ext uri="{FF2B5EF4-FFF2-40B4-BE49-F238E27FC236}">
                                <a16:creationId xmlns:a16="http://schemas.microsoft.com/office/drawing/2014/main" id="{20D670D3-BC20-4711-9B1C-2CF20CCF226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993" name="3D Model 12992" descr="Sphere">
                                <a:extLst>
                                  <a:ext uri="{FF2B5EF4-FFF2-40B4-BE49-F238E27FC236}">
                                    <a16:creationId xmlns:a16="http://schemas.microsoft.com/office/drawing/2014/main" id="{F62DD937-BECC-410D-87ED-17F0E4224DD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041396453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8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2936" name="Group 12935">
                          <a:extLst>
                            <a:ext uri="{FF2B5EF4-FFF2-40B4-BE49-F238E27FC236}">
                              <a16:creationId xmlns:a16="http://schemas.microsoft.com/office/drawing/2014/main" id="{710878A3-7A7A-421B-AA08-DDC37217E6C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4615" y="2140429"/>
                          <a:ext cx="1064014" cy="637179"/>
                          <a:chOff x="3717893" y="1719497"/>
                          <a:chExt cx="1064014" cy="637179"/>
                        </a:xfrm>
                      </p:grpSpPr>
                      <p:sp>
                        <p:nvSpPr>
                          <p:cNvPr id="12970" name="Flowchart: Connector 12969">
                            <a:extLst>
                              <a:ext uri="{FF2B5EF4-FFF2-40B4-BE49-F238E27FC236}">
                                <a16:creationId xmlns:a16="http://schemas.microsoft.com/office/drawing/2014/main" id="{DAB84E76-D645-400D-A2BA-DB2A3BBE48B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971" name="Flowchart: Connector 12970">
                            <a:extLst>
                              <a:ext uri="{FF2B5EF4-FFF2-40B4-BE49-F238E27FC236}">
                                <a16:creationId xmlns:a16="http://schemas.microsoft.com/office/drawing/2014/main" id="{96EDFC61-AB17-4F9E-B5AD-51A0DE15D23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972" name="Flowchart: Connector 12971">
                            <a:extLst>
                              <a:ext uri="{FF2B5EF4-FFF2-40B4-BE49-F238E27FC236}">
                                <a16:creationId xmlns:a16="http://schemas.microsoft.com/office/drawing/2014/main" id="{A13E97B4-0112-467A-9755-B71CD69AFB0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973" name="Flowchart: Connector 12972">
                            <a:extLst>
                              <a:ext uri="{FF2B5EF4-FFF2-40B4-BE49-F238E27FC236}">
                                <a16:creationId xmlns:a16="http://schemas.microsoft.com/office/drawing/2014/main" id="{F64A1D94-271C-4728-8573-F5C7803EAED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974" name="Flowchart: Connector 12973">
                            <a:extLst>
                              <a:ext uri="{FF2B5EF4-FFF2-40B4-BE49-F238E27FC236}">
                                <a16:creationId xmlns:a16="http://schemas.microsoft.com/office/drawing/2014/main" id="{CC5EB8F0-DC44-49D4-9972-0AFFCA66D3D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975" name="Flowchart: Connector 12974">
                            <a:extLst>
                              <a:ext uri="{FF2B5EF4-FFF2-40B4-BE49-F238E27FC236}">
                                <a16:creationId xmlns:a16="http://schemas.microsoft.com/office/drawing/2014/main" id="{79FA247C-7B71-43E2-8539-A4C89642B72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976" name="Flowchart: Connector 12975">
                            <a:extLst>
                              <a:ext uri="{FF2B5EF4-FFF2-40B4-BE49-F238E27FC236}">
                                <a16:creationId xmlns:a16="http://schemas.microsoft.com/office/drawing/2014/main" id="{5AF75C42-7F32-42ED-8638-81C1C4D279A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977" name="Flowchart: Connector 12976">
                            <a:extLst>
                              <a:ext uri="{FF2B5EF4-FFF2-40B4-BE49-F238E27FC236}">
                                <a16:creationId xmlns:a16="http://schemas.microsoft.com/office/drawing/2014/main" id="{89C500A0-FFED-4040-870D-30AA3ECCB80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978" name="Flowchart: Connector 12977">
                            <a:extLst>
                              <a:ext uri="{FF2B5EF4-FFF2-40B4-BE49-F238E27FC236}">
                                <a16:creationId xmlns:a16="http://schemas.microsoft.com/office/drawing/2014/main" id="{ADA26E18-345D-4186-BD29-CC493DB1996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979" name="3D Model 12978" descr="Sphere">
                                <a:extLst>
                                  <a:ext uri="{FF2B5EF4-FFF2-40B4-BE49-F238E27FC236}">
                                    <a16:creationId xmlns:a16="http://schemas.microsoft.com/office/drawing/2014/main" id="{94944956-C618-497B-96A0-CCF7D0F835E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29165676"/>
                                  </p:ext>
                                </p:extLst>
                              </p:nvPr>
                            </p:nvGraphicFramePr>
                            <p:xfrm>
                              <a:off x="3717893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17" name="3D Model 516" descr="Sphere">
                                <a:extLst>
                                  <a:ext uri="{FF2B5EF4-FFF2-40B4-BE49-F238E27FC236}">
                                    <a16:creationId xmlns:a16="http://schemas.microsoft.com/office/drawing/2014/main" id="{EEC73CE8-5EF1-49B8-88DD-6C958365703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224464" y="238759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980" name="Flowchart: Connector 12979">
                            <a:extLst>
                              <a:ext uri="{FF2B5EF4-FFF2-40B4-BE49-F238E27FC236}">
                                <a16:creationId xmlns:a16="http://schemas.microsoft.com/office/drawing/2014/main" id="{BC42A8E4-AD1C-4D0A-95E1-09A19114D9E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981" name="3D Model 12980" descr="Sphere">
                                <a:extLst>
                                  <a:ext uri="{FF2B5EF4-FFF2-40B4-BE49-F238E27FC236}">
                                    <a16:creationId xmlns:a16="http://schemas.microsoft.com/office/drawing/2014/main" id="{DF1961D7-088F-4CAF-B215-CD8F8DA4EDF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95526917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982" name="Flowchart: Connector 12981">
                            <a:extLst>
                              <a:ext uri="{FF2B5EF4-FFF2-40B4-BE49-F238E27FC236}">
                                <a16:creationId xmlns:a16="http://schemas.microsoft.com/office/drawing/2014/main" id="{C070447C-031E-4565-8796-68FAFA5C23D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983" name="3D Model 12982" descr="Sphere">
                                <a:extLst>
                                  <a:ext uri="{FF2B5EF4-FFF2-40B4-BE49-F238E27FC236}">
                                    <a16:creationId xmlns:a16="http://schemas.microsoft.com/office/drawing/2014/main" id="{47C736D8-4B32-48DC-B9E6-8DC92046DB1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150461384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984" name="Flowchart: Connector 12983">
                            <a:extLst>
                              <a:ext uri="{FF2B5EF4-FFF2-40B4-BE49-F238E27FC236}">
                                <a16:creationId xmlns:a16="http://schemas.microsoft.com/office/drawing/2014/main" id="{E4D12535-D810-4AD9-B52B-E3D0DE602FF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985" name="3D Model 12984" descr="Sphere">
                                <a:extLst>
                                  <a:ext uri="{FF2B5EF4-FFF2-40B4-BE49-F238E27FC236}">
                                    <a16:creationId xmlns:a16="http://schemas.microsoft.com/office/drawing/2014/main" id="{CCFF520A-2DE7-412C-AEC4-82F771E0FC8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739587884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2937" name="Group 12936">
                          <a:extLst>
                            <a:ext uri="{FF2B5EF4-FFF2-40B4-BE49-F238E27FC236}">
                              <a16:creationId xmlns:a16="http://schemas.microsoft.com/office/drawing/2014/main" id="{6CBF9BC2-4F72-47AD-BF94-58E409D855C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936" y="1817250"/>
                          <a:ext cx="1064014" cy="643455"/>
                          <a:chOff x="3717893" y="1713221"/>
                          <a:chExt cx="1064014" cy="643455"/>
                        </a:xfrm>
                      </p:grpSpPr>
                      <p:sp>
                        <p:nvSpPr>
                          <p:cNvPr id="12954" name="Flowchart: Connector 12953">
                            <a:extLst>
                              <a:ext uri="{FF2B5EF4-FFF2-40B4-BE49-F238E27FC236}">
                                <a16:creationId xmlns:a16="http://schemas.microsoft.com/office/drawing/2014/main" id="{AC6DA42D-DC7D-40EA-A5C2-56D740EBAE1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955" name="Flowchart: Connector 12954">
                            <a:extLst>
                              <a:ext uri="{FF2B5EF4-FFF2-40B4-BE49-F238E27FC236}">
                                <a16:creationId xmlns:a16="http://schemas.microsoft.com/office/drawing/2014/main" id="{76316CB9-3168-416F-A108-CE48B6FBE0D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956" name="Flowchart: Connector 12955">
                            <a:extLst>
                              <a:ext uri="{FF2B5EF4-FFF2-40B4-BE49-F238E27FC236}">
                                <a16:creationId xmlns:a16="http://schemas.microsoft.com/office/drawing/2014/main" id="{E1182A04-D647-45F1-9C2A-40EA316A0C9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957" name="Flowchart: Connector 12956">
                            <a:extLst>
                              <a:ext uri="{FF2B5EF4-FFF2-40B4-BE49-F238E27FC236}">
                                <a16:creationId xmlns:a16="http://schemas.microsoft.com/office/drawing/2014/main" id="{F237DFDA-A680-4FF5-A434-E6A963914EF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958" name="Flowchart: Connector 12957">
                            <a:extLst>
                              <a:ext uri="{FF2B5EF4-FFF2-40B4-BE49-F238E27FC236}">
                                <a16:creationId xmlns:a16="http://schemas.microsoft.com/office/drawing/2014/main" id="{5960BFCC-39B5-4AD4-968D-99A423E509B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959" name="Flowchart: Connector 12958">
                            <a:extLst>
                              <a:ext uri="{FF2B5EF4-FFF2-40B4-BE49-F238E27FC236}">
                                <a16:creationId xmlns:a16="http://schemas.microsoft.com/office/drawing/2014/main" id="{4DF3D722-1DE9-4AA6-A4DE-4A83BD72958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960" name="Flowchart: Connector 12959">
                            <a:extLst>
                              <a:ext uri="{FF2B5EF4-FFF2-40B4-BE49-F238E27FC236}">
                                <a16:creationId xmlns:a16="http://schemas.microsoft.com/office/drawing/2014/main" id="{4CC0482D-47C2-4801-8132-7A5E06FA613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961" name="Flowchart: Connector 12960">
                            <a:extLst>
                              <a:ext uri="{FF2B5EF4-FFF2-40B4-BE49-F238E27FC236}">
                                <a16:creationId xmlns:a16="http://schemas.microsoft.com/office/drawing/2014/main" id="{FC8B26A7-F9E5-4FCB-806E-150057CCCE8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962" name="Flowchart: Connector 12961">
                            <a:extLst>
                              <a:ext uri="{FF2B5EF4-FFF2-40B4-BE49-F238E27FC236}">
                                <a16:creationId xmlns:a16="http://schemas.microsoft.com/office/drawing/2014/main" id="{2F5A4BDC-EC78-45FA-B220-C580A75A5A5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963" name="3D Model 12962" descr="Sphere">
                                <a:extLst>
                                  <a:ext uri="{FF2B5EF4-FFF2-40B4-BE49-F238E27FC236}">
                                    <a16:creationId xmlns:a16="http://schemas.microsoft.com/office/drawing/2014/main" id="{DE7F129B-48A0-4666-B438-902F4378DAC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980457316"/>
                                  </p:ext>
                                </p:extLst>
                              </p:nvPr>
                            </p:nvGraphicFramePr>
                            <p:xfrm>
                              <a:off x="3717893" y="171322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01" name="3D Model 500" descr="Sphere">
                                <a:extLst>
                                  <a:ext uri="{FF2B5EF4-FFF2-40B4-BE49-F238E27FC236}">
                                    <a16:creationId xmlns:a16="http://schemas.microsoft.com/office/drawing/2014/main" id="{264BA7C0-B138-431D-801E-995913A2B56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222783" y="232672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964" name="Flowchart: Connector 12963">
                            <a:extLst>
                              <a:ext uri="{FF2B5EF4-FFF2-40B4-BE49-F238E27FC236}">
                                <a16:creationId xmlns:a16="http://schemas.microsoft.com/office/drawing/2014/main" id="{FB5D4874-DCA1-49E4-8547-8D826DB393C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965" name="3D Model 12964" descr="Sphere">
                                <a:extLst>
                                  <a:ext uri="{FF2B5EF4-FFF2-40B4-BE49-F238E27FC236}">
                                    <a16:creationId xmlns:a16="http://schemas.microsoft.com/office/drawing/2014/main" id="{ADAEFEAD-B8B2-499B-A310-57D50121B28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82166719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03" name="3D Model 502" descr="Sphere">
                                <a:extLst>
                                  <a:ext uri="{FF2B5EF4-FFF2-40B4-BE49-F238E27FC236}">
                                    <a16:creationId xmlns:a16="http://schemas.microsoft.com/office/drawing/2014/main" id="{C6B1DA16-6D44-4BF5-8BBD-CFD9B019426D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264484" y="234259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966" name="Flowchart: Connector 12965">
                            <a:extLst>
                              <a:ext uri="{FF2B5EF4-FFF2-40B4-BE49-F238E27FC236}">
                                <a16:creationId xmlns:a16="http://schemas.microsoft.com/office/drawing/2014/main" id="{31AC2220-DDA6-4242-90AD-99264EB1049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967" name="3D Model 12966" descr="Sphere">
                                <a:extLst>
                                  <a:ext uri="{FF2B5EF4-FFF2-40B4-BE49-F238E27FC236}">
                                    <a16:creationId xmlns:a16="http://schemas.microsoft.com/office/drawing/2014/main" id="{5ADF20EE-8157-4425-BC30-E6001E91D11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979026260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968" name="Flowchart: Connector 12967">
                            <a:extLst>
                              <a:ext uri="{FF2B5EF4-FFF2-40B4-BE49-F238E27FC236}">
                                <a16:creationId xmlns:a16="http://schemas.microsoft.com/office/drawing/2014/main" id="{4361C4B8-82E5-4522-9D00-480EC0219A1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969" name="3D Model 12968" descr="Sphere">
                                <a:extLst>
                                  <a:ext uri="{FF2B5EF4-FFF2-40B4-BE49-F238E27FC236}">
                                    <a16:creationId xmlns:a16="http://schemas.microsoft.com/office/drawing/2014/main" id="{6979C00F-EDDA-412D-8C46-FE33083092F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075716875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12938" name="Flowchart: Connector 12937">
                          <a:extLst>
                            <a:ext uri="{FF2B5EF4-FFF2-40B4-BE49-F238E27FC236}">
                              <a16:creationId xmlns:a16="http://schemas.microsoft.com/office/drawing/2014/main" id="{25E742F2-48C7-47BC-AA6E-CCE791AC7A8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939" name="Flowchart: Connector 12938">
                          <a:extLst>
                            <a:ext uri="{FF2B5EF4-FFF2-40B4-BE49-F238E27FC236}">
                              <a16:creationId xmlns:a16="http://schemas.microsoft.com/office/drawing/2014/main" id="{330AC487-05C9-4D8E-BF58-CD4C1B6ECC5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940" name="Flowchart: Connector 12939">
                          <a:extLst>
                            <a:ext uri="{FF2B5EF4-FFF2-40B4-BE49-F238E27FC236}">
                              <a16:creationId xmlns:a16="http://schemas.microsoft.com/office/drawing/2014/main" id="{7F532505-FA79-4027-BEA0-BEEC1C7C223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26347" y="177334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941" name="Flowchart: Connector 12940">
                          <a:extLst>
                            <a:ext uri="{FF2B5EF4-FFF2-40B4-BE49-F238E27FC236}">
                              <a16:creationId xmlns:a16="http://schemas.microsoft.com/office/drawing/2014/main" id="{0E95EE7F-5B83-43AE-947F-3D920D9B438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942" name="Flowchart: Connector 12941">
                          <a:extLst>
                            <a:ext uri="{FF2B5EF4-FFF2-40B4-BE49-F238E27FC236}">
                              <a16:creationId xmlns:a16="http://schemas.microsoft.com/office/drawing/2014/main" id="{C2B1BE77-E41A-44A2-97A5-EF2E365D7D1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943" name="Flowchart: Connector 12942">
                          <a:extLst>
                            <a:ext uri="{FF2B5EF4-FFF2-40B4-BE49-F238E27FC236}">
                              <a16:creationId xmlns:a16="http://schemas.microsoft.com/office/drawing/2014/main" id="{1713A729-7F73-4C5B-A38F-CCA0893D41C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944" name="Flowchart: Connector 12943">
                          <a:extLst>
                            <a:ext uri="{FF2B5EF4-FFF2-40B4-BE49-F238E27FC236}">
                              <a16:creationId xmlns:a16="http://schemas.microsoft.com/office/drawing/2014/main" id="{E8A7E050-8EAC-49A9-ADA0-69C1648E95C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945" name="Flowchart: Connector 12944">
                          <a:extLst>
                            <a:ext uri="{FF2B5EF4-FFF2-40B4-BE49-F238E27FC236}">
                              <a16:creationId xmlns:a16="http://schemas.microsoft.com/office/drawing/2014/main" id="{E94C87CF-E7A5-457B-BD7A-7BCD1AECFCB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946" name="Flowchart: Connector 12945">
                          <a:extLst>
                            <a:ext uri="{FF2B5EF4-FFF2-40B4-BE49-F238E27FC236}">
                              <a16:creationId xmlns:a16="http://schemas.microsoft.com/office/drawing/2014/main" id="{030B0FB6-99BD-4E0E-875D-72F6CAD6FD8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947" name="3D Model 12946" descr="Sphere">
                              <a:extLst>
                                <a:ext uri="{FF2B5EF4-FFF2-40B4-BE49-F238E27FC236}">
                                  <a16:creationId xmlns:a16="http://schemas.microsoft.com/office/drawing/2014/main" id="{9915A942-E6AF-44F3-A87A-117E099E225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805749230"/>
                                </p:ext>
                              </p:extLst>
                            </p:nvPr>
                          </p:nvGraphicFramePr>
                          <p:xfrm>
                            <a:off x="2122087" y="1503359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433448" ay="1433014" az="-1105299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7"/>
                                </am3d:raster>
                                <am3d:objViewport viewportSz="5757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485" name="3D Model 484" descr="Sphere">
                              <a:extLst>
                                <a:ext uri="{FF2B5EF4-FFF2-40B4-BE49-F238E27FC236}">
                                  <a16:creationId xmlns:a16="http://schemas.microsoft.com/office/drawing/2014/main" id="{E392EAF6-8834-406F-86CA-8AE04F51D4E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224025" y="2267602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948" name="Flowchart: Connector 12947">
                          <a:extLst>
                            <a:ext uri="{FF2B5EF4-FFF2-40B4-BE49-F238E27FC236}">
                              <a16:creationId xmlns:a16="http://schemas.microsoft.com/office/drawing/2014/main" id="{38AB54EB-6815-4638-95B7-AD826045AD8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949" name="3D Model 12948" descr="Sphere">
                              <a:extLst>
                                <a:ext uri="{FF2B5EF4-FFF2-40B4-BE49-F238E27FC236}">
                                  <a16:creationId xmlns:a16="http://schemas.microsoft.com/office/drawing/2014/main" id="{612CAEAD-3C66-4832-81F7-F70CFA728FE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187842287"/>
                                </p:ext>
                              </p:extLst>
                            </p:nvPr>
                          </p:nvGraphicFramePr>
                          <p:xfrm>
                            <a:off x="2368043" y="1593681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5"/>
                                </am3d:raster>
                                <am3d:objViewport viewportSz="5886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487" name="3D Model 486" descr="Sphere">
                              <a:extLst>
                                <a:ext uri="{FF2B5EF4-FFF2-40B4-BE49-F238E27FC236}">
                                  <a16:creationId xmlns:a16="http://schemas.microsoft.com/office/drawing/2014/main" id="{7A2DCE6F-9C05-4A7C-B3AF-B30F2B8EA8A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266749" y="2284614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950" name="Flowchart: Connector 12949">
                          <a:extLst>
                            <a:ext uri="{FF2B5EF4-FFF2-40B4-BE49-F238E27FC236}">
                              <a16:creationId xmlns:a16="http://schemas.microsoft.com/office/drawing/2014/main" id="{3F20181D-1758-400F-9BA0-4F59829652C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951" name="3D Model 12950" descr="Sphere">
                              <a:extLst>
                                <a:ext uri="{FF2B5EF4-FFF2-40B4-BE49-F238E27FC236}">
                                  <a16:creationId xmlns:a16="http://schemas.microsoft.com/office/drawing/2014/main" id="{345D33F3-9E4D-4468-85B5-4550019D6F7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861826197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3235" cy="6170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7"/>
                                </am3d:raster>
                                <am3d:objViewport viewportSz="6018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489" name="3D Model 488" descr="Sphere">
                              <a:extLst>
                                <a:ext uri="{FF2B5EF4-FFF2-40B4-BE49-F238E27FC236}">
                                  <a16:creationId xmlns:a16="http://schemas.microsoft.com/office/drawing/2014/main" id="{35E3BD2E-BC4B-4CB6-9E17-43B614D5496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3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308636" y="2293630"/>
                              <a:ext cx="53235" cy="61702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952" name="Flowchart: Connector 12951">
                          <a:extLst>
                            <a:ext uri="{FF2B5EF4-FFF2-40B4-BE49-F238E27FC236}">
                              <a16:creationId xmlns:a16="http://schemas.microsoft.com/office/drawing/2014/main" id="{0FA410B5-EE3B-4E56-9F75-64901601448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953" name="3D Model 12952" descr="Sphere">
                              <a:extLst>
                                <a:ext uri="{FF2B5EF4-FFF2-40B4-BE49-F238E27FC236}">
                                  <a16:creationId xmlns:a16="http://schemas.microsoft.com/office/drawing/2014/main" id="{9E6D88D0-950D-46F5-BD36-93DD6FE86EC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592324536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1045" cy="5891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9"/>
                                </am3d:raster>
                                <am3d:objViewport viewportSz="5955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491" name="3D Model 490" descr="Sphere">
                              <a:extLst>
                                <a:ext uri="{FF2B5EF4-FFF2-40B4-BE49-F238E27FC236}">
                                  <a16:creationId xmlns:a16="http://schemas.microsoft.com/office/drawing/2014/main" id="{5DB00BF2-FEF3-4A21-8D32-D13B3D5675F5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355262" y="2310024"/>
                              <a:ext cx="51045" cy="589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12843" name="Group 12842">
                      <a:extLst>
                        <a:ext uri="{FF2B5EF4-FFF2-40B4-BE49-F238E27FC236}">
                          <a16:creationId xmlns:a16="http://schemas.microsoft.com/office/drawing/2014/main" id="{1CE19AC9-ADDD-43EC-9B0C-B840907DB3AB}"/>
                        </a:ext>
                      </a:extLst>
                    </p:cNvPr>
                    <p:cNvGrpSpPr/>
                    <p:nvPr/>
                  </p:nvGrpSpPr>
                  <p:grpSpPr>
                    <a:xfrm rot="18542409">
                      <a:off x="2257159" y="236280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2913" name="Freeform: Shape 12912">
                        <a:extLst>
                          <a:ext uri="{FF2B5EF4-FFF2-40B4-BE49-F238E27FC236}">
                            <a16:creationId xmlns:a16="http://schemas.microsoft.com/office/drawing/2014/main" id="{8103C675-0163-412D-9F83-3AF22BDEFF6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914" name="Rectangle: Rounded Corners 12913">
                        <a:extLst>
                          <a:ext uri="{FF2B5EF4-FFF2-40B4-BE49-F238E27FC236}">
                            <a16:creationId xmlns:a16="http://schemas.microsoft.com/office/drawing/2014/main" id="{ECA176B4-78E0-41C9-A684-42C259BDDB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844" name="Group 12843">
                      <a:extLst>
                        <a:ext uri="{FF2B5EF4-FFF2-40B4-BE49-F238E27FC236}">
                          <a16:creationId xmlns:a16="http://schemas.microsoft.com/office/drawing/2014/main" id="{914449B8-0B72-4BA5-AAE3-4810D1D41C4D}"/>
                        </a:ext>
                      </a:extLst>
                    </p:cNvPr>
                    <p:cNvGrpSpPr/>
                    <p:nvPr/>
                  </p:nvGrpSpPr>
                  <p:grpSpPr>
                    <a:xfrm rot="17122200">
                      <a:off x="1187274" y="235013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2911" name="Freeform: Shape 12910">
                        <a:extLst>
                          <a:ext uri="{FF2B5EF4-FFF2-40B4-BE49-F238E27FC236}">
                            <a16:creationId xmlns:a16="http://schemas.microsoft.com/office/drawing/2014/main" id="{D7AC3396-D5AB-497D-A7DF-AB324C6BEDE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912" name="Rectangle: Rounded Corners 12911">
                        <a:extLst>
                          <a:ext uri="{FF2B5EF4-FFF2-40B4-BE49-F238E27FC236}">
                            <a16:creationId xmlns:a16="http://schemas.microsoft.com/office/drawing/2014/main" id="{16869F19-472A-4D18-A053-789784ECE3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845" name="Group 12844">
                      <a:extLst>
                        <a:ext uri="{FF2B5EF4-FFF2-40B4-BE49-F238E27FC236}">
                          <a16:creationId xmlns:a16="http://schemas.microsoft.com/office/drawing/2014/main" id="{61EDA932-836A-4CD6-85EB-7899B3E64CEA}"/>
                        </a:ext>
                      </a:extLst>
                    </p:cNvPr>
                    <p:cNvGrpSpPr/>
                    <p:nvPr/>
                  </p:nvGrpSpPr>
                  <p:grpSpPr>
                    <a:xfrm rot="658209">
                      <a:off x="2479276" y="3323586"/>
                      <a:ext cx="746642" cy="235253"/>
                      <a:chOff x="2620172" y="2546175"/>
                      <a:chExt cx="834986" cy="143092"/>
                    </a:xfrm>
                  </p:grpSpPr>
                  <p:sp>
                    <p:nvSpPr>
                      <p:cNvPr id="12909" name="Freeform: Shape 12908">
                        <a:extLst>
                          <a:ext uri="{FF2B5EF4-FFF2-40B4-BE49-F238E27FC236}">
                            <a16:creationId xmlns:a16="http://schemas.microsoft.com/office/drawing/2014/main" id="{32D7EEDF-89E1-4FBD-850E-05D314D2BEC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910" name="Rectangle: Rounded Corners 12909">
                        <a:extLst>
                          <a:ext uri="{FF2B5EF4-FFF2-40B4-BE49-F238E27FC236}">
                            <a16:creationId xmlns:a16="http://schemas.microsoft.com/office/drawing/2014/main" id="{5FFD03CB-1B5D-4778-A1C3-7EE961B608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846" name="Group 12845">
                      <a:extLst>
                        <a:ext uri="{FF2B5EF4-FFF2-40B4-BE49-F238E27FC236}">
                          <a16:creationId xmlns:a16="http://schemas.microsoft.com/office/drawing/2014/main" id="{E37A2218-5B21-41BF-BD4F-E7A85441F126}"/>
                        </a:ext>
                      </a:extLst>
                    </p:cNvPr>
                    <p:cNvGrpSpPr/>
                    <p:nvPr/>
                  </p:nvGrpSpPr>
                  <p:grpSpPr>
                    <a:xfrm rot="18837888">
                      <a:off x="1789768" y="223810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2907" name="Freeform: Shape 12906">
                        <a:extLst>
                          <a:ext uri="{FF2B5EF4-FFF2-40B4-BE49-F238E27FC236}">
                            <a16:creationId xmlns:a16="http://schemas.microsoft.com/office/drawing/2014/main" id="{F1607F03-3CBA-44E1-B216-C56CBB91342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908" name="Rectangle: Rounded Corners 12907">
                        <a:extLst>
                          <a:ext uri="{FF2B5EF4-FFF2-40B4-BE49-F238E27FC236}">
                            <a16:creationId xmlns:a16="http://schemas.microsoft.com/office/drawing/2014/main" id="{D0DE1E03-6262-4DCF-A65E-0FA4C26E83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847" name="Group 12846">
                      <a:extLst>
                        <a:ext uri="{FF2B5EF4-FFF2-40B4-BE49-F238E27FC236}">
                          <a16:creationId xmlns:a16="http://schemas.microsoft.com/office/drawing/2014/main" id="{E5727284-01AE-421E-BBB8-1B7749E5ECDF}"/>
                        </a:ext>
                      </a:extLst>
                    </p:cNvPr>
                    <p:cNvGrpSpPr/>
                    <p:nvPr/>
                  </p:nvGrpSpPr>
                  <p:grpSpPr>
                    <a:xfrm rot="16200000">
                      <a:off x="563034" y="2429570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2905" name="Freeform: Shape 12904">
                        <a:extLst>
                          <a:ext uri="{FF2B5EF4-FFF2-40B4-BE49-F238E27FC236}">
                            <a16:creationId xmlns:a16="http://schemas.microsoft.com/office/drawing/2014/main" id="{5ACE4432-3823-4006-BB8C-BD8A34A25A1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906" name="Rectangle: Rounded Corners 12905">
                        <a:extLst>
                          <a:ext uri="{FF2B5EF4-FFF2-40B4-BE49-F238E27FC236}">
                            <a16:creationId xmlns:a16="http://schemas.microsoft.com/office/drawing/2014/main" id="{73FD0175-EEBC-4CEF-98E3-0603BECCCC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848" name="Group 12847">
                      <a:extLst>
                        <a:ext uri="{FF2B5EF4-FFF2-40B4-BE49-F238E27FC236}">
                          <a16:creationId xmlns:a16="http://schemas.microsoft.com/office/drawing/2014/main" id="{87C3F9C0-F352-44FB-AF5E-9F61A4DF5B33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350328" y="442527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2903" name="Freeform: Shape 12902">
                        <a:extLst>
                          <a:ext uri="{FF2B5EF4-FFF2-40B4-BE49-F238E27FC236}">
                            <a16:creationId xmlns:a16="http://schemas.microsoft.com/office/drawing/2014/main" id="{1F1DAC43-0AB4-43C8-BA3B-C854212E835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904" name="Rectangle: Rounded Corners 12903">
                        <a:extLst>
                          <a:ext uri="{FF2B5EF4-FFF2-40B4-BE49-F238E27FC236}">
                            <a16:creationId xmlns:a16="http://schemas.microsoft.com/office/drawing/2014/main" id="{DD5B7E67-9466-4D23-90E1-FA7B7CBF3A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849" name="Group 12848">
                      <a:extLst>
                        <a:ext uri="{FF2B5EF4-FFF2-40B4-BE49-F238E27FC236}">
                          <a16:creationId xmlns:a16="http://schemas.microsoft.com/office/drawing/2014/main" id="{AF0A35CF-9DAA-43A8-BA1E-349DE2D4EAA8}"/>
                        </a:ext>
                      </a:extLst>
                    </p:cNvPr>
                    <p:cNvGrpSpPr/>
                    <p:nvPr/>
                  </p:nvGrpSpPr>
                  <p:grpSpPr>
                    <a:xfrm rot="5880914">
                      <a:off x="789613" y="438062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2901" name="Freeform: Shape 12900">
                        <a:extLst>
                          <a:ext uri="{FF2B5EF4-FFF2-40B4-BE49-F238E27FC236}">
                            <a16:creationId xmlns:a16="http://schemas.microsoft.com/office/drawing/2014/main" id="{B12F2100-6B15-4DC0-BE61-C9C39B619BC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902" name="Rectangle: Rounded Corners 12901">
                        <a:extLst>
                          <a:ext uri="{FF2B5EF4-FFF2-40B4-BE49-F238E27FC236}">
                            <a16:creationId xmlns:a16="http://schemas.microsoft.com/office/drawing/2014/main" id="{C32D515D-84FC-49E1-A728-9B5528B4F4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850" name="Group 12849">
                      <a:extLst>
                        <a:ext uri="{FF2B5EF4-FFF2-40B4-BE49-F238E27FC236}">
                          <a16:creationId xmlns:a16="http://schemas.microsoft.com/office/drawing/2014/main" id="{0A11535F-EE16-492D-8B3D-67FEE1CBB98D}"/>
                        </a:ext>
                      </a:extLst>
                    </p:cNvPr>
                    <p:cNvGrpSpPr/>
                    <p:nvPr/>
                  </p:nvGrpSpPr>
                  <p:grpSpPr>
                    <a:xfrm rot="13587211">
                      <a:off x="651990" y="2929858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2899" name="Freeform: Shape 12898">
                        <a:extLst>
                          <a:ext uri="{FF2B5EF4-FFF2-40B4-BE49-F238E27FC236}">
                            <a16:creationId xmlns:a16="http://schemas.microsoft.com/office/drawing/2014/main" id="{E9E14E82-9A67-43E7-A90C-B5EFD3B04F6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900" name="Rectangle: Rounded Corners 12899">
                        <a:extLst>
                          <a:ext uri="{FF2B5EF4-FFF2-40B4-BE49-F238E27FC236}">
                            <a16:creationId xmlns:a16="http://schemas.microsoft.com/office/drawing/2014/main" id="{C6CE7D09-2516-40A4-BE65-D90261243B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851" name="Group 12850">
                      <a:extLst>
                        <a:ext uri="{FF2B5EF4-FFF2-40B4-BE49-F238E27FC236}">
                          <a16:creationId xmlns:a16="http://schemas.microsoft.com/office/drawing/2014/main" id="{245A6C9F-88CA-43C9-A067-63D9A3131ABE}"/>
                        </a:ext>
                      </a:extLst>
                    </p:cNvPr>
                    <p:cNvGrpSpPr/>
                    <p:nvPr/>
                  </p:nvGrpSpPr>
                  <p:grpSpPr>
                    <a:xfrm rot="11351284">
                      <a:off x="163719" y="3807693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2897" name="Freeform: Shape 12896">
                        <a:extLst>
                          <a:ext uri="{FF2B5EF4-FFF2-40B4-BE49-F238E27FC236}">
                            <a16:creationId xmlns:a16="http://schemas.microsoft.com/office/drawing/2014/main" id="{F6D7C43E-D792-48E2-9765-F35F27EAC59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898" name="Rectangle: Rounded Corners 12897">
                        <a:extLst>
                          <a:ext uri="{FF2B5EF4-FFF2-40B4-BE49-F238E27FC236}">
                            <a16:creationId xmlns:a16="http://schemas.microsoft.com/office/drawing/2014/main" id="{E1C63133-9349-4E12-BAFD-B869A0C2706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852" name="Group 12851">
                      <a:extLst>
                        <a:ext uri="{FF2B5EF4-FFF2-40B4-BE49-F238E27FC236}">
                          <a16:creationId xmlns:a16="http://schemas.microsoft.com/office/drawing/2014/main" id="{0528F497-7570-4C57-ABC8-C2D4E1E762A5}"/>
                        </a:ext>
                      </a:extLst>
                    </p:cNvPr>
                    <p:cNvGrpSpPr/>
                    <p:nvPr/>
                  </p:nvGrpSpPr>
                  <p:grpSpPr>
                    <a:xfrm rot="4193783">
                      <a:off x="2062756" y="4148262"/>
                      <a:ext cx="706454" cy="171076"/>
                      <a:chOff x="2620172" y="2546175"/>
                      <a:chExt cx="834986" cy="143092"/>
                    </a:xfrm>
                  </p:grpSpPr>
                  <p:sp>
                    <p:nvSpPr>
                      <p:cNvPr id="12895" name="Freeform: Shape 12894">
                        <a:extLst>
                          <a:ext uri="{FF2B5EF4-FFF2-40B4-BE49-F238E27FC236}">
                            <a16:creationId xmlns:a16="http://schemas.microsoft.com/office/drawing/2014/main" id="{F1A29BF7-6C05-44D6-A01F-64E4E06F48A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896" name="Rectangle: Rounded Corners 12895">
                        <a:extLst>
                          <a:ext uri="{FF2B5EF4-FFF2-40B4-BE49-F238E27FC236}">
                            <a16:creationId xmlns:a16="http://schemas.microsoft.com/office/drawing/2014/main" id="{7F828A93-0D62-4BC6-8D96-F1502F6979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853" name="Group 12852">
                      <a:extLst>
                        <a:ext uri="{FF2B5EF4-FFF2-40B4-BE49-F238E27FC236}">
                          <a16:creationId xmlns:a16="http://schemas.microsoft.com/office/drawing/2014/main" id="{1E779FAE-5CBF-4227-AFCE-913A20CE4597}"/>
                        </a:ext>
                      </a:extLst>
                    </p:cNvPr>
                    <p:cNvGrpSpPr/>
                    <p:nvPr/>
                  </p:nvGrpSpPr>
                  <p:grpSpPr>
                    <a:xfrm rot="1837203">
                      <a:off x="2331692" y="387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2893" name="Freeform: Shape 12892">
                        <a:extLst>
                          <a:ext uri="{FF2B5EF4-FFF2-40B4-BE49-F238E27FC236}">
                            <a16:creationId xmlns:a16="http://schemas.microsoft.com/office/drawing/2014/main" id="{FBB56060-9150-439E-95AB-731D715814C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894" name="Rectangle: Rounded Corners 12893">
                        <a:extLst>
                          <a:ext uri="{FF2B5EF4-FFF2-40B4-BE49-F238E27FC236}">
                            <a16:creationId xmlns:a16="http://schemas.microsoft.com/office/drawing/2014/main" id="{DAF5051E-C49C-423D-B96D-38174C2E81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854" name="Group 12853">
                      <a:extLst>
                        <a:ext uri="{FF2B5EF4-FFF2-40B4-BE49-F238E27FC236}">
                          <a16:creationId xmlns:a16="http://schemas.microsoft.com/office/drawing/2014/main" id="{E596E10E-3E97-4D0B-ABEC-8E0E6B2559F8}"/>
                        </a:ext>
                      </a:extLst>
                    </p:cNvPr>
                    <p:cNvGrpSpPr/>
                    <p:nvPr/>
                  </p:nvGrpSpPr>
                  <p:grpSpPr>
                    <a:xfrm rot="932650">
                      <a:off x="2489621" y="310501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2891" name="Freeform: Shape 12890">
                        <a:extLst>
                          <a:ext uri="{FF2B5EF4-FFF2-40B4-BE49-F238E27FC236}">
                            <a16:creationId xmlns:a16="http://schemas.microsoft.com/office/drawing/2014/main" id="{2B8B7556-953C-400B-BC63-4789EAF4B3C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892" name="Rectangle: Rounded Corners 12891">
                        <a:extLst>
                          <a:ext uri="{FF2B5EF4-FFF2-40B4-BE49-F238E27FC236}">
                            <a16:creationId xmlns:a16="http://schemas.microsoft.com/office/drawing/2014/main" id="{58ADC21B-734E-4183-873D-CFAF6DC6A4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855" name="Group 12854">
                      <a:extLst>
                        <a:ext uri="{FF2B5EF4-FFF2-40B4-BE49-F238E27FC236}">
                          <a16:creationId xmlns:a16="http://schemas.microsoft.com/office/drawing/2014/main" id="{8C0A8A9F-F4DE-430E-9989-0C275F657B79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686489" y="34904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2889" name="Freeform: Shape 12888">
                        <a:extLst>
                          <a:ext uri="{FF2B5EF4-FFF2-40B4-BE49-F238E27FC236}">
                            <a16:creationId xmlns:a16="http://schemas.microsoft.com/office/drawing/2014/main" id="{58F587DC-4303-4D8D-961B-D4656C6A061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890" name="Rectangle: Rounded Corners 12889">
                        <a:extLst>
                          <a:ext uri="{FF2B5EF4-FFF2-40B4-BE49-F238E27FC236}">
                            <a16:creationId xmlns:a16="http://schemas.microsoft.com/office/drawing/2014/main" id="{C38F8852-03EA-4CA6-A148-991B29DC73B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856" name="Group 12855">
                      <a:extLst>
                        <a:ext uri="{FF2B5EF4-FFF2-40B4-BE49-F238E27FC236}">
                          <a16:creationId xmlns:a16="http://schemas.microsoft.com/office/drawing/2014/main" id="{DC774C5C-F2BD-4AC7-B133-CC5DAEFD1DA8}"/>
                        </a:ext>
                      </a:extLst>
                    </p:cNvPr>
                    <p:cNvGrpSpPr/>
                    <p:nvPr/>
                  </p:nvGrpSpPr>
                  <p:grpSpPr>
                    <a:xfrm rot="16924252">
                      <a:off x="1635001" y="2371073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2887" name="Freeform: Shape 12886">
                        <a:extLst>
                          <a:ext uri="{FF2B5EF4-FFF2-40B4-BE49-F238E27FC236}">
                            <a16:creationId xmlns:a16="http://schemas.microsoft.com/office/drawing/2014/main" id="{F174DAF5-B29A-47DB-A13C-BEED4CC9BFD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888" name="Rectangle: Rounded Corners 12887">
                        <a:extLst>
                          <a:ext uri="{FF2B5EF4-FFF2-40B4-BE49-F238E27FC236}">
                            <a16:creationId xmlns:a16="http://schemas.microsoft.com/office/drawing/2014/main" id="{9905ACBC-A736-4560-8EC6-F445D925EA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857" name="Group 12856">
                      <a:extLst>
                        <a:ext uri="{FF2B5EF4-FFF2-40B4-BE49-F238E27FC236}">
                          <a16:creationId xmlns:a16="http://schemas.microsoft.com/office/drawing/2014/main" id="{C7BC170B-A436-438D-809F-111A29B4A6B6}"/>
                        </a:ext>
                      </a:extLst>
                    </p:cNvPr>
                    <p:cNvGrpSpPr/>
                    <p:nvPr/>
                  </p:nvGrpSpPr>
                  <p:grpSpPr>
                    <a:xfrm rot="15677156">
                      <a:off x="985517" y="2521255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2885" name="Freeform: Shape 12884">
                        <a:extLst>
                          <a:ext uri="{FF2B5EF4-FFF2-40B4-BE49-F238E27FC236}">
                            <a16:creationId xmlns:a16="http://schemas.microsoft.com/office/drawing/2014/main" id="{52A17709-383F-42C1-9D1A-88382FBB882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886" name="Rectangle: Rounded Corners 12885">
                        <a:extLst>
                          <a:ext uri="{FF2B5EF4-FFF2-40B4-BE49-F238E27FC236}">
                            <a16:creationId xmlns:a16="http://schemas.microsoft.com/office/drawing/2014/main" id="{EC56BEDF-5D8F-4155-85ED-6072FF1108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858" name="Group 12857">
                      <a:extLst>
                        <a:ext uri="{FF2B5EF4-FFF2-40B4-BE49-F238E27FC236}">
                          <a16:creationId xmlns:a16="http://schemas.microsoft.com/office/drawing/2014/main" id="{D7ACBD33-D2DB-4C9D-AA87-34C4425C6BD8}"/>
                        </a:ext>
                      </a:extLst>
                    </p:cNvPr>
                    <p:cNvGrpSpPr/>
                    <p:nvPr/>
                  </p:nvGrpSpPr>
                  <p:grpSpPr>
                    <a:xfrm rot="14354853" flipV="1">
                      <a:off x="976412" y="243847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2883" name="Freeform: Shape 12882">
                        <a:extLst>
                          <a:ext uri="{FF2B5EF4-FFF2-40B4-BE49-F238E27FC236}">
                            <a16:creationId xmlns:a16="http://schemas.microsoft.com/office/drawing/2014/main" id="{5BBC3677-D543-484E-942E-8CF763E55DB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884" name="Rectangle: Rounded Corners 12883">
                        <a:extLst>
                          <a:ext uri="{FF2B5EF4-FFF2-40B4-BE49-F238E27FC236}">
                            <a16:creationId xmlns:a16="http://schemas.microsoft.com/office/drawing/2014/main" id="{ED26605C-05D2-4501-937C-5CC523021E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859" name="Group 12858">
                      <a:extLst>
                        <a:ext uri="{FF2B5EF4-FFF2-40B4-BE49-F238E27FC236}">
                          <a16:creationId xmlns:a16="http://schemas.microsoft.com/office/drawing/2014/main" id="{48F62E6B-B634-4FEA-AA3A-F83636F72D26}"/>
                        </a:ext>
                      </a:extLst>
                    </p:cNvPr>
                    <p:cNvGrpSpPr/>
                    <p:nvPr/>
                  </p:nvGrpSpPr>
                  <p:grpSpPr>
                    <a:xfrm rot="9793356" flipV="1">
                      <a:off x="215985" y="323790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2881" name="Freeform: Shape 12880">
                        <a:extLst>
                          <a:ext uri="{FF2B5EF4-FFF2-40B4-BE49-F238E27FC236}">
                            <a16:creationId xmlns:a16="http://schemas.microsoft.com/office/drawing/2014/main" id="{D2F44CB3-8312-4924-933A-1DB55A4FADB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882" name="Rectangle: Rounded Corners 12881">
                        <a:extLst>
                          <a:ext uri="{FF2B5EF4-FFF2-40B4-BE49-F238E27FC236}">
                            <a16:creationId xmlns:a16="http://schemas.microsoft.com/office/drawing/2014/main" id="{32C4A10E-C8EE-47B7-8769-8F938F88600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860" name="Group 12859">
                      <a:extLst>
                        <a:ext uri="{FF2B5EF4-FFF2-40B4-BE49-F238E27FC236}">
                          <a16:creationId xmlns:a16="http://schemas.microsoft.com/office/drawing/2014/main" id="{88CEF0DA-D33F-4AB1-97DC-D0D67CE9B648}"/>
                        </a:ext>
                      </a:extLst>
                    </p:cNvPr>
                    <p:cNvGrpSpPr/>
                    <p:nvPr/>
                  </p:nvGrpSpPr>
                  <p:grpSpPr>
                    <a:xfrm rot="6907686" flipV="1">
                      <a:off x="692019" y="393196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2879" name="Freeform: Shape 12878">
                        <a:extLst>
                          <a:ext uri="{FF2B5EF4-FFF2-40B4-BE49-F238E27FC236}">
                            <a16:creationId xmlns:a16="http://schemas.microsoft.com/office/drawing/2014/main" id="{CDC9761C-33BF-4A65-914D-CAF121C4BD0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880" name="Rectangle: Rounded Corners 12879">
                        <a:extLst>
                          <a:ext uri="{FF2B5EF4-FFF2-40B4-BE49-F238E27FC236}">
                            <a16:creationId xmlns:a16="http://schemas.microsoft.com/office/drawing/2014/main" id="{58541B17-D062-4738-9F6E-14469157FB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861" name="Group 12860">
                      <a:extLst>
                        <a:ext uri="{FF2B5EF4-FFF2-40B4-BE49-F238E27FC236}">
                          <a16:creationId xmlns:a16="http://schemas.microsoft.com/office/drawing/2014/main" id="{CE097C6E-A6C2-46AE-AFF3-1DE16A135DB1}"/>
                        </a:ext>
                      </a:extLst>
                    </p:cNvPr>
                    <p:cNvGrpSpPr/>
                    <p:nvPr/>
                  </p:nvGrpSpPr>
                  <p:grpSpPr>
                    <a:xfrm rot="1465711" flipV="1">
                      <a:off x="2002734" y="340448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2877" name="Freeform: Shape 12876">
                        <a:extLst>
                          <a:ext uri="{FF2B5EF4-FFF2-40B4-BE49-F238E27FC236}">
                            <a16:creationId xmlns:a16="http://schemas.microsoft.com/office/drawing/2014/main" id="{D8DE754D-16E9-48A6-926B-371094D6E1E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878" name="Rectangle: Rounded Corners 12877">
                        <a:extLst>
                          <a:ext uri="{FF2B5EF4-FFF2-40B4-BE49-F238E27FC236}">
                            <a16:creationId xmlns:a16="http://schemas.microsoft.com/office/drawing/2014/main" id="{1D02E50F-849B-4BB2-BE12-FD7E762C3F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862" name="Group 12861">
                      <a:extLst>
                        <a:ext uri="{FF2B5EF4-FFF2-40B4-BE49-F238E27FC236}">
                          <a16:creationId xmlns:a16="http://schemas.microsoft.com/office/drawing/2014/main" id="{A5161CA1-02AC-4A9C-8500-64F06115FF24}"/>
                        </a:ext>
                      </a:extLst>
                    </p:cNvPr>
                    <p:cNvGrpSpPr/>
                    <p:nvPr/>
                  </p:nvGrpSpPr>
                  <p:grpSpPr>
                    <a:xfrm rot="19016516">
                      <a:off x="1733273" y="283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2875" name="Freeform: Shape 12874">
                        <a:extLst>
                          <a:ext uri="{FF2B5EF4-FFF2-40B4-BE49-F238E27FC236}">
                            <a16:creationId xmlns:a16="http://schemas.microsoft.com/office/drawing/2014/main" id="{BE367262-0E3B-4603-84CB-5AF70FD9F62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876" name="Rectangle: Rounded Corners 12875">
                        <a:extLst>
                          <a:ext uri="{FF2B5EF4-FFF2-40B4-BE49-F238E27FC236}">
                            <a16:creationId xmlns:a16="http://schemas.microsoft.com/office/drawing/2014/main" id="{F3F5C8FC-38A6-458C-9ACF-DEC7E395D2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863" name="Group 12862">
                      <a:extLst>
                        <a:ext uri="{FF2B5EF4-FFF2-40B4-BE49-F238E27FC236}">
                          <a16:creationId xmlns:a16="http://schemas.microsoft.com/office/drawing/2014/main" id="{B30B8496-B8F8-4CA7-99FE-5A6BA64210CA}"/>
                        </a:ext>
                      </a:extLst>
                    </p:cNvPr>
                    <p:cNvGrpSpPr/>
                    <p:nvPr/>
                  </p:nvGrpSpPr>
                  <p:grpSpPr>
                    <a:xfrm rot="19245075">
                      <a:off x="1632068" y="282541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2873" name="Freeform: Shape 12872">
                        <a:extLst>
                          <a:ext uri="{FF2B5EF4-FFF2-40B4-BE49-F238E27FC236}">
                            <a16:creationId xmlns:a16="http://schemas.microsoft.com/office/drawing/2014/main" id="{1C171714-3263-46C7-9959-0DB8B88154B4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874" name="Rectangle: Rounded Corners 12873">
                        <a:extLst>
                          <a:ext uri="{FF2B5EF4-FFF2-40B4-BE49-F238E27FC236}">
                            <a16:creationId xmlns:a16="http://schemas.microsoft.com/office/drawing/2014/main" id="{6571E700-EB8E-450C-A671-30D564E6A0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864" name="Group 12863">
                      <a:extLst>
                        <a:ext uri="{FF2B5EF4-FFF2-40B4-BE49-F238E27FC236}">
                          <a16:creationId xmlns:a16="http://schemas.microsoft.com/office/drawing/2014/main" id="{32DF6395-33F0-4BF0-BB57-04182728D665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838889" y="36428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2871" name="Freeform: Shape 12870">
                        <a:extLst>
                          <a:ext uri="{FF2B5EF4-FFF2-40B4-BE49-F238E27FC236}">
                            <a16:creationId xmlns:a16="http://schemas.microsoft.com/office/drawing/2014/main" id="{0F4CF86F-A6EA-4BA3-995C-C4813DD5944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872" name="Rectangle: Rounded Corners 12871">
                        <a:extLst>
                          <a:ext uri="{FF2B5EF4-FFF2-40B4-BE49-F238E27FC236}">
                            <a16:creationId xmlns:a16="http://schemas.microsoft.com/office/drawing/2014/main" id="{E39B6972-9983-4796-8D73-F305265D69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865" name="Group 12864">
                      <a:extLst>
                        <a:ext uri="{FF2B5EF4-FFF2-40B4-BE49-F238E27FC236}">
                          <a16:creationId xmlns:a16="http://schemas.microsoft.com/office/drawing/2014/main" id="{E19E2E16-35E0-4D84-9072-05CCE0EB9923}"/>
                        </a:ext>
                      </a:extLst>
                    </p:cNvPr>
                    <p:cNvGrpSpPr/>
                    <p:nvPr/>
                  </p:nvGrpSpPr>
                  <p:grpSpPr>
                    <a:xfrm rot="15824399">
                      <a:off x="1224680" y="281893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2869" name="Freeform: Shape 12868">
                        <a:extLst>
                          <a:ext uri="{FF2B5EF4-FFF2-40B4-BE49-F238E27FC236}">
                            <a16:creationId xmlns:a16="http://schemas.microsoft.com/office/drawing/2014/main" id="{09BF43A3-C471-4298-832B-AABFF871BC7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870" name="Rectangle: Rounded Corners 12869">
                        <a:extLst>
                          <a:ext uri="{FF2B5EF4-FFF2-40B4-BE49-F238E27FC236}">
                            <a16:creationId xmlns:a16="http://schemas.microsoft.com/office/drawing/2014/main" id="{C0132E1B-2257-46AF-9047-4CE5DEDD96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866" name="Group 12865">
                      <a:extLst>
                        <a:ext uri="{FF2B5EF4-FFF2-40B4-BE49-F238E27FC236}">
                          <a16:creationId xmlns:a16="http://schemas.microsoft.com/office/drawing/2014/main" id="{EDC13EBB-FEC8-4A74-8B67-9EE94EE2B05D}"/>
                        </a:ext>
                      </a:extLst>
                    </p:cNvPr>
                    <p:cNvGrpSpPr/>
                    <p:nvPr/>
                  </p:nvGrpSpPr>
                  <p:grpSpPr>
                    <a:xfrm rot="16697394">
                      <a:off x="1080028" y="2168448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2867" name="Freeform: Shape 12866">
                        <a:extLst>
                          <a:ext uri="{FF2B5EF4-FFF2-40B4-BE49-F238E27FC236}">
                            <a16:creationId xmlns:a16="http://schemas.microsoft.com/office/drawing/2014/main" id="{66E2CB1C-BF06-4A89-9C19-E10D67D58C2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868" name="Rectangle: Rounded Corners 12867">
                        <a:extLst>
                          <a:ext uri="{FF2B5EF4-FFF2-40B4-BE49-F238E27FC236}">
                            <a16:creationId xmlns:a16="http://schemas.microsoft.com/office/drawing/2014/main" id="{1A23F5DF-DDBC-424A-90BC-C8A2BDC83A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</p:grpSp>
              <p:sp>
                <p:nvSpPr>
                  <p:cNvPr id="12837" name="Freeform: Shape 12836">
                    <a:extLst>
                      <a:ext uri="{FF2B5EF4-FFF2-40B4-BE49-F238E27FC236}">
                        <a16:creationId xmlns:a16="http://schemas.microsoft.com/office/drawing/2014/main" id="{6C1B114D-4DC2-4BB6-9C61-2F14DB47B732}"/>
                      </a:ext>
                    </a:extLst>
                  </p:cNvPr>
                  <p:cNvSpPr/>
                  <p:nvPr/>
                </p:nvSpPr>
                <p:spPr>
                  <a:xfrm rot="6017948" flipV="1">
                    <a:off x="1305755" y="4290452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2838" name="Freeform: Shape 12837">
                    <a:extLst>
                      <a:ext uri="{FF2B5EF4-FFF2-40B4-BE49-F238E27FC236}">
                        <a16:creationId xmlns:a16="http://schemas.microsoft.com/office/drawing/2014/main" id="{781915A5-4CDE-490F-961F-C782E7FF7A17}"/>
                      </a:ext>
                    </a:extLst>
                  </p:cNvPr>
                  <p:cNvSpPr/>
                  <p:nvPr/>
                </p:nvSpPr>
                <p:spPr>
                  <a:xfrm rot="21277659">
                    <a:off x="2517403" y="2906549"/>
                    <a:ext cx="690584" cy="235253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2839" name="Freeform: Shape 12838">
                    <a:extLst>
                      <a:ext uri="{FF2B5EF4-FFF2-40B4-BE49-F238E27FC236}">
                        <a16:creationId xmlns:a16="http://schemas.microsoft.com/office/drawing/2014/main" id="{FD4C6EB2-7F32-49CF-A195-F2B969D9ADC4}"/>
                      </a:ext>
                    </a:extLst>
                  </p:cNvPr>
                  <p:cNvSpPr/>
                  <p:nvPr/>
                </p:nvSpPr>
                <p:spPr>
                  <a:xfrm rot="11528244" flipV="1">
                    <a:off x="344853" y="2978311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</p:grpSp>
            <p:grpSp>
              <p:nvGrpSpPr>
                <p:cNvPr id="11006" name="Group 11005">
                  <a:extLst>
                    <a:ext uri="{FF2B5EF4-FFF2-40B4-BE49-F238E27FC236}">
                      <a16:creationId xmlns:a16="http://schemas.microsoft.com/office/drawing/2014/main" id="{8E55C99A-CE86-45D1-9BBF-6CAC7E2BED4E}"/>
                    </a:ext>
                  </a:extLst>
                </p:cNvPr>
                <p:cNvGrpSpPr/>
                <p:nvPr/>
              </p:nvGrpSpPr>
              <p:grpSpPr>
                <a:xfrm>
                  <a:off x="3528453" y="2101500"/>
                  <a:ext cx="531923" cy="573923"/>
                  <a:chOff x="163719" y="1822501"/>
                  <a:chExt cx="3062199" cy="3047160"/>
                </a:xfrm>
              </p:grpSpPr>
              <p:grpSp>
                <p:nvGrpSpPr>
                  <p:cNvPr id="12471" name="Group 12470">
                    <a:extLst>
                      <a:ext uri="{FF2B5EF4-FFF2-40B4-BE49-F238E27FC236}">
                        <a16:creationId xmlns:a16="http://schemas.microsoft.com/office/drawing/2014/main" id="{797F7038-0B6F-4FF5-9B4C-9772FCC7860C}"/>
                      </a:ext>
                    </a:extLst>
                  </p:cNvPr>
                  <p:cNvGrpSpPr/>
                  <p:nvPr/>
                </p:nvGrpSpPr>
                <p:grpSpPr>
                  <a:xfrm>
                    <a:off x="163719" y="1822501"/>
                    <a:ext cx="3062199" cy="3047160"/>
                    <a:chOff x="163719" y="1822501"/>
                    <a:chExt cx="3062199" cy="3047160"/>
                  </a:xfrm>
                </p:grpSpPr>
                <p:grpSp>
                  <p:nvGrpSpPr>
                    <p:cNvPr id="12475" name="Group 12474">
                      <a:extLst>
                        <a:ext uri="{FF2B5EF4-FFF2-40B4-BE49-F238E27FC236}">
                          <a16:creationId xmlns:a16="http://schemas.microsoft.com/office/drawing/2014/main" id="{FE80DEA8-6247-4313-A1AC-0222F82E9574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683131" y="384412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2834" name="Freeform: Shape 12833">
                        <a:extLst>
                          <a:ext uri="{FF2B5EF4-FFF2-40B4-BE49-F238E27FC236}">
                            <a16:creationId xmlns:a16="http://schemas.microsoft.com/office/drawing/2014/main" id="{154E0D08-B074-4C96-B4DA-A9760B4F9A1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835" name="Rectangle: Rounded Corners 12834">
                        <a:extLst>
                          <a:ext uri="{FF2B5EF4-FFF2-40B4-BE49-F238E27FC236}">
                            <a16:creationId xmlns:a16="http://schemas.microsoft.com/office/drawing/2014/main" id="{834FB463-524C-4F38-A65F-3D2A161670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476" name="Group 12475">
                      <a:extLst>
                        <a:ext uri="{FF2B5EF4-FFF2-40B4-BE49-F238E27FC236}">
                          <a16:creationId xmlns:a16="http://schemas.microsoft.com/office/drawing/2014/main" id="{8CAC0718-456D-4E07-9306-A85DA7A8AA91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123013" y="4110752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2832" name="Freeform: Shape 12831">
                        <a:extLst>
                          <a:ext uri="{FF2B5EF4-FFF2-40B4-BE49-F238E27FC236}">
                            <a16:creationId xmlns:a16="http://schemas.microsoft.com/office/drawing/2014/main" id="{9A27E2CC-E972-428F-BD28-F4A4668CAB7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833" name="Rectangle: Rounded Corners 12832">
                        <a:extLst>
                          <a:ext uri="{FF2B5EF4-FFF2-40B4-BE49-F238E27FC236}">
                            <a16:creationId xmlns:a16="http://schemas.microsoft.com/office/drawing/2014/main" id="{F21BAACD-44B9-4D68-A8EC-DABBFDA415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477" name="Group 12476">
                      <a:extLst>
                        <a:ext uri="{FF2B5EF4-FFF2-40B4-BE49-F238E27FC236}">
                          <a16:creationId xmlns:a16="http://schemas.microsoft.com/office/drawing/2014/main" id="{73525CAC-89B7-48E7-9397-7A35E31B40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0260" y="2440902"/>
                      <a:ext cx="1730523" cy="1839492"/>
                      <a:chOff x="420511" y="1784768"/>
                      <a:chExt cx="1730523" cy="1839492"/>
                    </a:xfrm>
                  </p:grpSpPr>
                  <p:grpSp>
                    <p:nvGrpSpPr>
                      <p:cNvPr id="12550" name="Group 12549">
                        <a:extLst>
                          <a:ext uri="{FF2B5EF4-FFF2-40B4-BE49-F238E27FC236}">
                            <a16:creationId xmlns:a16="http://schemas.microsoft.com/office/drawing/2014/main" id="{85A99A63-F332-4911-AC04-392DD0ADB56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69572" y="1784768"/>
                        <a:ext cx="1081462" cy="1476716"/>
                        <a:chOff x="2089993" y="1523034"/>
                        <a:chExt cx="1081462" cy="1476716"/>
                      </a:xfrm>
                    </p:grpSpPr>
                    <p:grpSp>
                      <p:nvGrpSpPr>
                        <p:cNvPr id="12771" name="Group 12770">
                          <a:extLst>
                            <a:ext uri="{FF2B5EF4-FFF2-40B4-BE49-F238E27FC236}">
                              <a16:creationId xmlns:a16="http://schemas.microsoft.com/office/drawing/2014/main" id="{C5139F30-7DD6-42CA-9D3A-B6778CA0663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70705"/>
                          <a:ext cx="101484" cy="1016226"/>
                          <a:chOff x="1800622" y="2364951"/>
                          <a:chExt cx="101484" cy="1016226"/>
                        </a:xfrm>
                      </p:grpSpPr>
                      <p:sp>
                        <p:nvSpPr>
                          <p:cNvPr id="12828" name="Flowchart: Connector 12827">
                            <a:extLst>
                              <a:ext uri="{FF2B5EF4-FFF2-40B4-BE49-F238E27FC236}">
                                <a16:creationId xmlns:a16="http://schemas.microsoft.com/office/drawing/2014/main" id="{0B75B40C-A3EE-4F3B-9EF3-0C06CE02501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829" name="Flowchart: Connector 12828">
                            <a:extLst>
                              <a:ext uri="{FF2B5EF4-FFF2-40B4-BE49-F238E27FC236}">
                                <a16:creationId xmlns:a16="http://schemas.microsoft.com/office/drawing/2014/main" id="{2A7D825C-1635-4C2A-9F30-FFE0D0E5602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830" name="Flowchart: Connector 12829">
                            <a:extLst>
                              <a:ext uri="{FF2B5EF4-FFF2-40B4-BE49-F238E27FC236}">
                                <a16:creationId xmlns:a16="http://schemas.microsoft.com/office/drawing/2014/main" id="{846F722A-6260-4E53-B3D3-4A024AD476F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831" name="Flowchart: Connector 12830">
                            <a:extLst>
                              <a:ext uri="{FF2B5EF4-FFF2-40B4-BE49-F238E27FC236}">
                                <a16:creationId xmlns:a16="http://schemas.microsoft.com/office/drawing/2014/main" id="{DC62D812-E416-430E-A103-333555AEB86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649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12772" name="Group 12771">
                          <a:extLst>
                            <a:ext uri="{FF2B5EF4-FFF2-40B4-BE49-F238E27FC236}">
                              <a16:creationId xmlns:a16="http://schemas.microsoft.com/office/drawing/2014/main" id="{C357D139-8306-4F19-AA73-1923980F5CE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23034"/>
                          <a:ext cx="1057223" cy="1476716"/>
                          <a:chOff x="2114232" y="1523034"/>
                          <a:chExt cx="1057223" cy="1476716"/>
                        </a:xfrm>
                      </p:grpSpPr>
                      <p:grpSp>
                        <p:nvGrpSpPr>
                          <p:cNvPr id="12773" name="Group 12772">
                            <a:extLst>
                              <a:ext uri="{FF2B5EF4-FFF2-40B4-BE49-F238E27FC236}">
                                <a16:creationId xmlns:a16="http://schemas.microsoft.com/office/drawing/2014/main" id="{E1ED3B73-9D8C-482B-AB3E-CC83A3962BD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47544" cy="539639"/>
                            <a:chOff x="3717189" y="1719497"/>
                            <a:chExt cx="1047544" cy="539639"/>
                          </a:xfrm>
                        </p:grpSpPr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821" name="3D Model 12820" descr="Sphere">
                                  <a:extLst>
                                    <a:ext uri="{FF2B5EF4-FFF2-40B4-BE49-F238E27FC236}">
                                      <a16:creationId xmlns:a16="http://schemas.microsoft.com/office/drawing/2014/main" id="{8C8D3ECF-934F-4753-B3FB-4497B3E1E28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444473473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822" name="Flowchart: Connector 12821">
                              <a:extLst>
                                <a:ext uri="{FF2B5EF4-FFF2-40B4-BE49-F238E27FC236}">
                                  <a16:creationId xmlns:a16="http://schemas.microsoft.com/office/drawing/2014/main" id="{FB157E70-AEB8-4609-8889-2450D1F5CC8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823" name="3D Model 12822" descr="Sphere">
                                  <a:extLst>
                                    <a:ext uri="{FF2B5EF4-FFF2-40B4-BE49-F238E27FC236}">
                                      <a16:creationId xmlns:a16="http://schemas.microsoft.com/office/drawing/2014/main" id="{1D9D3471-0138-4742-A4BF-023B0FC1706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11267629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824" name="Flowchart: Connector 12823">
                              <a:extLst>
                                <a:ext uri="{FF2B5EF4-FFF2-40B4-BE49-F238E27FC236}">
                                  <a16:creationId xmlns:a16="http://schemas.microsoft.com/office/drawing/2014/main" id="{186E876C-1B86-4F03-B24E-ECF9E9016D0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825" name="3D Model 12824" descr="Sphere">
                                  <a:extLst>
                                    <a:ext uri="{FF2B5EF4-FFF2-40B4-BE49-F238E27FC236}">
                                      <a16:creationId xmlns:a16="http://schemas.microsoft.com/office/drawing/2014/main" id="{6A711F1E-EAA2-4998-BC6E-B35DA7E143A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219765385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826" name="Flowchart: Connector 12825">
                              <a:extLst>
                                <a:ext uri="{FF2B5EF4-FFF2-40B4-BE49-F238E27FC236}">
                                  <a16:creationId xmlns:a16="http://schemas.microsoft.com/office/drawing/2014/main" id="{70AF7E39-2769-4E98-89BD-9988347A0A6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827" name="3D Model 12826" descr="Sphere">
                                  <a:extLst>
                                    <a:ext uri="{FF2B5EF4-FFF2-40B4-BE49-F238E27FC236}">
                                      <a16:creationId xmlns:a16="http://schemas.microsoft.com/office/drawing/2014/main" id="{774ACFC3-C421-4A77-BBF6-5BCC796FF93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896783324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2774" name="Group 12773">
                            <a:extLst>
                              <a:ext uri="{FF2B5EF4-FFF2-40B4-BE49-F238E27FC236}">
                                <a16:creationId xmlns:a16="http://schemas.microsoft.com/office/drawing/2014/main" id="{7EA1B099-A624-486C-9D6C-F7133269FA3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12806" name="Flowchart: Connector 12805">
                              <a:extLst>
                                <a:ext uri="{FF2B5EF4-FFF2-40B4-BE49-F238E27FC236}">
                                  <a16:creationId xmlns:a16="http://schemas.microsoft.com/office/drawing/2014/main" id="{C1D7359B-A6C7-49CC-A8EE-63C932B9698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807" name="Flowchart: Connector 12806">
                              <a:extLst>
                                <a:ext uri="{FF2B5EF4-FFF2-40B4-BE49-F238E27FC236}">
                                  <a16:creationId xmlns:a16="http://schemas.microsoft.com/office/drawing/2014/main" id="{522A23D4-2527-45A9-9B64-2C37102E3DB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808" name="Flowchart: Connector 12807">
                              <a:extLst>
                                <a:ext uri="{FF2B5EF4-FFF2-40B4-BE49-F238E27FC236}">
                                  <a16:creationId xmlns:a16="http://schemas.microsoft.com/office/drawing/2014/main" id="{17BD2D76-F502-4C14-BA4C-77C9A53C13D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809" name="Flowchart: Connector 12808">
                              <a:extLst>
                                <a:ext uri="{FF2B5EF4-FFF2-40B4-BE49-F238E27FC236}">
                                  <a16:creationId xmlns:a16="http://schemas.microsoft.com/office/drawing/2014/main" id="{393ECF68-4A9B-41C8-961C-AB66690F5A1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810" name="Flowchart: Connector 12809">
                              <a:extLst>
                                <a:ext uri="{FF2B5EF4-FFF2-40B4-BE49-F238E27FC236}">
                                  <a16:creationId xmlns:a16="http://schemas.microsoft.com/office/drawing/2014/main" id="{A3F5615D-B736-4C76-9740-DB3C071B1AC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811" name="Flowchart: Connector 12810">
                              <a:extLst>
                                <a:ext uri="{FF2B5EF4-FFF2-40B4-BE49-F238E27FC236}">
                                  <a16:creationId xmlns:a16="http://schemas.microsoft.com/office/drawing/2014/main" id="{1E451CEF-3D93-4745-9C1A-9E6D383C237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812" name="Flowchart: Connector 12811">
                              <a:extLst>
                                <a:ext uri="{FF2B5EF4-FFF2-40B4-BE49-F238E27FC236}">
                                  <a16:creationId xmlns:a16="http://schemas.microsoft.com/office/drawing/2014/main" id="{EA526B5B-BD90-4A36-9E3F-97C05053DD7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813" name="Flowchart: Connector 12812">
                              <a:extLst>
                                <a:ext uri="{FF2B5EF4-FFF2-40B4-BE49-F238E27FC236}">
                                  <a16:creationId xmlns:a16="http://schemas.microsoft.com/office/drawing/2014/main" id="{7A6100A7-68F7-4E5C-BD86-35774CF874F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814" name="3D Model 12813" descr="Sphere">
                                  <a:extLst>
                                    <a:ext uri="{FF2B5EF4-FFF2-40B4-BE49-F238E27FC236}">
                                      <a16:creationId xmlns:a16="http://schemas.microsoft.com/office/drawing/2014/main" id="{8CB3F587-3E0C-4B61-9632-12C26CE6789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58725666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815" name="Flowchart: Connector 12814">
                              <a:extLst>
                                <a:ext uri="{FF2B5EF4-FFF2-40B4-BE49-F238E27FC236}">
                                  <a16:creationId xmlns:a16="http://schemas.microsoft.com/office/drawing/2014/main" id="{9BA21629-E56F-4BBD-A277-2C9F9F9FB02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816" name="3D Model 12815" descr="Sphere">
                                  <a:extLst>
                                    <a:ext uri="{FF2B5EF4-FFF2-40B4-BE49-F238E27FC236}">
                                      <a16:creationId xmlns:a16="http://schemas.microsoft.com/office/drawing/2014/main" id="{72F8FB50-1E8E-4156-B24A-B5A3D5D99DF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085787588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817" name="Flowchart: Connector 12816">
                              <a:extLst>
                                <a:ext uri="{FF2B5EF4-FFF2-40B4-BE49-F238E27FC236}">
                                  <a16:creationId xmlns:a16="http://schemas.microsoft.com/office/drawing/2014/main" id="{D380CD16-2017-48F3-987C-8671F000DF6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818" name="3D Model 12817" descr="Sphere">
                                  <a:extLst>
                                    <a:ext uri="{FF2B5EF4-FFF2-40B4-BE49-F238E27FC236}">
                                      <a16:creationId xmlns:a16="http://schemas.microsoft.com/office/drawing/2014/main" id="{E246E9AA-4D62-4CFD-B54C-7D819797043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137062405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819" name="Flowchart: Connector 12818">
                              <a:extLst>
                                <a:ext uri="{FF2B5EF4-FFF2-40B4-BE49-F238E27FC236}">
                                  <a16:creationId xmlns:a16="http://schemas.microsoft.com/office/drawing/2014/main" id="{8D580416-BAF2-47C6-8211-5679C2E9C43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820" name="3D Model 12819" descr="Sphere">
                                  <a:extLst>
                                    <a:ext uri="{FF2B5EF4-FFF2-40B4-BE49-F238E27FC236}">
                                      <a16:creationId xmlns:a16="http://schemas.microsoft.com/office/drawing/2014/main" id="{0F77FAD6-5295-4753-8FC1-C0733369627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32748075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2775" name="Group 12774">
                            <a:extLst>
                              <a:ext uri="{FF2B5EF4-FFF2-40B4-BE49-F238E27FC236}">
                                <a16:creationId xmlns:a16="http://schemas.microsoft.com/office/drawing/2014/main" id="{50072ABE-F0B4-41D4-A6D1-59351150672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12791" name="Flowchart: Connector 12790">
                              <a:extLst>
                                <a:ext uri="{FF2B5EF4-FFF2-40B4-BE49-F238E27FC236}">
                                  <a16:creationId xmlns:a16="http://schemas.microsoft.com/office/drawing/2014/main" id="{ADF118CE-908A-41D5-A1E7-5C0A3E497B5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792" name="Flowchart: Connector 12791">
                              <a:extLst>
                                <a:ext uri="{FF2B5EF4-FFF2-40B4-BE49-F238E27FC236}">
                                  <a16:creationId xmlns:a16="http://schemas.microsoft.com/office/drawing/2014/main" id="{F15297FF-1156-4484-9350-E30B6D0B191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793" name="Flowchart: Connector 12792">
                              <a:extLst>
                                <a:ext uri="{FF2B5EF4-FFF2-40B4-BE49-F238E27FC236}">
                                  <a16:creationId xmlns:a16="http://schemas.microsoft.com/office/drawing/2014/main" id="{C5E9B747-A93D-49ED-9FEF-D5995EC4F1C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794" name="Flowchart: Connector 12793">
                              <a:extLst>
                                <a:ext uri="{FF2B5EF4-FFF2-40B4-BE49-F238E27FC236}">
                                  <a16:creationId xmlns:a16="http://schemas.microsoft.com/office/drawing/2014/main" id="{08E72C2D-DE4F-4C10-87FE-6A53F0C0E94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795" name="Flowchart: Connector 12794">
                              <a:extLst>
                                <a:ext uri="{FF2B5EF4-FFF2-40B4-BE49-F238E27FC236}">
                                  <a16:creationId xmlns:a16="http://schemas.microsoft.com/office/drawing/2014/main" id="{E09B0680-A28B-42D6-BDFA-2FD549E978A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796" name="Flowchart: Connector 12795">
                              <a:extLst>
                                <a:ext uri="{FF2B5EF4-FFF2-40B4-BE49-F238E27FC236}">
                                  <a16:creationId xmlns:a16="http://schemas.microsoft.com/office/drawing/2014/main" id="{6C6F7B9A-0AE0-4C9E-AB3E-6BF7109910A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797" name="Flowchart: Connector 12796">
                              <a:extLst>
                                <a:ext uri="{FF2B5EF4-FFF2-40B4-BE49-F238E27FC236}">
                                  <a16:creationId xmlns:a16="http://schemas.microsoft.com/office/drawing/2014/main" id="{61A162F4-F563-41B4-89A1-CD0A0505E6F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798" name="Flowchart: Connector 12797">
                              <a:extLst>
                                <a:ext uri="{FF2B5EF4-FFF2-40B4-BE49-F238E27FC236}">
                                  <a16:creationId xmlns:a16="http://schemas.microsoft.com/office/drawing/2014/main" id="{90B148D6-1BD7-4B5A-8167-EEB6B5B2367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799" name="3D Model 12798" descr="Sphere">
                                  <a:extLst>
                                    <a:ext uri="{FF2B5EF4-FFF2-40B4-BE49-F238E27FC236}">
                                      <a16:creationId xmlns:a16="http://schemas.microsoft.com/office/drawing/2014/main" id="{9729ECD4-B415-4562-9302-4C36A58B928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187404490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800" name="Flowchart: Connector 12799">
                              <a:extLst>
                                <a:ext uri="{FF2B5EF4-FFF2-40B4-BE49-F238E27FC236}">
                                  <a16:creationId xmlns:a16="http://schemas.microsoft.com/office/drawing/2014/main" id="{86B0DF7D-9166-409B-8D32-AEC7B4564AB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801" name="3D Model 12800" descr="Sphere">
                                  <a:extLst>
                                    <a:ext uri="{FF2B5EF4-FFF2-40B4-BE49-F238E27FC236}">
                                      <a16:creationId xmlns:a16="http://schemas.microsoft.com/office/drawing/2014/main" id="{134C6266-3308-44D3-ABAB-71CC2117B8C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900956288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802" name="Flowchart: Connector 12801">
                              <a:extLst>
                                <a:ext uri="{FF2B5EF4-FFF2-40B4-BE49-F238E27FC236}">
                                  <a16:creationId xmlns:a16="http://schemas.microsoft.com/office/drawing/2014/main" id="{6BDB8BBD-190B-4CA2-A604-7C8F1230A8B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803" name="3D Model 12802" descr="Sphere">
                                  <a:extLst>
                                    <a:ext uri="{FF2B5EF4-FFF2-40B4-BE49-F238E27FC236}">
                                      <a16:creationId xmlns:a16="http://schemas.microsoft.com/office/drawing/2014/main" id="{4A842AF1-6C95-43D3-BD4D-9FE7E341D7F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821713938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804" name="Flowchart: Connector 12803">
                              <a:extLst>
                                <a:ext uri="{FF2B5EF4-FFF2-40B4-BE49-F238E27FC236}">
                                  <a16:creationId xmlns:a16="http://schemas.microsoft.com/office/drawing/2014/main" id="{FEF15A71-6C2F-4A6E-9CF4-EBEB443EE89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805" name="3D Model 12804" descr="Sphere">
                                  <a:extLst>
                                    <a:ext uri="{FF2B5EF4-FFF2-40B4-BE49-F238E27FC236}">
                                      <a16:creationId xmlns:a16="http://schemas.microsoft.com/office/drawing/2014/main" id="{9D9FF03C-7CBD-402F-A440-4CC2B004095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193470099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12776" name="Flowchart: Connector 12775">
                            <a:extLst>
                              <a:ext uri="{FF2B5EF4-FFF2-40B4-BE49-F238E27FC236}">
                                <a16:creationId xmlns:a16="http://schemas.microsoft.com/office/drawing/2014/main" id="{A03D0A46-5EC2-4984-8084-68283BF53C9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77" name="Flowchart: Connector 12776">
                            <a:extLst>
                              <a:ext uri="{FF2B5EF4-FFF2-40B4-BE49-F238E27FC236}">
                                <a16:creationId xmlns:a16="http://schemas.microsoft.com/office/drawing/2014/main" id="{2E7659F9-13D8-4209-AFFD-E20FE9513CB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78" name="Flowchart: Connector 12777">
                            <a:extLst>
                              <a:ext uri="{FF2B5EF4-FFF2-40B4-BE49-F238E27FC236}">
                                <a16:creationId xmlns:a16="http://schemas.microsoft.com/office/drawing/2014/main" id="{0B15EDE0-839B-40FE-B278-1BB62FBC89A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79" name="Flowchart: Connector 12778">
                            <a:extLst>
                              <a:ext uri="{FF2B5EF4-FFF2-40B4-BE49-F238E27FC236}">
                                <a16:creationId xmlns:a16="http://schemas.microsoft.com/office/drawing/2014/main" id="{51707637-243B-4449-90F6-F521BA126C3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80" name="Flowchart: Connector 12779">
                            <a:extLst>
                              <a:ext uri="{FF2B5EF4-FFF2-40B4-BE49-F238E27FC236}">
                                <a16:creationId xmlns:a16="http://schemas.microsoft.com/office/drawing/2014/main" id="{AF622739-EBDF-4891-81BE-BDC7F97B907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81" name="Flowchart: Connector 12780">
                            <a:extLst>
                              <a:ext uri="{FF2B5EF4-FFF2-40B4-BE49-F238E27FC236}">
                                <a16:creationId xmlns:a16="http://schemas.microsoft.com/office/drawing/2014/main" id="{90A73735-D01F-4296-917E-FCB495DFD56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82" name="Flowchart: Connector 12781">
                            <a:extLst>
                              <a:ext uri="{FF2B5EF4-FFF2-40B4-BE49-F238E27FC236}">
                                <a16:creationId xmlns:a16="http://schemas.microsoft.com/office/drawing/2014/main" id="{9238626F-430A-4867-A652-B49D247960D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83" name="Flowchart: Connector 12782">
                            <a:extLst>
                              <a:ext uri="{FF2B5EF4-FFF2-40B4-BE49-F238E27FC236}">
                                <a16:creationId xmlns:a16="http://schemas.microsoft.com/office/drawing/2014/main" id="{8893510F-4611-479B-90CC-E94725B4CDF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784" name="3D Model 12783" descr="Sphere">
                                <a:extLst>
                                  <a:ext uri="{FF2B5EF4-FFF2-40B4-BE49-F238E27FC236}">
                                    <a16:creationId xmlns:a16="http://schemas.microsoft.com/office/drawing/2014/main" id="{DD9AA780-DB13-4AF0-98A6-50831A222B4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389225483"/>
                                  </p:ext>
                                </p:extLst>
                              </p:nvPr>
                            </p:nvGraphicFramePr>
                            <p:xfrm>
                              <a:off x="2134543" y="1523034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053" name="3D Model 1052" descr="Sphere">
                                <a:extLst>
                                  <a:ext uri="{FF2B5EF4-FFF2-40B4-BE49-F238E27FC236}">
                                    <a16:creationId xmlns:a16="http://schemas.microsoft.com/office/drawing/2014/main" id="{E185EB93-A5FF-4887-8019-45BC41F007C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769931" y="221797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785" name="Flowchart: Connector 12784">
                            <a:extLst>
                              <a:ext uri="{FF2B5EF4-FFF2-40B4-BE49-F238E27FC236}">
                                <a16:creationId xmlns:a16="http://schemas.microsoft.com/office/drawing/2014/main" id="{630C4C17-9F48-4654-85E5-D92A536C3B0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786" name="3D Model 12785" descr="Sphere">
                                <a:extLst>
                                  <a:ext uri="{FF2B5EF4-FFF2-40B4-BE49-F238E27FC236}">
                                    <a16:creationId xmlns:a16="http://schemas.microsoft.com/office/drawing/2014/main" id="{E09AE827-11E7-43A8-B4D3-432894F3A75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353952218"/>
                                  </p:ext>
                                </p:extLst>
                              </p:nvPr>
                            </p:nvGraphicFramePr>
                            <p:xfrm>
                              <a:off x="2371307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055" name="3D Model 1054" descr="Sphere">
                                <a:extLst>
                                  <a:ext uri="{FF2B5EF4-FFF2-40B4-BE49-F238E27FC236}">
                                    <a16:creationId xmlns:a16="http://schemas.microsoft.com/office/drawing/2014/main" id="{FF50E6D9-E8A3-4B47-BD1E-DB43B9D0075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811059" y="2228657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787" name="Flowchart: Connector 12786">
                            <a:extLst>
                              <a:ext uri="{FF2B5EF4-FFF2-40B4-BE49-F238E27FC236}">
                                <a16:creationId xmlns:a16="http://schemas.microsoft.com/office/drawing/2014/main" id="{2E2C302A-D84E-4AD4-AF4B-BEB625ACEA2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4559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788" name="3D Model 12787" descr="Sphere">
                                <a:extLst>
                                  <a:ext uri="{FF2B5EF4-FFF2-40B4-BE49-F238E27FC236}">
                                    <a16:creationId xmlns:a16="http://schemas.microsoft.com/office/drawing/2014/main" id="{9BEA0368-B55F-4D75-A8AB-29385F062FD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60198847"/>
                                  </p:ext>
                                </p:extLst>
                              </p:nvPr>
                            </p:nvGraphicFramePr>
                            <p:xfrm>
                              <a:off x="2609177" y="164155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057" name="3D Model 1056" descr="Sphere">
                                <a:extLst>
                                  <a:ext uri="{FF2B5EF4-FFF2-40B4-BE49-F238E27FC236}">
                                    <a16:creationId xmlns:a16="http://schemas.microsoft.com/office/drawing/2014/main" id="{6A436E4E-5C07-4DFB-A10F-61442DFC805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852378" y="2240296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789" name="Flowchart: Connector 12788">
                            <a:extLst>
                              <a:ext uri="{FF2B5EF4-FFF2-40B4-BE49-F238E27FC236}">
                                <a16:creationId xmlns:a16="http://schemas.microsoft.com/office/drawing/2014/main" id="{BE4C8BAB-5D5E-430A-BE77-AF81979445C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790" name="3D Model 12789" descr="Sphere">
                                <a:extLst>
                                  <a:ext uri="{FF2B5EF4-FFF2-40B4-BE49-F238E27FC236}">
                                    <a16:creationId xmlns:a16="http://schemas.microsoft.com/office/drawing/2014/main" id="{1F2E094B-FC0D-48B9-9851-4D83AEC0562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187755204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6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6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059" name="3D Model 1058" descr="Sphere">
                                <a:extLst>
                                  <a:ext uri="{FF2B5EF4-FFF2-40B4-BE49-F238E27FC236}">
                                    <a16:creationId xmlns:a16="http://schemas.microsoft.com/office/drawing/2014/main" id="{1091C89F-AB3F-4E91-A247-7DE232367EF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899004" y="2256690"/>
                                <a:ext cx="51046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12551" name="Group 12550">
                        <a:extLst>
                          <a:ext uri="{FF2B5EF4-FFF2-40B4-BE49-F238E27FC236}">
                            <a16:creationId xmlns:a16="http://schemas.microsoft.com/office/drawing/2014/main" id="{2ED08B00-55E4-4E62-8B81-051EC5084A9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3325" y="2268938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12768" name="Flowchart: Connector 12767">
                          <a:extLst>
                            <a:ext uri="{FF2B5EF4-FFF2-40B4-BE49-F238E27FC236}">
                              <a16:creationId xmlns:a16="http://schemas.microsoft.com/office/drawing/2014/main" id="{E407E2EF-B2DD-43B3-92DA-19D0E7F5DD5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769" name="Flowchart: Connector 12768">
                          <a:extLst>
                            <a:ext uri="{FF2B5EF4-FFF2-40B4-BE49-F238E27FC236}">
                              <a16:creationId xmlns:a16="http://schemas.microsoft.com/office/drawing/2014/main" id="{B8547D87-C56C-491A-A173-848AFA60CA6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770" name="Flowchart: Connector 12769">
                          <a:extLst>
                            <a:ext uri="{FF2B5EF4-FFF2-40B4-BE49-F238E27FC236}">
                              <a16:creationId xmlns:a16="http://schemas.microsoft.com/office/drawing/2014/main" id="{00980837-5C6D-40DF-8AB0-924E07E406F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12552" name="Flowchart: Connector 12551">
                        <a:extLst>
                          <a:ext uri="{FF2B5EF4-FFF2-40B4-BE49-F238E27FC236}">
                            <a16:creationId xmlns:a16="http://schemas.microsoft.com/office/drawing/2014/main" id="{EACA82E4-F0E6-44C3-98CB-23400D51395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37026" y="201261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553" name="Flowchart: Connector 12552">
                        <a:extLst>
                          <a:ext uri="{FF2B5EF4-FFF2-40B4-BE49-F238E27FC236}">
                            <a16:creationId xmlns:a16="http://schemas.microsoft.com/office/drawing/2014/main" id="{E3A28E2A-ED26-448F-87BF-18FE0D1B0B4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588002" y="208727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12554" name="Group 12553">
                        <a:extLst>
                          <a:ext uri="{FF2B5EF4-FFF2-40B4-BE49-F238E27FC236}">
                            <a16:creationId xmlns:a16="http://schemas.microsoft.com/office/drawing/2014/main" id="{84C3F6A9-F3EE-4B84-AAB1-9008940AF46E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228750">
                        <a:off x="1171220" y="1918660"/>
                        <a:ext cx="698062" cy="387533"/>
                        <a:chOff x="854933" y="2290871"/>
                        <a:chExt cx="698062" cy="387533"/>
                      </a:xfrm>
                    </p:grpSpPr>
                    <p:sp>
                      <p:nvSpPr>
                        <p:cNvPr id="12765" name="Flowchart: Connector 12764">
                          <a:extLst>
                            <a:ext uri="{FF2B5EF4-FFF2-40B4-BE49-F238E27FC236}">
                              <a16:creationId xmlns:a16="http://schemas.microsoft.com/office/drawing/2014/main" id="{2FEF315E-BFF9-4539-A222-9540A258463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3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766" name="Flowchart: Connector 12765">
                          <a:extLst>
                            <a:ext uri="{FF2B5EF4-FFF2-40B4-BE49-F238E27FC236}">
                              <a16:creationId xmlns:a16="http://schemas.microsoft.com/office/drawing/2014/main" id="{E1D68DDD-606D-4FF7-BA44-594F2A12C02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5206" y="2377897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767" name="Flowchart: Connector 12766">
                          <a:extLst>
                            <a:ext uri="{FF2B5EF4-FFF2-40B4-BE49-F238E27FC236}">
                              <a16:creationId xmlns:a16="http://schemas.microsoft.com/office/drawing/2014/main" id="{2034F975-EBD3-4038-929E-77886B5DCA3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41136" y="2462404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2555" name="Group 12554">
                        <a:extLst>
                          <a:ext uri="{FF2B5EF4-FFF2-40B4-BE49-F238E27FC236}">
                            <a16:creationId xmlns:a16="http://schemas.microsoft.com/office/drawing/2014/main" id="{725A4466-CD9E-4E63-9611-A7BAAC89E3F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49741" y="1890320"/>
                        <a:ext cx="1098636" cy="1497980"/>
                        <a:chOff x="2089993" y="1501770"/>
                        <a:chExt cx="1098636" cy="1497980"/>
                      </a:xfrm>
                    </p:grpSpPr>
                    <p:grpSp>
                      <p:nvGrpSpPr>
                        <p:cNvPr id="12700" name="Group 12699">
                          <a:extLst>
                            <a:ext uri="{FF2B5EF4-FFF2-40B4-BE49-F238E27FC236}">
                              <a16:creationId xmlns:a16="http://schemas.microsoft.com/office/drawing/2014/main" id="{414E96E8-FA4E-4055-9B10-80ED282AFC1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34990"/>
                          <a:ext cx="101484" cy="1051941"/>
                          <a:chOff x="1800622" y="2329236"/>
                          <a:chExt cx="101484" cy="1051941"/>
                        </a:xfrm>
                      </p:grpSpPr>
                      <p:sp>
                        <p:nvSpPr>
                          <p:cNvPr id="12761" name="Flowchart: Connector 12760">
                            <a:extLst>
                              <a:ext uri="{FF2B5EF4-FFF2-40B4-BE49-F238E27FC236}">
                                <a16:creationId xmlns:a16="http://schemas.microsoft.com/office/drawing/2014/main" id="{1626350D-6161-445B-BA06-3F80C20B6F1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62" name="Flowchart: Connector 12761">
                            <a:extLst>
                              <a:ext uri="{FF2B5EF4-FFF2-40B4-BE49-F238E27FC236}">
                                <a16:creationId xmlns:a16="http://schemas.microsoft.com/office/drawing/2014/main" id="{C2504F18-2BB7-4C96-BF7A-C6D054E4652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63" name="Flowchart: Connector 12762">
                            <a:extLst>
                              <a:ext uri="{FF2B5EF4-FFF2-40B4-BE49-F238E27FC236}">
                                <a16:creationId xmlns:a16="http://schemas.microsoft.com/office/drawing/2014/main" id="{F1A8A0C3-F9CB-4C6D-B313-A775B2203D5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64" name="Flowchart: Connector 12763">
                            <a:extLst>
                              <a:ext uri="{FF2B5EF4-FFF2-40B4-BE49-F238E27FC236}">
                                <a16:creationId xmlns:a16="http://schemas.microsoft.com/office/drawing/2014/main" id="{D1CA9DC9-41A4-4AE0-8B84-F6E7684A232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2923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12701" name="Group 12700">
                          <a:extLst>
                            <a:ext uri="{FF2B5EF4-FFF2-40B4-BE49-F238E27FC236}">
                              <a16:creationId xmlns:a16="http://schemas.microsoft.com/office/drawing/2014/main" id="{FF511EA7-21C2-4681-B797-0FC623F59FE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01770"/>
                          <a:ext cx="1074397" cy="1497980"/>
                          <a:chOff x="2114232" y="1501770"/>
                          <a:chExt cx="1074397" cy="1497980"/>
                        </a:xfrm>
                      </p:grpSpPr>
                      <p:grpSp>
                        <p:nvGrpSpPr>
                          <p:cNvPr id="12702" name="Group 12701">
                            <a:extLst>
                              <a:ext uri="{FF2B5EF4-FFF2-40B4-BE49-F238E27FC236}">
                                <a16:creationId xmlns:a16="http://schemas.microsoft.com/office/drawing/2014/main" id="{DB8FA3AA-45CE-40D9-A3D2-09ABEA33953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12753" name="Flowchart: Connector 12752">
                              <a:extLst>
                                <a:ext uri="{FF2B5EF4-FFF2-40B4-BE49-F238E27FC236}">
                                  <a16:creationId xmlns:a16="http://schemas.microsoft.com/office/drawing/2014/main" id="{32A24A39-EE1E-46DC-B7EB-386F6B364D2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754" name="3D Model 12753" descr="Sphere">
                                  <a:extLst>
                                    <a:ext uri="{FF2B5EF4-FFF2-40B4-BE49-F238E27FC236}">
                                      <a16:creationId xmlns:a16="http://schemas.microsoft.com/office/drawing/2014/main" id="{879DD04D-C5F8-4E4C-A3BB-BEBA165931B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626721155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755" name="Flowchart: Connector 12754">
                              <a:extLst>
                                <a:ext uri="{FF2B5EF4-FFF2-40B4-BE49-F238E27FC236}">
                                  <a16:creationId xmlns:a16="http://schemas.microsoft.com/office/drawing/2014/main" id="{904EE92E-F2B4-4439-AC1B-2220266DAA4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756" name="3D Model 12755" descr="Sphere">
                                  <a:extLst>
                                    <a:ext uri="{FF2B5EF4-FFF2-40B4-BE49-F238E27FC236}">
                                      <a16:creationId xmlns:a16="http://schemas.microsoft.com/office/drawing/2014/main" id="{CAFF797C-2475-481C-A223-770EB664942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657187520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757" name="Flowchart: Connector 12756">
                              <a:extLst>
                                <a:ext uri="{FF2B5EF4-FFF2-40B4-BE49-F238E27FC236}">
                                  <a16:creationId xmlns:a16="http://schemas.microsoft.com/office/drawing/2014/main" id="{A2AE8DC0-B7B8-413B-BEA2-EBAE4B6F42A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758" name="3D Model 12757" descr="Sphere">
                                  <a:extLst>
                                    <a:ext uri="{FF2B5EF4-FFF2-40B4-BE49-F238E27FC236}">
                                      <a16:creationId xmlns:a16="http://schemas.microsoft.com/office/drawing/2014/main" id="{7CF4FAB1-78D8-4224-B15B-386256A8D93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127383671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759" name="Flowchart: Connector 12758">
                              <a:extLst>
                                <a:ext uri="{FF2B5EF4-FFF2-40B4-BE49-F238E27FC236}">
                                  <a16:creationId xmlns:a16="http://schemas.microsoft.com/office/drawing/2014/main" id="{CBCFC263-2E07-4CDC-855E-0A8419B6752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760" name="3D Model 12759" descr="Sphere">
                                  <a:extLst>
                                    <a:ext uri="{FF2B5EF4-FFF2-40B4-BE49-F238E27FC236}">
                                      <a16:creationId xmlns:a16="http://schemas.microsoft.com/office/drawing/2014/main" id="{D46610A1-1F4C-46C5-AF69-DFD31676796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700649982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2703" name="Group 12702">
                            <a:extLst>
                              <a:ext uri="{FF2B5EF4-FFF2-40B4-BE49-F238E27FC236}">
                                <a16:creationId xmlns:a16="http://schemas.microsoft.com/office/drawing/2014/main" id="{4487D4C4-755F-4DE3-98E9-7AACBC8AEEF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2737" name="Flowchart: Connector 12736">
                              <a:extLst>
                                <a:ext uri="{FF2B5EF4-FFF2-40B4-BE49-F238E27FC236}">
                                  <a16:creationId xmlns:a16="http://schemas.microsoft.com/office/drawing/2014/main" id="{577F1760-8366-4400-94C5-3FD2C359AC3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738" name="Flowchart: Connector 12737">
                              <a:extLst>
                                <a:ext uri="{FF2B5EF4-FFF2-40B4-BE49-F238E27FC236}">
                                  <a16:creationId xmlns:a16="http://schemas.microsoft.com/office/drawing/2014/main" id="{19E82218-7DD0-4D0A-9917-C6E8209E65E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739" name="Flowchart: Connector 12738">
                              <a:extLst>
                                <a:ext uri="{FF2B5EF4-FFF2-40B4-BE49-F238E27FC236}">
                                  <a16:creationId xmlns:a16="http://schemas.microsoft.com/office/drawing/2014/main" id="{5E7F1BE6-A724-4B7B-9340-AFAA1F7E7A1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740" name="Flowchart: Connector 12739">
                              <a:extLst>
                                <a:ext uri="{FF2B5EF4-FFF2-40B4-BE49-F238E27FC236}">
                                  <a16:creationId xmlns:a16="http://schemas.microsoft.com/office/drawing/2014/main" id="{4A16EADD-019F-41F2-BCAD-C7A31EF2AF2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741" name="Flowchart: Connector 12740">
                              <a:extLst>
                                <a:ext uri="{FF2B5EF4-FFF2-40B4-BE49-F238E27FC236}">
                                  <a16:creationId xmlns:a16="http://schemas.microsoft.com/office/drawing/2014/main" id="{A6F9D46B-C269-44AA-B665-9E2F91B6C57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742" name="Flowchart: Connector 12741">
                              <a:extLst>
                                <a:ext uri="{FF2B5EF4-FFF2-40B4-BE49-F238E27FC236}">
                                  <a16:creationId xmlns:a16="http://schemas.microsoft.com/office/drawing/2014/main" id="{881D739E-EBCB-435E-98AE-6D9E72DD53B5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743" name="Flowchart: Connector 12742">
                              <a:extLst>
                                <a:ext uri="{FF2B5EF4-FFF2-40B4-BE49-F238E27FC236}">
                                  <a16:creationId xmlns:a16="http://schemas.microsoft.com/office/drawing/2014/main" id="{82D642C9-75AB-41D5-891B-19E2791A4E6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744" name="Flowchart: Connector 12743">
                              <a:extLst>
                                <a:ext uri="{FF2B5EF4-FFF2-40B4-BE49-F238E27FC236}">
                                  <a16:creationId xmlns:a16="http://schemas.microsoft.com/office/drawing/2014/main" id="{42AD86FB-5424-439F-BB94-EF9C4B67E63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745" name="Flowchart: Connector 12744">
                              <a:extLst>
                                <a:ext uri="{FF2B5EF4-FFF2-40B4-BE49-F238E27FC236}">
                                  <a16:creationId xmlns:a16="http://schemas.microsoft.com/office/drawing/2014/main" id="{5FE44E72-3603-4CEC-949F-12B78C23BAC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746" name="3D Model 12745" descr="Sphere">
                                  <a:extLst>
                                    <a:ext uri="{FF2B5EF4-FFF2-40B4-BE49-F238E27FC236}">
                                      <a16:creationId xmlns:a16="http://schemas.microsoft.com/office/drawing/2014/main" id="{423FC6F8-90B7-428F-8EF3-8AE3A7F7A1A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906225943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747" name="Flowchart: Connector 12746">
                              <a:extLst>
                                <a:ext uri="{FF2B5EF4-FFF2-40B4-BE49-F238E27FC236}">
                                  <a16:creationId xmlns:a16="http://schemas.microsoft.com/office/drawing/2014/main" id="{853C14CB-4B7F-404E-BF1F-2E26A9DEE89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748" name="3D Model 12747" descr="Sphere">
                                  <a:extLst>
                                    <a:ext uri="{FF2B5EF4-FFF2-40B4-BE49-F238E27FC236}">
                                      <a16:creationId xmlns:a16="http://schemas.microsoft.com/office/drawing/2014/main" id="{813DB0DC-BA2D-4FE1-BD0B-27684636DE9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40539487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749" name="Flowchart: Connector 12748">
                              <a:extLst>
                                <a:ext uri="{FF2B5EF4-FFF2-40B4-BE49-F238E27FC236}">
                                  <a16:creationId xmlns:a16="http://schemas.microsoft.com/office/drawing/2014/main" id="{CFBD1D8F-D453-4B32-9AA6-69120AA7A3D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750" name="3D Model 12749" descr="Sphere">
                                  <a:extLst>
                                    <a:ext uri="{FF2B5EF4-FFF2-40B4-BE49-F238E27FC236}">
                                      <a16:creationId xmlns:a16="http://schemas.microsoft.com/office/drawing/2014/main" id="{8B134549-BFD1-4F49-8A8F-26C8B30AB41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129780971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751" name="Flowchart: Connector 12750">
                              <a:extLst>
                                <a:ext uri="{FF2B5EF4-FFF2-40B4-BE49-F238E27FC236}">
                                  <a16:creationId xmlns:a16="http://schemas.microsoft.com/office/drawing/2014/main" id="{FC1E047A-19D1-4C3D-B45F-A4B759D9756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752" name="3D Model 12751" descr="Sphere">
                                  <a:extLst>
                                    <a:ext uri="{FF2B5EF4-FFF2-40B4-BE49-F238E27FC236}">
                                      <a16:creationId xmlns:a16="http://schemas.microsoft.com/office/drawing/2014/main" id="{E7F2C700-78C0-4A4C-87C9-BAAC957336C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37241271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2704" name="Group 12703">
                            <a:extLst>
                              <a:ext uri="{FF2B5EF4-FFF2-40B4-BE49-F238E27FC236}">
                                <a16:creationId xmlns:a16="http://schemas.microsoft.com/office/drawing/2014/main" id="{BD07789C-1B5B-44B7-9533-29A0D1327D2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2721" name="Flowchart: Connector 12720">
                              <a:extLst>
                                <a:ext uri="{FF2B5EF4-FFF2-40B4-BE49-F238E27FC236}">
                                  <a16:creationId xmlns:a16="http://schemas.microsoft.com/office/drawing/2014/main" id="{005169BA-366E-4A0E-9FFD-EA93CC9A474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722" name="Flowchart: Connector 12721">
                              <a:extLst>
                                <a:ext uri="{FF2B5EF4-FFF2-40B4-BE49-F238E27FC236}">
                                  <a16:creationId xmlns:a16="http://schemas.microsoft.com/office/drawing/2014/main" id="{77435244-38A7-4BFF-9F12-A27E57E6475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723" name="Flowchart: Connector 12722">
                              <a:extLst>
                                <a:ext uri="{FF2B5EF4-FFF2-40B4-BE49-F238E27FC236}">
                                  <a16:creationId xmlns:a16="http://schemas.microsoft.com/office/drawing/2014/main" id="{D2EA2C68-7EB9-4C36-B9F5-53C1B3E94D7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724" name="Flowchart: Connector 12723">
                              <a:extLst>
                                <a:ext uri="{FF2B5EF4-FFF2-40B4-BE49-F238E27FC236}">
                                  <a16:creationId xmlns:a16="http://schemas.microsoft.com/office/drawing/2014/main" id="{650133B9-09F5-416E-BDAD-681D51ABC7A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725" name="Flowchart: Connector 12724">
                              <a:extLst>
                                <a:ext uri="{FF2B5EF4-FFF2-40B4-BE49-F238E27FC236}">
                                  <a16:creationId xmlns:a16="http://schemas.microsoft.com/office/drawing/2014/main" id="{E3D2F41B-158D-4BEA-8592-45571F05D75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726" name="Flowchart: Connector 12725">
                              <a:extLst>
                                <a:ext uri="{FF2B5EF4-FFF2-40B4-BE49-F238E27FC236}">
                                  <a16:creationId xmlns:a16="http://schemas.microsoft.com/office/drawing/2014/main" id="{BFC7869A-46FE-4D31-87F8-4EBD6DD659F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727" name="Flowchart: Connector 12726">
                              <a:extLst>
                                <a:ext uri="{FF2B5EF4-FFF2-40B4-BE49-F238E27FC236}">
                                  <a16:creationId xmlns:a16="http://schemas.microsoft.com/office/drawing/2014/main" id="{AE9321EB-392D-4631-A5C1-3C352B36F3E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728" name="Flowchart: Connector 12727">
                              <a:extLst>
                                <a:ext uri="{FF2B5EF4-FFF2-40B4-BE49-F238E27FC236}">
                                  <a16:creationId xmlns:a16="http://schemas.microsoft.com/office/drawing/2014/main" id="{3B69B018-A6AA-47D9-89EC-232F25714D5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729" name="Flowchart: Connector 12728">
                              <a:extLst>
                                <a:ext uri="{FF2B5EF4-FFF2-40B4-BE49-F238E27FC236}">
                                  <a16:creationId xmlns:a16="http://schemas.microsoft.com/office/drawing/2014/main" id="{747FACB3-682E-4C4E-B137-04306A29C92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730" name="3D Model 12729" descr="Sphere">
                                  <a:extLst>
                                    <a:ext uri="{FF2B5EF4-FFF2-40B4-BE49-F238E27FC236}">
                                      <a16:creationId xmlns:a16="http://schemas.microsoft.com/office/drawing/2014/main" id="{7582FE40-1704-4D47-929E-96EF338D43F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195469940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731" name="Flowchart: Connector 12730">
                              <a:extLst>
                                <a:ext uri="{FF2B5EF4-FFF2-40B4-BE49-F238E27FC236}">
                                  <a16:creationId xmlns:a16="http://schemas.microsoft.com/office/drawing/2014/main" id="{E8F88F3B-D9A5-4E96-9678-DD79AFD13C7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732" name="3D Model 12731" descr="Sphere">
                                  <a:extLst>
                                    <a:ext uri="{FF2B5EF4-FFF2-40B4-BE49-F238E27FC236}">
                                      <a16:creationId xmlns:a16="http://schemas.microsoft.com/office/drawing/2014/main" id="{FD93EB7E-A4C3-43D1-A4BD-343E8C4ECD1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14761149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733" name="Flowchart: Connector 12732">
                              <a:extLst>
                                <a:ext uri="{FF2B5EF4-FFF2-40B4-BE49-F238E27FC236}">
                                  <a16:creationId xmlns:a16="http://schemas.microsoft.com/office/drawing/2014/main" id="{AECE80C4-3102-49E0-8A4D-DE1588DA54F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734" name="3D Model 12733" descr="Sphere">
                                  <a:extLst>
                                    <a:ext uri="{FF2B5EF4-FFF2-40B4-BE49-F238E27FC236}">
                                      <a16:creationId xmlns:a16="http://schemas.microsoft.com/office/drawing/2014/main" id="{65C27C3D-12A8-4BD4-A9A2-100CFE4EA5C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078083360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735" name="Flowchart: Connector 12734">
                              <a:extLst>
                                <a:ext uri="{FF2B5EF4-FFF2-40B4-BE49-F238E27FC236}">
                                  <a16:creationId xmlns:a16="http://schemas.microsoft.com/office/drawing/2014/main" id="{9EC3F596-9832-4EAF-9602-E395C381B12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736" name="3D Model 12735" descr="Sphere">
                                  <a:extLst>
                                    <a:ext uri="{FF2B5EF4-FFF2-40B4-BE49-F238E27FC236}">
                                      <a16:creationId xmlns:a16="http://schemas.microsoft.com/office/drawing/2014/main" id="{C558CBBF-5434-462B-861D-A0E6CD73154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305412684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12705" name="Flowchart: Connector 12704">
                            <a:extLst>
                              <a:ext uri="{FF2B5EF4-FFF2-40B4-BE49-F238E27FC236}">
                                <a16:creationId xmlns:a16="http://schemas.microsoft.com/office/drawing/2014/main" id="{B484359B-2D0F-457B-AB20-8EE0ADBEE83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06" name="Flowchart: Connector 12705">
                            <a:extLst>
                              <a:ext uri="{FF2B5EF4-FFF2-40B4-BE49-F238E27FC236}">
                                <a16:creationId xmlns:a16="http://schemas.microsoft.com/office/drawing/2014/main" id="{87516A7F-AC4B-4E44-B8C2-0BB66688CCD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07" name="Flowchart: Connector 12706">
                            <a:extLst>
                              <a:ext uri="{FF2B5EF4-FFF2-40B4-BE49-F238E27FC236}">
                                <a16:creationId xmlns:a16="http://schemas.microsoft.com/office/drawing/2014/main" id="{27DA5613-F340-4412-8D46-25D21D7FCF6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08" name="Flowchart: Connector 12707">
                            <a:extLst>
                              <a:ext uri="{FF2B5EF4-FFF2-40B4-BE49-F238E27FC236}">
                                <a16:creationId xmlns:a16="http://schemas.microsoft.com/office/drawing/2014/main" id="{1843D080-2827-4400-83B1-0DE60C6D2F6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09" name="Flowchart: Connector 12708">
                            <a:extLst>
                              <a:ext uri="{FF2B5EF4-FFF2-40B4-BE49-F238E27FC236}">
                                <a16:creationId xmlns:a16="http://schemas.microsoft.com/office/drawing/2014/main" id="{B67A3E9A-8AC5-4013-883C-FCB931B7632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10" name="Flowchart: Connector 12709">
                            <a:extLst>
                              <a:ext uri="{FF2B5EF4-FFF2-40B4-BE49-F238E27FC236}">
                                <a16:creationId xmlns:a16="http://schemas.microsoft.com/office/drawing/2014/main" id="{386BE083-6F82-4AF1-8BD0-4459D0A86CF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11" name="Flowchart: Connector 12710">
                            <a:extLst>
                              <a:ext uri="{FF2B5EF4-FFF2-40B4-BE49-F238E27FC236}">
                                <a16:creationId xmlns:a16="http://schemas.microsoft.com/office/drawing/2014/main" id="{B098D292-FF84-4419-81D1-916D5F76D97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12" name="Flowchart: Connector 12711">
                            <a:extLst>
                              <a:ext uri="{FF2B5EF4-FFF2-40B4-BE49-F238E27FC236}">
                                <a16:creationId xmlns:a16="http://schemas.microsoft.com/office/drawing/2014/main" id="{AA710731-198C-45C5-A094-9A70AAC3030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13" name="Flowchart: Connector 12712">
                            <a:extLst>
                              <a:ext uri="{FF2B5EF4-FFF2-40B4-BE49-F238E27FC236}">
                                <a16:creationId xmlns:a16="http://schemas.microsoft.com/office/drawing/2014/main" id="{1E679C8C-53FE-45AE-836E-918D45AA667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714" name="3D Model 12713" descr="Sphere">
                                <a:extLst>
                                  <a:ext uri="{FF2B5EF4-FFF2-40B4-BE49-F238E27FC236}">
                                    <a16:creationId xmlns:a16="http://schemas.microsoft.com/office/drawing/2014/main" id="{59F2DCCD-0813-4631-8E56-54147E6322E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50685284"/>
                                  </p:ext>
                                </p:extLst>
                              </p:nvPr>
                            </p:nvGraphicFramePr>
                            <p:xfrm>
                              <a:off x="2123911" y="1501770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83" name="3D Model 982" descr="Sphere">
                                <a:extLst>
                                  <a:ext uri="{FF2B5EF4-FFF2-40B4-BE49-F238E27FC236}">
                                    <a16:creationId xmlns:a16="http://schemas.microsoft.com/office/drawing/2014/main" id="{FB416F3B-0451-42EE-A1D4-E6FB787E5E4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729898" y="223785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715" name="Flowchart: Connector 12714">
                            <a:extLst>
                              <a:ext uri="{FF2B5EF4-FFF2-40B4-BE49-F238E27FC236}">
                                <a16:creationId xmlns:a16="http://schemas.microsoft.com/office/drawing/2014/main" id="{4A1B3A37-397C-4385-B5AF-2472259D038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716" name="3D Model 12715" descr="Sphere">
                                <a:extLst>
                                  <a:ext uri="{FF2B5EF4-FFF2-40B4-BE49-F238E27FC236}">
                                    <a16:creationId xmlns:a16="http://schemas.microsoft.com/office/drawing/2014/main" id="{9902D48C-DEE3-4039-B3D2-C357F6EE00C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663168689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85" name="3D Model 984" descr="Sphere">
                                <a:extLst>
                                  <a:ext uri="{FF2B5EF4-FFF2-40B4-BE49-F238E27FC236}">
                                    <a16:creationId xmlns:a16="http://schemas.microsoft.com/office/drawing/2014/main" id="{2E9E03F8-8480-42C0-99A1-5F214647DB3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771722" y="225254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717" name="Flowchart: Connector 12716">
                            <a:extLst>
                              <a:ext uri="{FF2B5EF4-FFF2-40B4-BE49-F238E27FC236}">
                                <a16:creationId xmlns:a16="http://schemas.microsoft.com/office/drawing/2014/main" id="{BE45A415-DF18-41B0-A00F-76DF18057CD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93292" y="171776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718" name="3D Model 12717" descr="Sphere">
                                <a:extLst>
                                  <a:ext uri="{FF2B5EF4-FFF2-40B4-BE49-F238E27FC236}">
                                    <a16:creationId xmlns:a16="http://schemas.microsoft.com/office/drawing/2014/main" id="{B4E551A1-5602-4EE7-9C75-ED1DCC92084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867007475"/>
                                  </p:ext>
                                </p:extLst>
                              </p:nvPr>
                            </p:nvGraphicFramePr>
                            <p:xfrm>
                              <a:off x="2622429" y="163823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87" name="3D Model 986" descr="Sphere">
                                <a:extLst>
                                  <a:ext uri="{FF2B5EF4-FFF2-40B4-BE49-F238E27FC236}">
                                    <a16:creationId xmlns:a16="http://schemas.microsoft.com/office/drawing/2014/main" id="{C171328B-1BA7-43BC-AD9C-A4153FC27D2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816494" y="2263557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719" name="Flowchart: Connector 12718">
                            <a:extLst>
                              <a:ext uri="{FF2B5EF4-FFF2-40B4-BE49-F238E27FC236}">
                                <a16:creationId xmlns:a16="http://schemas.microsoft.com/office/drawing/2014/main" id="{0781426A-96BD-45E1-A2CA-B4C61AB30FE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720" name="3D Model 12719" descr="Sphere">
                                <a:extLst>
                                  <a:ext uri="{FF2B5EF4-FFF2-40B4-BE49-F238E27FC236}">
                                    <a16:creationId xmlns:a16="http://schemas.microsoft.com/office/drawing/2014/main" id="{8BB78611-46B6-4F4C-B72E-9266C894E55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735288249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89" name="3D Model 988" descr="Sphere">
                                <a:extLst>
                                  <a:ext uri="{FF2B5EF4-FFF2-40B4-BE49-F238E27FC236}">
                                    <a16:creationId xmlns:a16="http://schemas.microsoft.com/office/drawing/2014/main" id="{A2B7A9BF-F60A-4BAF-AAC1-A0035A95F75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860818" y="2280575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12556" name="Group 12555">
                        <a:extLst>
                          <a:ext uri="{FF2B5EF4-FFF2-40B4-BE49-F238E27FC236}">
                            <a16:creationId xmlns:a16="http://schemas.microsoft.com/office/drawing/2014/main" id="{6E3799A9-8F7F-41DD-A1D9-DF127AF9F12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547436" y="2361226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12697" name="Flowchart: Connector 12696">
                          <a:extLst>
                            <a:ext uri="{FF2B5EF4-FFF2-40B4-BE49-F238E27FC236}">
                              <a16:creationId xmlns:a16="http://schemas.microsoft.com/office/drawing/2014/main" id="{8A4F5251-A3BC-48F6-BE23-BC90CC7D0EA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698" name="Flowchart: Connector 12697">
                          <a:extLst>
                            <a:ext uri="{FF2B5EF4-FFF2-40B4-BE49-F238E27FC236}">
                              <a16:creationId xmlns:a16="http://schemas.microsoft.com/office/drawing/2014/main" id="{8E24A01A-6D17-4D5D-8F04-EE82282D021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699" name="Flowchart: Connector 12698">
                          <a:extLst>
                            <a:ext uri="{FF2B5EF4-FFF2-40B4-BE49-F238E27FC236}">
                              <a16:creationId xmlns:a16="http://schemas.microsoft.com/office/drawing/2014/main" id="{5AE31774-E48A-4B99-A6ED-1B79DF51A15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12557" name="Flowchart: Connector 12556">
                        <a:extLst>
                          <a:ext uri="{FF2B5EF4-FFF2-40B4-BE49-F238E27FC236}">
                            <a16:creationId xmlns:a16="http://schemas.microsoft.com/office/drawing/2014/main" id="{DE85CC80-6E6D-40E8-B29B-FFA0DFFD461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19794" y="212254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558" name="Flowchart: Connector 12557">
                        <a:extLst>
                          <a:ext uri="{FF2B5EF4-FFF2-40B4-BE49-F238E27FC236}">
                            <a16:creationId xmlns:a16="http://schemas.microsoft.com/office/drawing/2014/main" id="{7F3CA8BB-F821-4B85-8624-C6161B5D204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74020" y="218539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12559" name="Group 12558">
                        <a:extLst>
                          <a:ext uri="{FF2B5EF4-FFF2-40B4-BE49-F238E27FC236}">
                            <a16:creationId xmlns:a16="http://schemas.microsoft.com/office/drawing/2014/main" id="{1DD76EB7-C6B8-45AE-B9A8-55731F7C9C16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18957">
                        <a:off x="941432" y="2025443"/>
                        <a:ext cx="710250" cy="369080"/>
                        <a:chOff x="854932" y="2290871"/>
                        <a:chExt cx="710250" cy="369080"/>
                      </a:xfrm>
                    </p:grpSpPr>
                    <p:sp>
                      <p:nvSpPr>
                        <p:cNvPr id="12694" name="Flowchart: Connector 12693">
                          <a:extLst>
                            <a:ext uri="{FF2B5EF4-FFF2-40B4-BE49-F238E27FC236}">
                              <a16:creationId xmlns:a16="http://schemas.microsoft.com/office/drawing/2014/main" id="{1B2DD3F6-9BF5-4DA9-86DC-C52B4A3D15F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2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695" name="Flowchart: Connector 12694">
                          <a:extLst>
                            <a:ext uri="{FF2B5EF4-FFF2-40B4-BE49-F238E27FC236}">
                              <a16:creationId xmlns:a16="http://schemas.microsoft.com/office/drawing/2014/main" id="{096028D4-90A8-46F8-B3A8-A9BF7A90768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1897" y="2377722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696" name="Flowchart: Connector 12695">
                          <a:extLst>
                            <a:ext uri="{FF2B5EF4-FFF2-40B4-BE49-F238E27FC236}">
                              <a16:creationId xmlns:a16="http://schemas.microsoft.com/office/drawing/2014/main" id="{19F0EE42-3F86-4AA6-817C-5CF8D738E03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53323" y="244395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2560" name="Group 12559">
                        <a:extLst>
                          <a:ext uri="{FF2B5EF4-FFF2-40B4-BE49-F238E27FC236}">
                            <a16:creationId xmlns:a16="http://schemas.microsoft.com/office/drawing/2014/main" id="{5CC070C2-C357-49A1-8C42-C55CB66CF35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21287" y="1995259"/>
                        <a:ext cx="1102917" cy="1484052"/>
                        <a:chOff x="2085712" y="1515698"/>
                        <a:chExt cx="1102917" cy="1484052"/>
                      </a:xfrm>
                    </p:grpSpPr>
                    <p:grpSp>
                      <p:nvGrpSpPr>
                        <p:cNvPr id="12629" name="Group 12628">
                          <a:extLst>
                            <a:ext uri="{FF2B5EF4-FFF2-40B4-BE49-F238E27FC236}">
                              <a16:creationId xmlns:a16="http://schemas.microsoft.com/office/drawing/2014/main" id="{A26C589C-835A-461F-8F26-99B766AA182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5712" y="1648950"/>
                          <a:ext cx="105765" cy="1037981"/>
                          <a:chOff x="1796341" y="2343196"/>
                          <a:chExt cx="105765" cy="1037981"/>
                        </a:xfrm>
                      </p:grpSpPr>
                      <p:sp>
                        <p:nvSpPr>
                          <p:cNvPr id="12690" name="Flowchart: Connector 12689">
                            <a:extLst>
                              <a:ext uri="{FF2B5EF4-FFF2-40B4-BE49-F238E27FC236}">
                                <a16:creationId xmlns:a16="http://schemas.microsoft.com/office/drawing/2014/main" id="{6265934C-1048-471D-83EB-5DBB7E30817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691" name="Flowchart: Connector 12690">
                            <a:extLst>
                              <a:ext uri="{FF2B5EF4-FFF2-40B4-BE49-F238E27FC236}">
                                <a16:creationId xmlns:a16="http://schemas.microsoft.com/office/drawing/2014/main" id="{5E25481C-38ED-4021-A99A-D535C1DD625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692" name="Flowchart: Connector 12691">
                            <a:extLst>
                              <a:ext uri="{FF2B5EF4-FFF2-40B4-BE49-F238E27FC236}">
                                <a16:creationId xmlns:a16="http://schemas.microsoft.com/office/drawing/2014/main" id="{AEF88B3D-0077-4AD5-9B1B-8FB65E142D5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693" name="Flowchart: Connector 12692">
                            <a:extLst>
                              <a:ext uri="{FF2B5EF4-FFF2-40B4-BE49-F238E27FC236}">
                                <a16:creationId xmlns:a16="http://schemas.microsoft.com/office/drawing/2014/main" id="{07B50306-3B96-4B93-B1E2-0EF8FB96260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796341" y="2343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12630" name="Group 12629">
                          <a:extLst>
                            <a:ext uri="{FF2B5EF4-FFF2-40B4-BE49-F238E27FC236}">
                              <a16:creationId xmlns:a16="http://schemas.microsoft.com/office/drawing/2014/main" id="{3CD05C9A-EEB6-42B5-BE25-CCD44924D49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15698"/>
                          <a:ext cx="1074397" cy="1484052"/>
                          <a:chOff x="2114232" y="1515698"/>
                          <a:chExt cx="1074397" cy="1484052"/>
                        </a:xfrm>
                      </p:grpSpPr>
                      <p:grpSp>
                        <p:nvGrpSpPr>
                          <p:cNvPr id="12631" name="Group 12630">
                            <a:extLst>
                              <a:ext uri="{FF2B5EF4-FFF2-40B4-BE49-F238E27FC236}">
                                <a16:creationId xmlns:a16="http://schemas.microsoft.com/office/drawing/2014/main" id="{71D6678E-D363-4F30-A604-3D20373F162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12682" name="Flowchart: Connector 12681">
                              <a:extLst>
                                <a:ext uri="{FF2B5EF4-FFF2-40B4-BE49-F238E27FC236}">
                                  <a16:creationId xmlns:a16="http://schemas.microsoft.com/office/drawing/2014/main" id="{3EF58F53-05D6-49BD-AC22-A4B041EF2C2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683" name="3D Model 12682" descr="Sphere">
                                  <a:extLst>
                                    <a:ext uri="{FF2B5EF4-FFF2-40B4-BE49-F238E27FC236}">
                                      <a16:creationId xmlns:a16="http://schemas.microsoft.com/office/drawing/2014/main" id="{5CD14718-DE2B-4D46-BBFA-F90480CD7DB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40482346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684" name="Flowchart: Connector 12683">
                              <a:extLst>
                                <a:ext uri="{FF2B5EF4-FFF2-40B4-BE49-F238E27FC236}">
                                  <a16:creationId xmlns:a16="http://schemas.microsoft.com/office/drawing/2014/main" id="{954DE09A-158E-427A-83B0-C2241F8ACD7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685" name="3D Model 12684" descr="Sphere">
                                  <a:extLst>
                                    <a:ext uri="{FF2B5EF4-FFF2-40B4-BE49-F238E27FC236}">
                                      <a16:creationId xmlns:a16="http://schemas.microsoft.com/office/drawing/2014/main" id="{89F8F875-9EDB-4ABA-BE58-5FCC779CCEE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0423772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686" name="Flowchart: Connector 12685">
                              <a:extLst>
                                <a:ext uri="{FF2B5EF4-FFF2-40B4-BE49-F238E27FC236}">
                                  <a16:creationId xmlns:a16="http://schemas.microsoft.com/office/drawing/2014/main" id="{52752A55-A9CB-4233-82EB-DD093BC8CEB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687" name="3D Model 12686" descr="Sphere">
                                  <a:extLst>
                                    <a:ext uri="{FF2B5EF4-FFF2-40B4-BE49-F238E27FC236}">
                                      <a16:creationId xmlns:a16="http://schemas.microsoft.com/office/drawing/2014/main" id="{F9109EE7-1FBD-47A6-932C-DC44C8C6637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011309009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688" name="Flowchart: Connector 12687">
                              <a:extLst>
                                <a:ext uri="{FF2B5EF4-FFF2-40B4-BE49-F238E27FC236}">
                                  <a16:creationId xmlns:a16="http://schemas.microsoft.com/office/drawing/2014/main" id="{71EFA10C-5DA5-4860-8D66-DC4FF07EA8D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689" name="3D Model 12688" descr="Sphere">
                                  <a:extLst>
                                    <a:ext uri="{FF2B5EF4-FFF2-40B4-BE49-F238E27FC236}">
                                      <a16:creationId xmlns:a16="http://schemas.microsoft.com/office/drawing/2014/main" id="{2BD0D262-2C88-4400-93FA-DFC6C93E6BE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791021036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2632" name="Group 12631">
                            <a:extLst>
                              <a:ext uri="{FF2B5EF4-FFF2-40B4-BE49-F238E27FC236}">
                                <a16:creationId xmlns:a16="http://schemas.microsoft.com/office/drawing/2014/main" id="{2442F1E0-4CCB-4C6D-B3C7-F6E5621F9C2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2666" name="Flowchart: Connector 12665">
                              <a:extLst>
                                <a:ext uri="{FF2B5EF4-FFF2-40B4-BE49-F238E27FC236}">
                                  <a16:creationId xmlns:a16="http://schemas.microsoft.com/office/drawing/2014/main" id="{3185D7E1-6ACA-4F0F-B444-ED37F19E9FA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667" name="Flowchart: Connector 12666">
                              <a:extLst>
                                <a:ext uri="{FF2B5EF4-FFF2-40B4-BE49-F238E27FC236}">
                                  <a16:creationId xmlns:a16="http://schemas.microsoft.com/office/drawing/2014/main" id="{FD2A6AAA-F898-480A-88F9-812975D7ABB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668" name="Flowchart: Connector 12667">
                              <a:extLst>
                                <a:ext uri="{FF2B5EF4-FFF2-40B4-BE49-F238E27FC236}">
                                  <a16:creationId xmlns:a16="http://schemas.microsoft.com/office/drawing/2014/main" id="{911487E9-28D7-4627-A086-D62A6785369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669" name="Flowchart: Connector 12668">
                              <a:extLst>
                                <a:ext uri="{FF2B5EF4-FFF2-40B4-BE49-F238E27FC236}">
                                  <a16:creationId xmlns:a16="http://schemas.microsoft.com/office/drawing/2014/main" id="{B308621C-8E27-445E-A357-83B8D51B716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670" name="Flowchart: Connector 12669">
                              <a:extLst>
                                <a:ext uri="{FF2B5EF4-FFF2-40B4-BE49-F238E27FC236}">
                                  <a16:creationId xmlns:a16="http://schemas.microsoft.com/office/drawing/2014/main" id="{C452B237-FB97-446D-8BA3-70F82C17638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671" name="Flowchart: Connector 12670">
                              <a:extLst>
                                <a:ext uri="{FF2B5EF4-FFF2-40B4-BE49-F238E27FC236}">
                                  <a16:creationId xmlns:a16="http://schemas.microsoft.com/office/drawing/2014/main" id="{C32D73F8-6163-4B84-AE7D-5F51EE3EC7D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672" name="Flowchart: Connector 12671">
                              <a:extLst>
                                <a:ext uri="{FF2B5EF4-FFF2-40B4-BE49-F238E27FC236}">
                                  <a16:creationId xmlns:a16="http://schemas.microsoft.com/office/drawing/2014/main" id="{B4534CAE-40A8-4AC2-9768-19CE984490A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673" name="Flowchart: Connector 12672">
                              <a:extLst>
                                <a:ext uri="{FF2B5EF4-FFF2-40B4-BE49-F238E27FC236}">
                                  <a16:creationId xmlns:a16="http://schemas.microsoft.com/office/drawing/2014/main" id="{876112F4-4812-4961-AAA8-9990A7C98C0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674" name="Flowchart: Connector 12673">
                              <a:extLst>
                                <a:ext uri="{FF2B5EF4-FFF2-40B4-BE49-F238E27FC236}">
                                  <a16:creationId xmlns:a16="http://schemas.microsoft.com/office/drawing/2014/main" id="{DA1EEECE-9BA0-433C-A833-9817F488A2B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675" name="3D Model 12674" descr="Sphere">
                                  <a:extLst>
                                    <a:ext uri="{FF2B5EF4-FFF2-40B4-BE49-F238E27FC236}">
                                      <a16:creationId xmlns:a16="http://schemas.microsoft.com/office/drawing/2014/main" id="{EFE46E84-D982-434C-8BBB-78E93FB22C4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202383796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676" name="Flowchart: Connector 12675">
                              <a:extLst>
                                <a:ext uri="{FF2B5EF4-FFF2-40B4-BE49-F238E27FC236}">
                                  <a16:creationId xmlns:a16="http://schemas.microsoft.com/office/drawing/2014/main" id="{B69CA950-8AE8-4AF1-8E4B-6F58061206A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677" name="3D Model 12676" descr="Sphere">
                                  <a:extLst>
                                    <a:ext uri="{FF2B5EF4-FFF2-40B4-BE49-F238E27FC236}">
                                      <a16:creationId xmlns:a16="http://schemas.microsoft.com/office/drawing/2014/main" id="{7CEFCB2F-7CDB-4DE8-AD17-AC53996C22B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18217556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678" name="Flowchart: Connector 12677">
                              <a:extLst>
                                <a:ext uri="{FF2B5EF4-FFF2-40B4-BE49-F238E27FC236}">
                                  <a16:creationId xmlns:a16="http://schemas.microsoft.com/office/drawing/2014/main" id="{34ED8743-0723-4BEE-9B4B-BEDD007950D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679" name="3D Model 12678" descr="Sphere">
                                  <a:extLst>
                                    <a:ext uri="{FF2B5EF4-FFF2-40B4-BE49-F238E27FC236}">
                                      <a16:creationId xmlns:a16="http://schemas.microsoft.com/office/drawing/2014/main" id="{E68D6FA0-9574-4888-B4A1-36127DC9B61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9619157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680" name="Flowchart: Connector 12679">
                              <a:extLst>
                                <a:ext uri="{FF2B5EF4-FFF2-40B4-BE49-F238E27FC236}">
                                  <a16:creationId xmlns:a16="http://schemas.microsoft.com/office/drawing/2014/main" id="{39654B54-4C78-4085-9BB9-57EF1060945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681" name="3D Model 12680" descr="Sphere">
                                  <a:extLst>
                                    <a:ext uri="{FF2B5EF4-FFF2-40B4-BE49-F238E27FC236}">
                                      <a16:creationId xmlns:a16="http://schemas.microsoft.com/office/drawing/2014/main" id="{6FC0FC19-470C-4D75-A826-1A3DAAC0EFC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561930849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2633" name="Group 12632">
                            <a:extLst>
                              <a:ext uri="{FF2B5EF4-FFF2-40B4-BE49-F238E27FC236}">
                                <a16:creationId xmlns:a16="http://schemas.microsoft.com/office/drawing/2014/main" id="{CF62C702-3CC3-43FA-98C3-32737138B38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2650" name="Flowchart: Connector 12649">
                              <a:extLst>
                                <a:ext uri="{FF2B5EF4-FFF2-40B4-BE49-F238E27FC236}">
                                  <a16:creationId xmlns:a16="http://schemas.microsoft.com/office/drawing/2014/main" id="{68C9C013-C996-43CD-99CC-3B60979FC7A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651" name="Flowchart: Connector 12650">
                              <a:extLst>
                                <a:ext uri="{FF2B5EF4-FFF2-40B4-BE49-F238E27FC236}">
                                  <a16:creationId xmlns:a16="http://schemas.microsoft.com/office/drawing/2014/main" id="{C7E94884-BFD4-409A-8FAD-84FE8DA3774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652" name="Flowchart: Connector 12651">
                              <a:extLst>
                                <a:ext uri="{FF2B5EF4-FFF2-40B4-BE49-F238E27FC236}">
                                  <a16:creationId xmlns:a16="http://schemas.microsoft.com/office/drawing/2014/main" id="{D7649A13-3A62-4F40-8EAB-D8FF7121412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653" name="Flowchart: Connector 12652">
                              <a:extLst>
                                <a:ext uri="{FF2B5EF4-FFF2-40B4-BE49-F238E27FC236}">
                                  <a16:creationId xmlns:a16="http://schemas.microsoft.com/office/drawing/2014/main" id="{114405BA-E47B-43A5-BA8A-D11BA8D16F0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654" name="Flowchart: Connector 12653">
                              <a:extLst>
                                <a:ext uri="{FF2B5EF4-FFF2-40B4-BE49-F238E27FC236}">
                                  <a16:creationId xmlns:a16="http://schemas.microsoft.com/office/drawing/2014/main" id="{98470365-CABA-4F16-94F3-AF0740D1ACE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655" name="Flowchart: Connector 12654">
                              <a:extLst>
                                <a:ext uri="{FF2B5EF4-FFF2-40B4-BE49-F238E27FC236}">
                                  <a16:creationId xmlns:a16="http://schemas.microsoft.com/office/drawing/2014/main" id="{790E887C-5A18-4BCD-8DAA-F420E54AEA7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656" name="Flowchart: Connector 12655">
                              <a:extLst>
                                <a:ext uri="{FF2B5EF4-FFF2-40B4-BE49-F238E27FC236}">
                                  <a16:creationId xmlns:a16="http://schemas.microsoft.com/office/drawing/2014/main" id="{8D780047-635B-43AE-A2AF-BE8D75B53C1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657" name="Flowchart: Connector 12656">
                              <a:extLst>
                                <a:ext uri="{FF2B5EF4-FFF2-40B4-BE49-F238E27FC236}">
                                  <a16:creationId xmlns:a16="http://schemas.microsoft.com/office/drawing/2014/main" id="{D8219A88-0BE3-4613-90B5-5C508A973A2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658" name="Flowchart: Connector 12657">
                              <a:extLst>
                                <a:ext uri="{FF2B5EF4-FFF2-40B4-BE49-F238E27FC236}">
                                  <a16:creationId xmlns:a16="http://schemas.microsoft.com/office/drawing/2014/main" id="{4501CCBC-D180-4DE0-A92D-359C741D34F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659" name="3D Model 12658" descr="Sphere">
                                  <a:extLst>
                                    <a:ext uri="{FF2B5EF4-FFF2-40B4-BE49-F238E27FC236}">
                                      <a16:creationId xmlns:a16="http://schemas.microsoft.com/office/drawing/2014/main" id="{DB1FD7A9-258C-4F64-8E28-428BF1AAFE0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895647687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660" name="Flowchart: Connector 12659">
                              <a:extLst>
                                <a:ext uri="{FF2B5EF4-FFF2-40B4-BE49-F238E27FC236}">
                                  <a16:creationId xmlns:a16="http://schemas.microsoft.com/office/drawing/2014/main" id="{A63DFF62-E000-45D0-83B5-522CD5B0B42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661" name="3D Model 12660" descr="Sphere">
                                  <a:extLst>
                                    <a:ext uri="{FF2B5EF4-FFF2-40B4-BE49-F238E27FC236}">
                                      <a16:creationId xmlns:a16="http://schemas.microsoft.com/office/drawing/2014/main" id="{3540921A-B728-485B-B7FC-3826C9A02E6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38344213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662" name="Flowchart: Connector 12661">
                              <a:extLst>
                                <a:ext uri="{FF2B5EF4-FFF2-40B4-BE49-F238E27FC236}">
                                  <a16:creationId xmlns:a16="http://schemas.microsoft.com/office/drawing/2014/main" id="{CC529CEA-FED9-4C17-A606-D86F5F023E3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663" name="3D Model 12662" descr="Sphere">
                                  <a:extLst>
                                    <a:ext uri="{FF2B5EF4-FFF2-40B4-BE49-F238E27FC236}">
                                      <a16:creationId xmlns:a16="http://schemas.microsoft.com/office/drawing/2014/main" id="{4CCBD2CB-928A-4404-B04A-71931A15E55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12577174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664" name="Flowchart: Connector 12663">
                              <a:extLst>
                                <a:ext uri="{FF2B5EF4-FFF2-40B4-BE49-F238E27FC236}">
                                  <a16:creationId xmlns:a16="http://schemas.microsoft.com/office/drawing/2014/main" id="{6851706D-E12B-4609-A15C-55AEE67F47E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665" name="3D Model 12664" descr="Sphere">
                                  <a:extLst>
                                    <a:ext uri="{FF2B5EF4-FFF2-40B4-BE49-F238E27FC236}">
                                      <a16:creationId xmlns:a16="http://schemas.microsoft.com/office/drawing/2014/main" id="{84C9F30F-44FB-4B4E-B29F-EC05F78E068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85860174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12634" name="Flowchart: Connector 12633">
                            <a:extLst>
                              <a:ext uri="{FF2B5EF4-FFF2-40B4-BE49-F238E27FC236}">
                                <a16:creationId xmlns:a16="http://schemas.microsoft.com/office/drawing/2014/main" id="{A6B6650C-9910-470B-88F6-F585CFC00D7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635" name="Flowchart: Connector 12634">
                            <a:extLst>
                              <a:ext uri="{FF2B5EF4-FFF2-40B4-BE49-F238E27FC236}">
                                <a16:creationId xmlns:a16="http://schemas.microsoft.com/office/drawing/2014/main" id="{714CF28E-2D1E-4159-B08B-9DC34336A2E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636" name="Flowchart: Connector 12635">
                            <a:extLst>
                              <a:ext uri="{FF2B5EF4-FFF2-40B4-BE49-F238E27FC236}">
                                <a16:creationId xmlns:a16="http://schemas.microsoft.com/office/drawing/2014/main" id="{7CB8FFBD-D100-481D-8945-AEE2EF08063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637" name="Flowchart: Connector 12636">
                            <a:extLst>
                              <a:ext uri="{FF2B5EF4-FFF2-40B4-BE49-F238E27FC236}">
                                <a16:creationId xmlns:a16="http://schemas.microsoft.com/office/drawing/2014/main" id="{BB7180E9-4238-4AC4-AB88-794A52AA1F9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638" name="Flowchart: Connector 12637">
                            <a:extLst>
                              <a:ext uri="{FF2B5EF4-FFF2-40B4-BE49-F238E27FC236}">
                                <a16:creationId xmlns:a16="http://schemas.microsoft.com/office/drawing/2014/main" id="{ED8715BD-EBC7-4203-AA5B-772C7CB39E0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639" name="Flowchart: Connector 12638">
                            <a:extLst>
                              <a:ext uri="{FF2B5EF4-FFF2-40B4-BE49-F238E27FC236}">
                                <a16:creationId xmlns:a16="http://schemas.microsoft.com/office/drawing/2014/main" id="{487C690B-29CE-4EC1-991D-43D2992F638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640" name="Flowchart: Connector 12639">
                            <a:extLst>
                              <a:ext uri="{FF2B5EF4-FFF2-40B4-BE49-F238E27FC236}">
                                <a16:creationId xmlns:a16="http://schemas.microsoft.com/office/drawing/2014/main" id="{A9A3831C-442D-4EBC-84DA-6052229E7C1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641" name="Flowchart: Connector 12640">
                            <a:extLst>
                              <a:ext uri="{FF2B5EF4-FFF2-40B4-BE49-F238E27FC236}">
                                <a16:creationId xmlns:a16="http://schemas.microsoft.com/office/drawing/2014/main" id="{691258EB-EE68-40FF-A184-191DF159423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642" name="Flowchart: Connector 12641">
                            <a:extLst>
                              <a:ext uri="{FF2B5EF4-FFF2-40B4-BE49-F238E27FC236}">
                                <a16:creationId xmlns:a16="http://schemas.microsoft.com/office/drawing/2014/main" id="{E1200A8D-A9AE-48B1-ACDD-465A805149D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643" name="3D Model 12642" descr="Sphere">
                                <a:extLst>
                                  <a:ext uri="{FF2B5EF4-FFF2-40B4-BE49-F238E27FC236}">
                                    <a16:creationId xmlns:a16="http://schemas.microsoft.com/office/drawing/2014/main" id="{842425CF-D150-4E10-A53B-49966940834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890314073"/>
                                  </p:ext>
                                </p:extLst>
                              </p:nvPr>
                            </p:nvGraphicFramePr>
                            <p:xfrm>
                              <a:off x="2127272" y="1515698"/>
                              <a:ext cx="299738" cy="29973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7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4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12" name="3D Model 911" descr="Sphere">
                                <a:extLst>
                                  <a:ext uri="{FF2B5EF4-FFF2-40B4-BE49-F238E27FC236}">
                                    <a16:creationId xmlns:a16="http://schemas.microsoft.com/office/drawing/2014/main" id="{EFF63504-F791-4099-8B09-8ACAE9152D7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691542" y="2257619"/>
                                <a:ext cx="52067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644" name="Flowchart: Connector 12643">
                            <a:extLst>
                              <a:ext uri="{FF2B5EF4-FFF2-40B4-BE49-F238E27FC236}">
                                <a16:creationId xmlns:a16="http://schemas.microsoft.com/office/drawing/2014/main" id="{905EA313-7883-42CC-B58E-1C4A0239DA8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645" name="3D Model 12644" descr="Sphere">
                                <a:extLst>
                                  <a:ext uri="{FF2B5EF4-FFF2-40B4-BE49-F238E27FC236}">
                                    <a16:creationId xmlns:a16="http://schemas.microsoft.com/office/drawing/2014/main" id="{3B181D07-EBC7-4F07-88B6-BEEDB3AB12E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802938943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14" name="3D Model 913" descr="Sphere">
                                <a:extLst>
                                  <a:ext uri="{FF2B5EF4-FFF2-40B4-BE49-F238E27FC236}">
                                    <a16:creationId xmlns:a16="http://schemas.microsoft.com/office/drawing/2014/main" id="{BB2A5801-0595-4989-A3CE-F9C2107FA37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732782" y="226968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646" name="Flowchart: Connector 12645">
                            <a:extLst>
                              <a:ext uri="{FF2B5EF4-FFF2-40B4-BE49-F238E27FC236}">
                                <a16:creationId xmlns:a16="http://schemas.microsoft.com/office/drawing/2014/main" id="{7E274FAF-2B39-4DEE-AD15-E1A92529286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6940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647" name="3D Model 12646" descr="Sphere">
                                <a:extLst>
                                  <a:ext uri="{FF2B5EF4-FFF2-40B4-BE49-F238E27FC236}">
                                    <a16:creationId xmlns:a16="http://schemas.microsoft.com/office/drawing/2014/main" id="{66EA749E-AA41-4A70-B373-700529AFD2D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318098009"/>
                                  </p:ext>
                                </p:extLst>
                              </p:nvPr>
                            </p:nvGraphicFramePr>
                            <p:xfrm>
                              <a:off x="2609177" y="164853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16" name="3D Model 915" descr="Sphere">
                                <a:extLst>
                                  <a:ext uri="{FF2B5EF4-FFF2-40B4-BE49-F238E27FC236}">
                                    <a16:creationId xmlns:a16="http://schemas.microsoft.com/office/drawing/2014/main" id="{085EEDE2-4F9B-41F7-9E9E-B5B166BCABD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775252" y="2282638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648" name="Flowchart: Connector 12647">
                            <a:extLst>
                              <a:ext uri="{FF2B5EF4-FFF2-40B4-BE49-F238E27FC236}">
                                <a16:creationId xmlns:a16="http://schemas.microsoft.com/office/drawing/2014/main" id="{DFD0AF51-8DFC-4AA6-8324-C7B4EA7C995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649" name="3D Model 12648" descr="Sphere">
                                <a:extLst>
                                  <a:ext uri="{FF2B5EF4-FFF2-40B4-BE49-F238E27FC236}">
                                    <a16:creationId xmlns:a16="http://schemas.microsoft.com/office/drawing/2014/main" id="{FA053D96-356F-42EF-824E-CAC23E4ED77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724964738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18" name="3D Model 917" descr="Sphere">
                                <a:extLst>
                                  <a:ext uri="{FF2B5EF4-FFF2-40B4-BE49-F238E27FC236}">
                                    <a16:creationId xmlns:a16="http://schemas.microsoft.com/office/drawing/2014/main" id="{2068CB14-7D8F-47FD-955D-7AD0EB5FF67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821878" y="2297717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sp>
                    <p:nvSpPr>
                      <p:cNvPr id="12561" name="Flowchart: Connector 12560">
                        <a:extLst>
                          <a:ext uri="{FF2B5EF4-FFF2-40B4-BE49-F238E27FC236}">
                            <a16:creationId xmlns:a16="http://schemas.microsoft.com/office/drawing/2014/main" id="{1C4929CA-7B53-43FD-87BD-75BE3BA0F5C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06374" y="21384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562" name="Flowchart: Connector 12561">
                        <a:extLst>
                          <a:ext uri="{FF2B5EF4-FFF2-40B4-BE49-F238E27FC236}">
                            <a16:creationId xmlns:a16="http://schemas.microsoft.com/office/drawing/2014/main" id="{F80E7250-1EFE-419F-9380-19A8959D688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886236" y="22322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563" name="Flowchart: Connector 12562">
                        <a:extLst>
                          <a:ext uri="{FF2B5EF4-FFF2-40B4-BE49-F238E27FC236}">
                            <a16:creationId xmlns:a16="http://schemas.microsoft.com/office/drawing/2014/main" id="{1D26BCA7-D1D3-4900-B5CA-D55DD97FAA2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952806" y="22254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564" name="Flowchart: Connector 12563">
                        <a:extLst>
                          <a:ext uri="{FF2B5EF4-FFF2-40B4-BE49-F238E27FC236}">
                            <a16:creationId xmlns:a16="http://schemas.microsoft.com/office/drawing/2014/main" id="{987FA682-2453-43C2-914F-5D5455534BA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0272" y="25040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565" name="Flowchart: Connector 12564">
                        <a:extLst>
                          <a:ext uri="{FF2B5EF4-FFF2-40B4-BE49-F238E27FC236}">
                            <a16:creationId xmlns:a16="http://schemas.microsoft.com/office/drawing/2014/main" id="{9956A7A9-30C5-4783-93FA-C8C342BB81A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20633" y="28301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566" name="Flowchart: Connector 12565">
                        <a:extLst>
                          <a:ext uri="{FF2B5EF4-FFF2-40B4-BE49-F238E27FC236}">
                            <a16:creationId xmlns:a16="http://schemas.microsoft.com/office/drawing/2014/main" id="{A45E9708-0E78-4AA3-AC07-68C15B4BBD1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29128" y="231321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567" name="Flowchart: Connector 12566">
                        <a:extLst>
                          <a:ext uri="{FF2B5EF4-FFF2-40B4-BE49-F238E27FC236}">
                            <a16:creationId xmlns:a16="http://schemas.microsoft.com/office/drawing/2014/main" id="{CD740911-F91D-4CA1-BB4D-D4856840A77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211385" y="230237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568" name="Flowchart: Connector 12567">
                        <a:extLst>
                          <a:ext uri="{FF2B5EF4-FFF2-40B4-BE49-F238E27FC236}">
                            <a16:creationId xmlns:a16="http://schemas.microsoft.com/office/drawing/2014/main" id="{4047523F-BBBA-42C0-9400-DF8BA4816E0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1097" y="31484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grpSp>
                    <p:nvGrpSpPr>
                      <p:cNvPr id="12569" name="Group 12568">
                        <a:extLst>
                          <a:ext uri="{FF2B5EF4-FFF2-40B4-BE49-F238E27FC236}">
                            <a16:creationId xmlns:a16="http://schemas.microsoft.com/office/drawing/2014/main" id="{CFF84BC1-BD9D-47BC-BB5E-FEB0E91AD30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20511" y="2127869"/>
                        <a:ext cx="1073693" cy="1496391"/>
                        <a:chOff x="2114936" y="1503359"/>
                        <a:chExt cx="1073693" cy="1496391"/>
                      </a:xfrm>
                    </p:grpSpPr>
                    <p:grpSp>
                      <p:nvGrpSpPr>
                        <p:cNvPr id="12570" name="Group 12569">
                          <a:extLst>
                            <a:ext uri="{FF2B5EF4-FFF2-40B4-BE49-F238E27FC236}">
                              <a16:creationId xmlns:a16="http://schemas.microsoft.com/office/drawing/2014/main" id="{D5AF5ACE-6524-4BC9-8DB9-69568B7CDB2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7974" y="2474038"/>
                          <a:ext cx="1060655" cy="525712"/>
                          <a:chOff x="3721252" y="1733424"/>
                          <a:chExt cx="1060655" cy="525712"/>
                        </a:xfrm>
                      </p:grpSpPr>
                      <p:sp>
                        <p:nvSpPr>
                          <p:cNvPr id="12621" name="Flowchart: Connector 12620">
                            <a:extLst>
                              <a:ext uri="{FF2B5EF4-FFF2-40B4-BE49-F238E27FC236}">
                                <a16:creationId xmlns:a16="http://schemas.microsoft.com/office/drawing/2014/main" id="{54319B60-EFCE-4A17-8EDF-A8529BC8F3C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622" name="3D Model 12621" descr="Sphere">
                                <a:extLst>
                                  <a:ext uri="{FF2B5EF4-FFF2-40B4-BE49-F238E27FC236}">
                                    <a16:creationId xmlns:a16="http://schemas.microsoft.com/office/drawing/2014/main" id="{E3A10826-5F05-447C-B277-F04EEE6F9DF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11871447"/>
                                  </p:ext>
                                </p:extLst>
                              </p:nvPr>
                            </p:nvGraphicFramePr>
                            <p:xfrm>
                              <a:off x="3721252" y="1733424"/>
                              <a:ext cx="299739" cy="299738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6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891" name="3D Model 890" descr="Sphere">
                                <a:extLst>
                                  <a:ext uri="{FF2B5EF4-FFF2-40B4-BE49-F238E27FC236}">
                                    <a16:creationId xmlns:a16="http://schemas.microsoft.com/office/drawing/2014/main" id="{7104BA4B-8A96-40B6-B0CF-BD492034CF7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651712" y="2465421"/>
                                <a:ext cx="52066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623" name="Flowchart: Connector 12622">
                            <a:extLst>
                              <a:ext uri="{FF2B5EF4-FFF2-40B4-BE49-F238E27FC236}">
                                <a16:creationId xmlns:a16="http://schemas.microsoft.com/office/drawing/2014/main" id="{66CE5D54-8E87-4F38-8CE6-C5237668DF8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624" name="3D Model 12623" descr="Sphere">
                                <a:extLst>
                                  <a:ext uri="{FF2B5EF4-FFF2-40B4-BE49-F238E27FC236}">
                                    <a16:creationId xmlns:a16="http://schemas.microsoft.com/office/drawing/2014/main" id="{2ACB3F8D-56BB-48E6-99B5-E0996B1837A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84985086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625" name="Flowchart: Connector 12624">
                            <a:extLst>
                              <a:ext uri="{FF2B5EF4-FFF2-40B4-BE49-F238E27FC236}">
                                <a16:creationId xmlns:a16="http://schemas.microsoft.com/office/drawing/2014/main" id="{E8EBF9B6-108A-4966-857F-5E6BB6DDC82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626" name="3D Model 12625" descr="Sphere">
                                <a:extLst>
                                  <a:ext uri="{FF2B5EF4-FFF2-40B4-BE49-F238E27FC236}">
                                    <a16:creationId xmlns:a16="http://schemas.microsoft.com/office/drawing/2014/main" id="{F227AE5A-EE28-40F6-8568-A81CE7D9101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564347932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627" name="Flowchart: Connector 12626">
                            <a:extLst>
                              <a:ext uri="{FF2B5EF4-FFF2-40B4-BE49-F238E27FC236}">
                                <a16:creationId xmlns:a16="http://schemas.microsoft.com/office/drawing/2014/main" id="{68FED06A-474A-4E5D-9BA9-3A5B28B4FB4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628" name="3D Model 12627" descr="Sphere">
                                <a:extLst>
                                  <a:ext uri="{FF2B5EF4-FFF2-40B4-BE49-F238E27FC236}">
                                    <a16:creationId xmlns:a16="http://schemas.microsoft.com/office/drawing/2014/main" id="{A465E225-C8A6-4F82-8340-B4D8B53CD39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919084865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8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2571" name="Group 12570">
                          <a:extLst>
                            <a:ext uri="{FF2B5EF4-FFF2-40B4-BE49-F238E27FC236}">
                              <a16:creationId xmlns:a16="http://schemas.microsoft.com/office/drawing/2014/main" id="{07B070F8-042B-4D73-89D0-55872D16EEB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4615" y="2140429"/>
                          <a:ext cx="1064014" cy="637179"/>
                          <a:chOff x="3717893" y="1719497"/>
                          <a:chExt cx="1064014" cy="637179"/>
                        </a:xfrm>
                      </p:grpSpPr>
                      <p:sp>
                        <p:nvSpPr>
                          <p:cNvPr id="12605" name="Flowchart: Connector 12604">
                            <a:extLst>
                              <a:ext uri="{FF2B5EF4-FFF2-40B4-BE49-F238E27FC236}">
                                <a16:creationId xmlns:a16="http://schemas.microsoft.com/office/drawing/2014/main" id="{9495E57D-2048-404D-96FB-5AFEC0D4D08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606" name="Flowchart: Connector 12605">
                            <a:extLst>
                              <a:ext uri="{FF2B5EF4-FFF2-40B4-BE49-F238E27FC236}">
                                <a16:creationId xmlns:a16="http://schemas.microsoft.com/office/drawing/2014/main" id="{24143922-B1F4-4295-BF6B-53B681D5C66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607" name="Flowchart: Connector 12606">
                            <a:extLst>
                              <a:ext uri="{FF2B5EF4-FFF2-40B4-BE49-F238E27FC236}">
                                <a16:creationId xmlns:a16="http://schemas.microsoft.com/office/drawing/2014/main" id="{153FCEB2-B496-4233-B785-CFDA2AA6A78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608" name="Flowchart: Connector 12607">
                            <a:extLst>
                              <a:ext uri="{FF2B5EF4-FFF2-40B4-BE49-F238E27FC236}">
                                <a16:creationId xmlns:a16="http://schemas.microsoft.com/office/drawing/2014/main" id="{4E6A4741-D206-4F56-BD8B-114E65FD90C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609" name="Flowchart: Connector 12608">
                            <a:extLst>
                              <a:ext uri="{FF2B5EF4-FFF2-40B4-BE49-F238E27FC236}">
                                <a16:creationId xmlns:a16="http://schemas.microsoft.com/office/drawing/2014/main" id="{2A7CDC5B-B350-40AF-85B6-F808B114850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610" name="Flowchart: Connector 12609">
                            <a:extLst>
                              <a:ext uri="{FF2B5EF4-FFF2-40B4-BE49-F238E27FC236}">
                                <a16:creationId xmlns:a16="http://schemas.microsoft.com/office/drawing/2014/main" id="{484B54B7-9B7A-4B87-B8D1-7DAAC5BD8C3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611" name="Flowchart: Connector 12610">
                            <a:extLst>
                              <a:ext uri="{FF2B5EF4-FFF2-40B4-BE49-F238E27FC236}">
                                <a16:creationId xmlns:a16="http://schemas.microsoft.com/office/drawing/2014/main" id="{724D8BE2-50F4-445A-8A7F-E3EF97C2851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612" name="Flowchart: Connector 12611">
                            <a:extLst>
                              <a:ext uri="{FF2B5EF4-FFF2-40B4-BE49-F238E27FC236}">
                                <a16:creationId xmlns:a16="http://schemas.microsoft.com/office/drawing/2014/main" id="{F7AD060C-572E-4028-83CE-7F1E64247D4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613" name="Flowchart: Connector 12612">
                            <a:extLst>
                              <a:ext uri="{FF2B5EF4-FFF2-40B4-BE49-F238E27FC236}">
                                <a16:creationId xmlns:a16="http://schemas.microsoft.com/office/drawing/2014/main" id="{BD4D80B6-116E-40A4-8FEA-411FAEE2FF3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614" name="3D Model 12613" descr="Sphere">
                                <a:extLst>
                                  <a:ext uri="{FF2B5EF4-FFF2-40B4-BE49-F238E27FC236}">
                                    <a16:creationId xmlns:a16="http://schemas.microsoft.com/office/drawing/2014/main" id="{0B1C0451-27F3-40D0-A7FC-EF938439100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999646172"/>
                                  </p:ext>
                                </p:extLst>
                              </p:nvPr>
                            </p:nvGraphicFramePr>
                            <p:xfrm>
                              <a:off x="3717893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883" name="3D Model 882" descr="Sphere">
                                <a:extLst>
                                  <a:ext uri="{FF2B5EF4-FFF2-40B4-BE49-F238E27FC236}">
                                    <a16:creationId xmlns:a16="http://schemas.microsoft.com/office/drawing/2014/main" id="{34424F11-9FE6-4FB3-B40C-12306578544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651128" y="2402586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615" name="Flowchart: Connector 12614">
                            <a:extLst>
                              <a:ext uri="{FF2B5EF4-FFF2-40B4-BE49-F238E27FC236}">
                                <a16:creationId xmlns:a16="http://schemas.microsoft.com/office/drawing/2014/main" id="{82C6A29F-47DB-451F-99ED-06F07501DA4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616" name="3D Model 12615" descr="Sphere">
                                <a:extLst>
                                  <a:ext uri="{FF2B5EF4-FFF2-40B4-BE49-F238E27FC236}">
                                    <a16:creationId xmlns:a16="http://schemas.microsoft.com/office/drawing/2014/main" id="{29EB0A83-F4AF-4E94-901A-FB319B3F73D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182273417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617" name="Flowchart: Connector 12616">
                            <a:extLst>
                              <a:ext uri="{FF2B5EF4-FFF2-40B4-BE49-F238E27FC236}">
                                <a16:creationId xmlns:a16="http://schemas.microsoft.com/office/drawing/2014/main" id="{5A6C039F-C0D2-414D-8B10-DD06BCED941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618" name="3D Model 12617" descr="Sphere">
                                <a:extLst>
                                  <a:ext uri="{FF2B5EF4-FFF2-40B4-BE49-F238E27FC236}">
                                    <a16:creationId xmlns:a16="http://schemas.microsoft.com/office/drawing/2014/main" id="{01E3E4E5-405D-454D-94F4-1C03C141DBB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518725899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619" name="Flowchart: Connector 12618">
                            <a:extLst>
                              <a:ext uri="{FF2B5EF4-FFF2-40B4-BE49-F238E27FC236}">
                                <a16:creationId xmlns:a16="http://schemas.microsoft.com/office/drawing/2014/main" id="{01B377C7-8688-401D-B3B3-AE7D6C283B5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620" name="3D Model 12619" descr="Sphere">
                                <a:extLst>
                                  <a:ext uri="{FF2B5EF4-FFF2-40B4-BE49-F238E27FC236}">
                                    <a16:creationId xmlns:a16="http://schemas.microsoft.com/office/drawing/2014/main" id="{9684C8D4-62A4-4D40-814F-06457483D8E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241631322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2572" name="Group 12571">
                          <a:extLst>
                            <a:ext uri="{FF2B5EF4-FFF2-40B4-BE49-F238E27FC236}">
                              <a16:creationId xmlns:a16="http://schemas.microsoft.com/office/drawing/2014/main" id="{2E3C4D35-C8A0-41C8-8B78-EF08A0A1D85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936" y="1817250"/>
                          <a:ext cx="1064014" cy="643455"/>
                          <a:chOff x="3717893" y="1713221"/>
                          <a:chExt cx="1064014" cy="643455"/>
                        </a:xfrm>
                      </p:grpSpPr>
                      <p:sp>
                        <p:nvSpPr>
                          <p:cNvPr id="12589" name="Flowchart: Connector 12588">
                            <a:extLst>
                              <a:ext uri="{FF2B5EF4-FFF2-40B4-BE49-F238E27FC236}">
                                <a16:creationId xmlns:a16="http://schemas.microsoft.com/office/drawing/2014/main" id="{A789CADA-8336-48F0-AA03-A69A574F87E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590" name="Flowchart: Connector 12589">
                            <a:extLst>
                              <a:ext uri="{FF2B5EF4-FFF2-40B4-BE49-F238E27FC236}">
                                <a16:creationId xmlns:a16="http://schemas.microsoft.com/office/drawing/2014/main" id="{DCBA80E7-CD7C-4E6D-839B-1C35643F53F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591" name="Flowchart: Connector 12590">
                            <a:extLst>
                              <a:ext uri="{FF2B5EF4-FFF2-40B4-BE49-F238E27FC236}">
                                <a16:creationId xmlns:a16="http://schemas.microsoft.com/office/drawing/2014/main" id="{CFC85ED3-E021-48F8-8FA5-D531B752ADC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592" name="Flowchart: Connector 12591">
                            <a:extLst>
                              <a:ext uri="{FF2B5EF4-FFF2-40B4-BE49-F238E27FC236}">
                                <a16:creationId xmlns:a16="http://schemas.microsoft.com/office/drawing/2014/main" id="{79438256-430D-4795-8323-91218DD54BA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593" name="Flowchart: Connector 12592">
                            <a:extLst>
                              <a:ext uri="{FF2B5EF4-FFF2-40B4-BE49-F238E27FC236}">
                                <a16:creationId xmlns:a16="http://schemas.microsoft.com/office/drawing/2014/main" id="{1C858DB3-63D7-4147-9C04-587E8751E66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594" name="Flowchart: Connector 12593">
                            <a:extLst>
                              <a:ext uri="{FF2B5EF4-FFF2-40B4-BE49-F238E27FC236}">
                                <a16:creationId xmlns:a16="http://schemas.microsoft.com/office/drawing/2014/main" id="{995E9103-5E38-4646-A50C-C5580C2C0EF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595" name="Flowchart: Connector 12594">
                            <a:extLst>
                              <a:ext uri="{FF2B5EF4-FFF2-40B4-BE49-F238E27FC236}">
                                <a16:creationId xmlns:a16="http://schemas.microsoft.com/office/drawing/2014/main" id="{F4C18503-5B72-4F37-ACC6-491D6C11C0B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596" name="Flowchart: Connector 12595">
                            <a:extLst>
                              <a:ext uri="{FF2B5EF4-FFF2-40B4-BE49-F238E27FC236}">
                                <a16:creationId xmlns:a16="http://schemas.microsoft.com/office/drawing/2014/main" id="{6DD88240-5C46-445F-A015-49A6D4CE9F8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597" name="Flowchart: Connector 12596">
                            <a:extLst>
                              <a:ext uri="{FF2B5EF4-FFF2-40B4-BE49-F238E27FC236}">
                                <a16:creationId xmlns:a16="http://schemas.microsoft.com/office/drawing/2014/main" id="{7726E641-EE53-4F0F-9151-0A1455C0801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598" name="3D Model 12597" descr="Sphere">
                                <a:extLst>
                                  <a:ext uri="{FF2B5EF4-FFF2-40B4-BE49-F238E27FC236}">
                                    <a16:creationId xmlns:a16="http://schemas.microsoft.com/office/drawing/2014/main" id="{D6A8136F-66D6-4D24-8639-CF31509F971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569872255"/>
                                  </p:ext>
                                </p:extLst>
                              </p:nvPr>
                            </p:nvGraphicFramePr>
                            <p:xfrm>
                              <a:off x="3717893" y="171322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867" name="3D Model 866" descr="Sphere">
                                <a:extLst>
                                  <a:ext uri="{FF2B5EF4-FFF2-40B4-BE49-F238E27FC236}">
                                    <a16:creationId xmlns:a16="http://schemas.microsoft.com/office/drawing/2014/main" id="{91844925-F6F7-450C-B8D3-E63B7F45C8E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649447" y="2341716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599" name="Flowchart: Connector 12598">
                            <a:extLst>
                              <a:ext uri="{FF2B5EF4-FFF2-40B4-BE49-F238E27FC236}">
                                <a16:creationId xmlns:a16="http://schemas.microsoft.com/office/drawing/2014/main" id="{23545336-6FEA-4A19-8499-6B38355EC32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600" name="3D Model 12599" descr="Sphere">
                                <a:extLst>
                                  <a:ext uri="{FF2B5EF4-FFF2-40B4-BE49-F238E27FC236}">
                                    <a16:creationId xmlns:a16="http://schemas.microsoft.com/office/drawing/2014/main" id="{6B876625-41D3-46C2-B0FD-BBEEC790C75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918259390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869" name="3D Model 868" descr="Sphere">
                                <a:extLst>
                                  <a:ext uri="{FF2B5EF4-FFF2-40B4-BE49-F238E27FC236}">
                                    <a16:creationId xmlns:a16="http://schemas.microsoft.com/office/drawing/2014/main" id="{FF55A920-C771-44B6-BF72-F840F1842F7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691148" y="2357586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601" name="Flowchart: Connector 12600">
                            <a:extLst>
                              <a:ext uri="{FF2B5EF4-FFF2-40B4-BE49-F238E27FC236}">
                                <a16:creationId xmlns:a16="http://schemas.microsoft.com/office/drawing/2014/main" id="{BB1FD369-9086-49D6-97C0-45C9BA5B86C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602" name="3D Model 12601" descr="Sphere">
                                <a:extLst>
                                  <a:ext uri="{FF2B5EF4-FFF2-40B4-BE49-F238E27FC236}">
                                    <a16:creationId xmlns:a16="http://schemas.microsoft.com/office/drawing/2014/main" id="{6FAC2CE8-A9A2-4E28-82A7-D5C83DE9DF4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233527471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603" name="Flowchart: Connector 12602">
                            <a:extLst>
                              <a:ext uri="{FF2B5EF4-FFF2-40B4-BE49-F238E27FC236}">
                                <a16:creationId xmlns:a16="http://schemas.microsoft.com/office/drawing/2014/main" id="{CD1A0B9B-4FC3-420F-BE54-58964EFBFDE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604" name="3D Model 12603" descr="Sphere">
                                <a:extLst>
                                  <a:ext uri="{FF2B5EF4-FFF2-40B4-BE49-F238E27FC236}">
                                    <a16:creationId xmlns:a16="http://schemas.microsoft.com/office/drawing/2014/main" id="{765A84F3-071F-4FCB-81BC-A359ABFC9CD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923731978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12573" name="Flowchart: Connector 12572">
                          <a:extLst>
                            <a:ext uri="{FF2B5EF4-FFF2-40B4-BE49-F238E27FC236}">
                              <a16:creationId xmlns:a16="http://schemas.microsoft.com/office/drawing/2014/main" id="{8E20D17C-A16F-4E31-801F-217C94321AB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574" name="Flowchart: Connector 12573">
                          <a:extLst>
                            <a:ext uri="{FF2B5EF4-FFF2-40B4-BE49-F238E27FC236}">
                              <a16:creationId xmlns:a16="http://schemas.microsoft.com/office/drawing/2014/main" id="{498609EB-EA76-4A84-AD6C-7674FB4D63F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575" name="Flowchart: Connector 12574">
                          <a:extLst>
                            <a:ext uri="{FF2B5EF4-FFF2-40B4-BE49-F238E27FC236}">
                              <a16:creationId xmlns:a16="http://schemas.microsoft.com/office/drawing/2014/main" id="{7E3630DA-3DD2-4124-82D8-684C297F0D2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26347" y="177334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576" name="Flowchart: Connector 12575">
                          <a:extLst>
                            <a:ext uri="{FF2B5EF4-FFF2-40B4-BE49-F238E27FC236}">
                              <a16:creationId xmlns:a16="http://schemas.microsoft.com/office/drawing/2014/main" id="{399DD05A-80FE-4DDE-BB92-01616B9D615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577" name="Flowchart: Connector 12576">
                          <a:extLst>
                            <a:ext uri="{FF2B5EF4-FFF2-40B4-BE49-F238E27FC236}">
                              <a16:creationId xmlns:a16="http://schemas.microsoft.com/office/drawing/2014/main" id="{BBBA5B0E-692D-45E3-BC48-6F7CCD51621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578" name="Flowchart: Connector 12577">
                          <a:extLst>
                            <a:ext uri="{FF2B5EF4-FFF2-40B4-BE49-F238E27FC236}">
                              <a16:creationId xmlns:a16="http://schemas.microsoft.com/office/drawing/2014/main" id="{0F78ED99-FB5C-4B7C-B2E8-F3FDB24FD84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579" name="Flowchart: Connector 12578">
                          <a:extLst>
                            <a:ext uri="{FF2B5EF4-FFF2-40B4-BE49-F238E27FC236}">
                              <a16:creationId xmlns:a16="http://schemas.microsoft.com/office/drawing/2014/main" id="{835E32A1-73C6-470E-895E-0BDE44ED3E4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580" name="Flowchart: Connector 12579">
                          <a:extLst>
                            <a:ext uri="{FF2B5EF4-FFF2-40B4-BE49-F238E27FC236}">
                              <a16:creationId xmlns:a16="http://schemas.microsoft.com/office/drawing/2014/main" id="{C0586921-93AD-4D69-859F-78561301289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581" name="Flowchart: Connector 12580">
                          <a:extLst>
                            <a:ext uri="{FF2B5EF4-FFF2-40B4-BE49-F238E27FC236}">
                              <a16:creationId xmlns:a16="http://schemas.microsoft.com/office/drawing/2014/main" id="{F0DAB124-0B48-47A9-9DBB-CF2E79EFA26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582" name="3D Model 12581" descr="Sphere">
                              <a:extLst>
                                <a:ext uri="{FF2B5EF4-FFF2-40B4-BE49-F238E27FC236}">
                                  <a16:creationId xmlns:a16="http://schemas.microsoft.com/office/drawing/2014/main" id="{D323D677-ED75-414B-AF9B-5EA288A30A3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910815730"/>
                                </p:ext>
                              </p:extLst>
                            </p:nvPr>
                          </p:nvGraphicFramePr>
                          <p:xfrm>
                            <a:off x="2122087" y="1503359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433448" ay="1433014" az="-1105299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7"/>
                                </am3d:raster>
                                <am3d:objViewport viewportSz="5757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851" name="3D Model 850" descr="Sphere">
                              <a:extLst>
                                <a:ext uri="{FF2B5EF4-FFF2-40B4-BE49-F238E27FC236}">
                                  <a16:creationId xmlns:a16="http://schemas.microsoft.com/office/drawing/2014/main" id="{0727A1CA-B6CD-4DAE-99FF-69BB90DD571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650689" y="2282596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583" name="Flowchart: Connector 12582">
                          <a:extLst>
                            <a:ext uri="{FF2B5EF4-FFF2-40B4-BE49-F238E27FC236}">
                              <a16:creationId xmlns:a16="http://schemas.microsoft.com/office/drawing/2014/main" id="{4FA95AE8-3359-4C3A-9B41-4351F45D328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584" name="3D Model 12583" descr="Sphere">
                              <a:extLst>
                                <a:ext uri="{FF2B5EF4-FFF2-40B4-BE49-F238E27FC236}">
                                  <a16:creationId xmlns:a16="http://schemas.microsoft.com/office/drawing/2014/main" id="{671D0808-6D65-45E7-B6C0-533863AAA13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727303461"/>
                                </p:ext>
                              </p:extLst>
                            </p:nvPr>
                          </p:nvGraphicFramePr>
                          <p:xfrm>
                            <a:off x="2368043" y="1593681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5"/>
                                </am3d:raster>
                                <am3d:objViewport viewportSz="5886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853" name="3D Model 852" descr="Sphere">
                              <a:extLst>
                                <a:ext uri="{FF2B5EF4-FFF2-40B4-BE49-F238E27FC236}">
                                  <a16:creationId xmlns:a16="http://schemas.microsoft.com/office/drawing/2014/main" id="{D841DD42-36A5-4623-BE98-E44C0C8B5602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693413" y="2299608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585" name="Flowchart: Connector 12584">
                          <a:extLst>
                            <a:ext uri="{FF2B5EF4-FFF2-40B4-BE49-F238E27FC236}">
                              <a16:creationId xmlns:a16="http://schemas.microsoft.com/office/drawing/2014/main" id="{004CEAC8-DA65-439F-8BDD-46598DC6881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586" name="3D Model 12585" descr="Sphere">
                              <a:extLst>
                                <a:ext uri="{FF2B5EF4-FFF2-40B4-BE49-F238E27FC236}">
                                  <a16:creationId xmlns:a16="http://schemas.microsoft.com/office/drawing/2014/main" id="{EA0626C2-891F-47F2-8698-4E7D288E42C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152426388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3235" cy="6170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7"/>
                                </am3d:raster>
                                <am3d:objViewport viewportSz="6018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855" name="3D Model 854" descr="Sphere">
                              <a:extLst>
                                <a:ext uri="{FF2B5EF4-FFF2-40B4-BE49-F238E27FC236}">
                                  <a16:creationId xmlns:a16="http://schemas.microsoft.com/office/drawing/2014/main" id="{AEEBBBBB-6EA1-41E8-A645-A2AC3676D29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3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735300" y="2308624"/>
                              <a:ext cx="53235" cy="61702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587" name="Flowchart: Connector 12586">
                          <a:extLst>
                            <a:ext uri="{FF2B5EF4-FFF2-40B4-BE49-F238E27FC236}">
                              <a16:creationId xmlns:a16="http://schemas.microsoft.com/office/drawing/2014/main" id="{91219E7E-2456-4C2F-9DDC-28BAEA46ED2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588" name="3D Model 12587" descr="Sphere">
                              <a:extLst>
                                <a:ext uri="{FF2B5EF4-FFF2-40B4-BE49-F238E27FC236}">
                                  <a16:creationId xmlns:a16="http://schemas.microsoft.com/office/drawing/2014/main" id="{625BFA64-ED66-48C1-98CB-F308EA21EC8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766885666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1045" cy="5891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9"/>
                                </am3d:raster>
                                <am3d:objViewport viewportSz="5955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857" name="3D Model 856" descr="Sphere">
                              <a:extLst>
                                <a:ext uri="{FF2B5EF4-FFF2-40B4-BE49-F238E27FC236}">
                                  <a16:creationId xmlns:a16="http://schemas.microsoft.com/office/drawing/2014/main" id="{6C1E3FBB-6BE6-4150-AA32-F4B23F79453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781926" y="2325018"/>
                              <a:ext cx="51045" cy="589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12478" name="Group 12477">
                      <a:extLst>
                        <a:ext uri="{FF2B5EF4-FFF2-40B4-BE49-F238E27FC236}">
                          <a16:creationId xmlns:a16="http://schemas.microsoft.com/office/drawing/2014/main" id="{837B2D4B-8380-41FA-A5AE-69C113007D74}"/>
                        </a:ext>
                      </a:extLst>
                    </p:cNvPr>
                    <p:cNvGrpSpPr/>
                    <p:nvPr/>
                  </p:nvGrpSpPr>
                  <p:grpSpPr>
                    <a:xfrm rot="18542409">
                      <a:off x="2257159" y="236280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2548" name="Freeform: Shape 12547">
                        <a:extLst>
                          <a:ext uri="{FF2B5EF4-FFF2-40B4-BE49-F238E27FC236}">
                            <a16:creationId xmlns:a16="http://schemas.microsoft.com/office/drawing/2014/main" id="{EFD35CE0-BB92-4F02-8D76-E7D808F7006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549" name="Rectangle: Rounded Corners 12548">
                        <a:extLst>
                          <a:ext uri="{FF2B5EF4-FFF2-40B4-BE49-F238E27FC236}">
                            <a16:creationId xmlns:a16="http://schemas.microsoft.com/office/drawing/2014/main" id="{85F866B3-412F-4983-8050-51FCEECF68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479" name="Group 12478">
                      <a:extLst>
                        <a:ext uri="{FF2B5EF4-FFF2-40B4-BE49-F238E27FC236}">
                          <a16:creationId xmlns:a16="http://schemas.microsoft.com/office/drawing/2014/main" id="{E89ABA6D-1B6A-4FF5-9357-97EC53A28D0A}"/>
                        </a:ext>
                      </a:extLst>
                    </p:cNvPr>
                    <p:cNvGrpSpPr/>
                    <p:nvPr/>
                  </p:nvGrpSpPr>
                  <p:grpSpPr>
                    <a:xfrm rot="17122200">
                      <a:off x="1187274" y="235013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2546" name="Freeform: Shape 12545">
                        <a:extLst>
                          <a:ext uri="{FF2B5EF4-FFF2-40B4-BE49-F238E27FC236}">
                            <a16:creationId xmlns:a16="http://schemas.microsoft.com/office/drawing/2014/main" id="{E45DAA95-A56F-4520-B8D3-672A7F851FF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547" name="Rectangle: Rounded Corners 12546">
                        <a:extLst>
                          <a:ext uri="{FF2B5EF4-FFF2-40B4-BE49-F238E27FC236}">
                            <a16:creationId xmlns:a16="http://schemas.microsoft.com/office/drawing/2014/main" id="{F3CF762C-7DF4-44A4-8DCA-D9F1D0850BF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480" name="Group 12479">
                      <a:extLst>
                        <a:ext uri="{FF2B5EF4-FFF2-40B4-BE49-F238E27FC236}">
                          <a16:creationId xmlns:a16="http://schemas.microsoft.com/office/drawing/2014/main" id="{F6EFB17C-E5C5-4649-9C88-D5E28BB64699}"/>
                        </a:ext>
                      </a:extLst>
                    </p:cNvPr>
                    <p:cNvGrpSpPr/>
                    <p:nvPr/>
                  </p:nvGrpSpPr>
                  <p:grpSpPr>
                    <a:xfrm rot="658209">
                      <a:off x="2479276" y="3323586"/>
                      <a:ext cx="746642" cy="235253"/>
                      <a:chOff x="2620172" y="2546175"/>
                      <a:chExt cx="834986" cy="143092"/>
                    </a:xfrm>
                  </p:grpSpPr>
                  <p:sp>
                    <p:nvSpPr>
                      <p:cNvPr id="12544" name="Freeform: Shape 12543">
                        <a:extLst>
                          <a:ext uri="{FF2B5EF4-FFF2-40B4-BE49-F238E27FC236}">
                            <a16:creationId xmlns:a16="http://schemas.microsoft.com/office/drawing/2014/main" id="{C64AC099-D42D-4FEF-AD16-E1223D61B46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545" name="Rectangle: Rounded Corners 12544">
                        <a:extLst>
                          <a:ext uri="{FF2B5EF4-FFF2-40B4-BE49-F238E27FC236}">
                            <a16:creationId xmlns:a16="http://schemas.microsoft.com/office/drawing/2014/main" id="{0CA7F6AB-D72E-40DE-B78B-291EE85139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481" name="Group 12480">
                      <a:extLst>
                        <a:ext uri="{FF2B5EF4-FFF2-40B4-BE49-F238E27FC236}">
                          <a16:creationId xmlns:a16="http://schemas.microsoft.com/office/drawing/2014/main" id="{8D0526F5-4CDB-4F4B-8AA7-238586C24395}"/>
                        </a:ext>
                      </a:extLst>
                    </p:cNvPr>
                    <p:cNvGrpSpPr/>
                    <p:nvPr/>
                  </p:nvGrpSpPr>
                  <p:grpSpPr>
                    <a:xfrm rot="18837888">
                      <a:off x="1789768" y="223810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2542" name="Freeform: Shape 12541">
                        <a:extLst>
                          <a:ext uri="{FF2B5EF4-FFF2-40B4-BE49-F238E27FC236}">
                            <a16:creationId xmlns:a16="http://schemas.microsoft.com/office/drawing/2014/main" id="{49ED59DB-8E7C-483A-9569-B966B47800A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543" name="Rectangle: Rounded Corners 12542">
                        <a:extLst>
                          <a:ext uri="{FF2B5EF4-FFF2-40B4-BE49-F238E27FC236}">
                            <a16:creationId xmlns:a16="http://schemas.microsoft.com/office/drawing/2014/main" id="{BE901165-B0E2-42AE-8B67-F86824DB59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482" name="Group 12481">
                      <a:extLst>
                        <a:ext uri="{FF2B5EF4-FFF2-40B4-BE49-F238E27FC236}">
                          <a16:creationId xmlns:a16="http://schemas.microsoft.com/office/drawing/2014/main" id="{0B71EEFF-0142-42A6-B783-584D03F8FC5B}"/>
                        </a:ext>
                      </a:extLst>
                    </p:cNvPr>
                    <p:cNvGrpSpPr/>
                    <p:nvPr/>
                  </p:nvGrpSpPr>
                  <p:grpSpPr>
                    <a:xfrm rot="16200000">
                      <a:off x="563034" y="2429570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2540" name="Freeform: Shape 12539">
                        <a:extLst>
                          <a:ext uri="{FF2B5EF4-FFF2-40B4-BE49-F238E27FC236}">
                            <a16:creationId xmlns:a16="http://schemas.microsoft.com/office/drawing/2014/main" id="{01147854-7C96-4A47-B243-0702F5E2972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541" name="Rectangle: Rounded Corners 12540">
                        <a:extLst>
                          <a:ext uri="{FF2B5EF4-FFF2-40B4-BE49-F238E27FC236}">
                            <a16:creationId xmlns:a16="http://schemas.microsoft.com/office/drawing/2014/main" id="{60ABFF05-63DE-4437-9615-22EA0D0C25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483" name="Group 12482">
                      <a:extLst>
                        <a:ext uri="{FF2B5EF4-FFF2-40B4-BE49-F238E27FC236}">
                          <a16:creationId xmlns:a16="http://schemas.microsoft.com/office/drawing/2014/main" id="{2FAA4192-99AA-48BD-A791-C2723C8E0FC6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350328" y="442527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2538" name="Freeform: Shape 12537">
                        <a:extLst>
                          <a:ext uri="{FF2B5EF4-FFF2-40B4-BE49-F238E27FC236}">
                            <a16:creationId xmlns:a16="http://schemas.microsoft.com/office/drawing/2014/main" id="{B20CBE07-052C-4B26-9640-50525F4B956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539" name="Rectangle: Rounded Corners 12538">
                        <a:extLst>
                          <a:ext uri="{FF2B5EF4-FFF2-40B4-BE49-F238E27FC236}">
                            <a16:creationId xmlns:a16="http://schemas.microsoft.com/office/drawing/2014/main" id="{0B2E6256-1AB6-4213-84DA-EC28DEB5F0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484" name="Group 12483">
                      <a:extLst>
                        <a:ext uri="{FF2B5EF4-FFF2-40B4-BE49-F238E27FC236}">
                          <a16:creationId xmlns:a16="http://schemas.microsoft.com/office/drawing/2014/main" id="{A34CC1F8-BDB7-44CC-847D-5E562CF0F80A}"/>
                        </a:ext>
                      </a:extLst>
                    </p:cNvPr>
                    <p:cNvGrpSpPr/>
                    <p:nvPr/>
                  </p:nvGrpSpPr>
                  <p:grpSpPr>
                    <a:xfrm rot="5880914">
                      <a:off x="789613" y="438062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2536" name="Freeform: Shape 12535">
                        <a:extLst>
                          <a:ext uri="{FF2B5EF4-FFF2-40B4-BE49-F238E27FC236}">
                            <a16:creationId xmlns:a16="http://schemas.microsoft.com/office/drawing/2014/main" id="{E276A46B-D80E-451F-9AA6-44F6DDEA440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537" name="Rectangle: Rounded Corners 12536">
                        <a:extLst>
                          <a:ext uri="{FF2B5EF4-FFF2-40B4-BE49-F238E27FC236}">
                            <a16:creationId xmlns:a16="http://schemas.microsoft.com/office/drawing/2014/main" id="{B96420E6-206B-4984-9CD0-807F1564C5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485" name="Group 12484">
                      <a:extLst>
                        <a:ext uri="{FF2B5EF4-FFF2-40B4-BE49-F238E27FC236}">
                          <a16:creationId xmlns:a16="http://schemas.microsoft.com/office/drawing/2014/main" id="{3C1E68EA-F4AE-44F1-98CD-EF686E5E0123}"/>
                        </a:ext>
                      </a:extLst>
                    </p:cNvPr>
                    <p:cNvGrpSpPr/>
                    <p:nvPr/>
                  </p:nvGrpSpPr>
                  <p:grpSpPr>
                    <a:xfrm rot="13587211">
                      <a:off x="651990" y="2929858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2534" name="Freeform: Shape 12533">
                        <a:extLst>
                          <a:ext uri="{FF2B5EF4-FFF2-40B4-BE49-F238E27FC236}">
                            <a16:creationId xmlns:a16="http://schemas.microsoft.com/office/drawing/2014/main" id="{E8383CD0-D342-4FC7-B9FF-B811742F9DD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535" name="Rectangle: Rounded Corners 12534">
                        <a:extLst>
                          <a:ext uri="{FF2B5EF4-FFF2-40B4-BE49-F238E27FC236}">
                            <a16:creationId xmlns:a16="http://schemas.microsoft.com/office/drawing/2014/main" id="{DC95FA28-B052-47C7-9F79-BDB498B0DD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486" name="Group 12485">
                      <a:extLst>
                        <a:ext uri="{FF2B5EF4-FFF2-40B4-BE49-F238E27FC236}">
                          <a16:creationId xmlns:a16="http://schemas.microsoft.com/office/drawing/2014/main" id="{611505C3-14AA-4FC7-9423-29D13E5E4DE9}"/>
                        </a:ext>
                      </a:extLst>
                    </p:cNvPr>
                    <p:cNvGrpSpPr/>
                    <p:nvPr/>
                  </p:nvGrpSpPr>
                  <p:grpSpPr>
                    <a:xfrm rot="11351284">
                      <a:off x="163719" y="3807693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2532" name="Freeform: Shape 12531">
                        <a:extLst>
                          <a:ext uri="{FF2B5EF4-FFF2-40B4-BE49-F238E27FC236}">
                            <a16:creationId xmlns:a16="http://schemas.microsoft.com/office/drawing/2014/main" id="{12B39498-F3BF-4D0D-A20A-50CCF53F4A5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533" name="Rectangle: Rounded Corners 12532">
                        <a:extLst>
                          <a:ext uri="{FF2B5EF4-FFF2-40B4-BE49-F238E27FC236}">
                            <a16:creationId xmlns:a16="http://schemas.microsoft.com/office/drawing/2014/main" id="{44BE2E14-3DA9-4D2F-BF09-A33EF880F3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487" name="Group 12486">
                      <a:extLst>
                        <a:ext uri="{FF2B5EF4-FFF2-40B4-BE49-F238E27FC236}">
                          <a16:creationId xmlns:a16="http://schemas.microsoft.com/office/drawing/2014/main" id="{810497AE-37E8-4DBF-B340-E12CFAABA894}"/>
                        </a:ext>
                      </a:extLst>
                    </p:cNvPr>
                    <p:cNvGrpSpPr/>
                    <p:nvPr/>
                  </p:nvGrpSpPr>
                  <p:grpSpPr>
                    <a:xfrm rot="4193783">
                      <a:off x="2062756" y="4148262"/>
                      <a:ext cx="706454" cy="171076"/>
                      <a:chOff x="2620172" y="2546175"/>
                      <a:chExt cx="834986" cy="143092"/>
                    </a:xfrm>
                  </p:grpSpPr>
                  <p:sp>
                    <p:nvSpPr>
                      <p:cNvPr id="12530" name="Freeform: Shape 12529">
                        <a:extLst>
                          <a:ext uri="{FF2B5EF4-FFF2-40B4-BE49-F238E27FC236}">
                            <a16:creationId xmlns:a16="http://schemas.microsoft.com/office/drawing/2014/main" id="{D8D82FFD-78B1-4D17-A443-DE85B5EF3FF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531" name="Rectangle: Rounded Corners 12530">
                        <a:extLst>
                          <a:ext uri="{FF2B5EF4-FFF2-40B4-BE49-F238E27FC236}">
                            <a16:creationId xmlns:a16="http://schemas.microsoft.com/office/drawing/2014/main" id="{EE658A63-4D50-4636-B7A5-E06A460F951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488" name="Group 12487">
                      <a:extLst>
                        <a:ext uri="{FF2B5EF4-FFF2-40B4-BE49-F238E27FC236}">
                          <a16:creationId xmlns:a16="http://schemas.microsoft.com/office/drawing/2014/main" id="{2CF3C4BB-2DC5-436F-9FF2-A53B99EF6628}"/>
                        </a:ext>
                      </a:extLst>
                    </p:cNvPr>
                    <p:cNvGrpSpPr/>
                    <p:nvPr/>
                  </p:nvGrpSpPr>
                  <p:grpSpPr>
                    <a:xfrm rot="1837203">
                      <a:off x="2331692" y="387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2528" name="Freeform: Shape 12527">
                        <a:extLst>
                          <a:ext uri="{FF2B5EF4-FFF2-40B4-BE49-F238E27FC236}">
                            <a16:creationId xmlns:a16="http://schemas.microsoft.com/office/drawing/2014/main" id="{6CD742A5-AE53-43D0-BDA9-7209F52A45D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529" name="Rectangle: Rounded Corners 12528">
                        <a:extLst>
                          <a:ext uri="{FF2B5EF4-FFF2-40B4-BE49-F238E27FC236}">
                            <a16:creationId xmlns:a16="http://schemas.microsoft.com/office/drawing/2014/main" id="{A846DA56-CC17-4014-9ED2-17CF812D85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489" name="Group 12488">
                      <a:extLst>
                        <a:ext uri="{FF2B5EF4-FFF2-40B4-BE49-F238E27FC236}">
                          <a16:creationId xmlns:a16="http://schemas.microsoft.com/office/drawing/2014/main" id="{B91FDA3D-33C9-46C4-B7DD-C0D2CAB73069}"/>
                        </a:ext>
                      </a:extLst>
                    </p:cNvPr>
                    <p:cNvGrpSpPr/>
                    <p:nvPr/>
                  </p:nvGrpSpPr>
                  <p:grpSpPr>
                    <a:xfrm rot="932650">
                      <a:off x="2489621" y="310501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2526" name="Freeform: Shape 12525">
                        <a:extLst>
                          <a:ext uri="{FF2B5EF4-FFF2-40B4-BE49-F238E27FC236}">
                            <a16:creationId xmlns:a16="http://schemas.microsoft.com/office/drawing/2014/main" id="{A7024790-9C20-4AA5-B3C8-02605A54180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527" name="Rectangle: Rounded Corners 12526">
                        <a:extLst>
                          <a:ext uri="{FF2B5EF4-FFF2-40B4-BE49-F238E27FC236}">
                            <a16:creationId xmlns:a16="http://schemas.microsoft.com/office/drawing/2014/main" id="{8DA3F6E2-B54A-4507-BD99-6F25D22C94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490" name="Group 12489">
                      <a:extLst>
                        <a:ext uri="{FF2B5EF4-FFF2-40B4-BE49-F238E27FC236}">
                          <a16:creationId xmlns:a16="http://schemas.microsoft.com/office/drawing/2014/main" id="{EECE605F-4E11-48C7-83D8-FC543D603D25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686489" y="34904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2524" name="Freeform: Shape 12523">
                        <a:extLst>
                          <a:ext uri="{FF2B5EF4-FFF2-40B4-BE49-F238E27FC236}">
                            <a16:creationId xmlns:a16="http://schemas.microsoft.com/office/drawing/2014/main" id="{4C2F6AE9-6A7C-47F6-A2C0-921EDD3E492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525" name="Rectangle: Rounded Corners 12524">
                        <a:extLst>
                          <a:ext uri="{FF2B5EF4-FFF2-40B4-BE49-F238E27FC236}">
                            <a16:creationId xmlns:a16="http://schemas.microsoft.com/office/drawing/2014/main" id="{3799E49B-E462-4484-8277-993492C519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491" name="Group 12490">
                      <a:extLst>
                        <a:ext uri="{FF2B5EF4-FFF2-40B4-BE49-F238E27FC236}">
                          <a16:creationId xmlns:a16="http://schemas.microsoft.com/office/drawing/2014/main" id="{FBEF0B46-9E48-458D-BB12-A5E3AB259DFF}"/>
                        </a:ext>
                      </a:extLst>
                    </p:cNvPr>
                    <p:cNvGrpSpPr/>
                    <p:nvPr/>
                  </p:nvGrpSpPr>
                  <p:grpSpPr>
                    <a:xfrm rot="16924252">
                      <a:off x="1635001" y="2371073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2522" name="Freeform: Shape 12521">
                        <a:extLst>
                          <a:ext uri="{FF2B5EF4-FFF2-40B4-BE49-F238E27FC236}">
                            <a16:creationId xmlns:a16="http://schemas.microsoft.com/office/drawing/2014/main" id="{CBD0F2AC-0112-4302-A86F-52ED9238848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523" name="Rectangle: Rounded Corners 12522">
                        <a:extLst>
                          <a:ext uri="{FF2B5EF4-FFF2-40B4-BE49-F238E27FC236}">
                            <a16:creationId xmlns:a16="http://schemas.microsoft.com/office/drawing/2014/main" id="{71BE81FF-273A-4491-9D0E-AF17669442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492" name="Group 12491">
                      <a:extLst>
                        <a:ext uri="{FF2B5EF4-FFF2-40B4-BE49-F238E27FC236}">
                          <a16:creationId xmlns:a16="http://schemas.microsoft.com/office/drawing/2014/main" id="{EC20812A-E0F0-47E3-89E2-2BD9FB5BFA2B}"/>
                        </a:ext>
                      </a:extLst>
                    </p:cNvPr>
                    <p:cNvGrpSpPr/>
                    <p:nvPr/>
                  </p:nvGrpSpPr>
                  <p:grpSpPr>
                    <a:xfrm rot="15677156">
                      <a:off x="985517" y="2521255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2520" name="Freeform: Shape 12519">
                        <a:extLst>
                          <a:ext uri="{FF2B5EF4-FFF2-40B4-BE49-F238E27FC236}">
                            <a16:creationId xmlns:a16="http://schemas.microsoft.com/office/drawing/2014/main" id="{D4F6D5D9-FB82-48C5-9DCF-88FD0232BA3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521" name="Rectangle: Rounded Corners 12520">
                        <a:extLst>
                          <a:ext uri="{FF2B5EF4-FFF2-40B4-BE49-F238E27FC236}">
                            <a16:creationId xmlns:a16="http://schemas.microsoft.com/office/drawing/2014/main" id="{B26C4DD9-0CE4-462A-AD0D-3F10D63DB1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493" name="Group 12492">
                      <a:extLst>
                        <a:ext uri="{FF2B5EF4-FFF2-40B4-BE49-F238E27FC236}">
                          <a16:creationId xmlns:a16="http://schemas.microsoft.com/office/drawing/2014/main" id="{6AE2D2D0-97E0-412C-8FB7-AE0B794CC343}"/>
                        </a:ext>
                      </a:extLst>
                    </p:cNvPr>
                    <p:cNvGrpSpPr/>
                    <p:nvPr/>
                  </p:nvGrpSpPr>
                  <p:grpSpPr>
                    <a:xfrm rot="14354853" flipV="1">
                      <a:off x="976412" y="243847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2518" name="Freeform: Shape 12517">
                        <a:extLst>
                          <a:ext uri="{FF2B5EF4-FFF2-40B4-BE49-F238E27FC236}">
                            <a16:creationId xmlns:a16="http://schemas.microsoft.com/office/drawing/2014/main" id="{2BF9E018-4839-4441-9A98-48399EDE5CB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519" name="Rectangle: Rounded Corners 12518">
                        <a:extLst>
                          <a:ext uri="{FF2B5EF4-FFF2-40B4-BE49-F238E27FC236}">
                            <a16:creationId xmlns:a16="http://schemas.microsoft.com/office/drawing/2014/main" id="{CE668A68-26B8-445E-8831-7ED0D93654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494" name="Group 12493">
                      <a:extLst>
                        <a:ext uri="{FF2B5EF4-FFF2-40B4-BE49-F238E27FC236}">
                          <a16:creationId xmlns:a16="http://schemas.microsoft.com/office/drawing/2014/main" id="{BE4EC0D6-32A2-41DB-980B-A82FDC3FB5B4}"/>
                        </a:ext>
                      </a:extLst>
                    </p:cNvPr>
                    <p:cNvGrpSpPr/>
                    <p:nvPr/>
                  </p:nvGrpSpPr>
                  <p:grpSpPr>
                    <a:xfrm rot="9793356" flipV="1">
                      <a:off x="215985" y="323790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2516" name="Freeform: Shape 12515">
                        <a:extLst>
                          <a:ext uri="{FF2B5EF4-FFF2-40B4-BE49-F238E27FC236}">
                            <a16:creationId xmlns:a16="http://schemas.microsoft.com/office/drawing/2014/main" id="{80FB60E6-3802-43D8-BB96-BDB8206AE8D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517" name="Rectangle: Rounded Corners 12516">
                        <a:extLst>
                          <a:ext uri="{FF2B5EF4-FFF2-40B4-BE49-F238E27FC236}">
                            <a16:creationId xmlns:a16="http://schemas.microsoft.com/office/drawing/2014/main" id="{D87670CD-3102-46B7-AB16-7058344F35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495" name="Group 12494">
                      <a:extLst>
                        <a:ext uri="{FF2B5EF4-FFF2-40B4-BE49-F238E27FC236}">
                          <a16:creationId xmlns:a16="http://schemas.microsoft.com/office/drawing/2014/main" id="{71DF0D78-9AE6-4DB2-BE4B-902B2153AE80}"/>
                        </a:ext>
                      </a:extLst>
                    </p:cNvPr>
                    <p:cNvGrpSpPr/>
                    <p:nvPr/>
                  </p:nvGrpSpPr>
                  <p:grpSpPr>
                    <a:xfrm rot="6907686" flipV="1">
                      <a:off x="692019" y="393196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2514" name="Freeform: Shape 12513">
                        <a:extLst>
                          <a:ext uri="{FF2B5EF4-FFF2-40B4-BE49-F238E27FC236}">
                            <a16:creationId xmlns:a16="http://schemas.microsoft.com/office/drawing/2014/main" id="{3864A50D-AEA3-40B5-89BD-C63EC97D860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515" name="Rectangle: Rounded Corners 12514">
                        <a:extLst>
                          <a:ext uri="{FF2B5EF4-FFF2-40B4-BE49-F238E27FC236}">
                            <a16:creationId xmlns:a16="http://schemas.microsoft.com/office/drawing/2014/main" id="{3B64983F-E869-4183-9F8F-8380C0FA87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496" name="Group 12495">
                      <a:extLst>
                        <a:ext uri="{FF2B5EF4-FFF2-40B4-BE49-F238E27FC236}">
                          <a16:creationId xmlns:a16="http://schemas.microsoft.com/office/drawing/2014/main" id="{9ADF6E2D-D61F-4F9A-94DB-DAF6EB7B057C}"/>
                        </a:ext>
                      </a:extLst>
                    </p:cNvPr>
                    <p:cNvGrpSpPr/>
                    <p:nvPr/>
                  </p:nvGrpSpPr>
                  <p:grpSpPr>
                    <a:xfrm rot="1465711" flipV="1">
                      <a:off x="2002734" y="340448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2512" name="Freeform: Shape 12511">
                        <a:extLst>
                          <a:ext uri="{FF2B5EF4-FFF2-40B4-BE49-F238E27FC236}">
                            <a16:creationId xmlns:a16="http://schemas.microsoft.com/office/drawing/2014/main" id="{B2A22CE3-03A4-4206-8AD1-66C7FF23606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513" name="Rectangle: Rounded Corners 12512">
                        <a:extLst>
                          <a:ext uri="{FF2B5EF4-FFF2-40B4-BE49-F238E27FC236}">
                            <a16:creationId xmlns:a16="http://schemas.microsoft.com/office/drawing/2014/main" id="{1EFE17BB-8875-486B-A559-947CDE9BAD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497" name="Group 12496">
                      <a:extLst>
                        <a:ext uri="{FF2B5EF4-FFF2-40B4-BE49-F238E27FC236}">
                          <a16:creationId xmlns:a16="http://schemas.microsoft.com/office/drawing/2014/main" id="{F128DD64-30A7-421F-A37B-A9E1AA6EF107}"/>
                        </a:ext>
                      </a:extLst>
                    </p:cNvPr>
                    <p:cNvGrpSpPr/>
                    <p:nvPr/>
                  </p:nvGrpSpPr>
                  <p:grpSpPr>
                    <a:xfrm rot="19016516">
                      <a:off x="1733273" y="283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2510" name="Freeform: Shape 12509">
                        <a:extLst>
                          <a:ext uri="{FF2B5EF4-FFF2-40B4-BE49-F238E27FC236}">
                            <a16:creationId xmlns:a16="http://schemas.microsoft.com/office/drawing/2014/main" id="{53CB1693-1620-42EE-A2C2-528909C21DE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511" name="Rectangle: Rounded Corners 12510">
                        <a:extLst>
                          <a:ext uri="{FF2B5EF4-FFF2-40B4-BE49-F238E27FC236}">
                            <a16:creationId xmlns:a16="http://schemas.microsoft.com/office/drawing/2014/main" id="{76205006-7F15-42F4-AD14-ADA80072E4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498" name="Group 12497">
                      <a:extLst>
                        <a:ext uri="{FF2B5EF4-FFF2-40B4-BE49-F238E27FC236}">
                          <a16:creationId xmlns:a16="http://schemas.microsoft.com/office/drawing/2014/main" id="{6D80E34A-1564-4FD7-853A-274638C41EDB}"/>
                        </a:ext>
                      </a:extLst>
                    </p:cNvPr>
                    <p:cNvGrpSpPr/>
                    <p:nvPr/>
                  </p:nvGrpSpPr>
                  <p:grpSpPr>
                    <a:xfrm rot="19245075">
                      <a:off x="1632068" y="282541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2508" name="Freeform: Shape 12507">
                        <a:extLst>
                          <a:ext uri="{FF2B5EF4-FFF2-40B4-BE49-F238E27FC236}">
                            <a16:creationId xmlns:a16="http://schemas.microsoft.com/office/drawing/2014/main" id="{57009C22-7A1F-47BF-81BF-07518BD9AED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509" name="Rectangle: Rounded Corners 12508">
                        <a:extLst>
                          <a:ext uri="{FF2B5EF4-FFF2-40B4-BE49-F238E27FC236}">
                            <a16:creationId xmlns:a16="http://schemas.microsoft.com/office/drawing/2014/main" id="{358798D8-0F8D-49B1-8D8B-4C40616003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499" name="Group 12498">
                      <a:extLst>
                        <a:ext uri="{FF2B5EF4-FFF2-40B4-BE49-F238E27FC236}">
                          <a16:creationId xmlns:a16="http://schemas.microsoft.com/office/drawing/2014/main" id="{1A6508A9-287D-46E5-B3EE-BBE19187D60A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838889" y="36428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2506" name="Freeform: Shape 12505">
                        <a:extLst>
                          <a:ext uri="{FF2B5EF4-FFF2-40B4-BE49-F238E27FC236}">
                            <a16:creationId xmlns:a16="http://schemas.microsoft.com/office/drawing/2014/main" id="{410B7A7A-4567-4D6A-B57D-FABE69BAEAB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507" name="Rectangle: Rounded Corners 12506">
                        <a:extLst>
                          <a:ext uri="{FF2B5EF4-FFF2-40B4-BE49-F238E27FC236}">
                            <a16:creationId xmlns:a16="http://schemas.microsoft.com/office/drawing/2014/main" id="{39957A2B-B05F-4ADA-BBCD-1FA4173A00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500" name="Group 12499">
                      <a:extLst>
                        <a:ext uri="{FF2B5EF4-FFF2-40B4-BE49-F238E27FC236}">
                          <a16:creationId xmlns:a16="http://schemas.microsoft.com/office/drawing/2014/main" id="{875DF707-7EF2-49D0-889F-A6EF28F20E95}"/>
                        </a:ext>
                      </a:extLst>
                    </p:cNvPr>
                    <p:cNvGrpSpPr/>
                    <p:nvPr/>
                  </p:nvGrpSpPr>
                  <p:grpSpPr>
                    <a:xfrm rot="15824399">
                      <a:off x="1224680" y="281893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2504" name="Freeform: Shape 12503">
                        <a:extLst>
                          <a:ext uri="{FF2B5EF4-FFF2-40B4-BE49-F238E27FC236}">
                            <a16:creationId xmlns:a16="http://schemas.microsoft.com/office/drawing/2014/main" id="{4CFDE602-D5A9-498D-9F54-91F995DAAFF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505" name="Rectangle: Rounded Corners 12504">
                        <a:extLst>
                          <a:ext uri="{FF2B5EF4-FFF2-40B4-BE49-F238E27FC236}">
                            <a16:creationId xmlns:a16="http://schemas.microsoft.com/office/drawing/2014/main" id="{35AE401C-1D4C-40DF-9DFE-93007A465B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501" name="Group 12500">
                      <a:extLst>
                        <a:ext uri="{FF2B5EF4-FFF2-40B4-BE49-F238E27FC236}">
                          <a16:creationId xmlns:a16="http://schemas.microsoft.com/office/drawing/2014/main" id="{435C1D3D-F824-4D77-BA6C-8CB601E1271F}"/>
                        </a:ext>
                      </a:extLst>
                    </p:cNvPr>
                    <p:cNvGrpSpPr/>
                    <p:nvPr/>
                  </p:nvGrpSpPr>
                  <p:grpSpPr>
                    <a:xfrm rot="16697394">
                      <a:off x="1080028" y="2168448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2502" name="Freeform: Shape 12501">
                        <a:extLst>
                          <a:ext uri="{FF2B5EF4-FFF2-40B4-BE49-F238E27FC236}">
                            <a16:creationId xmlns:a16="http://schemas.microsoft.com/office/drawing/2014/main" id="{07D1A8A3-67BD-47B3-ABFD-1BF3057F851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503" name="Rectangle: Rounded Corners 12502">
                        <a:extLst>
                          <a:ext uri="{FF2B5EF4-FFF2-40B4-BE49-F238E27FC236}">
                            <a16:creationId xmlns:a16="http://schemas.microsoft.com/office/drawing/2014/main" id="{CC511135-EBC1-400A-B7AA-254BA2091D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</p:grpSp>
              <p:sp>
                <p:nvSpPr>
                  <p:cNvPr id="12472" name="Freeform: Shape 12471">
                    <a:extLst>
                      <a:ext uri="{FF2B5EF4-FFF2-40B4-BE49-F238E27FC236}">
                        <a16:creationId xmlns:a16="http://schemas.microsoft.com/office/drawing/2014/main" id="{BB4D7408-45C4-43B0-8DB9-309B45F9A44D}"/>
                      </a:ext>
                    </a:extLst>
                  </p:cNvPr>
                  <p:cNvSpPr/>
                  <p:nvPr/>
                </p:nvSpPr>
                <p:spPr>
                  <a:xfrm rot="6017948" flipV="1">
                    <a:off x="1305755" y="4290452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2473" name="Freeform: Shape 12472">
                    <a:extLst>
                      <a:ext uri="{FF2B5EF4-FFF2-40B4-BE49-F238E27FC236}">
                        <a16:creationId xmlns:a16="http://schemas.microsoft.com/office/drawing/2014/main" id="{851291B8-F829-4B8F-AB61-D00A686320C9}"/>
                      </a:ext>
                    </a:extLst>
                  </p:cNvPr>
                  <p:cNvSpPr/>
                  <p:nvPr/>
                </p:nvSpPr>
                <p:spPr>
                  <a:xfrm rot="21277659">
                    <a:off x="2517403" y="2906549"/>
                    <a:ext cx="690584" cy="235253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2474" name="Freeform: Shape 12473">
                    <a:extLst>
                      <a:ext uri="{FF2B5EF4-FFF2-40B4-BE49-F238E27FC236}">
                        <a16:creationId xmlns:a16="http://schemas.microsoft.com/office/drawing/2014/main" id="{30F46676-4CBC-4005-AF4A-AE08CF4E8A20}"/>
                      </a:ext>
                    </a:extLst>
                  </p:cNvPr>
                  <p:cNvSpPr/>
                  <p:nvPr/>
                </p:nvSpPr>
                <p:spPr>
                  <a:xfrm rot="11528244" flipV="1">
                    <a:off x="344853" y="2978311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</p:grpSp>
            <p:grpSp>
              <p:nvGrpSpPr>
                <p:cNvPr id="11007" name="Group 11006">
                  <a:extLst>
                    <a:ext uri="{FF2B5EF4-FFF2-40B4-BE49-F238E27FC236}">
                      <a16:creationId xmlns:a16="http://schemas.microsoft.com/office/drawing/2014/main" id="{0003CF06-5464-4137-BEE2-62A8EEDCA771}"/>
                    </a:ext>
                  </a:extLst>
                </p:cNvPr>
                <p:cNvGrpSpPr/>
                <p:nvPr/>
              </p:nvGrpSpPr>
              <p:grpSpPr>
                <a:xfrm>
                  <a:off x="3962289" y="2103579"/>
                  <a:ext cx="531923" cy="573923"/>
                  <a:chOff x="163719" y="1822501"/>
                  <a:chExt cx="3062199" cy="3047160"/>
                </a:xfrm>
              </p:grpSpPr>
              <p:grpSp>
                <p:nvGrpSpPr>
                  <p:cNvPr id="12106" name="Group 12105">
                    <a:extLst>
                      <a:ext uri="{FF2B5EF4-FFF2-40B4-BE49-F238E27FC236}">
                        <a16:creationId xmlns:a16="http://schemas.microsoft.com/office/drawing/2014/main" id="{E344C322-ED8B-473B-B717-2E2594F87A84}"/>
                      </a:ext>
                    </a:extLst>
                  </p:cNvPr>
                  <p:cNvGrpSpPr/>
                  <p:nvPr/>
                </p:nvGrpSpPr>
                <p:grpSpPr>
                  <a:xfrm>
                    <a:off x="163719" y="1822501"/>
                    <a:ext cx="3062199" cy="3047160"/>
                    <a:chOff x="163719" y="1822501"/>
                    <a:chExt cx="3062199" cy="3047160"/>
                  </a:xfrm>
                </p:grpSpPr>
                <p:grpSp>
                  <p:nvGrpSpPr>
                    <p:cNvPr id="12110" name="Group 12109">
                      <a:extLst>
                        <a:ext uri="{FF2B5EF4-FFF2-40B4-BE49-F238E27FC236}">
                          <a16:creationId xmlns:a16="http://schemas.microsoft.com/office/drawing/2014/main" id="{677EFB60-6AAB-4009-9BA4-73F0DDF7D616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683131" y="384412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2469" name="Freeform: Shape 12468">
                        <a:extLst>
                          <a:ext uri="{FF2B5EF4-FFF2-40B4-BE49-F238E27FC236}">
                            <a16:creationId xmlns:a16="http://schemas.microsoft.com/office/drawing/2014/main" id="{F06E4BD3-C601-430A-80FD-69E4B400F1A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470" name="Rectangle: Rounded Corners 12469">
                        <a:extLst>
                          <a:ext uri="{FF2B5EF4-FFF2-40B4-BE49-F238E27FC236}">
                            <a16:creationId xmlns:a16="http://schemas.microsoft.com/office/drawing/2014/main" id="{B800E9CC-BF0E-4D80-BEA4-E77485A69E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111" name="Group 12110">
                      <a:extLst>
                        <a:ext uri="{FF2B5EF4-FFF2-40B4-BE49-F238E27FC236}">
                          <a16:creationId xmlns:a16="http://schemas.microsoft.com/office/drawing/2014/main" id="{879E5208-B9ED-4D79-A39D-1CCDB0D2204D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123013" y="4110752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2467" name="Freeform: Shape 12466">
                        <a:extLst>
                          <a:ext uri="{FF2B5EF4-FFF2-40B4-BE49-F238E27FC236}">
                            <a16:creationId xmlns:a16="http://schemas.microsoft.com/office/drawing/2014/main" id="{D963A0D0-90A7-4879-B690-1527D63C6654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468" name="Rectangle: Rounded Corners 12467">
                        <a:extLst>
                          <a:ext uri="{FF2B5EF4-FFF2-40B4-BE49-F238E27FC236}">
                            <a16:creationId xmlns:a16="http://schemas.microsoft.com/office/drawing/2014/main" id="{7972C525-EF39-451B-B088-39C5A0EF17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112" name="Group 12111">
                      <a:extLst>
                        <a:ext uri="{FF2B5EF4-FFF2-40B4-BE49-F238E27FC236}">
                          <a16:creationId xmlns:a16="http://schemas.microsoft.com/office/drawing/2014/main" id="{CADA203A-2B9E-4E0F-983C-2A6DFD8D05B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0260" y="2440902"/>
                      <a:ext cx="1730523" cy="1839492"/>
                      <a:chOff x="420511" y="1784768"/>
                      <a:chExt cx="1730523" cy="1839492"/>
                    </a:xfrm>
                  </p:grpSpPr>
                  <p:grpSp>
                    <p:nvGrpSpPr>
                      <p:cNvPr id="12185" name="Group 12184">
                        <a:extLst>
                          <a:ext uri="{FF2B5EF4-FFF2-40B4-BE49-F238E27FC236}">
                            <a16:creationId xmlns:a16="http://schemas.microsoft.com/office/drawing/2014/main" id="{E16A63F2-3028-4838-9561-7CCC790F086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69572" y="1784768"/>
                        <a:ext cx="1081462" cy="1476716"/>
                        <a:chOff x="2089993" y="1523034"/>
                        <a:chExt cx="1081462" cy="1476716"/>
                      </a:xfrm>
                    </p:grpSpPr>
                    <p:grpSp>
                      <p:nvGrpSpPr>
                        <p:cNvPr id="12406" name="Group 12405">
                          <a:extLst>
                            <a:ext uri="{FF2B5EF4-FFF2-40B4-BE49-F238E27FC236}">
                              <a16:creationId xmlns:a16="http://schemas.microsoft.com/office/drawing/2014/main" id="{EAC0D3B5-8060-4862-BDED-F50055FABE6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70705"/>
                          <a:ext cx="101484" cy="1016226"/>
                          <a:chOff x="1800622" y="2364951"/>
                          <a:chExt cx="101484" cy="1016226"/>
                        </a:xfrm>
                      </p:grpSpPr>
                      <p:sp>
                        <p:nvSpPr>
                          <p:cNvPr id="12463" name="Flowchart: Connector 12462">
                            <a:extLst>
                              <a:ext uri="{FF2B5EF4-FFF2-40B4-BE49-F238E27FC236}">
                                <a16:creationId xmlns:a16="http://schemas.microsoft.com/office/drawing/2014/main" id="{1DEA214B-BCFF-4041-A174-C6AF634545B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464" name="Flowchart: Connector 12463">
                            <a:extLst>
                              <a:ext uri="{FF2B5EF4-FFF2-40B4-BE49-F238E27FC236}">
                                <a16:creationId xmlns:a16="http://schemas.microsoft.com/office/drawing/2014/main" id="{8E11D3B2-3EA7-4138-9CF1-C1388E4862C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465" name="Flowchart: Connector 12464">
                            <a:extLst>
                              <a:ext uri="{FF2B5EF4-FFF2-40B4-BE49-F238E27FC236}">
                                <a16:creationId xmlns:a16="http://schemas.microsoft.com/office/drawing/2014/main" id="{9F707707-48ED-4220-B6D2-798AFA56BA4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466" name="Flowchart: Connector 12465">
                            <a:extLst>
                              <a:ext uri="{FF2B5EF4-FFF2-40B4-BE49-F238E27FC236}">
                                <a16:creationId xmlns:a16="http://schemas.microsoft.com/office/drawing/2014/main" id="{BA9C0345-6B0E-4956-B2E4-B17A72F4C72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649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12407" name="Group 12406">
                          <a:extLst>
                            <a:ext uri="{FF2B5EF4-FFF2-40B4-BE49-F238E27FC236}">
                              <a16:creationId xmlns:a16="http://schemas.microsoft.com/office/drawing/2014/main" id="{62524FB7-A097-43D3-B95C-BE02BD1292E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23034"/>
                          <a:ext cx="1057223" cy="1476716"/>
                          <a:chOff x="2114232" y="1523034"/>
                          <a:chExt cx="1057223" cy="1476716"/>
                        </a:xfrm>
                      </p:grpSpPr>
                      <p:grpSp>
                        <p:nvGrpSpPr>
                          <p:cNvPr id="12408" name="Group 12407">
                            <a:extLst>
                              <a:ext uri="{FF2B5EF4-FFF2-40B4-BE49-F238E27FC236}">
                                <a16:creationId xmlns:a16="http://schemas.microsoft.com/office/drawing/2014/main" id="{7881D17A-FD39-4634-880F-56388257F5B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47544" cy="539639"/>
                            <a:chOff x="3717189" y="1719497"/>
                            <a:chExt cx="1047544" cy="539639"/>
                          </a:xfrm>
                        </p:grpSpPr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456" name="3D Model 12455" descr="Sphere">
                                  <a:extLst>
                                    <a:ext uri="{FF2B5EF4-FFF2-40B4-BE49-F238E27FC236}">
                                      <a16:creationId xmlns:a16="http://schemas.microsoft.com/office/drawing/2014/main" id="{E305A99C-9D1E-48A0-A66D-613F200062F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592460890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457" name="Flowchart: Connector 12456">
                              <a:extLst>
                                <a:ext uri="{FF2B5EF4-FFF2-40B4-BE49-F238E27FC236}">
                                  <a16:creationId xmlns:a16="http://schemas.microsoft.com/office/drawing/2014/main" id="{C24E4147-E246-4C2B-B828-FFF3A3A0B7C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458" name="3D Model 12457" descr="Sphere">
                                  <a:extLst>
                                    <a:ext uri="{FF2B5EF4-FFF2-40B4-BE49-F238E27FC236}">
                                      <a16:creationId xmlns:a16="http://schemas.microsoft.com/office/drawing/2014/main" id="{8BB1A86F-B1AA-4BD5-A88B-9C3148D0D0C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096103033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459" name="Flowchart: Connector 12458">
                              <a:extLst>
                                <a:ext uri="{FF2B5EF4-FFF2-40B4-BE49-F238E27FC236}">
                                  <a16:creationId xmlns:a16="http://schemas.microsoft.com/office/drawing/2014/main" id="{90DBBCCB-2B74-413A-A980-3D0AB0BCECA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460" name="3D Model 12459" descr="Sphere">
                                  <a:extLst>
                                    <a:ext uri="{FF2B5EF4-FFF2-40B4-BE49-F238E27FC236}">
                                      <a16:creationId xmlns:a16="http://schemas.microsoft.com/office/drawing/2014/main" id="{2BCBF414-EB21-440F-B794-67CA8DEBA8C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637465069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461" name="Flowchart: Connector 12460">
                              <a:extLst>
                                <a:ext uri="{FF2B5EF4-FFF2-40B4-BE49-F238E27FC236}">
                                  <a16:creationId xmlns:a16="http://schemas.microsoft.com/office/drawing/2014/main" id="{FE017767-D87E-462E-9B3D-4CA4401C05B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462" name="3D Model 12461" descr="Sphere">
                                  <a:extLst>
                                    <a:ext uri="{FF2B5EF4-FFF2-40B4-BE49-F238E27FC236}">
                                      <a16:creationId xmlns:a16="http://schemas.microsoft.com/office/drawing/2014/main" id="{E63EA8EA-2FAF-4BC3-A239-C2A61EA6B0B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5050938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2409" name="Group 12408">
                            <a:extLst>
                              <a:ext uri="{FF2B5EF4-FFF2-40B4-BE49-F238E27FC236}">
                                <a16:creationId xmlns:a16="http://schemas.microsoft.com/office/drawing/2014/main" id="{109D2F41-1229-4C22-AE43-42B18B06F1E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12441" name="Flowchart: Connector 12440">
                              <a:extLst>
                                <a:ext uri="{FF2B5EF4-FFF2-40B4-BE49-F238E27FC236}">
                                  <a16:creationId xmlns:a16="http://schemas.microsoft.com/office/drawing/2014/main" id="{E231D2E6-980F-49C0-B9DC-87ED369ADF7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442" name="Flowchart: Connector 12441">
                              <a:extLst>
                                <a:ext uri="{FF2B5EF4-FFF2-40B4-BE49-F238E27FC236}">
                                  <a16:creationId xmlns:a16="http://schemas.microsoft.com/office/drawing/2014/main" id="{6EA6C44E-9D15-4E3D-A095-2DE277A46C4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443" name="Flowchart: Connector 12442">
                              <a:extLst>
                                <a:ext uri="{FF2B5EF4-FFF2-40B4-BE49-F238E27FC236}">
                                  <a16:creationId xmlns:a16="http://schemas.microsoft.com/office/drawing/2014/main" id="{801C36C8-E074-47E3-A727-0A3E704ED3D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444" name="Flowchart: Connector 12443">
                              <a:extLst>
                                <a:ext uri="{FF2B5EF4-FFF2-40B4-BE49-F238E27FC236}">
                                  <a16:creationId xmlns:a16="http://schemas.microsoft.com/office/drawing/2014/main" id="{3E48B1D6-54F3-472C-8F44-EF2ECF92EA5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445" name="Flowchart: Connector 12444">
                              <a:extLst>
                                <a:ext uri="{FF2B5EF4-FFF2-40B4-BE49-F238E27FC236}">
                                  <a16:creationId xmlns:a16="http://schemas.microsoft.com/office/drawing/2014/main" id="{22956786-3FCA-43D9-B778-3CA34030B8A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446" name="Flowchart: Connector 12445">
                              <a:extLst>
                                <a:ext uri="{FF2B5EF4-FFF2-40B4-BE49-F238E27FC236}">
                                  <a16:creationId xmlns:a16="http://schemas.microsoft.com/office/drawing/2014/main" id="{3F8813C3-9758-4F3E-89D2-A41BBD5FC58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447" name="Flowchart: Connector 12446">
                              <a:extLst>
                                <a:ext uri="{FF2B5EF4-FFF2-40B4-BE49-F238E27FC236}">
                                  <a16:creationId xmlns:a16="http://schemas.microsoft.com/office/drawing/2014/main" id="{07202EFA-087F-4FF5-B3F8-8C40D523152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448" name="Flowchart: Connector 12447">
                              <a:extLst>
                                <a:ext uri="{FF2B5EF4-FFF2-40B4-BE49-F238E27FC236}">
                                  <a16:creationId xmlns:a16="http://schemas.microsoft.com/office/drawing/2014/main" id="{39665BBF-056A-4789-8870-6B9EB295F15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449" name="3D Model 12448" descr="Sphere">
                                  <a:extLst>
                                    <a:ext uri="{FF2B5EF4-FFF2-40B4-BE49-F238E27FC236}">
                                      <a16:creationId xmlns:a16="http://schemas.microsoft.com/office/drawing/2014/main" id="{3ECEC8EC-CA44-47C9-80E7-EA22C28BC7D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069423017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450" name="Flowchart: Connector 12449">
                              <a:extLst>
                                <a:ext uri="{FF2B5EF4-FFF2-40B4-BE49-F238E27FC236}">
                                  <a16:creationId xmlns:a16="http://schemas.microsoft.com/office/drawing/2014/main" id="{B01B013A-4FBF-4D41-B4DF-3491444A5AE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451" name="3D Model 12450" descr="Sphere">
                                  <a:extLst>
                                    <a:ext uri="{FF2B5EF4-FFF2-40B4-BE49-F238E27FC236}">
                                      <a16:creationId xmlns:a16="http://schemas.microsoft.com/office/drawing/2014/main" id="{1E43647C-D361-41B1-A4A4-379045A79DD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561381179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452" name="Flowchart: Connector 12451">
                              <a:extLst>
                                <a:ext uri="{FF2B5EF4-FFF2-40B4-BE49-F238E27FC236}">
                                  <a16:creationId xmlns:a16="http://schemas.microsoft.com/office/drawing/2014/main" id="{5940A4BD-30B1-4676-968A-3064468FA8B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453" name="3D Model 12452" descr="Sphere">
                                  <a:extLst>
                                    <a:ext uri="{FF2B5EF4-FFF2-40B4-BE49-F238E27FC236}">
                                      <a16:creationId xmlns:a16="http://schemas.microsoft.com/office/drawing/2014/main" id="{E4A9AD07-EC50-414A-B663-0BF8275873B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011916042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454" name="Flowchart: Connector 12453">
                              <a:extLst>
                                <a:ext uri="{FF2B5EF4-FFF2-40B4-BE49-F238E27FC236}">
                                  <a16:creationId xmlns:a16="http://schemas.microsoft.com/office/drawing/2014/main" id="{30C8FE82-9DD7-4C83-9247-22E5B921F36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455" name="3D Model 12454" descr="Sphere">
                                  <a:extLst>
                                    <a:ext uri="{FF2B5EF4-FFF2-40B4-BE49-F238E27FC236}">
                                      <a16:creationId xmlns:a16="http://schemas.microsoft.com/office/drawing/2014/main" id="{EE3A0267-C79E-41F0-853A-7870E427366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035926685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2410" name="Group 12409">
                            <a:extLst>
                              <a:ext uri="{FF2B5EF4-FFF2-40B4-BE49-F238E27FC236}">
                                <a16:creationId xmlns:a16="http://schemas.microsoft.com/office/drawing/2014/main" id="{F22A08D0-8DF3-454D-BFD3-2B9A917CC10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12426" name="Flowchart: Connector 12425">
                              <a:extLst>
                                <a:ext uri="{FF2B5EF4-FFF2-40B4-BE49-F238E27FC236}">
                                  <a16:creationId xmlns:a16="http://schemas.microsoft.com/office/drawing/2014/main" id="{1DCFC26A-8988-4AA0-ABC0-E6D9EADC425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427" name="Flowchart: Connector 12426">
                              <a:extLst>
                                <a:ext uri="{FF2B5EF4-FFF2-40B4-BE49-F238E27FC236}">
                                  <a16:creationId xmlns:a16="http://schemas.microsoft.com/office/drawing/2014/main" id="{0245E457-7B56-4518-A4E6-E2D4589E416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428" name="Flowchart: Connector 12427">
                              <a:extLst>
                                <a:ext uri="{FF2B5EF4-FFF2-40B4-BE49-F238E27FC236}">
                                  <a16:creationId xmlns:a16="http://schemas.microsoft.com/office/drawing/2014/main" id="{AE119E45-F68B-459F-B55A-0A6454108F8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429" name="Flowchart: Connector 12428">
                              <a:extLst>
                                <a:ext uri="{FF2B5EF4-FFF2-40B4-BE49-F238E27FC236}">
                                  <a16:creationId xmlns:a16="http://schemas.microsoft.com/office/drawing/2014/main" id="{E3C6DE6E-CD20-4562-A2C9-815C3C4DE66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430" name="Flowchart: Connector 12429">
                              <a:extLst>
                                <a:ext uri="{FF2B5EF4-FFF2-40B4-BE49-F238E27FC236}">
                                  <a16:creationId xmlns:a16="http://schemas.microsoft.com/office/drawing/2014/main" id="{DCC81711-1384-4A0B-AA20-E8E9FA64066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431" name="Flowchart: Connector 12430">
                              <a:extLst>
                                <a:ext uri="{FF2B5EF4-FFF2-40B4-BE49-F238E27FC236}">
                                  <a16:creationId xmlns:a16="http://schemas.microsoft.com/office/drawing/2014/main" id="{791B3101-8105-4ED9-A8FB-0504EC84155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432" name="Flowchart: Connector 12431">
                              <a:extLst>
                                <a:ext uri="{FF2B5EF4-FFF2-40B4-BE49-F238E27FC236}">
                                  <a16:creationId xmlns:a16="http://schemas.microsoft.com/office/drawing/2014/main" id="{C6B13D2F-B590-4408-888D-CE7107E5CAB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433" name="Flowchart: Connector 12432">
                              <a:extLst>
                                <a:ext uri="{FF2B5EF4-FFF2-40B4-BE49-F238E27FC236}">
                                  <a16:creationId xmlns:a16="http://schemas.microsoft.com/office/drawing/2014/main" id="{C79BC7E9-B287-4E70-972E-7CDC65FDD4E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434" name="3D Model 12433" descr="Sphere">
                                  <a:extLst>
                                    <a:ext uri="{FF2B5EF4-FFF2-40B4-BE49-F238E27FC236}">
                                      <a16:creationId xmlns:a16="http://schemas.microsoft.com/office/drawing/2014/main" id="{17EAF917-D3E1-4ED5-9D5B-8643DAD3328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090641023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435" name="Flowchart: Connector 12434">
                              <a:extLst>
                                <a:ext uri="{FF2B5EF4-FFF2-40B4-BE49-F238E27FC236}">
                                  <a16:creationId xmlns:a16="http://schemas.microsoft.com/office/drawing/2014/main" id="{2DC73B6C-FE5E-4C46-A225-E1E599B0927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436" name="3D Model 12435" descr="Sphere">
                                  <a:extLst>
                                    <a:ext uri="{FF2B5EF4-FFF2-40B4-BE49-F238E27FC236}">
                                      <a16:creationId xmlns:a16="http://schemas.microsoft.com/office/drawing/2014/main" id="{7DE15204-88D6-4D65-A7C4-82DDA665555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24252896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437" name="Flowchart: Connector 12436">
                              <a:extLst>
                                <a:ext uri="{FF2B5EF4-FFF2-40B4-BE49-F238E27FC236}">
                                  <a16:creationId xmlns:a16="http://schemas.microsoft.com/office/drawing/2014/main" id="{14F408C9-0B0F-45EF-8FDD-D83C7771DEB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438" name="3D Model 12437" descr="Sphere">
                                  <a:extLst>
                                    <a:ext uri="{FF2B5EF4-FFF2-40B4-BE49-F238E27FC236}">
                                      <a16:creationId xmlns:a16="http://schemas.microsoft.com/office/drawing/2014/main" id="{61E61502-4421-42A0-B094-718F0AE1B61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255507561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439" name="Flowchart: Connector 12438">
                              <a:extLst>
                                <a:ext uri="{FF2B5EF4-FFF2-40B4-BE49-F238E27FC236}">
                                  <a16:creationId xmlns:a16="http://schemas.microsoft.com/office/drawing/2014/main" id="{631AC67B-67E1-4837-A6DB-AF13DABA2DD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440" name="3D Model 12439" descr="Sphere">
                                  <a:extLst>
                                    <a:ext uri="{FF2B5EF4-FFF2-40B4-BE49-F238E27FC236}">
                                      <a16:creationId xmlns:a16="http://schemas.microsoft.com/office/drawing/2014/main" id="{21323CB6-B005-4789-B1C9-2D885523EB4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238815786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12411" name="Flowchart: Connector 12410">
                            <a:extLst>
                              <a:ext uri="{FF2B5EF4-FFF2-40B4-BE49-F238E27FC236}">
                                <a16:creationId xmlns:a16="http://schemas.microsoft.com/office/drawing/2014/main" id="{C3263DCC-B89A-4D6D-92F6-C97D9E9C50F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412" name="Flowchart: Connector 12411">
                            <a:extLst>
                              <a:ext uri="{FF2B5EF4-FFF2-40B4-BE49-F238E27FC236}">
                                <a16:creationId xmlns:a16="http://schemas.microsoft.com/office/drawing/2014/main" id="{807491B5-4F4E-4053-A6A1-3EC0CC769C7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413" name="Flowchart: Connector 12412">
                            <a:extLst>
                              <a:ext uri="{FF2B5EF4-FFF2-40B4-BE49-F238E27FC236}">
                                <a16:creationId xmlns:a16="http://schemas.microsoft.com/office/drawing/2014/main" id="{C70B31D5-2289-4713-ABC1-00745F827D4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414" name="Flowchart: Connector 12413">
                            <a:extLst>
                              <a:ext uri="{FF2B5EF4-FFF2-40B4-BE49-F238E27FC236}">
                                <a16:creationId xmlns:a16="http://schemas.microsoft.com/office/drawing/2014/main" id="{24E61B51-8725-4832-9E8F-1A3F8AF9D9A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415" name="Flowchart: Connector 12414">
                            <a:extLst>
                              <a:ext uri="{FF2B5EF4-FFF2-40B4-BE49-F238E27FC236}">
                                <a16:creationId xmlns:a16="http://schemas.microsoft.com/office/drawing/2014/main" id="{9CF5D29C-C721-4996-9ECD-DEE6358220F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416" name="Flowchart: Connector 12415">
                            <a:extLst>
                              <a:ext uri="{FF2B5EF4-FFF2-40B4-BE49-F238E27FC236}">
                                <a16:creationId xmlns:a16="http://schemas.microsoft.com/office/drawing/2014/main" id="{C3500BF4-1D23-4779-B078-80B87FFB3D8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417" name="Flowchart: Connector 12416">
                            <a:extLst>
                              <a:ext uri="{FF2B5EF4-FFF2-40B4-BE49-F238E27FC236}">
                                <a16:creationId xmlns:a16="http://schemas.microsoft.com/office/drawing/2014/main" id="{B2D99EE7-6694-4225-9F1E-17833AFB69F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418" name="Flowchart: Connector 12417">
                            <a:extLst>
                              <a:ext uri="{FF2B5EF4-FFF2-40B4-BE49-F238E27FC236}">
                                <a16:creationId xmlns:a16="http://schemas.microsoft.com/office/drawing/2014/main" id="{DC5726E2-F1C5-4066-8DF2-C1235CE4E99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419" name="3D Model 12418" descr="Sphere">
                                <a:extLst>
                                  <a:ext uri="{FF2B5EF4-FFF2-40B4-BE49-F238E27FC236}">
                                    <a16:creationId xmlns:a16="http://schemas.microsoft.com/office/drawing/2014/main" id="{0E27C573-B6D8-40D7-B7D9-2D7E8EFDE88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635261007"/>
                                  </p:ext>
                                </p:extLst>
                              </p:nvPr>
                            </p:nvGraphicFramePr>
                            <p:xfrm>
                              <a:off x="2134543" y="1523034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419" name="3D Model 1418" descr="Sphere">
                                <a:extLst>
                                  <a:ext uri="{FF2B5EF4-FFF2-40B4-BE49-F238E27FC236}">
                                    <a16:creationId xmlns:a16="http://schemas.microsoft.com/office/drawing/2014/main" id="{7229CE40-5DC5-4D9D-A7D9-859629ED0F1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03767" y="222005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420" name="Flowchart: Connector 12419">
                            <a:extLst>
                              <a:ext uri="{FF2B5EF4-FFF2-40B4-BE49-F238E27FC236}">
                                <a16:creationId xmlns:a16="http://schemas.microsoft.com/office/drawing/2014/main" id="{CB5662FE-576F-4A69-87E0-F7ED99281D3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421" name="3D Model 12420" descr="Sphere">
                                <a:extLst>
                                  <a:ext uri="{FF2B5EF4-FFF2-40B4-BE49-F238E27FC236}">
                                    <a16:creationId xmlns:a16="http://schemas.microsoft.com/office/drawing/2014/main" id="{740CBC43-B36D-4FA4-86CF-811B1676784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098251813"/>
                                  </p:ext>
                                </p:extLst>
                              </p:nvPr>
                            </p:nvGraphicFramePr>
                            <p:xfrm>
                              <a:off x="2371307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421" name="3D Model 1420" descr="Sphere">
                                <a:extLst>
                                  <a:ext uri="{FF2B5EF4-FFF2-40B4-BE49-F238E27FC236}">
                                    <a16:creationId xmlns:a16="http://schemas.microsoft.com/office/drawing/2014/main" id="{97350ED2-333A-46EE-AD93-D7BDDBE739F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44895" y="2230736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422" name="Flowchart: Connector 12421">
                            <a:extLst>
                              <a:ext uri="{FF2B5EF4-FFF2-40B4-BE49-F238E27FC236}">
                                <a16:creationId xmlns:a16="http://schemas.microsoft.com/office/drawing/2014/main" id="{BFD25E7D-02AD-406C-B836-4E8638E4F10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4559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423" name="3D Model 12422" descr="Sphere">
                                <a:extLst>
                                  <a:ext uri="{FF2B5EF4-FFF2-40B4-BE49-F238E27FC236}">
                                    <a16:creationId xmlns:a16="http://schemas.microsoft.com/office/drawing/2014/main" id="{7CFFA55F-E721-4A7F-BD87-09E503D4DB2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008726332"/>
                                  </p:ext>
                                </p:extLst>
                              </p:nvPr>
                            </p:nvGraphicFramePr>
                            <p:xfrm>
                              <a:off x="2609177" y="164155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423" name="3D Model 1422" descr="Sphere">
                                <a:extLst>
                                  <a:ext uri="{FF2B5EF4-FFF2-40B4-BE49-F238E27FC236}">
                                    <a16:creationId xmlns:a16="http://schemas.microsoft.com/office/drawing/2014/main" id="{4127809F-7720-42F3-8F40-EDE8E5BBA65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86214" y="2242375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424" name="Flowchart: Connector 12423">
                            <a:extLst>
                              <a:ext uri="{FF2B5EF4-FFF2-40B4-BE49-F238E27FC236}">
                                <a16:creationId xmlns:a16="http://schemas.microsoft.com/office/drawing/2014/main" id="{EEFED987-3AF1-4E92-B80B-E20588768BC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425" name="3D Model 12424" descr="Sphere">
                                <a:extLst>
                                  <a:ext uri="{FF2B5EF4-FFF2-40B4-BE49-F238E27FC236}">
                                    <a16:creationId xmlns:a16="http://schemas.microsoft.com/office/drawing/2014/main" id="{8EE91B31-3224-4FC6-931F-871AB828DDA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288459756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6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6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425" name="3D Model 1424" descr="Sphere">
                                <a:extLst>
                                  <a:ext uri="{FF2B5EF4-FFF2-40B4-BE49-F238E27FC236}">
                                    <a16:creationId xmlns:a16="http://schemas.microsoft.com/office/drawing/2014/main" id="{7A7252BE-764A-422C-BF13-66AACF3A455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332840" y="2258769"/>
                                <a:ext cx="51046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12186" name="Group 12185">
                        <a:extLst>
                          <a:ext uri="{FF2B5EF4-FFF2-40B4-BE49-F238E27FC236}">
                            <a16:creationId xmlns:a16="http://schemas.microsoft.com/office/drawing/2014/main" id="{8E116BAE-FBEB-4C9B-A97D-4EFA063EC4E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3325" y="2268938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12403" name="Flowchart: Connector 12402">
                          <a:extLst>
                            <a:ext uri="{FF2B5EF4-FFF2-40B4-BE49-F238E27FC236}">
                              <a16:creationId xmlns:a16="http://schemas.microsoft.com/office/drawing/2014/main" id="{B7390524-4984-4E35-88D2-5675777DBAE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404" name="Flowchart: Connector 12403">
                          <a:extLst>
                            <a:ext uri="{FF2B5EF4-FFF2-40B4-BE49-F238E27FC236}">
                              <a16:creationId xmlns:a16="http://schemas.microsoft.com/office/drawing/2014/main" id="{308FACD2-1F86-49CC-887F-62C738D2523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405" name="Flowchart: Connector 12404">
                          <a:extLst>
                            <a:ext uri="{FF2B5EF4-FFF2-40B4-BE49-F238E27FC236}">
                              <a16:creationId xmlns:a16="http://schemas.microsoft.com/office/drawing/2014/main" id="{6B7C8B25-A148-4020-B1D8-597D639B610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12187" name="Flowchart: Connector 12186">
                        <a:extLst>
                          <a:ext uri="{FF2B5EF4-FFF2-40B4-BE49-F238E27FC236}">
                            <a16:creationId xmlns:a16="http://schemas.microsoft.com/office/drawing/2014/main" id="{EEBCFB52-804A-4BC1-8196-A53485E4B99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37026" y="201261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188" name="Flowchart: Connector 12187">
                        <a:extLst>
                          <a:ext uri="{FF2B5EF4-FFF2-40B4-BE49-F238E27FC236}">
                            <a16:creationId xmlns:a16="http://schemas.microsoft.com/office/drawing/2014/main" id="{E0D970BC-B05F-47DC-9FEB-D2AFB0805F5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588002" y="208727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12189" name="Group 12188">
                        <a:extLst>
                          <a:ext uri="{FF2B5EF4-FFF2-40B4-BE49-F238E27FC236}">
                            <a16:creationId xmlns:a16="http://schemas.microsoft.com/office/drawing/2014/main" id="{E0EA4F66-A90D-4985-80E8-A222F068CD4B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228750">
                        <a:off x="1171220" y="1918660"/>
                        <a:ext cx="698062" cy="387533"/>
                        <a:chOff x="854933" y="2290871"/>
                        <a:chExt cx="698062" cy="387533"/>
                      </a:xfrm>
                    </p:grpSpPr>
                    <p:sp>
                      <p:nvSpPr>
                        <p:cNvPr id="12400" name="Flowchart: Connector 12399">
                          <a:extLst>
                            <a:ext uri="{FF2B5EF4-FFF2-40B4-BE49-F238E27FC236}">
                              <a16:creationId xmlns:a16="http://schemas.microsoft.com/office/drawing/2014/main" id="{17B8FFBC-2410-4522-A184-FEC8F32C6CE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3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401" name="Flowchart: Connector 12400">
                          <a:extLst>
                            <a:ext uri="{FF2B5EF4-FFF2-40B4-BE49-F238E27FC236}">
                              <a16:creationId xmlns:a16="http://schemas.microsoft.com/office/drawing/2014/main" id="{35544F78-3CCC-43E8-8F58-FDB17D4EE1F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5206" y="2377897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402" name="Flowchart: Connector 12401">
                          <a:extLst>
                            <a:ext uri="{FF2B5EF4-FFF2-40B4-BE49-F238E27FC236}">
                              <a16:creationId xmlns:a16="http://schemas.microsoft.com/office/drawing/2014/main" id="{EBD4EEA7-9FCA-4EFA-B691-C0FD30AA330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41136" y="2462404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2190" name="Group 12189">
                        <a:extLst>
                          <a:ext uri="{FF2B5EF4-FFF2-40B4-BE49-F238E27FC236}">
                            <a16:creationId xmlns:a16="http://schemas.microsoft.com/office/drawing/2014/main" id="{76D86F55-8245-4F5B-93B4-7A12353138F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49741" y="1890320"/>
                        <a:ext cx="1098636" cy="1497980"/>
                        <a:chOff x="2089993" y="1501770"/>
                        <a:chExt cx="1098636" cy="1497980"/>
                      </a:xfrm>
                    </p:grpSpPr>
                    <p:grpSp>
                      <p:nvGrpSpPr>
                        <p:cNvPr id="12335" name="Group 12334">
                          <a:extLst>
                            <a:ext uri="{FF2B5EF4-FFF2-40B4-BE49-F238E27FC236}">
                              <a16:creationId xmlns:a16="http://schemas.microsoft.com/office/drawing/2014/main" id="{19BDD174-879A-4A06-84A5-BA6DC9E2EFF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34990"/>
                          <a:ext cx="101484" cy="1051941"/>
                          <a:chOff x="1800622" y="2329236"/>
                          <a:chExt cx="101484" cy="1051941"/>
                        </a:xfrm>
                      </p:grpSpPr>
                      <p:sp>
                        <p:nvSpPr>
                          <p:cNvPr id="12396" name="Flowchart: Connector 12395">
                            <a:extLst>
                              <a:ext uri="{FF2B5EF4-FFF2-40B4-BE49-F238E27FC236}">
                                <a16:creationId xmlns:a16="http://schemas.microsoft.com/office/drawing/2014/main" id="{EB390857-2A89-4D06-8FCD-C29F16CCA10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397" name="Flowchart: Connector 12396">
                            <a:extLst>
                              <a:ext uri="{FF2B5EF4-FFF2-40B4-BE49-F238E27FC236}">
                                <a16:creationId xmlns:a16="http://schemas.microsoft.com/office/drawing/2014/main" id="{B7EF67B6-77CA-4F9A-B6B4-23FE547063C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398" name="Flowchart: Connector 12397">
                            <a:extLst>
                              <a:ext uri="{FF2B5EF4-FFF2-40B4-BE49-F238E27FC236}">
                                <a16:creationId xmlns:a16="http://schemas.microsoft.com/office/drawing/2014/main" id="{B7474A85-9EFD-4809-83DB-123A4E998D2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399" name="Flowchart: Connector 12398">
                            <a:extLst>
                              <a:ext uri="{FF2B5EF4-FFF2-40B4-BE49-F238E27FC236}">
                                <a16:creationId xmlns:a16="http://schemas.microsoft.com/office/drawing/2014/main" id="{41121BA0-07D4-45E4-A0DA-86E40ED4CF2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2923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12336" name="Group 12335">
                          <a:extLst>
                            <a:ext uri="{FF2B5EF4-FFF2-40B4-BE49-F238E27FC236}">
                              <a16:creationId xmlns:a16="http://schemas.microsoft.com/office/drawing/2014/main" id="{F60328EE-3BAD-45E4-A9B7-C3E53D04CDF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01770"/>
                          <a:ext cx="1074397" cy="1497980"/>
                          <a:chOff x="2114232" y="1501770"/>
                          <a:chExt cx="1074397" cy="1497980"/>
                        </a:xfrm>
                      </p:grpSpPr>
                      <p:grpSp>
                        <p:nvGrpSpPr>
                          <p:cNvPr id="12337" name="Group 12336">
                            <a:extLst>
                              <a:ext uri="{FF2B5EF4-FFF2-40B4-BE49-F238E27FC236}">
                                <a16:creationId xmlns:a16="http://schemas.microsoft.com/office/drawing/2014/main" id="{97120FFB-31B2-441F-B3E1-ED291B60C66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12388" name="Flowchart: Connector 12387">
                              <a:extLst>
                                <a:ext uri="{FF2B5EF4-FFF2-40B4-BE49-F238E27FC236}">
                                  <a16:creationId xmlns:a16="http://schemas.microsoft.com/office/drawing/2014/main" id="{056A4EE3-1053-4CAF-AEF5-E1E9D0379E3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389" name="3D Model 12388" descr="Sphere">
                                  <a:extLst>
                                    <a:ext uri="{FF2B5EF4-FFF2-40B4-BE49-F238E27FC236}">
                                      <a16:creationId xmlns:a16="http://schemas.microsoft.com/office/drawing/2014/main" id="{DF549C02-45DF-498B-9850-3A3CC0E6C78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381390622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390" name="Flowchart: Connector 12389">
                              <a:extLst>
                                <a:ext uri="{FF2B5EF4-FFF2-40B4-BE49-F238E27FC236}">
                                  <a16:creationId xmlns:a16="http://schemas.microsoft.com/office/drawing/2014/main" id="{03D73FEF-CDE6-49B0-8D0E-123FB4490CC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391" name="3D Model 12390" descr="Sphere">
                                  <a:extLst>
                                    <a:ext uri="{FF2B5EF4-FFF2-40B4-BE49-F238E27FC236}">
                                      <a16:creationId xmlns:a16="http://schemas.microsoft.com/office/drawing/2014/main" id="{93F92F7E-103B-46D8-9071-DCCD6ED1179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516440932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392" name="Flowchart: Connector 12391">
                              <a:extLst>
                                <a:ext uri="{FF2B5EF4-FFF2-40B4-BE49-F238E27FC236}">
                                  <a16:creationId xmlns:a16="http://schemas.microsoft.com/office/drawing/2014/main" id="{AB2A080C-9D87-42ED-BEA2-3E380235CAC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393" name="3D Model 12392" descr="Sphere">
                                  <a:extLst>
                                    <a:ext uri="{FF2B5EF4-FFF2-40B4-BE49-F238E27FC236}">
                                      <a16:creationId xmlns:a16="http://schemas.microsoft.com/office/drawing/2014/main" id="{B0F08638-3C23-4A26-A831-63E7DEB3C97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900511962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394" name="Flowchart: Connector 12393">
                              <a:extLst>
                                <a:ext uri="{FF2B5EF4-FFF2-40B4-BE49-F238E27FC236}">
                                  <a16:creationId xmlns:a16="http://schemas.microsoft.com/office/drawing/2014/main" id="{D1BB252B-3D71-4BFF-8DAC-31702A272AB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395" name="3D Model 12394" descr="Sphere">
                                  <a:extLst>
                                    <a:ext uri="{FF2B5EF4-FFF2-40B4-BE49-F238E27FC236}">
                                      <a16:creationId xmlns:a16="http://schemas.microsoft.com/office/drawing/2014/main" id="{CBCB380D-039D-4835-8D96-ABB2EFBBBA0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203094233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2338" name="Group 12337">
                            <a:extLst>
                              <a:ext uri="{FF2B5EF4-FFF2-40B4-BE49-F238E27FC236}">
                                <a16:creationId xmlns:a16="http://schemas.microsoft.com/office/drawing/2014/main" id="{31AAB6A7-5E8B-413C-B9BB-168D5501C3E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2372" name="Flowchart: Connector 12371">
                              <a:extLst>
                                <a:ext uri="{FF2B5EF4-FFF2-40B4-BE49-F238E27FC236}">
                                  <a16:creationId xmlns:a16="http://schemas.microsoft.com/office/drawing/2014/main" id="{762796B1-EB7A-4357-9357-C9C45C7338D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373" name="Flowchart: Connector 12372">
                              <a:extLst>
                                <a:ext uri="{FF2B5EF4-FFF2-40B4-BE49-F238E27FC236}">
                                  <a16:creationId xmlns:a16="http://schemas.microsoft.com/office/drawing/2014/main" id="{74E7390A-12C7-47D7-BE58-6E9D37E39FF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374" name="Flowchart: Connector 12373">
                              <a:extLst>
                                <a:ext uri="{FF2B5EF4-FFF2-40B4-BE49-F238E27FC236}">
                                  <a16:creationId xmlns:a16="http://schemas.microsoft.com/office/drawing/2014/main" id="{0FD5A61C-43A1-426B-8D7E-E45E554D824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375" name="Flowchart: Connector 12374">
                              <a:extLst>
                                <a:ext uri="{FF2B5EF4-FFF2-40B4-BE49-F238E27FC236}">
                                  <a16:creationId xmlns:a16="http://schemas.microsoft.com/office/drawing/2014/main" id="{2D667429-6266-4916-B15E-6A02B14EF1E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376" name="Flowchart: Connector 12375">
                              <a:extLst>
                                <a:ext uri="{FF2B5EF4-FFF2-40B4-BE49-F238E27FC236}">
                                  <a16:creationId xmlns:a16="http://schemas.microsoft.com/office/drawing/2014/main" id="{52DA6666-ED11-4376-BA8B-93ACB9B0577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377" name="Flowchart: Connector 12376">
                              <a:extLst>
                                <a:ext uri="{FF2B5EF4-FFF2-40B4-BE49-F238E27FC236}">
                                  <a16:creationId xmlns:a16="http://schemas.microsoft.com/office/drawing/2014/main" id="{6D3D0241-1A9D-4B33-B8FF-14D34A9508F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378" name="Flowchart: Connector 12377">
                              <a:extLst>
                                <a:ext uri="{FF2B5EF4-FFF2-40B4-BE49-F238E27FC236}">
                                  <a16:creationId xmlns:a16="http://schemas.microsoft.com/office/drawing/2014/main" id="{A044B50B-7A84-4575-B43F-07492D97632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379" name="Flowchart: Connector 12378">
                              <a:extLst>
                                <a:ext uri="{FF2B5EF4-FFF2-40B4-BE49-F238E27FC236}">
                                  <a16:creationId xmlns:a16="http://schemas.microsoft.com/office/drawing/2014/main" id="{60040CA3-C0FB-424A-A227-02C31BCB172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380" name="Flowchart: Connector 12379">
                              <a:extLst>
                                <a:ext uri="{FF2B5EF4-FFF2-40B4-BE49-F238E27FC236}">
                                  <a16:creationId xmlns:a16="http://schemas.microsoft.com/office/drawing/2014/main" id="{3D368B17-C5F0-4299-8960-0E10DC103C8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381" name="3D Model 12380" descr="Sphere">
                                  <a:extLst>
                                    <a:ext uri="{FF2B5EF4-FFF2-40B4-BE49-F238E27FC236}">
                                      <a16:creationId xmlns:a16="http://schemas.microsoft.com/office/drawing/2014/main" id="{01CE662F-1220-4BD6-86F7-3929092DF83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481633362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382" name="Flowchart: Connector 12381">
                              <a:extLst>
                                <a:ext uri="{FF2B5EF4-FFF2-40B4-BE49-F238E27FC236}">
                                  <a16:creationId xmlns:a16="http://schemas.microsoft.com/office/drawing/2014/main" id="{EC1FBFD4-A15C-46AD-8135-F6488B169A4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383" name="3D Model 12382" descr="Sphere">
                                  <a:extLst>
                                    <a:ext uri="{FF2B5EF4-FFF2-40B4-BE49-F238E27FC236}">
                                      <a16:creationId xmlns:a16="http://schemas.microsoft.com/office/drawing/2014/main" id="{BFF89E23-FBB0-4F4D-9BA9-3C0110B6896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774520610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384" name="Flowchart: Connector 12383">
                              <a:extLst>
                                <a:ext uri="{FF2B5EF4-FFF2-40B4-BE49-F238E27FC236}">
                                  <a16:creationId xmlns:a16="http://schemas.microsoft.com/office/drawing/2014/main" id="{10CA95FD-0BBA-4C84-8CBC-EC414221DC0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385" name="3D Model 12384" descr="Sphere">
                                  <a:extLst>
                                    <a:ext uri="{FF2B5EF4-FFF2-40B4-BE49-F238E27FC236}">
                                      <a16:creationId xmlns:a16="http://schemas.microsoft.com/office/drawing/2014/main" id="{81EC1A95-1C41-4C5E-9356-3976400E1E0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003599001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386" name="Flowchart: Connector 12385">
                              <a:extLst>
                                <a:ext uri="{FF2B5EF4-FFF2-40B4-BE49-F238E27FC236}">
                                  <a16:creationId xmlns:a16="http://schemas.microsoft.com/office/drawing/2014/main" id="{29FC9B8E-D03E-4071-B111-752113604F9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387" name="3D Model 12386" descr="Sphere">
                                  <a:extLst>
                                    <a:ext uri="{FF2B5EF4-FFF2-40B4-BE49-F238E27FC236}">
                                      <a16:creationId xmlns:a16="http://schemas.microsoft.com/office/drawing/2014/main" id="{DBCAD303-5AE9-46CF-9BFD-EE86010AC42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87135206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2339" name="Group 12338">
                            <a:extLst>
                              <a:ext uri="{FF2B5EF4-FFF2-40B4-BE49-F238E27FC236}">
                                <a16:creationId xmlns:a16="http://schemas.microsoft.com/office/drawing/2014/main" id="{B31657F9-6F39-4AE9-B0DB-551E9C7DA84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2356" name="Flowchart: Connector 12355">
                              <a:extLst>
                                <a:ext uri="{FF2B5EF4-FFF2-40B4-BE49-F238E27FC236}">
                                  <a16:creationId xmlns:a16="http://schemas.microsoft.com/office/drawing/2014/main" id="{A046222B-12E0-4BCE-95AA-8FE6DCCD886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357" name="Flowchart: Connector 12356">
                              <a:extLst>
                                <a:ext uri="{FF2B5EF4-FFF2-40B4-BE49-F238E27FC236}">
                                  <a16:creationId xmlns:a16="http://schemas.microsoft.com/office/drawing/2014/main" id="{C5E6DEC9-4EDA-4BC7-AB02-51A63D7BC43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358" name="Flowchart: Connector 12357">
                              <a:extLst>
                                <a:ext uri="{FF2B5EF4-FFF2-40B4-BE49-F238E27FC236}">
                                  <a16:creationId xmlns:a16="http://schemas.microsoft.com/office/drawing/2014/main" id="{F5E548BD-5FA5-4577-AF1F-95E5EC229F1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359" name="Flowchart: Connector 12358">
                              <a:extLst>
                                <a:ext uri="{FF2B5EF4-FFF2-40B4-BE49-F238E27FC236}">
                                  <a16:creationId xmlns:a16="http://schemas.microsoft.com/office/drawing/2014/main" id="{EEEAC981-AC9E-4372-BFBE-1BB795809AA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360" name="Flowchart: Connector 12359">
                              <a:extLst>
                                <a:ext uri="{FF2B5EF4-FFF2-40B4-BE49-F238E27FC236}">
                                  <a16:creationId xmlns:a16="http://schemas.microsoft.com/office/drawing/2014/main" id="{A89E76D3-58EE-46E4-A614-BAF3F16CCDB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361" name="Flowchart: Connector 12360">
                              <a:extLst>
                                <a:ext uri="{FF2B5EF4-FFF2-40B4-BE49-F238E27FC236}">
                                  <a16:creationId xmlns:a16="http://schemas.microsoft.com/office/drawing/2014/main" id="{10EC0EAA-B67F-4AFE-B8F5-68EAF6A1C04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362" name="Flowchart: Connector 12361">
                              <a:extLst>
                                <a:ext uri="{FF2B5EF4-FFF2-40B4-BE49-F238E27FC236}">
                                  <a16:creationId xmlns:a16="http://schemas.microsoft.com/office/drawing/2014/main" id="{9BA49542-CFA8-4FBC-83F5-FCBE5E05AA0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363" name="Flowchart: Connector 12362">
                              <a:extLst>
                                <a:ext uri="{FF2B5EF4-FFF2-40B4-BE49-F238E27FC236}">
                                  <a16:creationId xmlns:a16="http://schemas.microsoft.com/office/drawing/2014/main" id="{98C4144C-761D-4897-AD85-B6938E45CED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364" name="Flowchart: Connector 12363">
                              <a:extLst>
                                <a:ext uri="{FF2B5EF4-FFF2-40B4-BE49-F238E27FC236}">
                                  <a16:creationId xmlns:a16="http://schemas.microsoft.com/office/drawing/2014/main" id="{19B2D3AF-4882-41FE-B186-7ABE2674C01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365" name="3D Model 12364" descr="Sphere">
                                  <a:extLst>
                                    <a:ext uri="{FF2B5EF4-FFF2-40B4-BE49-F238E27FC236}">
                                      <a16:creationId xmlns:a16="http://schemas.microsoft.com/office/drawing/2014/main" id="{0EB2B5E2-08C8-4DA1-8FB9-994350BA317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80159682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366" name="Flowchart: Connector 12365">
                              <a:extLst>
                                <a:ext uri="{FF2B5EF4-FFF2-40B4-BE49-F238E27FC236}">
                                  <a16:creationId xmlns:a16="http://schemas.microsoft.com/office/drawing/2014/main" id="{FAC77A13-80BD-477E-84D5-017E8930396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367" name="3D Model 12366" descr="Sphere">
                                  <a:extLst>
                                    <a:ext uri="{FF2B5EF4-FFF2-40B4-BE49-F238E27FC236}">
                                      <a16:creationId xmlns:a16="http://schemas.microsoft.com/office/drawing/2014/main" id="{182137A9-3B2E-4098-BC1B-BE6D6AEB09B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337980417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368" name="Flowchart: Connector 12367">
                              <a:extLst>
                                <a:ext uri="{FF2B5EF4-FFF2-40B4-BE49-F238E27FC236}">
                                  <a16:creationId xmlns:a16="http://schemas.microsoft.com/office/drawing/2014/main" id="{D97E74F3-7D51-481B-BFBF-8D3A5CE8DF8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369" name="3D Model 12368" descr="Sphere">
                                  <a:extLst>
                                    <a:ext uri="{FF2B5EF4-FFF2-40B4-BE49-F238E27FC236}">
                                      <a16:creationId xmlns:a16="http://schemas.microsoft.com/office/drawing/2014/main" id="{06729C21-83C1-4EF6-8E98-60AB9E2CDED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157170938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370" name="Flowchart: Connector 12369">
                              <a:extLst>
                                <a:ext uri="{FF2B5EF4-FFF2-40B4-BE49-F238E27FC236}">
                                  <a16:creationId xmlns:a16="http://schemas.microsoft.com/office/drawing/2014/main" id="{616F96E1-3A7F-4DA0-A822-96E7BBA2ACA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371" name="3D Model 12370" descr="Sphere">
                                  <a:extLst>
                                    <a:ext uri="{FF2B5EF4-FFF2-40B4-BE49-F238E27FC236}">
                                      <a16:creationId xmlns:a16="http://schemas.microsoft.com/office/drawing/2014/main" id="{13C2F195-807A-42F8-843B-9E50CE20E5B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774852142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12340" name="Flowchart: Connector 12339">
                            <a:extLst>
                              <a:ext uri="{FF2B5EF4-FFF2-40B4-BE49-F238E27FC236}">
                                <a16:creationId xmlns:a16="http://schemas.microsoft.com/office/drawing/2014/main" id="{29BF2E04-14E3-4FBB-B315-04CB24260E4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341" name="Flowchart: Connector 12340">
                            <a:extLst>
                              <a:ext uri="{FF2B5EF4-FFF2-40B4-BE49-F238E27FC236}">
                                <a16:creationId xmlns:a16="http://schemas.microsoft.com/office/drawing/2014/main" id="{B1B38FC1-3008-4200-983E-B730285CC11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342" name="Flowchart: Connector 12341">
                            <a:extLst>
                              <a:ext uri="{FF2B5EF4-FFF2-40B4-BE49-F238E27FC236}">
                                <a16:creationId xmlns:a16="http://schemas.microsoft.com/office/drawing/2014/main" id="{3090B5A0-58D5-426B-9D7F-913AE214906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343" name="Flowchart: Connector 12342">
                            <a:extLst>
                              <a:ext uri="{FF2B5EF4-FFF2-40B4-BE49-F238E27FC236}">
                                <a16:creationId xmlns:a16="http://schemas.microsoft.com/office/drawing/2014/main" id="{7D1E8C11-56C0-4B80-9F13-29D6776742D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344" name="Flowchart: Connector 12343">
                            <a:extLst>
                              <a:ext uri="{FF2B5EF4-FFF2-40B4-BE49-F238E27FC236}">
                                <a16:creationId xmlns:a16="http://schemas.microsoft.com/office/drawing/2014/main" id="{309ED718-F749-4D2E-AC4C-91AB123B52F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345" name="Flowchart: Connector 12344">
                            <a:extLst>
                              <a:ext uri="{FF2B5EF4-FFF2-40B4-BE49-F238E27FC236}">
                                <a16:creationId xmlns:a16="http://schemas.microsoft.com/office/drawing/2014/main" id="{E5646A59-E20C-4776-B5FA-AB9368EAF31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346" name="Flowchart: Connector 12345">
                            <a:extLst>
                              <a:ext uri="{FF2B5EF4-FFF2-40B4-BE49-F238E27FC236}">
                                <a16:creationId xmlns:a16="http://schemas.microsoft.com/office/drawing/2014/main" id="{03F60762-2529-41D0-A856-ECC8B4918B3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347" name="Flowchart: Connector 12346">
                            <a:extLst>
                              <a:ext uri="{FF2B5EF4-FFF2-40B4-BE49-F238E27FC236}">
                                <a16:creationId xmlns:a16="http://schemas.microsoft.com/office/drawing/2014/main" id="{00B90572-00E3-4947-BAFF-6DA868EDA84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348" name="Flowchart: Connector 12347">
                            <a:extLst>
                              <a:ext uri="{FF2B5EF4-FFF2-40B4-BE49-F238E27FC236}">
                                <a16:creationId xmlns:a16="http://schemas.microsoft.com/office/drawing/2014/main" id="{9246DCA2-41D2-4384-8827-D7C79CC50A6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349" name="3D Model 12348" descr="Sphere">
                                <a:extLst>
                                  <a:ext uri="{FF2B5EF4-FFF2-40B4-BE49-F238E27FC236}">
                                    <a16:creationId xmlns:a16="http://schemas.microsoft.com/office/drawing/2014/main" id="{A6D0FB49-AEAC-4328-A6EA-C284F2210C2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62336689"/>
                                  </p:ext>
                                </p:extLst>
                              </p:nvPr>
                            </p:nvGraphicFramePr>
                            <p:xfrm>
                              <a:off x="2123911" y="1501770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349" name="3D Model 1348" descr="Sphere">
                                <a:extLst>
                                  <a:ext uri="{FF2B5EF4-FFF2-40B4-BE49-F238E27FC236}">
                                    <a16:creationId xmlns:a16="http://schemas.microsoft.com/office/drawing/2014/main" id="{4395919B-9E14-47A0-ADC7-DA1EAA2D3C0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163734" y="223993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350" name="Flowchart: Connector 12349">
                            <a:extLst>
                              <a:ext uri="{FF2B5EF4-FFF2-40B4-BE49-F238E27FC236}">
                                <a16:creationId xmlns:a16="http://schemas.microsoft.com/office/drawing/2014/main" id="{AE69E80E-3500-4CB6-B4B7-1100F318D4C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351" name="3D Model 12350" descr="Sphere">
                                <a:extLst>
                                  <a:ext uri="{FF2B5EF4-FFF2-40B4-BE49-F238E27FC236}">
                                    <a16:creationId xmlns:a16="http://schemas.microsoft.com/office/drawing/2014/main" id="{E224A361-709B-47A2-8293-A5967BB98AC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462469113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351" name="3D Model 1350" descr="Sphere">
                                <a:extLst>
                                  <a:ext uri="{FF2B5EF4-FFF2-40B4-BE49-F238E27FC236}">
                                    <a16:creationId xmlns:a16="http://schemas.microsoft.com/office/drawing/2014/main" id="{47A1AE26-2079-4736-9E83-4305685E21D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05558" y="2254621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352" name="Flowchart: Connector 12351">
                            <a:extLst>
                              <a:ext uri="{FF2B5EF4-FFF2-40B4-BE49-F238E27FC236}">
                                <a16:creationId xmlns:a16="http://schemas.microsoft.com/office/drawing/2014/main" id="{6878B555-D466-41C3-A352-71110BF4302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93292" y="171776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353" name="3D Model 12352" descr="Sphere">
                                <a:extLst>
                                  <a:ext uri="{FF2B5EF4-FFF2-40B4-BE49-F238E27FC236}">
                                    <a16:creationId xmlns:a16="http://schemas.microsoft.com/office/drawing/2014/main" id="{A7BEA790-37C3-4D7D-9120-452BD29D07F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384689686"/>
                                  </p:ext>
                                </p:extLst>
                              </p:nvPr>
                            </p:nvGraphicFramePr>
                            <p:xfrm>
                              <a:off x="2622429" y="163823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353" name="3D Model 1352" descr="Sphere">
                                <a:extLst>
                                  <a:ext uri="{FF2B5EF4-FFF2-40B4-BE49-F238E27FC236}">
                                    <a16:creationId xmlns:a16="http://schemas.microsoft.com/office/drawing/2014/main" id="{E2505DDD-37A8-4CA9-B315-7854E04DEBE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50330" y="2265636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354" name="Flowchart: Connector 12353">
                            <a:extLst>
                              <a:ext uri="{FF2B5EF4-FFF2-40B4-BE49-F238E27FC236}">
                                <a16:creationId xmlns:a16="http://schemas.microsoft.com/office/drawing/2014/main" id="{F19838BA-BEEF-4AB5-868F-9A3808EBFD7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355" name="3D Model 12354" descr="Sphere">
                                <a:extLst>
                                  <a:ext uri="{FF2B5EF4-FFF2-40B4-BE49-F238E27FC236}">
                                    <a16:creationId xmlns:a16="http://schemas.microsoft.com/office/drawing/2014/main" id="{F469243C-B597-45CC-8C82-716F602A940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053649995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355" name="3D Model 1354" descr="Sphere">
                                <a:extLst>
                                  <a:ext uri="{FF2B5EF4-FFF2-40B4-BE49-F238E27FC236}">
                                    <a16:creationId xmlns:a16="http://schemas.microsoft.com/office/drawing/2014/main" id="{E21BD0D0-B373-436E-BAAD-FEE3FBB8CE95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94654" y="2282654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12191" name="Group 12190">
                        <a:extLst>
                          <a:ext uri="{FF2B5EF4-FFF2-40B4-BE49-F238E27FC236}">
                            <a16:creationId xmlns:a16="http://schemas.microsoft.com/office/drawing/2014/main" id="{7CC02109-879D-4300-9C74-6A3484D785F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547436" y="2361226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12332" name="Flowchart: Connector 12331">
                          <a:extLst>
                            <a:ext uri="{FF2B5EF4-FFF2-40B4-BE49-F238E27FC236}">
                              <a16:creationId xmlns:a16="http://schemas.microsoft.com/office/drawing/2014/main" id="{8907973C-F922-4236-A8A1-D5EE88CFEB8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333" name="Flowchart: Connector 12332">
                          <a:extLst>
                            <a:ext uri="{FF2B5EF4-FFF2-40B4-BE49-F238E27FC236}">
                              <a16:creationId xmlns:a16="http://schemas.microsoft.com/office/drawing/2014/main" id="{270B362C-D0D9-47F0-9B40-1E0E3A747C5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334" name="Flowchart: Connector 12333">
                          <a:extLst>
                            <a:ext uri="{FF2B5EF4-FFF2-40B4-BE49-F238E27FC236}">
                              <a16:creationId xmlns:a16="http://schemas.microsoft.com/office/drawing/2014/main" id="{59DCFAB1-4105-4F45-90A2-C21671004DD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12192" name="Flowchart: Connector 12191">
                        <a:extLst>
                          <a:ext uri="{FF2B5EF4-FFF2-40B4-BE49-F238E27FC236}">
                            <a16:creationId xmlns:a16="http://schemas.microsoft.com/office/drawing/2014/main" id="{C76F773C-600A-47AE-AB6D-2B96696AC44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19794" y="212254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193" name="Flowchart: Connector 12192">
                        <a:extLst>
                          <a:ext uri="{FF2B5EF4-FFF2-40B4-BE49-F238E27FC236}">
                            <a16:creationId xmlns:a16="http://schemas.microsoft.com/office/drawing/2014/main" id="{848E0E35-BFFD-4D8A-B308-25C0F10E365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74020" y="218539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12194" name="Group 12193">
                        <a:extLst>
                          <a:ext uri="{FF2B5EF4-FFF2-40B4-BE49-F238E27FC236}">
                            <a16:creationId xmlns:a16="http://schemas.microsoft.com/office/drawing/2014/main" id="{D80FA083-9327-435D-ABE8-302AE2C3BFD8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18957">
                        <a:off x="941432" y="2025443"/>
                        <a:ext cx="710250" cy="369080"/>
                        <a:chOff x="854932" y="2290871"/>
                        <a:chExt cx="710250" cy="369080"/>
                      </a:xfrm>
                    </p:grpSpPr>
                    <p:sp>
                      <p:nvSpPr>
                        <p:cNvPr id="12329" name="Flowchart: Connector 12328">
                          <a:extLst>
                            <a:ext uri="{FF2B5EF4-FFF2-40B4-BE49-F238E27FC236}">
                              <a16:creationId xmlns:a16="http://schemas.microsoft.com/office/drawing/2014/main" id="{1E60C3F7-1E70-4E26-BE33-4985F8D0CBD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2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330" name="Flowchart: Connector 12329">
                          <a:extLst>
                            <a:ext uri="{FF2B5EF4-FFF2-40B4-BE49-F238E27FC236}">
                              <a16:creationId xmlns:a16="http://schemas.microsoft.com/office/drawing/2014/main" id="{AEF836E3-B69A-49D6-9F5D-F9E5E9E968D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1897" y="2377722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331" name="Flowchart: Connector 12330">
                          <a:extLst>
                            <a:ext uri="{FF2B5EF4-FFF2-40B4-BE49-F238E27FC236}">
                              <a16:creationId xmlns:a16="http://schemas.microsoft.com/office/drawing/2014/main" id="{22D4AC83-E8A5-4897-84D2-16023A24263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53323" y="244395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2195" name="Group 12194">
                        <a:extLst>
                          <a:ext uri="{FF2B5EF4-FFF2-40B4-BE49-F238E27FC236}">
                            <a16:creationId xmlns:a16="http://schemas.microsoft.com/office/drawing/2014/main" id="{1B78E555-0654-49BD-902C-3E2A243EA73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21287" y="1995259"/>
                        <a:ext cx="1102917" cy="1484052"/>
                        <a:chOff x="2085712" y="1515698"/>
                        <a:chExt cx="1102917" cy="1484052"/>
                      </a:xfrm>
                    </p:grpSpPr>
                    <p:grpSp>
                      <p:nvGrpSpPr>
                        <p:cNvPr id="12264" name="Group 12263">
                          <a:extLst>
                            <a:ext uri="{FF2B5EF4-FFF2-40B4-BE49-F238E27FC236}">
                              <a16:creationId xmlns:a16="http://schemas.microsoft.com/office/drawing/2014/main" id="{F49A9445-CF9A-48EC-84E8-FF4D5F2C7E0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5712" y="1648950"/>
                          <a:ext cx="105765" cy="1037981"/>
                          <a:chOff x="1796341" y="2343196"/>
                          <a:chExt cx="105765" cy="1037981"/>
                        </a:xfrm>
                      </p:grpSpPr>
                      <p:sp>
                        <p:nvSpPr>
                          <p:cNvPr id="12325" name="Flowchart: Connector 12324">
                            <a:extLst>
                              <a:ext uri="{FF2B5EF4-FFF2-40B4-BE49-F238E27FC236}">
                                <a16:creationId xmlns:a16="http://schemas.microsoft.com/office/drawing/2014/main" id="{3D79C81C-AF60-415B-9633-1A7C1DDE1D3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326" name="Flowchart: Connector 12325">
                            <a:extLst>
                              <a:ext uri="{FF2B5EF4-FFF2-40B4-BE49-F238E27FC236}">
                                <a16:creationId xmlns:a16="http://schemas.microsoft.com/office/drawing/2014/main" id="{12B34177-27E9-445D-B969-58ABD32244D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327" name="Flowchart: Connector 12326">
                            <a:extLst>
                              <a:ext uri="{FF2B5EF4-FFF2-40B4-BE49-F238E27FC236}">
                                <a16:creationId xmlns:a16="http://schemas.microsoft.com/office/drawing/2014/main" id="{425E1649-E3BC-455B-A356-5BAC1034DC1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328" name="Flowchart: Connector 12327">
                            <a:extLst>
                              <a:ext uri="{FF2B5EF4-FFF2-40B4-BE49-F238E27FC236}">
                                <a16:creationId xmlns:a16="http://schemas.microsoft.com/office/drawing/2014/main" id="{68E1915E-6304-4EE2-B10D-5EE875B0BE9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796341" y="2343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12265" name="Group 12264">
                          <a:extLst>
                            <a:ext uri="{FF2B5EF4-FFF2-40B4-BE49-F238E27FC236}">
                              <a16:creationId xmlns:a16="http://schemas.microsoft.com/office/drawing/2014/main" id="{670F1210-185E-42E2-8CCB-4E455CB12CC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15698"/>
                          <a:ext cx="1074397" cy="1484052"/>
                          <a:chOff x="2114232" y="1515698"/>
                          <a:chExt cx="1074397" cy="1484052"/>
                        </a:xfrm>
                      </p:grpSpPr>
                      <p:grpSp>
                        <p:nvGrpSpPr>
                          <p:cNvPr id="12266" name="Group 12265">
                            <a:extLst>
                              <a:ext uri="{FF2B5EF4-FFF2-40B4-BE49-F238E27FC236}">
                                <a16:creationId xmlns:a16="http://schemas.microsoft.com/office/drawing/2014/main" id="{3898E845-CB03-4DC1-9E55-3BBBD636347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12317" name="Flowchart: Connector 12316">
                              <a:extLst>
                                <a:ext uri="{FF2B5EF4-FFF2-40B4-BE49-F238E27FC236}">
                                  <a16:creationId xmlns:a16="http://schemas.microsoft.com/office/drawing/2014/main" id="{109A6B76-B235-448B-9104-5DFAFB05831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318" name="3D Model 12317" descr="Sphere">
                                  <a:extLst>
                                    <a:ext uri="{FF2B5EF4-FFF2-40B4-BE49-F238E27FC236}">
                                      <a16:creationId xmlns:a16="http://schemas.microsoft.com/office/drawing/2014/main" id="{6E86E47F-179F-4059-BF04-5836C5081E3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411664679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319" name="Flowchart: Connector 12318">
                              <a:extLst>
                                <a:ext uri="{FF2B5EF4-FFF2-40B4-BE49-F238E27FC236}">
                                  <a16:creationId xmlns:a16="http://schemas.microsoft.com/office/drawing/2014/main" id="{BABD2583-84B8-48F4-A81A-9069C758988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320" name="3D Model 12319" descr="Sphere">
                                  <a:extLst>
                                    <a:ext uri="{FF2B5EF4-FFF2-40B4-BE49-F238E27FC236}">
                                      <a16:creationId xmlns:a16="http://schemas.microsoft.com/office/drawing/2014/main" id="{91EB071A-998E-450A-B333-13F77CEAF6E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912091141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321" name="Flowchart: Connector 12320">
                              <a:extLst>
                                <a:ext uri="{FF2B5EF4-FFF2-40B4-BE49-F238E27FC236}">
                                  <a16:creationId xmlns:a16="http://schemas.microsoft.com/office/drawing/2014/main" id="{6FA0010C-02AB-4BE6-B72D-19268651AD7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322" name="3D Model 12321" descr="Sphere">
                                  <a:extLst>
                                    <a:ext uri="{FF2B5EF4-FFF2-40B4-BE49-F238E27FC236}">
                                      <a16:creationId xmlns:a16="http://schemas.microsoft.com/office/drawing/2014/main" id="{9FEC94FE-A5A7-4E24-A6F9-0DB4E9E7AAB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907075721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323" name="Flowchart: Connector 12322">
                              <a:extLst>
                                <a:ext uri="{FF2B5EF4-FFF2-40B4-BE49-F238E27FC236}">
                                  <a16:creationId xmlns:a16="http://schemas.microsoft.com/office/drawing/2014/main" id="{21E107BF-C8E1-4885-8B9C-C98765E9DF0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324" name="3D Model 12323" descr="Sphere">
                                  <a:extLst>
                                    <a:ext uri="{FF2B5EF4-FFF2-40B4-BE49-F238E27FC236}">
                                      <a16:creationId xmlns:a16="http://schemas.microsoft.com/office/drawing/2014/main" id="{6D8A18AE-5D83-41C8-90C0-D93DC15A5D1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245327698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2267" name="Group 12266">
                            <a:extLst>
                              <a:ext uri="{FF2B5EF4-FFF2-40B4-BE49-F238E27FC236}">
                                <a16:creationId xmlns:a16="http://schemas.microsoft.com/office/drawing/2014/main" id="{A00CA8A5-562F-43D4-B0E3-F55AF5F4D64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2301" name="Flowchart: Connector 12300">
                              <a:extLst>
                                <a:ext uri="{FF2B5EF4-FFF2-40B4-BE49-F238E27FC236}">
                                  <a16:creationId xmlns:a16="http://schemas.microsoft.com/office/drawing/2014/main" id="{9C097DF5-CDFF-4A25-ABF6-96961572A76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302" name="Flowchart: Connector 12301">
                              <a:extLst>
                                <a:ext uri="{FF2B5EF4-FFF2-40B4-BE49-F238E27FC236}">
                                  <a16:creationId xmlns:a16="http://schemas.microsoft.com/office/drawing/2014/main" id="{D0D84D0C-5EB8-4512-980C-C97351D15E2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303" name="Flowchart: Connector 12302">
                              <a:extLst>
                                <a:ext uri="{FF2B5EF4-FFF2-40B4-BE49-F238E27FC236}">
                                  <a16:creationId xmlns:a16="http://schemas.microsoft.com/office/drawing/2014/main" id="{F8033B5C-42F6-48D6-A47D-C62D4336F75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304" name="Flowchart: Connector 12303">
                              <a:extLst>
                                <a:ext uri="{FF2B5EF4-FFF2-40B4-BE49-F238E27FC236}">
                                  <a16:creationId xmlns:a16="http://schemas.microsoft.com/office/drawing/2014/main" id="{B23B7ECB-6CCE-4784-A090-16D05C3BEA8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305" name="Flowchart: Connector 12304">
                              <a:extLst>
                                <a:ext uri="{FF2B5EF4-FFF2-40B4-BE49-F238E27FC236}">
                                  <a16:creationId xmlns:a16="http://schemas.microsoft.com/office/drawing/2014/main" id="{29A6CCF4-B1D3-40C6-BA80-34812DF9CB4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306" name="Flowchart: Connector 12305">
                              <a:extLst>
                                <a:ext uri="{FF2B5EF4-FFF2-40B4-BE49-F238E27FC236}">
                                  <a16:creationId xmlns:a16="http://schemas.microsoft.com/office/drawing/2014/main" id="{07F3ACBC-69CB-483D-931D-56E4D3B7C54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307" name="Flowchart: Connector 12306">
                              <a:extLst>
                                <a:ext uri="{FF2B5EF4-FFF2-40B4-BE49-F238E27FC236}">
                                  <a16:creationId xmlns:a16="http://schemas.microsoft.com/office/drawing/2014/main" id="{3850DBE2-BD13-4E34-8FDD-F740A0EE933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308" name="Flowchart: Connector 12307">
                              <a:extLst>
                                <a:ext uri="{FF2B5EF4-FFF2-40B4-BE49-F238E27FC236}">
                                  <a16:creationId xmlns:a16="http://schemas.microsoft.com/office/drawing/2014/main" id="{5F419790-1023-4A00-AB79-C31018FBF19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309" name="Flowchart: Connector 12308">
                              <a:extLst>
                                <a:ext uri="{FF2B5EF4-FFF2-40B4-BE49-F238E27FC236}">
                                  <a16:creationId xmlns:a16="http://schemas.microsoft.com/office/drawing/2014/main" id="{7B91A37F-7862-4DF4-80BD-A7404858780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310" name="3D Model 12309" descr="Sphere">
                                  <a:extLst>
                                    <a:ext uri="{FF2B5EF4-FFF2-40B4-BE49-F238E27FC236}">
                                      <a16:creationId xmlns:a16="http://schemas.microsoft.com/office/drawing/2014/main" id="{80325F27-38FB-4A89-A2C8-E9E07709A6F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865304472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311" name="Flowchart: Connector 12310">
                              <a:extLst>
                                <a:ext uri="{FF2B5EF4-FFF2-40B4-BE49-F238E27FC236}">
                                  <a16:creationId xmlns:a16="http://schemas.microsoft.com/office/drawing/2014/main" id="{7D2F131A-4B23-4B4B-8A6B-70DB088233A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312" name="3D Model 12311" descr="Sphere">
                                  <a:extLst>
                                    <a:ext uri="{FF2B5EF4-FFF2-40B4-BE49-F238E27FC236}">
                                      <a16:creationId xmlns:a16="http://schemas.microsoft.com/office/drawing/2014/main" id="{425B3F38-C95B-4A5C-8894-88E284949E7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41247699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313" name="Flowchart: Connector 12312">
                              <a:extLst>
                                <a:ext uri="{FF2B5EF4-FFF2-40B4-BE49-F238E27FC236}">
                                  <a16:creationId xmlns:a16="http://schemas.microsoft.com/office/drawing/2014/main" id="{0F71151F-82DD-4C42-A2C6-5B9DB861CEA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314" name="3D Model 12313" descr="Sphere">
                                  <a:extLst>
                                    <a:ext uri="{FF2B5EF4-FFF2-40B4-BE49-F238E27FC236}">
                                      <a16:creationId xmlns:a16="http://schemas.microsoft.com/office/drawing/2014/main" id="{49899494-7A2A-451A-8150-0BEB0DF82AB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865024760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315" name="Flowchart: Connector 12314">
                              <a:extLst>
                                <a:ext uri="{FF2B5EF4-FFF2-40B4-BE49-F238E27FC236}">
                                  <a16:creationId xmlns:a16="http://schemas.microsoft.com/office/drawing/2014/main" id="{D503D1AD-29A3-48A2-91DD-0FE2E25B82B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316" name="3D Model 12315" descr="Sphere">
                                  <a:extLst>
                                    <a:ext uri="{FF2B5EF4-FFF2-40B4-BE49-F238E27FC236}">
                                      <a16:creationId xmlns:a16="http://schemas.microsoft.com/office/drawing/2014/main" id="{59FD23B5-B3F8-4DEA-82B0-D01706AFF74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72998795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2268" name="Group 12267">
                            <a:extLst>
                              <a:ext uri="{FF2B5EF4-FFF2-40B4-BE49-F238E27FC236}">
                                <a16:creationId xmlns:a16="http://schemas.microsoft.com/office/drawing/2014/main" id="{A359A9B3-122D-41EE-9E52-9B3B6B220E3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2285" name="Flowchart: Connector 12284">
                              <a:extLst>
                                <a:ext uri="{FF2B5EF4-FFF2-40B4-BE49-F238E27FC236}">
                                  <a16:creationId xmlns:a16="http://schemas.microsoft.com/office/drawing/2014/main" id="{4ACB22EF-CE4F-426B-886E-A5D6E954529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286" name="Flowchart: Connector 12285">
                              <a:extLst>
                                <a:ext uri="{FF2B5EF4-FFF2-40B4-BE49-F238E27FC236}">
                                  <a16:creationId xmlns:a16="http://schemas.microsoft.com/office/drawing/2014/main" id="{814196FC-7DD4-44E6-98C9-A9546C11FE0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287" name="Flowchart: Connector 12286">
                              <a:extLst>
                                <a:ext uri="{FF2B5EF4-FFF2-40B4-BE49-F238E27FC236}">
                                  <a16:creationId xmlns:a16="http://schemas.microsoft.com/office/drawing/2014/main" id="{3E9BD1D2-FE10-4131-8F5F-1C2CF4A102B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288" name="Flowchart: Connector 12287">
                              <a:extLst>
                                <a:ext uri="{FF2B5EF4-FFF2-40B4-BE49-F238E27FC236}">
                                  <a16:creationId xmlns:a16="http://schemas.microsoft.com/office/drawing/2014/main" id="{63BE2497-B1E8-47B1-9483-53B2033F7D5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289" name="Flowchart: Connector 12288">
                              <a:extLst>
                                <a:ext uri="{FF2B5EF4-FFF2-40B4-BE49-F238E27FC236}">
                                  <a16:creationId xmlns:a16="http://schemas.microsoft.com/office/drawing/2014/main" id="{D0E6B74F-5AA2-4913-B156-8FB27671A3B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290" name="Flowchart: Connector 12289">
                              <a:extLst>
                                <a:ext uri="{FF2B5EF4-FFF2-40B4-BE49-F238E27FC236}">
                                  <a16:creationId xmlns:a16="http://schemas.microsoft.com/office/drawing/2014/main" id="{F2F4CCC5-FF1C-4338-A3E8-4A9CE33B162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291" name="Flowchart: Connector 12290">
                              <a:extLst>
                                <a:ext uri="{FF2B5EF4-FFF2-40B4-BE49-F238E27FC236}">
                                  <a16:creationId xmlns:a16="http://schemas.microsoft.com/office/drawing/2014/main" id="{F32455BB-1113-4D18-8E3A-13CDC9DB5E2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292" name="Flowchart: Connector 12291">
                              <a:extLst>
                                <a:ext uri="{FF2B5EF4-FFF2-40B4-BE49-F238E27FC236}">
                                  <a16:creationId xmlns:a16="http://schemas.microsoft.com/office/drawing/2014/main" id="{FB305EC8-9B50-4090-A838-D931CB72F03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293" name="Flowchart: Connector 12292">
                              <a:extLst>
                                <a:ext uri="{FF2B5EF4-FFF2-40B4-BE49-F238E27FC236}">
                                  <a16:creationId xmlns:a16="http://schemas.microsoft.com/office/drawing/2014/main" id="{B5427426-2D38-4143-BC0E-6B9EFA62869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294" name="3D Model 12293" descr="Sphere">
                                  <a:extLst>
                                    <a:ext uri="{FF2B5EF4-FFF2-40B4-BE49-F238E27FC236}">
                                      <a16:creationId xmlns:a16="http://schemas.microsoft.com/office/drawing/2014/main" id="{D5681743-D657-499D-874A-24696F1FC7E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174392009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295" name="Flowchart: Connector 12294">
                              <a:extLst>
                                <a:ext uri="{FF2B5EF4-FFF2-40B4-BE49-F238E27FC236}">
                                  <a16:creationId xmlns:a16="http://schemas.microsoft.com/office/drawing/2014/main" id="{F3DA3540-4E86-4D4D-BE0F-9FF20359FBA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296" name="3D Model 12295" descr="Sphere">
                                  <a:extLst>
                                    <a:ext uri="{FF2B5EF4-FFF2-40B4-BE49-F238E27FC236}">
                                      <a16:creationId xmlns:a16="http://schemas.microsoft.com/office/drawing/2014/main" id="{4D63FCEE-5AC7-4751-99A7-EF45464DA51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201516512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297" name="Flowchart: Connector 12296">
                              <a:extLst>
                                <a:ext uri="{FF2B5EF4-FFF2-40B4-BE49-F238E27FC236}">
                                  <a16:creationId xmlns:a16="http://schemas.microsoft.com/office/drawing/2014/main" id="{C6EA2E8A-44C3-4105-BF75-019655C2FEE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298" name="3D Model 12297" descr="Sphere">
                                  <a:extLst>
                                    <a:ext uri="{FF2B5EF4-FFF2-40B4-BE49-F238E27FC236}">
                                      <a16:creationId xmlns:a16="http://schemas.microsoft.com/office/drawing/2014/main" id="{8BAED73E-0BB1-4600-9587-3DCCC91B3A7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046423534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299" name="Flowchart: Connector 12298">
                              <a:extLst>
                                <a:ext uri="{FF2B5EF4-FFF2-40B4-BE49-F238E27FC236}">
                                  <a16:creationId xmlns:a16="http://schemas.microsoft.com/office/drawing/2014/main" id="{5FC14996-6EC8-455C-A88A-BC81CFB8A8C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300" name="3D Model 12299" descr="Sphere">
                                  <a:extLst>
                                    <a:ext uri="{FF2B5EF4-FFF2-40B4-BE49-F238E27FC236}">
                                      <a16:creationId xmlns:a16="http://schemas.microsoft.com/office/drawing/2014/main" id="{FCD68CDF-297A-427A-97D1-821A71B080C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5085462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12269" name="Flowchart: Connector 12268">
                            <a:extLst>
                              <a:ext uri="{FF2B5EF4-FFF2-40B4-BE49-F238E27FC236}">
                                <a16:creationId xmlns:a16="http://schemas.microsoft.com/office/drawing/2014/main" id="{4BE05CE5-75CE-494E-B769-05A2534FC37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270" name="Flowchart: Connector 12269">
                            <a:extLst>
                              <a:ext uri="{FF2B5EF4-FFF2-40B4-BE49-F238E27FC236}">
                                <a16:creationId xmlns:a16="http://schemas.microsoft.com/office/drawing/2014/main" id="{FCE3C341-A4DA-448C-9B3F-D3718D98FEC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271" name="Flowchart: Connector 12270">
                            <a:extLst>
                              <a:ext uri="{FF2B5EF4-FFF2-40B4-BE49-F238E27FC236}">
                                <a16:creationId xmlns:a16="http://schemas.microsoft.com/office/drawing/2014/main" id="{FB7671FD-9C7D-4FF1-B2CA-706EB23A5D5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272" name="Flowchart: Connector 12271">
                            <a:extLst>
                              <a:ext uri="{FF2B5EF4-FFF2-40B4-BE49-F238E27FC236}">
                                <a16:creationId xmlns:a16="http://schemas.microsoft.com/office/drawing/2014/main" id="{D75A6733-6679-430D-85B6-76F0AC58E73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273" name="Flowchart: Connector 12272">
                            <a:extLst>
                              <a:ext uri="{FF2B5EF4-FFF2-40B4-BE49-F238E27FC236}">
                                <a16:creationId xmlns:a16="http://schemas.microsoft.com/office/drawing/2014/main" id="{F5538424-0FC1-4DC0-B085-EA5DAA69D5D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274" name="Flowchart: Connector 12273">
                            <a:extLst>
                              <a:ext uri="{FF2B5EF4-FFF2-40B4-BE49-F238E27FC236}">
                                <a16:creationId xmlns:a16="http://schemas.microsoft.com/office/drawing/2014/main" id="{C568846C-31ED-45E2-B72F-CEF5F0871C1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275" name="Flowchart: Connector 12274">
                            <a:extLst>
                              <a:ext uri="{FF2B5EF4-FFF2-40B4-BE49-F238E27FC236}">
                                <a16:creationId xmlns:a16="http://schemas.microsoft.com/office/drawing/2014/main" id="{48B9866B-50F5-44E7-9DE5-1AD8AD41557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276" name="Flowchart: Connector 12275">
                            <a:extLst>
                              <a:ext uri="{FF2B5EF4-FFF2-40B4-BE49-F238E27FC236}">
                                <a16:creationId xmlns:a16="http://schemas.microsoft.com/office/drawing/2014/main" id="{99797BB5-4DB8-474B-A118-0351217D8DB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277" name="Flowchart: Connector 12276">
                            <a:extLst>
                              <a:ext uri="{FF2B5EF4-FFF2-40B4-BE49-F238E27FC236}">
                                <a16:creationId xmlns:a16="http://schemas.microsoft.com/office/drawing/2014/main" id="{338C561C-963E-4425-88FB-73B55481AF6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278" name="3D Model 12277" descr="Sphere">
                                <a:extLst>
                                  <a:ext uri="{FF2B5EF4-FFF2-40B4-BE49-F238E27FC236}">
                                    <a16:creationId xmlns:a16="http://schemas.microsoft.com/office/drawing/2014/main" id="{425E516B-987C-46A3-A0C3-003ACA309DA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372826461"/>
                                  </p:ext>
                                </p:extLst>
                              </p:nvPr>
                            </p:nvGraphicFramePr>
                            <p:xfrm>
                              <a:off x="2127272" y="1515698"/>
                              <a:ext cx="299738" cy="29973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7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4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78" name="3D Model 1277" descr="Sphere">
                                <a:extLst>
                                  <a:ext uri="{FF2B5EF4-FFF2-40B4-BE49-F238E27FC236}">
                                    <a16:creationId xmlns:a16="http://schemas.microsoft.com/office/drawing/2014/main" id="{72F01E67-6938-498B-8F3A-4826869DB5D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125378" y="2259698"/>
                                <a:ext cx="52067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279" name="Flowchart: Connector 12278">
                            <a:extLst>
                              <a:ext uri="{FF2B5EF4-FFF2-40B4-BE49-F238E27FC236}">
                                <a16:creationId xmlns:a16="http://schemas.microsoft.com/office/drawing/2014/main" id="{E5D72B56-6BCE-4A72-BB76-0F521E98C2A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280" name="3D Model 12279" descr="Sphere">
                                <a:extLst>
                                  <a:ext uri="{FF2B5EF4-FFF2-40B4-BE49-F238E27FC236}">
                                    <a16:creationId xmlns:a16="http://schemas.microsoft.com/office/drawing/2014/main" id="{6DC4AB1C-0410-46E7-B1A3-29A55DD1352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038199043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80" name="3D Model 1279" descr="Sphere">
                                <a:extLst>
                                  <a:ext uri="{FF2B5EF4-FFF2-40B4-BE49-F238E27FC236}">
                                    <a16:creationId xmlns:a16="http://schemas.microsoft.com/office/drawing/2014/main" id="{4C124C0B-3F81-4B37-AB15-0E5E4374124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166618" y="227176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281" name="Flowchart: Connector 12280">
                            <a:extLst>
                              <a:ext uri="{FF2B5EF4-FFF2-40B4-BE49-F238E27FC236}">
                                <a16:creationId xmlns:a16="http://schemas.microsoft.com/office/drawing/2014/main" id="{A674BFB1-E9DA-49A7-8C28-6BF017F4A0A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6940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282" name="3D Model 12281" descr="Sphere">
                                <a:extLst>
                                  <a:ext uri="{FF2B5EF4-FFF2-40B4-BE49-F238E27FC236}">
                                    <a16:creationId xmlns:a16="http://schemas.microsoft.com/office/drawing/2014/main" id="{60F65B91-5F18-44E6-A14B-0895BAE283D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67784300"/>
                                  </p:ext>
                                </p:extLst>
                              </p:nvPr>
                            </p:nvGraphicFramePr>
                            <p:xfrm>
                              <a:off x="2609177" y="164853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82" name="3D Model 1281" descr="Sphere">
                                <a:extLst>
                                  <a:ext uri="{FF2B5EF4-FFF2-40B4-BE49-F238E27FC236}">
                                    <a16:creationId xmlns:a16="http://schemas.microsoft.com/office/drawing/2014/main" id="{4FAEA037-38E5-4411-8709-FD4C9E435B0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09088" y="2284717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283" name="Flowchart: Connector 12282">
                            <a:extLst>
                              <a:ext uri="{FF2B5EF4-FFF2-40B4-BE49-F238E27FC236}">
                                <a16:creationId xmlns:a16="http://schemas.microsoft.com/office/drawing/2014/main" id="{73D5FB12-C0A1-4D89-B2DF-0E8583DA15D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284" name="3D Model 12283" descr="Sphere">
                                <a:extLst>
                                  <a:ext uri="{FF2B5EF4-FFF2-40B4-BE49-F238E27FC236}">
                                    <a16:creationId xmlns:a16="http://schemas.microsoft.com/office/drawing/2014/main" id="{71B84D7A-FC84-40A9-A0D5-EE3B689C085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979759708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84" name="3D Model 1283" descr="Sphere">
                                <a:extLst>
                                  <a:ext uri="{FF2B5EF4-FFF2-40B4-BE49-F238E27FC236}">
                                    <a16:creationId xmlns:a16="http://schemas.microsoft.com/office/drawing/2014/main" id="{B24FD411-785C-4B35-A110-7DE7E3C7EC2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55714" y="2299796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sp>
                    <p:nvSpPr>
                      <p:cNvPr id="12196" name="Flowchart: Connector 12195">
                        <a:extLst>
                          <a:ext uri="{FF2B5EF4-FFF2-40B4-BE49-F238E27FC236}">
                            <a16:creationId xmlns:a16="http://schemas.microsoft.com/office/drawing/2014/main" id="{504089B3-3155-41DB-ABAC-B6594C2B01A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06374" y="21384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197" name="Flowchart: Connector 12196">
                        <a:extLst>
                          <a:ext uri="{FF2B5EF4-FFF2-40B4-BE49-F238E27FC236}">
                            <a16:creationId xmlns:a16="http://schemas.microsoft.com/office/drawing/2014/main" id="{899D7207-3EE3-4774-92FD-F76DBA8585C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886236" y="22322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198" name="Flowchart: Connector 12197">
                        <a:extLst>
                          <a:ext uri="{FF2B5EF4-FFF2-40B4-BE49-F238E27FC236}">
                            <a16:creationId xmlns:a16="http://schemas.microsoft.com/office/drawing/2014/main" id="{0031BD9C-A7A5-419F-8D50-F6B4C4B05DF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952806" y="22254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199" name="Flowchart: Connector 12198">
                        <a:extLst>
                          <a:ext uri="{FF2B5EF4-FFF2-40B4-BE49-F238E27FC236}">
                            <a16:creationId xmlns:a16="http://schemas.microsoft.com/office/drawing/2014/main" id="{EFB7E7A1-F7CA-4FC9-A4B0-6D0FF45ACE7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0272" y="25040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200" name="Flowchart: Connector 12199">
                        <a:extLst>
                          <a:ext uri="{FF2B5EF4-FFF2-40B4-BE49-F238E27FC236}">
                            <a16:creationId xmlns:a16="http://schemas.microsoft.com/office/drawing/2014/main" id="{70C95D85-3632-4F6B-BBDC-FE8F3F72A05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20633" y="28301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201" name="Flowchart: Connector 12200">
                        <a:extLst>
                          <a:ext uri="{FF2B5EF4-FFF2-40B4-BE49-F238E27FC236}">
                            <a16:creationId xmlns:a16="http://schemas.microsoft.com/office/drawing/2014/main" id="{FECBDB72-2DFE-4928-A339-E8E71DBF276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29128" y="231321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202" name="Flowchart: Connector 12201">
                        <a:extLst>
                          <a:ext uri="{FF2B5EF4-FFF2-40B4-BE49-F238E27FC236}">
                            <a16:creationId xmlns:a16="http://schemas.microsoft.com/office/drawing/2014/main" id="{5B266B7A-0271-4165-9D62-AA15B67B4A2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211385" y="230237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203" name="Flowchart: Connector 12202">
                        <a:extLst>
                          <a:ext uri="{FF2B5EF4-FFF2-40B4-BE49-F238E27FC236}">
                            <a16:creationId xmlns:a16="http://schemas.microsoft.com/office/drawing/2014/main" id="{158C1160-EF0F-4981-89E1-712F5F9A1CC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1097" y="31484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grpSp>
                    <p:nvGrpSpPr>
                      <p:cNvPr id="12204" name="Group 12203">
                        <a:extLst>
                          <a:ext uri="{FF2B5EF4-FFF2-40B4-BE49-F238E27FC236}">
                            <a16:creationId xmlns:a16="http://schemas.microsoft.com/office/drawing/2014/main" id="{243D1A91-E68A-4CBD-B76F-BD0504006C9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20511" y="2127869"/>
                        <a:ext cx="1073693" cy="1496391"/>
                        <a:chOff x="2114936" y="1503359"/>
                        <a:chExt cx="1073693" cy="1496391"/>
                      </a:xfrm>
                    </p:grpSpPr>
                    <p:grpSp>
                      <p:nvGrpSpPr>
                        <p:cNvPr id="12205" name="Group 12204">
                          <a:extLst>
                            <a:ext uri="{FF2B5EF4-FFF2-40B4-BE49-F238E27FC236}">
                              <a16:creationId xmlns:a16="http://schemas.microsoft.com/office/drawing/2014/main" id="{FC7DE4D3-71A9-4DB3-B21F-35F2F892046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7974" y="2474038"/>
                          <a:ext cx="1060655" cy="525712"/>
                          <a:chOff x="3721252" y="1733424"/>
                          <a:chExt cx="1060655" cy="525712"/>
                        </a:xfrm>
                      </p:grpSpPr>
                      <p:sp>
                        <p:nvSpPr>
                          <p:cNvPr id="12256" name="Flowchart: Connector 12255">
                            <a:extLst>
                              <a:ext uri="{FF2B5EF4-FFF2-40B4-BE49-F238E27FC236}">
                                <a16:creationId xmlns:a16="http://schemas.microsoft.com/office/drawing/2014/main" id="{74792E86-B0FC-4E13-8B2A-50B957BEFFF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257" name="3D Model 12256" descr="Sphere">
                                <a:extLst>
                                  <a:ext uri="{FF2B5EF4-FFF2-40B4-BE49-F238E27FC236}">
                                    <a16:creationId xmlns:a16="http://schemas.microsoft.com/office/drawing/2014/main" id="{7BF5C7D7-6F15-4ECD-81D1-6A118599E67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900302557"/>
                                  </p:ext>
                                </p:extLst>
                              </p:nvPr>
                            </p:nvGraphicFramePr>
                            <p:xfrm>
                              <a:off x="3721252" y="1733424"/>
                              <a:ext cx="299739" cy="299738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6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57" name="3D Model 1256" descr="Sphere">
                                <a:extLst>
                                  <a:ext uri="{FF2B5EF4-FFF2-40B4-BE49-F238E27FC236}">
                                    <a16:creationId xmlns:a16="http://schemas.microsoft.com/office/drawing/2014/main" id="{EDCB272C-0163-435C-B639-6C211B09FA3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085548" y="2467500"/>
                                <a:ext cx="52066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258" name="Flowchart: Connector 12257">
                            <a:extLst>
                              <a:ext uri="{FF2B5EF4-FFF2-40B4-BE49-F238E27FC236}">
                                <a16:creationId xmlns:a16="http://schemas.microsoft.com/office/drawing/2014/main" id="{B42348D9-0ED4-4FB3-963C-5871617C905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259" name="3D Model 12258" descr="Sphere">
                                <a:extLst>
                                  <a:ext uri="{FF2B5EF4-FFF2-40B4-BE49-F238E27FC236}">
                                    <a16:creationId xmlns:a16="http://schemas.microsoft.com/office/drawing/2014/main" id="{8406C456-C6C6-446A-B37E-E73BCE423A5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746939935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260" name="Flowchart: Connector 12259">
                            <a:extLst>
                              <a:ext uri="{FF2B5EF4-FFF2-40B4-BE49-F238E27FC236}">
                                <a16:creationId xmlns:a16="http://schemas.microsoft.com/office/drawing/2014/main" id="{9304D806-A407-4AF3-8E39-16D97F5D5CC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261" name="3D Model 12260" descr="Sphere">
                                <a:extLst>
                                  <a:ext uri="{FF2B5EF4-FFF2-40B4-BE49-F238E27FC236}">
                                    <a16:creationId xmlns:a16="http://schemas.microsoft.com/office/drawing/2014/main" id="{A5A3BBF5-8566-415A-826F-081019560BE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721809554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262" name="Flowchart: Connector 12261">
                            <a:extLst>
                              <a:ext uri="{FF2B5EF4-FFF2-40B4-BE49-F238E27FC236}">
                                <a16:creationId xmlns:a16="http://schemas.microsoft.com/office/drawing/2014/main" id="{2D069A8B-0849-4E15-ACCD-A70F135B498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263" name="3D Model 12262" descr="Sphere">
                                <a:extLst>
                                  <a:ext uri="{FF2B5EF4-FFF2-40B4-BE49-F238E27FC236}">
                                    <a16:creationId xmlns:a16="http://schemas.microsoft.com/office/drawing/2014/main" id="{05E8F5C5-91F8-4F14-ABB7-BB66B0CBEB5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117909674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8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2206" name="Group 12205">
                          <a:extLst>
                            <a:ext uri="{FF2B5EF4-FFF2-40B4-BE49-F238E27FC236}">
                              <a16:creationId xmlns:a16="http://schemas.microsoft.com/office/drawing/2014/main" id="{AC993349-8425-4861-B726-5E18557B61C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4615" y="2140429"/>
                          <a:ext cx="1064014" cy="637179"/>
                          <a:chOff x="3717893" y="1719497"/>
                          <a:chExt cx="1064014" cy="637179"/>
                        </a:xfrm>
                      </p:grpSpPr>
                      <p:sp>
                        <p:nvSpPr>
                          <p:cNvPr id="12240" name="Flowchart: Connector 12239">
                            <a:extLst>
                              <a:ext uri="{FF2B5EF4-FFF2-40B4-BE49-F238E27FC236}">
                                <a16:creationId xmlns:a16="http://schemas.microsoft.com/office/drawing/2014/main" id="{7EF99201-E186-4765-8103-F3FA4FC178C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241" name="Flowchart: Connector 12240">
                            <a:extLst>
                              <a:ext uri="{FF2B5EF4-FFF2-40B4-BE49-F238E27FC236}">
                                <a16:creationId xmlns:a16="http://schemas.microsoft.com/office/drawing/2014/main" id="{11A21FD7-C7FA-44B3-90EB-B86C66F0E50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242" name="Flowchart: Connector 12241">
                            <a:extLst>
                              <a:ext uri="{FF2B5EF4-FFF2-40B4-BE49-F238E27FC236}">
                                <a16:creationId xmlns:a16="http://schemas.microsoft.com/office/drawing/2014/main" id="{65D9753A-ADE7-44CA-931A-ABC94421BB0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243" name="Flowchart: Connector 12242">
                            <a:extLst>
                              <a:ext uri="{FF2B5EF4-FFF2-40B4-BE49-F238E27FC236}">
                                <a16:creationId xmlns:a16="http://schemas.microsoft.com/office/drawing/2014/main" id="{CB497BF2-DFDC-461D-B151-E043CBE34FE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244" name="Flowchart: Connector 12243">
                            <a:extLst>
                              <a:ext uri="{FF2B5EF4-FFF2-40B4-BE49-F238E27FC236}">
                                <a16:creationId xmlns:a16="http://schemas.microsoft.com/office/drawing/2014/main" id="{DB9A9C5F-7007-4D91-9F09-D66B3523F26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245" name="Flowchart: Connector 12244">
                            <a:extLst>
                              <a:ext uri="{FF2B5EF4-FFF2-40B4-BE49-F238E27FC236}">
                                <a16:creationId xmlns:a16="http://schemas.microsoft.com/office/drawing/2014/main" id="{AF243D79-207F-475F-A2CC-63DAE6CF17C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246" name="Flowchart: Connector 12245">
                            <a:extLst>
                              <a:ext uri="{FF2B5EF4-FFF2-40B4-BE49-F238E27FC236}">
                                <a16:creationId xmlns:a16="http://schemas.microsoft.com/office/drawing/2014/main" id="{8493F0A9-11A1-4FFC-B1AD-4F877CEBAC7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247" name="Flowchart: Connector 12246">
                            <a:extLst>
                              <a:ext uri="{FF2B5EF4-FFF2-40B4-BE49-F238E27FC236}">
                                <a16:creationId xmlns:a16="http://schemas.microsoft.com/office/drawing/2014/main" id="{142B14C6-1119-4D46-9623-4444B42E7D9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248" name="Flowchart: Connector 12247">
                            <a:extLst>
                              <a:ext uri="{FF2B5EF4-FFF2-40B4-BE49-F238E27FC236}">
                                <a16:creationId xmlns:a16="http://schemas.microsoft.com/office/drawing/2014/main" id="{CEB993C5-00EC-4BE3-A779-D58A9509E7A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249" name="3D Model 12248" descr="Sphere">
                                <a:extLst>
                                  <a:ext uri="{FF2B5EF4-FFF2-40B4-BE49-F238E27FC236}">
                                    <a16:creationId xmlns:a16="http://schemas.microsoft.com/office/drawing/2014/main" id="{87C6CA27-8C97-4A91-8422-6CC8FC0CB73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240826092"/>
                                  </p:ext>
                                </p:extLst>
                              </p:nvPr>
                            </p:nvGraphicFramePr>
                            <p:xfrm>
                              <a:off x="3717893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49" name="3D Model 1248" descr="Sphere">
                                <a:extLst>
                                  <a:ext uri="{FF2B5EF4-FFF2-40B4-BE49-F238E27FC236}">
                                    <a16:creationId xmlns:a16="http://schemas.microsoft.com/office/drawing/2014/main" id="{197D1DF2-ACD5-4650-B13F-20E00FAF0CE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084964" y="2404665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250" name="Flowchart: Connector 12249">
                            <a:extLst>
                              <a:ext uri="{FF2B5EF4-FFF2-40B4-BE49-F238E27FC236}">
                                <a16:creationId xmlns:a16="http://schemas.microsoft.com/office/drawing/2014/main" id="{5E4574C6-EF3C-426B-90E5-756F8E02F9D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251" name="3D Model 12250" descr="Sphere">
                                <a:extLst>
                                  <a:ext uri="{FF2B5EF4-FFF2-40B4-BE49-F238E27FC236}">
                                    <a16:creationId xmlns:a16="http://schemas.microsoft.com/office/drawing/2014/main" id="{5D25B973-6B34-4207-ACB6-419642DBBCC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889691784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252" name="Flowchart: Connector 12251">
                            <a:extLst>
                              <a:ext uri="{FF2B5EF4-FFF2-40B4-BE49-F238E27FC236}">
                                <a16:creationId xmlns:a16="http://schemas.microsoft.com/office/drawing/2014/main" id="{986CEBEC-41B9-4909-B588-3745EE3AC74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253" name="3D Model 12252" descr="Sphere">
                                <a:extLst>
                                  <a:ext uri="{FF2B5EF4-FFF2-40B4-BE49-F238E27FC236}">
                                    <a16:creationId xmlns:a16="http://schemas.microsoft.com/office/drawing/2014/main" id="{0B42D2B1-8114-47C1-88A7-32A70A46373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880086087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254" name="Flowchart: Connector 12253">
                            <a:extLst>
                              <a:ext uri="{FF2B5EF4-FFF2-40B4-BE49-F238E27FC236}">
                                <a16:creationId xmlns:a16="http://schemas.microsoft.com/office/drawing/2014/main" id="{9B075269-8441-41B2-BD3B-522A388B2D2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255" name="3D Model 12254" descr="Sphere">
                                <a:extLst>
                                  <a:ext uri="{FF2B5EF4-FFF2-40B4-BE49-F238E27FC236}">
                                    <a16:creationId xmlns:a16="http://schemas.microsoft.com/office/drawing/2014/main" id="{6DB59C9B-A0A8-46F3-B685-EEF3779202B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77001415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2207" name="Group 12206">
                          <a:extLst>
                            <a:ext uri="{FF2B5EF4-FFF2-40B4-BE49-F238E27FC236}">
                              <a16:creationId xmlns:a16="http://schemas.microsoft.com/office/drawing/2014/main" id="{2E1F8453-0875-4335-91E4-7A17B7C6AEB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936" y="1817250"/>
                          <a:ext cx="1064014" cy="643455"/>
                          <a:chOff x="3717893" y="1713221"/>
                          <a:chExt cx="1064014" cy="643455"/>
                        </a:xfrm>
                      </p:grpSpPr>
                      <p:sp>
                        <p:nvSpPr>
                          <p:cNvPr id="12224" name="Flowchart: Connector 12223">
                            <a:extLst>
                              <a:ext uri="{FF2B5EF4-FFF2-40B4-BE49-F238E27FC236}">
                                <a16:creationId xmlns:a16="http://schemas.microsoft.com/office/drawing/2014/main" id="{9A203A26-DF64-440D-854C-652411B460E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225" name="Flowchart: Connector 12224">
                            <a:extLst>
                              <a:ext uri="{FF2B5EF4-FFF2-40B4-BE49-F238E27FC236}">
                                <a16:creationId xmlns:a16="http://schemas.microsoft.com/office/drawing/2014/main" id="{4A276BB3-D830-4F03-A012-E5A578AAE2C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226" name="Flowchart: Connector 12225">
                            <a:extLst>
                              <a:ext uri="{FF2B5EF4-FFF2-40B4-BE49-F238E27FC236}">
                                <a16:creationId xmlns:a16="http://schemas.microsoft.com/office/drawing/2014/main" id="{41F0E73F-3B4F-4C81-A16E-480FD03D3ED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227" name="Flowchart: Connector 12226">
                            <a:extLst>
                              <a:ext uri="{FF2B5EF4-FFF2-40B4-BE49-F238E27FC236}">
                                <a16:creationId xmlns:a16="http://schemas.microsoft.com/office/drawing/2014/main" id="{B3C4846C-7BC8-488A-9C10-D623F64BE27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228" name="Flowchart: Connector 12227">
                            <a:extLst>
                              <a:ext uri="{FF2B5EF4-FFF2-40B4-BE49-F238E27FC236}">
                                <a16:creationId xmlns:a16="http://schemas.microsoft.com/office/drawing/2014/main" id="{6AD43B69-52CE-40EA-B59A-EB57D6C51CC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229" name="Flowchart: Connector 12228">
                            <a:extLst>
                              <a:ext uri="{FF2B5EF4-FFF2-40B4-BE49-F238E27FC236}">
                                <a16:creationId xmlns:a16="http://schemas.microsoft.com/office/drawing/2014/main" id="{5419D134-E58E-4872-983D-2A76E462C21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230" name="Flowchart: Connector 12229">
                            <a:extLst>
                              <a:ext uri="{FF2B5EF4-FFF2-40B4-BE49-F238E27FC236}">
                                <a16:creationId xmlns:a16="http://schemas.microsoft.com/office/drawing/2014/main" id="{16840ED4-AD1F-40B7-9A08-0DA452201C5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231" name="Flowchart: Connector 12230">
                            <a:extLst>
                              <a:ext uri="{FF2B5EF4-FFF2-40B4-BE49-F238E27FC236}">
                                <a16:creationId xmlns:a16="http://schemas.microsoft.com/office/drawing/2014/main" id="{C8242E22-5BB5-44C9-AA67-BDA21F3F451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232" name="Flowchart: Connector 12231">
                            <a:extLst>
                              <a:ext uri="{FF2B5EF4-FFF2-40B4-BE49-F238E27FC236}">
                                <a16:creationId xmlns:a16="http://schemas.microsoft.com/office/drawing/2014/main" id="{5A50ECD7-6B5B-4692-93AA-E6DD15500A4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233" name="3D Model 12232" descr="Sphere">
                                <a:extLst>
                                  <a:ext uri="{FF2B5EF4-FFF2-40B4-BE49-F238E27FC236}">
                                    <a16:creationId xmlns:a16="http://schemas.microsoft.com/office/drawing/2014/main" id="{A4AB5365-7D1A-4801-8C03-30632910E5D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243771530"/>
                                  </p:ext>
                                </p:extLst>
                              </p:nvPr>
                            </p:nvGraphicFramePr>
                            <p:xfrm>
                              <a:off x="3717893" y="171322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33" name="3D Model 1232" descr="Sphere">
                                <a:extLst>
                                  <a:ext uri="{FF2B5EF4-FFF2-40B4-BE49-F238E27FC236}">
                                    <a16:creationId xmlns:a16="http://schemas.microsoft.com/office/drawing/2014/main" id="{A8E59417-29E1-4DD1-AC6E-A49D1AB44B0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083283" y="2343795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234" name="Flowchart: Connector 12233">
                            <a:extLst>
                              <a:ext uri="{FF2B5EF4-FFF2-40B4-BE49-F238E27FC236}">
                                <a16:creationId xmlns:a16="http://schemas.microsoft.com/office/drawing/2014/main" id="{A9CEB080-3423-4308-BC49-369F8A915D1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235" name="3D Model 12234" descr="Sphere">
                                <a:extLst>
                                  <a:ext uri="{FF2B5EF4-FFF2-40B4-BE49-F238E27FC236}">
                                    <a16:creationId xmlns:a16="http://schemas.microsoft.com/office/drawing/2014/main" id="{33033C68-601A-4518-B70A-B17BC469081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852055856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35" name="3D Model 1234" descr="Sphere">
                                <a:extLst>
                                  <a:ext uri="{FF2B5EF4-FFF2-40B4-BE49-F238E27FC236}">
                                    <a16:creationId xmlns:a16="http://schemas.microsoft.com/office/drawing/2014/main" id="{B02DFBF3-1E21-4D61-864E-0A94457DB315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124984" y="2359665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236" name="Flowchart: Connector 12235">
                            <a:extLst>
                              <a:ext uri="{FF2B5EF4-FFF2-40B4-BE49-F238E27FC236}">
                                <a16:creationId xmlns:a16="http://schemas.microsoft.com/office/drawing/2014/main" id="{70B4C684-DDB3-43F1-92BB-EDF59987B3A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237" name="3D Model 12236" descr="Sphere">
                                <a:extLst>
                                  <a:ext uri="{FF2B5EF4-FFF2-40B4-BE49-F238E27FC236}">
                                    <a16:creationId xmlns:a16="http://schemas.microsoft.com/office/drawing/2014/main" id="{F5D184FD-3C7F-4993-AF9F-2B9DABFEC71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408573121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238" name="Flowchart: Connector 12237">
                            <a:extLst>
                              <a:ext uri="{FF2B5EF4-FFF2-40B4-BE49-F238E27FC236}">
                                <a16:creationId xmlns:a16="http://schemas.microsoft.com/office/drawing/2014/main" id="{064B3E62-0EB2-4799-A760-F4B1591B01C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239" name="3D Model 12238" descr="Sphere">
                                <a:extLst>
                                  <a:ext uri="{FF2B5EF4-FFF2-40B4-BE49-F238E27FC236}">
                                    <a16:creationId xmlns:a16="http://schemas.microsoft.com/office/drawing/2014/main" id="{F0AF81A5-DC39-434D-AB86-C88D69DE52B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790940986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12208" name="Flowchart: Connector 12207">
                          <a:extLst>
                            <a:ext uri="{FF2B5EF4-FFF2-40B4-BE49-F238E27FC236}">
                              <a16:creationId xmlns:a16="http://schemas.microsoft.com/office/drawing/2014/main" id="{7B8C3DD7-595A-4A9C-AEC6-8B1B16DA85D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209" name="Flowchart: Connector 12208">
                          <a:extLst>
                            <a:ext uri="{FF2B5EF4-FFF2-40B4-BE49-F238E27FC236}">
                              <a16:creationId xmlns:a16="http://schemas.microsoft.com/office/drawing/2014/main" id="{4A827C99-75FD-4451-9E76-87BDED414C6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210" name="Flowchart: Connector 12209">
                          <a:extLst>
                            <a:ext uri="{FF2B5EF4-FFF2-40B4-BE49-F238E27FC236}">
                              <a16:creationId xmlns:a16="http://schemas.microsoft.com/office/drawing/2014/main" id="{A683BE16-3FD3-42C1-83A3-7E5EC888A87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26347" y="177334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211" name="Flowchart: Connector 12210">
                          <a:extLst>
                            <a:ext uri="{FF2B5EF4-FFF2-40B4-BE49-F238E27FC236}">
                              <a16:creationId xmlns:a16="http://schemas.microsoft.com/office/drawing/2014/main" id="{3B9AD327-FD41-42D9-81C6-6241B83F7D9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212" name="Flowchart: Connector 12211">
                          <a:extLst>
                            <a:ext uri="{FF2B5EF4-FFF2-40B4-BE49-F238E27FC236}">
                              <a16:creationId xmlns:a16="http://schemas.microsoft.com/office/drawing/2014/main" id="{D856A031-1A2F-4901-9EFA-FAFC2E22B0D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213" name="Flowchart: Connector 12212">
                          <a:extLst>
                            <a:ext uri="{FF2B5EF4-FFF2-40B4-BE49-F238E27FC236}">
                              <a16:creationId xmlns:a16="http://schemas.microsoft.com/office/drawing/2014/main" id="{A5B3B3B8-DFD9-4B07-992B-7EF60FA126F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214" name="Flowchart: Connector 12213">
                          <a:extLst>
                            <a:ext uri="{FF2B5EF4-FFF2-40B4-BE49-F238E27FC236}">
                              <a16:creationId xmlns:a16="http://schemas.microsoft.com/office/drawing/2014/main" id="{37D58BE0-A988-4F93-86DA-E8A1D768EC2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215" name="Flowchart: Connector 12214">
                          <a:extLst>
                            <a:ext uri="{FF2B5EF4-FFF2-40B4-BE49-F238E27FC236}">
                              <a16:creationId xmlns:a16="http://schemas.microsoft.com/office/drawing/2014/main" id="{FF4C6947-FABF-44CD-87D7-384B2632F43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216" name="Flowchart: Connector 12215">
                          <a:extLst>
                            <a:ext uri="{FF2B5EF4-FFF2-40B4-BE49-F238E27FC236}">
                              <a16:creationId xmlns:a16="http://schemas.microsoft.com/office/drawing/2014/main" id="{0DE62733-DBBE-4DCB-805A-50C6FB4467F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217" name="3D Model 12216" descr="Sphere">
                              <a:extLst>
                                <a:ext uri="{FF2B5EF4-FFF2-40B4-BE49-F238E27FC236}">
                                  <a16:creationId xmlns:a16="http://schemas.microsoft.com/office/drawing/2014/main" id="{45FBA495-0B5F-41F5-819F-D4152ECDD9B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597931229"/>
                                </p:ext>
                              </p:extLst>
                            </p:nvPr>
                          </p:nvGraphicFramePr>
                          <p:xfrm>
                            <a:off x="2122087" y="1503359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433448" ay="1433014" az="-1105299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7"/>
                                </am3d:raster>
                                <am3d:objViewport viewportSz="5757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217" name="3D Model 1216" descr="Sphere">
                              <a:extLst>
                                <a:ext uri="{FF2B5EF4-FFF2-40B4-BE49-F238E27FC236}">
                                  <a16:creationId xmlns:a16="http://schemas.microsoft.com/office/drawing/2014/main" id="{A6D9624E-C48A-4E30-BD09-824167EDBFDA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084525" y="2284675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218" name="Flowchart: Connector 12217">
                          <a:extLst>
                            <a:ext uri="{FF2B5EF4-FFF2-40B4-BE49-F238E27FC236}">
                              <a16:creationId xmlns:a16="http://schemas.microsoft.com/office/drawing/2014/main" id="{3FA2C3C5-AE77-4975-805D-6C097510374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219" name="3D Model 12218" descr="Sphere">
                              <a:extLst>
                                <a:ext uri="{FF2B5EF4-FFF2-40B4-BE49-F238E27FC236}">
                                  <a16:creationId xmlns:a16="http://schemas.microsoft.com/office/drawing/2014/main" id="{B5B3C73F-4E87-4979-BAD7-13926E2BE15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520791856"/>
                                </p:ext>
                              </p:extLst>
                            </p:nvPr>
                          </p:nvGraphicFramePr>
                          <p:xfrm>
                            <a:off x="2368043" y="1593681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5"/>
                                </am3d:raster>
                                <am3d:objViewport viewportSz="5886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219" name="3D Model 1218" descr="Sphere">
                              <a:extLst>
                                <a:ext uri="{FF2B5EF4-FFF2-40B4-BE49-F238E27FC236}">
                                  <a16:creationId xmlns:a16="http://schemas.microsoft.com/office/drawing/2014/main" id="{2DAF861D-7B81-46B2-A855-CCFD59252CFE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127249" y="2301687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220" name="Flowchart: Connector 12219">
                          <a:extLst>
                            <a:ext uri="{FF2B5EF4-FFF2-40B4-BE49-F238E27FC236}">
                              <a16:creationId xmlns:a16="http://schemas.microsoft.com/office/drawing/2014/main" id="{73B8F51C-4E7A-4D9C-91C8-2E49D6F008E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221" name="3D Model 12220" descr="Sphere">
                              <a:extLst>
                                <a:ext uri="{FF2B5EF4-FFF2-40B4-BE49-F238E27FC236}">
                                  <a16:creationId xmlns:a16="http://schemas.microsoft.com/office/drawing/2014/main" id="{58A7B093-FCCD-4D6A-8C00-ABF5143C765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452788374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3235" cy="6170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7"/>
                                </am3d:raster>
                                <am3d:objViewport viewportSz="6018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221" name="3D Model 1220" descr="Sphere">
                              <a:extLst>
                                <a:ext uri="{FF2B5EF4-FFF2-40B4-BE49-F238E27FC236}">
                                  <a16:creationId xmlns:a16="http://schemas.microsoft.com/office/drawing/2014/main" id="{58E82894-324A-4F57-BF30-11B8CD0D10C0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3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169136" y="2310703"/>
                              <a:ext cx="53235" cy="61702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222" name="Flowchart: Connector 12221">
                          <a:extLst>
                            <a:ext uri="{FF2B5EF4-FFF2-40B4-BE49-F238E27FC236}">
                              <a16:creationId xmlns:a16="http://schemas.microsoft.com/office/drawing/2014/main" id="{D1E7992F-5117-4787-AC8C-B5CF1154C4F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223" name="3D Model 12222" descr="Sphere">
                              <a:extLst>
                                <a:ext uri="{FF2B5EF4-FFF2-40B4-BE49-F238E27FC236}">
                                  <a16:creationId xmlns:a16="http://schemas.microsoft.com/office/drawing/2014/main" id="{80E66DF7-AF1C-4362-817B-B900E518064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628187168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1045" cy="5891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9"/>
                                </am3d:raster>
                                <am3d:objViewport viewportSz="5955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223" name="3D Model 1222" descr="Sphere">
                              <a:extLst>
                                <a:ext uri="{FF2B5EF4-FFF2-40B4-BE49-F238E27FC236}">
                                  <a16:creationId xmlns:a16="http://schemas.microsoft.com/office/drawing/2014/main" id="{F1E59886-226A-42D2-AAB9-75EE9C1A6512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215762" y="2327097"/>
                              <a:ext cx="51045" cy="589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12113" name="Group 12112">
                      <a:extLst>
                        <a:ext uri="{FF2B5EF4-FFF2-40B4-BE49-F238E27FC236}">
                          <a16:creationId xmlns:a16="http://schemas.microsoft.com/office/drawing/2014/main" id="{5E91448A-50E1-47EC-92E1-06613FFD85D1}"/>
                        </a:ext>
                      </a:extLst>
                    </p:cNvPr>
                    <p:cNvGrpSpPr/>
                    <p:nvPr/>
                  </p:nvGrpSpPr>
                  <p:grpSpPr>
                    <a:xfrm rot="18542409">
                      <a:off x="2257159" y="236280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2183" name="Freeform: Shape 12182">
                        <a:extLst>
                          <a:ext uri="{FF2B5EF4-FFF2-40B4-BE49-F238E27FC236}">
                            <a16:creationId xmlns:a16="http://schemas.microsoft.com/office/drawing/2014/main" id="{CC05251E-54A1-4E4E-A999-1813BC8C1534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184" name="Rectangle: Rounded Corners 12183">
                        <a:extLst>
                          <a:ext uri="{FF2B5EF4-FFF2-40B4-BE49-F238E27FC236}">
                            <a16:creationId xmlns:a16="http://schemas.microsoft.com/office/drawing/2014/main" id="{BB30AA9B-2E8F-4FF3-903D-6008D313C0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114" name="Group 12113">
                      <a:extLst>
                        <a:ext uri="{FF2B5EF4-FFF2-40B4-BE49-F238E27FC236}">
                          <a16:creationId xmlns:a16="http://schemas.microsoft.com/office/drawing/2014/main" id="{26256A1A-7C17-4285-A59E-0BE838323FB8}"/>
                        </a:ext>
                      </a:extLst>
                    </p:cNvPr>
                    <p:cNvGrpSpPr/>
                    <p:nvPr/>
                  </p:nvGrpSpPr>
                  <p:grpSpPr>
                    <a:xfrm rot="17122200">
                      <a:off x="1187274" y="235013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2181" name="Freeform: Shape 12180">
                        <a:extLst>
                          <a:ext uri="{FF2B5EF4-FFF2-40B4-BE49-F238E27FC236}">
                            <a16:creationId xmlns:a16="http://schemas.microsoft.com/office/drawing/2014/main" id="{C13BB59D-5FB7-493A-AAC6-DF5302EDFAC4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182" name="Rectangle: Rounded Corners 12181">
                        <a:extLst>
                          <a:ext uri="{FF2B5EF4-FFF2-40B4-BE49-F238E27FC236}">
                            <a16:creationId xmlns:a16="http://schemas.microsoft.com/office/drawing/2014/main" id="{9FA0A045-D765-486F-BDCB-BAF6CEF5E7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115" name="Group 12114">
                      <a:extLst>
                        <a:ext uri="{FF2B5EF4-FFF2-40B4-BE49-F238E27FC236}">
                          <a16:creationId xmlns:a16="http://schemas.microsoft.com/office/drawing/2014/main" id="{6059441F-A7CF-4042-BB3B-668952E8C1AA}"/>
                        </a:ext>
                      </a:extLst>
                    </p:cNvPr>
                    <p:cNvGrpSpPr/>
                    <p:nvPr/>
                  </p:nvGrpSpPr>
                  <p:grpSpPr>
                    <a:xfrm rot="658209">
                      <a:off x="2479276" y="3323586"/>
                      <a:ext cx="746642" cy="235253"/>
                      <a:chOff x="2620172" y="2546175"/>
                      <a:chExt cx="834986" cy="143092"/>
                    </a:xfrm>
                  </p:grpSpPr>
                  <p:sp>
                    <p:nvSpPr>
                      <p:cNvPr id="12179" name="Freeform: Shape 12178">
                        <a:extLst>
                          <a:ext uri="{FF2B5EF4-FFF2-40B4-BE49-F238E27FC236}">
                            <a16:creationId xmlns:a16="http://schemas.microsoft.com/office/drawing/2014/main" id="{31DFED98-5559-4B67-954F-F5181106805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180" name="Rectangle: Rounded Corners 12179">
                        <a:extLst>
                          <a:ext uri="{FF2B5EF4-FFF2-40B4-BE49-F238E27FC236}">
                            <a16:creationId xmlns:a16="http://schemas.microsoft.com/office/drawing/2014/main" id="{DC158AD8-D9D7-4E1B-8535-F77B8178FA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116" name="Group 12115">
                      <a:extLst>
                        <a:ext uri="{FF2B5EF4-FFF2-40B4-BE49-F238E27FC236}">
                          <a16:creationId xmlns:a16="http://schemas.microsoft.com/office/drawing/2014/main" id="{270B5ED1-E773-4316-AB1A-0EB1926920A7}"/>
                        </a:ext>
                      </a:extLst>
                    </p:cNvPr>
                    <p:cNvGrpSpPr/>
                    <p:nvPr/>
                  </p:nvGrpSpPr>
                  <p:grpSpPr>
                    <a:xfrm rot="18837888">
                      <a:off x="1789768" y="223810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2177" name="Freeform: Shape 12176">
                        <a:extLst>
                          <a:ext uri="{FF2B5EF4-FFF2-40B4-BE49-F238E27FC236}">
                            <a16:creationId xmlns:a16="http://schemas.microsoft.com/office/drawing/2014/main" id="{59BDE9D4-D054-4C46-8A08-2433703C426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178" name="Rectangle: Rounded Corners 12177">
                        <a:extLst>
                          <a:ext uri="{FF2B5EF4-FFF2-40B4-BE49-F238E27FC236}">
                            <a16:creationId xmlns:a16="http://schemas.microsoft.com/office/drawing/2014/main" id="{4CF9C9E3-B953-4001-9C65-D0952B6454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117" name="Group 12116">
                      <a:extLst>
                        <a:ext uri="{FF2B5EF4-FFF2-40B4-BE49-F238E27FC236}">
                          <a16:creationId xmlns:a16="http://schemas.microsoft.com/office/drawing/2014/main" id="{CD1820FA-C5B5-4E2E-9294-82ECD1EEAC10}"/>
                        </a:ext>
                      </a:extLst>
                    </p:cNvPr>
                    <p:cNvGrpSpPr/>
                    <p:nvPr/>
                  </p:nvGrpSpPr>
                  <p:grpSpPr>
                    <a:xfrm rot="16200000">
                      <a:off x="563034" y="2429570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2175" name="Freeform: Shape 12174">
                        <a:extLst>
                          <a:ext uri="{FF2B5EF4-FFF2-40B4-BE49-F238E27FC236}">
                            <a16:creationId xmlns:a16="http://schemas.microsoft.com/office/drawing/2014/main" id="{F98636E9-8251-4EEB-9C96-A67550BD100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176" name="Rectangle: Rounded Corners 12175">
                        <a:extLst>
                          <a:ext uri="{FF2B5EF4-FFF2-40B4-BE49-F238E27FC236}">
                            <a16:creationId xmlns:a16="http://schemas.microsoft.com/office/drawing/2014/main" id="{368AA6B6-68F9-42D4-B157-89B75200B8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118" name="Group 12117">
                      <a:extLst>
                        <a:ext uri="{FF2B5EF4-FFF2-40B4-BE49-F238E27FC236}">
                          <a16:creationId xmlns:a16="http://schemas.microsoft.com/office/drawing/2014/main" id="{64017757-F5A1-4DB6-87E4-D5CB1910F4F9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350328" y="442527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2173" name="Freeform: Shape 12172">
                        <a:extLst>
                          <a:ext uri="{FF2B5EF4-FFF2-40B4-BE49-F238E27FC236}">
                            <a16:creationId xmlns:a16="http://schemas.microsoft.com/office/drawing/2014/main" id="{4829C399-4D5D-48CF-9C3A-8793CB0E0B5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174" name="Rectangle: Rounded Corners 12173">
                        <a:extLst>
                          <a:ext uri="{FF2B5EF4-FFF2-40B4-BE49-F238E27FC236}">
                            <a16:creationId xmlns:a16="http://schemas.microsoft.com/office/drawing/2014/main" id="{F5DDF57A-B4AC-4191-9488-9FCE73556A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119" name="Group 12118">
                      <a:extLst>
                        <a:ext uri="{FF2B5EF4-FFF2-40B4-BE49-F238E27FC236}">
                          <a16:creationId xmlns:a16="http://schemas.microsoft.com/office/drawing/2014/main" id="{120056A1-2A23-4CF8-B986-34998F9F68FD}"/>
                        </a:ext>
                      </a:extLst>
                    </p:cNvPr>
                    <p:cNvGrpSpPr/>
                    <p:nvPr/>
                  </p:nvGrpSpPr>
                  <p:grpSpPr>
                    <a:xfrm rot="5880914">
                      <a:off x="789613" y="438062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2171" name="Freeform: Shape 12170">
                        <a:extLst>
                          <a:ext uri="{FF2B5EF4-FFF2-40B4-BE49-F238E27FC236}">
                            <a16:creationId xmlns:a16="http://schemas.microsoft.com/office/drawing/2014/main" id="{0CF43ED2-B402-485B-9E77-DC2C0001662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172" name="Rectangle: Rounded Corners 12171">
                        <a:extLst>
                          <a:ext uri="{FF2B5EF4-FFF2-40B4-BE49-F238E27FC236}">
                            <a16:creationId xmlns:a16="http://schemas.microsoft.com/office/drawing/2014/main" id="{2FC5275F-B03A-478B-A11C-14996C3426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120" name="Group 12119">
                      <a:extLst>
                        <a:ext uri="{FF2B5EF4-FFF2-40B4-BE49-F238E27FC236}">
                          <a16:creationId xmlns:a16="http://schemas.microsoft.com/office/drawing/2014/main" id="{195A7EA6-DA37-4C7C-A0C9-545FD28AA2ED}"/>
                        </a:ext>
                      </a:extLst>
                    </p:cNvPr>
                    <p:cNvGrpSpPr/>
                    <p:nvPr/>
                  </p:nvGrpSpPr>
                  <p:grpSpPr>
                    <a:xfrm rot="13587211">
                      <a:off x="651990" y="2929858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2169" name="Freeform: Shape 12168">
                        <a:extLst>
                          <a:ext uri="{FF2B5EF4-FFF2-40B4-BE49-F238E27FC236}">
                            <a16:creationId xmlns:a16="http://schemas.microsoft.com/office/drawing/2014/main" id="{33012400-56A6-4010-98B8-831662C4C22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170" name="Rectangle: Rounded Corners 12169">
                        <a:extLst>
                          <a:ext uri="{FF2B5EF4-FFF2-40B4-BE49-F238E27FC236}">
                            <a16:creationId xmlns:a16="http://schemas.microsoft.com/office/drawing/2014/main" id="{67B86B7D-82D4-4436-84AF-DAFC6EDBBF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121" name="Group 12120">
                      <a:extLst>
                        <a:ext uri="{FF2B5EF4-FFF2-40B4-BE49-F238E27FC236}">
                          <a16:creationId xmlns:a16="http://schemas.microsoft.com/office/drawing/2014/main" id="{07D110D8-75B9-4414-8FAD-0AEA8835AB7C}"/>
                        </a:ext>
                      </a:extLst>
                    </p:cNvPr>
                    <p:cNvGrpSpPr/>
                    <p:nvPr/>
                  </p:nvGrpSpPr>
                  <p:grpSpPr>
                    <a:xfrm rot="11351284">
                      <a:off x="163719" y="3807693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2167" name="Freeform: Shape 12166">
                        <a:extLst>
                          <a:ext uri="{FF2B5EF4-FFF2-40B4-BE49-F238E27FC236}">
                            <a16:creationId xmlns:a16="http://schemas.microsoft.com/office/drawing/2014/main" id="{0B2DDE46-88DD-470F-B187-45AA3E9F189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168" name="Rectangle: Rounded Corners 12167">
                        <a:extLst>
                          <a:ext uri="{FF2B5EF4-FFF2-40B4-BE49-F238E27FC236}">
                            <a16:creationId xmlns:a16="http://schemas.microsoft.com/office/drawing/2014/main" id="{6E287011-587A-4B5F-94D2-47D83F829F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122" name="Group 12121">
                      <a:extLst>
                        <a:ext uri="{FF2B5EF4-FFF2-40B4-BE49-F238E27FC236}">
                          <a16:creationId xmlns:a16="http://schemas.microsoft.com/office/drawing/2014/main" id="{050823C5-0064-4F19-BE33-8A7DB35064AB}"/>
                        </a:ext>
                      </a:extLst>
                    </p:cNvPr>
                    <p:cNvGrpSpPr/>
                    <p:nvPr/>
                  </p:nvGrpSpPr>
                  <p:grpSpPr>
                    <a:xfrm rot="4193783">
                      <a:off x="2062756" y="4148262"/>
                      <a:ext cx="706454" cy="171076"/>
                      <a:chOff x="2620172" y="2546175"/>
                      <a:chExt cx="834986" cy="143092"/>
                    </a:xfrm>
                  </p:grpSpPr>
                  <p:sp>
                    <p:nvSpPr>
                      <p:cNvPr id="12165" name="Freeform: Shape 12164">
                        <a:extLst>
                          <a:ext uri="{FF2B5EF4-FFF2-40B4-BE49-F238E27FC236}">
                            <a16:creationId xmlns:a16="http://schemas.microsoft.com/office/drawing/2014/main" id="{D7B21DB3-0A32-4679-ABC8-520CAB90278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166" name="Rectangle: Rounded Corners 12165">
                        <a:extLst>
                          <a:ext uri="{FF2B5EF4-FFF2-40B4-BE49-F238E27FC236}">
                            <a16:creationId xmlns:a16="http://schemas.microsoft.com/office/drawing/2014/main" id="{6D995A48-A5BC-4915-8F7F-F66D3B27CD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123" name="Group 12122">
                      <a:extLst>
                        <a:ext uri="{FF2B5EF4-FFF2-40B4-BE49-F238E27FC236}">
                          <a16:creationId xmlns:a16="http://schemas.microsoft.com/office/drawing/2014/main" id="{A0FB0981-56AA-4910-BEA3-EEE0278767E1}"/>
                        </a:ext>
                      </a:extLst>
                    </p:cNvPr>
                    <p:cNvGrpSpPr/>
                    <p:nvPr/>
                  </p:nvGrpSpPr>
                  <p:grpSpPr>
                    <a:xfrm rot="1837203">
                      <a:off x="2331692" y="387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2163" name="Freeform: Shape 12162">
                        <a:extLst>
                          <a:ext uri="{FF2B5EF4-FFF2-40B4-BE49-F238E27FC236}">
                            <a16:creationId xmlns:a16="http://schemas.microsoft.com/office/drawing/2014/main" id="{A1819B98-C0F2-4376-98DD-3C8F5C993EF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164" name="Rectangle: Rounded Corners 12163">
                        <a:extLst>
                          <a:ext uri="{FF2B5EF4-FFF2-40B4-BE49-F238E27FC236}">
                            <a16:creationId xmlns:a16="http://schemas.microsoft.com/office/drawing/2014/main" id="{2317AC34-CA7F-442C-9A56-BC1BABF799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124" name="Group 12123">
                      <a:extLst>
                        <a:ext uri="{FF2B5EF4-FFF2-40B4-BE49-F238E27FC236}">
                          <a16:creationId xmlns:a16="http://schemas.microsoft.com/office/drawing/2014/main" id="{E9CB89A5-BF42-4511-B741-14B638FE2F44}"/>
                        </a:ext>
                      </a:extLst>
                    </p:cNvPr>
                    <p:cNvGrpSpPr/>
                    <p:nvPr/>
                  </p:nvGrpSpPr>
                  <p:grpSpPr>
                    <a:xfrm rot="932650">
                      <a:off x="2489621" y="310501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2161" name="Freeform: Shape 12160">
                        <a:extLst>
                          <a:ext uri="{FF2B5EF4-FFF2-40B4-BE49-F238E27FC236}">
                            <a16:creationId xmlns:a16="http://schemas.microsoft.com/office/drawing/2014/main" id="{957B8D55-90D4-4338-B2A4-5D9908B7780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162" name="Rectangle: Rounded Corners 12161">
                        <a:extLst>
                          <a:ext uri="{FF2B5EF4-FFF2-40B4-BE49-F238E27FC236}">
                            <a16:creationId xmlns:a16="http://schemas.microsoft.com/office/drawing/2014/main" id="{4066E765-B998-49FF-AC7D-E87BBECD89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125" name="Group 12124">
                      <a:extLst>
                        <a:ext uri="{FF2B5EF4-FFF2-40B4-BE49-F238E27FC236}">
                          <a16:creationId xmlns:a16="http://schemas.microsoft.com/office/drawing/2014/main" id="{8B853DCE-10DD-4CAC-8AB0-04B21EE7D9B3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686489" y="34904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2159" name="Freeform: Shape 12158">
                        <a:extLst>
                          <a:ext uri="{FF2B5EF4-FFF2-40B4-BE49-F238E27FC236}">
                            <a16:creationId xmlns:a16="http://schemas.microsoft.com/office/drawing/2014/main" id="{C1E469FC-A812-4313-BD92-48A2C1E10BB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160" name="Rectangle: Rounded Corners 12159">
                        <a:extLst>
                          <a:ext uri="{FF2B5EF4-FFF2-40B4-BE49-F238E27FC236}">
                            <a16:creationId xmlns:a16="http://schemas.microsoft.com/office/drawing/2014/main" id="{CDDF921D-5183-484E-8D37-2D1F876D61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126" name="Group 12125">
                      <a:extLst>
                        <a:ext uri="{FF2B5EF4-FFF2-40B4-BE49-F238E27FC236}">
                          <a16:creationId xmlns:a16="http://schemas.microsoft.com/office/drawing/2014/main" id="{CD064C4E-358E-432C-810F-0301B8D42B88}"/>
                        </a:ext>
                      </a:extLst>
                    </p:cNvPr>
                    <p:cNvGrpSpPr/>
                    <p:nvPr/>
                  </p:nvGrpSpPr>
                  <p:grpSpPr>
                    <a:xfrm rot="16924252">
                      <a:off x="1635001" y="2371073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2157" name="Freeform: Shape 12156">
                        <a:extLst>
                          <a:ext uri="{FF2B5EF4-FFF2-40B4-BE49-F238E27FC236}">
                            <a16:creationId xmlns:a16="http://schemas.microsoft.com/office/drawing/2014/main" id="{569EE5B9-2876-41C7-903E-02BAB775BB14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158" name="Rectangle: Rounded Corners 12157">
                        <a:extLst>
                          <a:ext uri="{FF2B5EF4-FFF2-40B4-BE49-F238E27FC236}">
                            <a16:creationId xmlns:a16="http://schemas.microsoft.com/office/drawing/2014/main" id="{ED28FA69-B657-4607-9BEB-CC27AF4A0F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127" name="Group 12126">
                      <a:extLst>
                        <a:ext uri="{FF2B5EF4-FFF2-40B4-BE49-F238E27FC236}">
                          <a16:creationId xmlns:a16="http://schemas.microsoft.com/office/drawing/2014/main" id="{4DD6E0C1-3509-4660-BA77-48443D6B99AE}"/>
                        </a:ext>
                      </a:extLst>
                    </p:cNvPr>
                    <p:cNvGrpSpPr/>
                    <p:nvPr/>
                  </p:nvGrpSpPr>
                  <p:grpSpPr>
                    <a:xfrm rot="15677156">
                      <a:off x="985517" y="2521255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2155" name="Freeform: Shape 12154">
                        <a:extLst>
                          <a:ext uri="{FF2B5EF4-FFF2-40B4-BE49-F238E27FC236}">
                            <a16:creationId xmlns:a16="http://schemas.microsoft.com/office/drawing/2014/main" id="{08518850-C9FB-4EC6-9595-DBDF1AC0B2C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156" name="Rectangle: Rounded Corners 12155">
                        <a:extLst>
                          <a:ext uri="{FF2B5EF4-FFF2-40B4-BE49-F238E27FC236}">
                            <a16:creationId xmlns:a16="http://schemas.microsoft.com/office/drawing/2014/main" id="{AF5CFD32-A8F7-49F8-826E-3F03D5CBBF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128" name="Group 12127">
                      <a:extLst>
                        <a:ext uri="{FF2B5EF4-FFF2-40B4-BE49-F238E27FC236}">
                          <a16:creationId xmlns:a16="http://schemas.microsoft.com/office/drawing/2014/main" id="{DF1454D5-4574-4C0F-A1DD-C1388CAA0D48}"/>
                        </a:ext>
                      </a:extLst>
                    </p:cNvPr>
                    <p:cNvGrpSpPr/>
                    <p:nvPr/>
                  </p:nvGrpSpPr>
                  <p:grpSpPr>
                    <a:xfrm rot="14354853" flipV="1">
                      <a:off x="976412" y="243847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2153" name="Freeform: Shape 12152">
                        <a:extLst>
                          <a:ext uri="{FF2B5EF4-FFF2-40B4-BE49-F238E27FC236}">
                            <a16:creationId xmlns:a16="http://schemas.microsoft.com/office/drawing/2014/main" id="{C7254865-00A4-4845-9447-D3ACD7678DC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154" name="Rectangle: Rounded Corners 12153">
                        <a:extLst>
                          <a:ext uri="{FF2B5EF4-FFF2-40B4-BE49-F238E27FC236}">
                            <a16:creationId xmlns:a16="http://schemas.microsoft.com/office/drawing/2014/main" id="{182917C9-A3CF-44C9-B8A9-854D19B0A1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129" name="Group 12128">
                      <a:extLst>
                        <a:ext uri="{FF2B5EF4-FFF2-40B4-BE49-F238E27FC236}">
                          <a16:creationId xmlns:a16="http://schemas.microsoft.com/office/drawing/2014/main" id="{D4608FBB-6110-4CE2-BB01-EBE44921C1C7}"/>
                        </a:ext>
                      </a:extLst>
                    </p:cNvPr>
                    <p:cNvGrpSpPr/>
                    <p:nvPr/>
                  </p:nvGrpSpPr>
                  <p:grpSpPr>
                    <a:xfrm rot="9793356" flipV="1">
                      <a:off x="215985" y="323790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2151" name="Freeform: Shape 12150">
                        <a:extLst>
                          <a:ext uri="{FF2B5EF4-FFF2-40B4-BE49-F238E27FC236}">
                            <a16:creationId xmlns:a16="http://schemas.microsoft.com/office/drawing/2014/main" id="{0E8F44C6-FE99-49FB-9F71-5883AECA4E5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152" name="Rectangle: Rounded Corners 12151">
                        <a:extLst>
                          <a:ext uri="{FF2B5EF4-FFF2-40B4-BE49-F238E27FC236}">
                            <a16:creationId xmlns:a16="http://schemas.microsoft.com/office/drawing/2014/main" id="{0241CD40-25D3-408A-A491-649965084A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130" name="Group 12129">
                      <a:extLst>
                        <a:ext uri="{FF2B5EF4-FFF2-40B4-BE49-F238E27FC236}">
                          <a16:creationId xmlns:a16="http://schemas.microsoft.com/office/drawing/2014/main" id="{A43895D2-2E13-428D-AD13-173696C05886}"/>
                        </a:ext>
                      </a:extLst>
                    </p:cNvPr>
                    <p:cNvGrpSpPr/>
                    <p:nvPr/>
                  </p:nvGrpSpPr>
                  <p:grpSpPr>
                    <a:xfrm rot="6907686" flipV="1">
                      <a:off x="692019" y="393196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2149" name="Freeform: Shape 12148">
                        <a:extLst>
                          <a:ext uri="{FF2B5EF4-FFF2-40B4-BE49-F238E27FC236}">
                            <a16:creationId xmlns:a16="http://schemas.microsoft.com/office/drawing/2014/main" id="{EEF38C31-6881-4B25-8AAE-E636442E389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150" name="Rectangle: Rounded Corners 12149">
                        <a:extLst>
                          <a:ext uri="{FF2B5EF4-FFF2-40B4-BE49-F238E27FC236}">
                            <a16:creationId xmlns:a16="http://schemas.microsoft.com/office/drawing/2014/main" id="{70C12F36-D9A3-49C6-BB07-A283AA246A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131" name="Group 12130">
                      <a:extLst>
                        <a:ext uri="{FF2B5EF4-FFF2-40B4-BE49-F238E27FC236}">
                          <a16:creationId xmlns:a16="http://schemas.microsoft.com/office/drawing/2014/main" id="{1F39023E-3D4B-495C-B642-995734A48947}"/>
                        </a:ext>
                      </a:extLst>
                    </p:cNvPr>
                    <p:cNvGrpSpPr/>
                    <p:nvPr/>
                  </p:nvGrpSpPr>
                  <p:grpSpPr>
                    <a:xfrm rot="1465711" flipV="1">
                      <a:off x="2002734" y="340448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2147" name="Freeform: Shape 12146">
                        <a:extLst>
                          <a:ext uri="{FF2B5EF4-FFF2-40B4-BE49-F238E27FC236}">
                            <a16:creationId xmlns:a16="http://schemas.microsoft.com/office/drawing/2014/main" id="{6BB3858A-5FB3-47C5-8970-D6F461758F4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148" name="Rectangle: Rounded Corners 12147">
                        <a:extLst>
                          <a:ext uri="{FF2B5EF4-FFF2-40B4-BE49-F238E27FC236}">
                            <a16:creationId xmlns:a16="http://schemas.microsoft.com/office/drawing/2014/main" id="{40023459-8BD1-4A20-9203-B9A22AA13C8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132" name="Group 12131">
                      <a:extLst>
                        <a:ext uri="{FF2B5EF4-FFF2-40B4-BE49-F238E27FC236}">
                          <a16:creationId xmlns:a16="http://schemas.microsoft.com/office/drawing/2014/main" id="{AC20C868-765C-4EBF-A898-01E851491767}"/>
                        </a:ext>
                      </a:extLst>
                    </p:cNvPr>
                    <p:cNvGrpSpPr/>
                    <p:nvPr/>
                  </p:nvGrpSpPr>
                  <p:grpSpPr>
                    <a:xfrm rot="19016516">
                      <a:off x="1733273" y="283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2145" name="Freeform: Shape 12144">
                        <a:extLst>
                          <a:ext uri="{FF2B5EF4-FFF2-40B4-BE49-F238E27FC236}">
                            <a16:creationId xmlns:a16="http://schemas.microsoft.com/office/drawing/2014/main" id="{B1E00692-400E-46C9-A168-07712E2EB3D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146" name="Rectangle: Rounded Corners 12145">
                        <a:extLst>
                          <a:ext uri="{FF2B5EF4-FFF2-40B4-BE49-F238E27FC236}">
                            <a16:creationId xmlns:a16="http://schemas.microsoft.com/office/drawing/2014/main" id="{525958BC-E6B1-4327-B2D4-95E5611769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133" name="Group 12132">
                      <a:extLst>
                        <a:ext uri="{FF2B5EF4-FFF2-40B4-BE49-F238E27FC236}">
                          <a16:creationId xmlns:a16="http://schemas.microsoft.com/office/drawing/2014/main" id="{113578E3-01BA-4DF7-AE1D-1AE1F102F1E4}"/>
                        </a:ext>
                      </a:extLst>
                    </p:cNvPr>
                    <p:cNvGrpSpPr/>
                    <p:nvPr/>
                  </p:nvGrpSpPr>
                  <p:grpSpPr>
                    <a:xfrm rot="19245075">
                      <a:off x="1632068" y="282541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2143" name="Freeform: Shape 12142">
                        <a:extLst>
                          <a:ext uri="{FF2B5EF4-FFF2-40B4-BE49-F238E27FC236}">
                            <a16:creationId xmlns:a16="http://schemas.microsoft.com/office/drawing/2014/main" id="{5336EB78-79B1-4245-96C4-6AE310611DE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144" name="Rectangle: Rounded Corners 12143">
                        <a:extLst>
                          <a:ext uri="{FF2B5EF4-FFF2-40B4-BE49-F238E27FC236}">
                            <a16:creationId xmlns:a16="http://schemas.microsoft.com/office/drawing/2014/main" id="{58ABBCE2-A831-4403-B4FA-5C0D0EC412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134" name="Group 12133">
                      <a:extLst>
                        <a:ext uri="{FF2B5EF4-FFF2-40B4-BE49-F238E27FC236}">
                          <a16:creationId xmlns:a16="http://schemas.microsoft.com/office/drawing/2014/main" id="{B149C822-91D0-4C18-BFAD-281AB6C04AD0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838889" y="36428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2141" name="Freeform: Shape 12140">
                        <a:extLst>
                          <a:ext uri="{FF2B5EF4-FFF2-40B4-BE49-F238E27FC236}">
                            <a16:creationId xmlns:a16="http://schemas.microsoft.com/office/drawing/2014/main" id="{B41CE58B-D592-48CE-9384-F098DFC546B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142" name="Rectangle: Rounded Corners 12141">
                        <a:extLst>
                          <a:ext uri="{FF2B5EF4-FFF2-40B4-BE49-F238E27FC236}">
                            <a16:creationId xmlns:a16="http://schemas.microsoft.com/office/drawing/2014/main" id="{8DCF4E7F-F5E2-49E6-BC1C-DF0E07C17E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135" name="Group 12134">
                      <a:extLst>
                        <a:ext uri="{FF2B5EF4-FFF2-40B4-BE49-F238E27FC236}">
                          <a16:creationId xmlns:a16="http://schemas.microsoft.com/office/drawing/2014/main" id="{43E4A31E-5FC1-4590-8812-2465EDBF3227}"/>
                        </a:ext>
                      </a:extLst>
                    </p:cNvPr>
                    <p:cNvGrpSpPr/>
                    <p:nvPr/>
                  </p:nvGrpSpPr>
                  <p:grpSpPr>
                    <a:xfrm rot="15824399">
                      <a:off x="1224680" y="281893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2139" name="Freeform: Shape 12138">
                        <a:extLst>
                          <a:ext uri="{FF2B5EF4-FFF2-40B4-BE49-F238E27FC236}">
                            <a16:creationId xmlns:a16="http://schemas.microsoft.com/office/drawing/2014/main" id="{0914A094-896D-49B5-8B7A-AA2C07FAF21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140" name="Rectangle: Rounded Corners 12139">
                        <a:extLst>
                          <a:ext uri="{FF2B5EF4-FFF2-40B4-BE49-F238E27FC236}">
                            <a16:creationId xmlns:a16="http://schemas.microsoft.com/office/drawing/2014/main" id="{D4E8BC5F-D39F-4A7B-8F91-4FA530F15F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2136" name="Group 12135">
                      <a:extLst>
                        <a:ext uri="{FF2B5EF4-FFF2-40B4-BE49-F238E27FC236}">
                          <a16:creationId xmlns:a16="http://schemas.microsoft.com/office/drawing/2014/main" id="{729841DE-ECFA-46E4-9274-EDCD28967A2E}"/>
                        </a:ext>
                      </a:extLst>
                    </p:cNvPr>
                    <p:cNvGrpSpPr/>
                    <p:nvPr/>
                  </p:nvGrpSpPr>
                  <p:grpSpPr>
                    <a:xfrm rot="16697394">
                      <a:off x="1080028" y="2168448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2137" name="Freeform: Shape 12136">
                        <a:extLst>
                          <a:ext uri="{FF2B5EF4-FFF2-40B4-BE49-F238E27FC236}">
                            <a16:creationId xmlns:a16="http://schemas.microsoft.com/office/drawing/2014/main" id="{117D733F-63C1-4679-8FE2-A032C6B9179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138" name="Rectangle: Rounded Corners 12137">
                        <a:extLst>
                          <a:ext uri="{FF2B5EF4-FFF2-40B4-BE49-F238E27FC236}">
                            <a16:creationId xmlns:a16="http://schemas.microsoft.com/office/drawing/2014/main" id="{023C935C-3BA4-4B48-9617-78FED35536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</p:grpSp>
              <p:sp>
                <p:nvSpPr>
                  <p:cNvPr id="12107" name="Freeform: Shape 12106">
                    <a:extLst>
                      <a:ext uri="{FF2B5EF4-FFF2-40B4-BE49-F238E27FC236}">
                        <a16:creationId xmlns:a16="http://schemas.microsoft.com/office/drawing/2014/main" id="{5F2F7A3C-2D59-4CF5-BB57-5C56BA8F7AF7}"/>
                      </a:ext>
                    </a:extLst>
                  </p:cNvPr>
                  <p:cNvSpPr/>
                  <p:nvPr/>
                </p:nvSpPr>
                <p:spPr>
                  <a:xfrm rot="6017948" flipV="1">
                    <a:off x="1305755" y="4290452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2108" name="Freeform: Shape 12107">
                    <a:extLst>
                      <a:ext uri="{FF2B5EF4-FFF2-40B4-BE49-F238E27FC236}">
                        <a16:creationId xmlns:a16="http://schemas.microsoft.com/office/drawing/2014/main" id="{C02E7F9A-40FC-42FB-A10F-B3B2485E7455}"/>
                      </a:ext>
                    </a:extLst>
                  </p:cNvPr>
                  <p:cNvSpPr/>
                  <p:nvPr/>
                </p:nvSpPr>
                <p:spPr>
                  <a:xfrm rot="21277659">
                    <a:off x="2517403" y="2906549"/>
                    <a:ext cx="690584" cy="235253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2109" name="Freeform: Shape 12108">
                    <a:extLst>
                      <a:ext uri="{FF2B5EF4-FFF2-40B4-BE49-F238E27FC236}">
                        <a16:creationId xmlns:a16="http://schemas.microsoft.com/office/drawing/2014/main" id="{23E68DB9-9B3E-40DD-9E0D-D1284DEA87D3}"/>
                      </a:ext>
                    </a:extLst>
                  </p:cNvPr>
                  <p:cNvSpPr/>
                  <p:nvPr/>
                </p:nvSpPr>
                <p:spPr>
                  <a:xfrm rot="11528244" flipV="1">
                    <a:off x="344853" y="2978311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</p:grpSp>
            <p:grpSp>
              <p:nvGrpSpPr>
                <p:cNvPr id="11008" name="Group 11007">
                  <a:extLst>
                    <a:ext uri="{FF2B5EF4-FFF2-40B4-BE49-F238E27FC236}">
                      <a16:creationId xmlns:a16="http://schemas.microsoft.com/office/drawing/2014/main" id="{D372D9AA-6F9D-4708-A91B-68D38F20529B}"/>
                    </a:ext>
                  </a:extLst>
                </p:cNvPr>
                <p:cNvGrpSpPr/>
                <p:nvPr/>
              </p:nvGrpSpPr>
              <p:grpSpPr>
                <a:xfrm>
                  <a:off x="4334528" y="2095665"/>
                  <a:ext cx="531923" cy="573923"/>
                  <a:chOff x="163719" y="1822501"/>
                  <a:chExt cx="3062199" cy="3047160"/>
                </a:xfrm>
              </p:grpSpPr>
              <p:grpSp>
                <p:nvGrpSpPr>
                  <p:cNvPr id="11741" name="Group 11740">
                    <a:extLst>
                      <a:ext uri="{FF2B5EF4-FFF2-40B4-BE49-F238E27FC236}">
                        <a16:creationId xmlns:a16="http://schemas.microsoft.com/office/drawing/2014/main" id="{A21F02A4-EB45-489C-8AB8-3281E0EB65FC}"/>
                      </a:ext>
                    </a:extLst>
                  </p:cNvPr>
                  <p:cNvGrpSpPr/>
                  <p:nvPr/>
                </p:nvGrpSpPr>
                <p:grpSpPr>
                  <a:xfrm>
                    <a:off x="163719" y="1822501"/>
                    <a:ext cx="3062199" cy="3047160"/>
                    <a:chOff x="163719" y="1822501"/>
                    <a:chExt cx="3062199" cy="3047160"/>
                  </a:xfrm>
                </p:grpSpPr>
                <p:grpSp>
                  <p:nvGrpSpPr>
                    <p:cNvPr id="11745" name="Group 11744">
                      <a:extLst>
                        <a:ext uri="{FF2B5EF4-FFF2-40B4-BE49-F238E27FC236}">
                          <a16:creationId xmlns:a16="http://schemas.microsoft.com/office/drawing/2014/main" id="{121917E4-D261-4B40-A2B9-686772A296AC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683131" y="384412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2104" name="Freeform: Shape 12103">
                        <a:extLst>
                          <a:ext uri="{FF2B5EF4-FFF2-40B4-BE49-F238E27FC236}">
                            <a16:creationId xmlns:a16="http://schemas.microsoft.com/office/drawing/2014/main" id="{A87F4FCC-7E7B-4FA2-88D8-E0649188A80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105" name="Rectangle: Rounded Corners 12104">
                        <a:extLst>
                          <a:ext uri="{FF2B5EF4-FFF2-40B4-BE49-F238E27FC236}">
                            <a16:creationId xmlns:a16="http://schemas.microsoft.com/office/drawing/2014/main" id="{9CA3BE82-FE2A-4758-9B0D-70617B88A1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746" name="Group 11745">
                      <a:extLst>
                        <a:ext uri="{FF2B5EF4-FFF2-40B4-BE49-F238E27FC236}">
                          <a16:creationId xmlns:a16="http://schemas.microsoft.com/office/drawing/2014/main" id="{4AE24A35-189F-4293-8127-51FF73F4C9F0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123013" y="4110752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2102" name="Freeform: Shape 12101">
                        <a:extLst>
                          <a:ext uri="{FF2B5EF4-FFF2-40B4-BE49-F238E27FC236}">
                            <a16:creationId xmlns:a16="http://schemas.microsoft.com/office/drawing/2014/main" id="{F886E9B0-5474-4411-9FC4-4BA16B8FF1A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2103" name="Rectangle: Rounded Corners 12102">
                        <a:extLst>
                          <a:ext uri="{FF2B5EF4-FFF2-40B4-BE49-F238E27FC236}">
                            <a16:creationId xmlns:a16="http://schemas.microsoft.com/office/drawing/2014/main" id="{113BBCE6-A330-4E48-A66A-5E61C7E1C4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747" name="Group 11746">
                      <a:extLst>
                        <a:ext uri="{FF2B5EF4-FFF2-40B4-BE49-F238E27FC236}">
                          <a16:creationId xmlns:a16="http://schemas.microsoft.com/office/drawing/2014/main" id="{199C99D6-557B-42B5-8ED2-4DEE7C083CA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0260" y="2440902"/>
                      <a:ext cx="1730523" cy="1839492"/>
                      <a:chOff x="420511" y="1784768"/>
                      <a:chExt cx="1730523" cy="1839492"/>
                    </a:xfrm>
                  </p:grpSpPr>
                  <p:grpSp>
                    <p:nvGrpSpPr>
                      <p:cNvPr id="11820" name="Group 11819">
                        <a:extLst>
                          <a:ext uri="{FF2B5EF4-FFF2-40B4-BE49-F238E27FC236}">
                            <a16:creationId xmlns:a16="http://schemas.microsoft.com/office/drawing/2014/main" id="{FAA2D47F-00F8-4AD1-89BC-CD7B35DB215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69572" y="1784768"/>
                        <a:ext cx="1081462" cy="1476716"/>
                        <a:chOff x="2089993" y="1523034"/>
                        <a:chExt cx="1081462" cy="1476716"/>
                      </a:xfrm>
                    </p:grpSpPr>
                    <p:grpSp>
                      <p:nvGrpSpPr>
                        <p:cNvPr id="12041" name="Group 12040">
                          <a:extLst>
                            <a:ext uri="{FF2B5EF4-FFF2-40B4-BE49-F238E27FC236}">
                              <a16:creationId xmlns:a16="http://schemas.microsoft.com/office/drawing/2014/main" id="{EAC269AB-2FD2-41CA-BAC9-1BB5BF5A7D8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70705"/>
                          <a:ext cx="101484" cy="1016226"/>
                          <a:chOff x="1800622" y="2364951"/>
                          <a:chExt cx="101484" cy="1016226"/>
                        </a:xfrm>
                      </p:grpSpPr>
                      <p:sp>
                        <p:nvSpPr>
                          <p:cNvPr id="12098" name="Flowchart: Connector 12097">
                            <a:extLst>
                              <a:ext uri="{FF2B5EF4-FFF2-40B4-BE49-F238E27FC236}">
                                <a16:creationId xmlns:a16="http://schemas.microsoft.com/office/drawing/2014/main" id="{7126CAD8-39A2-4061-9F18-9778ACEA1BE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099" name="Flowchart: Connector 12098">
                            <a:extLst>
                              <a:ext uri="{FF2B5EF4-FFF2-40B4-BE49-F238E27FC236}">
                                <a16:creationId xmlns:a16="http://schemas.microsoft.com/office/drawing/2014/main" id="{7E87FEA8-A25C-4229-89FD-D87A6FFF7C6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100" name="Flowchart: Connector 12099">
                            <a:extLst>
                              <a:ext uri="{FF2B5EF4-FFF2-40B4-BE49-F238E27FC236}">
                                <a16:creationId xmlns:a16="http://schemas.microsoft.com/office/drawing/2014/main" id="{C3D3428C-191D-47B2-8E4F-79AAD9AEAD7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101" name="Flowchart: Connector 12100">
                            <a:extLst>
                              <a:ext uri="{FF2B5EF4-FFF2-40B4-BE49-F238E27FC236}">
                                <a16:creationId xmlns:a16="http://schemas.microsoft.com/office/drawing/2014/main" id="{5B03394C-CE4A-4935-93A5-52C5314ABC4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649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12042" name="Group 12041">
                          <a:extLst>
                            <a:ext uri="{FF2B5EF4-FFF2-40B4-BE49-F238E27FC236}">
                              <a16:creationId xmlns:a16="http://schemas.microsoft.com/office/drawing/2014/main" id="{58F65E2F-291A-4287-8E9D-60A798E3F6D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23034"/>
                          <a:ext cx="1057223" cy="1476716"/>
                          <a:chOff x="2114232" y="1523034"/>
                          <a:chExt cx="1057223" cy="1476716"/>
                        </a:xfrm>
                      </p:grpSpPr>
                      <p:grpSp>
                        <p:nvGrpSpPr>
                          <p:cNvPr id="12043" name="Group 12042">
                            <a:extLst>
                              <a:ext uri="{FF2B5EF4-FFF2-40B4-BE49-F238E27FC236}">
                                <a16:creationId xmlns:a16="http://schemas.microsoft.com/office/drawing/2014/main" id="{AE48ADC1-411E-4FD1-9DF3-CD0B46C8F34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47544" cy="539639"/>
                            <a:chOff x="3717189" y="1719497"/>
                            <a:chExt cx="1047544" cy="539639"/>
                          </a:xfrm>
                        </p:grpSpPr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091" name="3D Model 12090" descr="Sphere">
                                  <a:extLst>
                                    <a:ext uri="{FF2B5EF4-FFF2-40B4-BE49-F238E27FC236}">
                                      <a16:creationId xmlns:a16="http://schemas.microsoft.com/office/drawing/2014/main" id="{DED476BF-BD1A-4DD2-849C-45738EAFCA1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54614440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092" name="Flowchart: Connector 12091">
                              <a:extLst>
                                <a:ext uri="{FF2B5EF4-FFF2-40B4-BE49-F238E27FC236}">
                                  <a16:creationId xmlns:a16="http://schemas.microsoft.com/office/drawing/2014/main" id="{358A2CB4-AFC4-4A96-87E1-C7AA67AC775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093" name="3D Model 12092" descr="Sphere">
                                  <a:extLst>
                                    <a:ext uri="{FF2B5EF4-FFF2-40B4-BE49-F238E27FC236}">
                                      <a16:creationId xmlns:a16="http://schemas.microsoft.com/office/drawing/2014/main" id="{EA8F9A52-C04D-44F6-9D5E-0F77EB58DA6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579884938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094" name="Flowchart: Connector 12093">
                              <a:extLst>
                                <a:ext uri="{FF2B5EF4-FFF2-40B4-BE49-F238E27FC236}">
                                  <a16:creationId xmlns:a16="http://schemas.microsoft.com/office/drawing/2014/main" id="{9673AEB5-EE78-44C9-A6AC-F70D14252E0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095" name="3D Model 12094" descr="Sphere">
                                  <a:extLst>
                                    <a:ext uri="{FF2B5EF4-FFF2-40B4-BE49-F238E27FC236}">
                                      <a16:creationId xmlns:a16="http://schemas.microsoft.com/office/drawing/2014/main" id="{E89CD729-CC30-4AB5-AC51-45DB344F1AE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23580784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096" name="Flowchart: Connector 12095">
                              <a:extLst>
                                <a:ext uri="{FF2B5EF4-FFF2-40B4-BE49-F238E27FC236}">
                                  <a16:creationId xmlns:a16="http://schemas.microsoft.com/office/drawing/2014/main" id="{8C327A1E-E1C1-400D-8D7B-9AADD929FAC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097" name="3D Model 12096" descr="Sphere">
                                  <a:extLst>
                                    <a:ext uri="{FF2B5EF4-FFF2-40B4-BE49-F238E27FC236}">
                                      <a16:creationId xmlns:a16="http://schemas.microsoft.com/office/drawing/2014/main" id="{8124AE32-1F37-4500-A94A-CB9CAA2CE0F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908361493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2044" name="Group 12043">
                            <a:extLst>
                              <a:ext uri="{FF2B5EF4-FFF2-40B4-BE49-F238E27FC236}">
                                <a16:creationId xmlns:a16="http://schemas.microsoft.com/office/drawing/2014/main" id="{17200702-92C4-48CD-8AED-6239A943534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12076" name="Flowchart: Connector 12075">
                              <a:extLst>
                                <a:ext uri="{FF2B5EF4-FFF2-40B4-BE49-F238E27FC236}">
                                  <a16:creationId xmlns:a16="http://schemas.microsoft.com/office/drawing/2014/main" id="{231BCAA3-5A81-49BF-8C05-B3C1FC53326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077" name="Flowchart: Connector 12076">
                              <a:extLst>
                                <a:ext uri="{FF2B5EF4-FFF2-40B4-BE49-F238E27FC236}">
                                  <a16:creationId xmlns:a16="http://schemas.microsoft.com/office/drawing/2014/main" id="{1AA6B0CB-7B97-411B-9769-D0FAC32DA0E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078" name="Flowchart: Connector 12077">
                              <a:extLst>
                                <a:ext uri="{FF2B5EF4-FFF2-40B4-BE49-F238E27FC236}">
                                  <a16:creationId xmlns:a16="http://schemas.microsoft.com/office/drawing/2014/main" id="{F85FBE52-DEDE-43A2-803A-7BF773BCA8B5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079" name="Flowchart: Connector 12078">
                              <a:extLst>
                                <a:ext uri="{FF2B5EF4-FFF2-40B4-BE49-F238E27FC236}">
                                  <a16:creationId xmlns:a16="http://schemas.microsoft.com/office/drawing/2014/main" id="{AAF076D1-CCEF-40E3-A24F-A4363CEB7ED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080" name="Flowchart: Connector 12079">
                              <a:extLst>
                                <a:ext uri="{FF2B5EF4-FFF2-40B4-BE49-F238E27FC236}">
                                  <a16:creationId xmlns:a16="http://schemas.microsoft.com/office/drawing/2014/main" id="{9D5F8814-09B4-4F4C-8D52-A543545A5B9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081" name="Flowchart: Connector 12080">
                              <a:extLst>
                                <a:ext uri="{FF2B5EF4-FFF2-40B4-BE49-F238E27FC236}">
                                  <a16:creationId xmlns:a16="http://schemas.microsoft.com/office/drawing/2014/main" id="{02F294DB-AE40-435D-A604-A7FA7C505DF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082" name="Flowchart: Connector 12081">
                              <a:extLst>
                                <a:ext uri="{FF2B5EF4-FFF2-40B4-BE49-F238E27FC236}">
                                  <a16:creationId xmlns:a16="http://schemas.microsoft.com/office/drawing/2014/main" id="{ADB64D45-9AB6-4CE1-8AF1-D08B7A5D468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083" name="Flowchart: Connector 12082">
                              <a:extLst>
                                <a:ext uri="{FF2B5EF4-FFF2-40B4-BE49-F238E27FC236}">
                                  <a16:creationId xmlns:a16="http://schemas.microsoft.com/office/drawing/2014/main" id="{53B8F3AF-37D1-4531-927D-AB323B0D3A2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084" name="3D Model 12083" descr="Sphere">
                                  <a:extLst>
                                    <a:ext uri="{FF2B5EF4-FFF2-40B4-BE49-F238E27FC236}">
                                      <a16:creationId xmlns:a16="http://schemas.microsoft.com/office/drawing/2014/main" id="{F8CF4253-B938-4310-9215-133E03B9C9E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78770289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085" name="Flowchart: Connector 12084">
                              <a:extLst>
                                <a:ext uri="{FF2B5EF4-FFF2-40B4-BE49-F238E27FC236}">
                                  <a16:creationId xmlns:a16="http://schemas.microsoft.com/office/drawing/2014/main" id="{588A3EB1-8EE3-4D50-BA5E-7CEE7893F04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086" name="3D Model 12085" descr="Sphere">
                                  <a:extLst>
                                    <a:ext uri="{FF2B5EF4-FFF2-40B4-BE49-F238E27FC236}">
                                      <a16:creationId xmlns:a16="http://schemas.microsoft.com/office/drawing/2014/main" id="{501337B5-B4D5-45E5-8343-FE3235637EB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686822154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087" name="Flowchart: Connector 12086">
                              <a:extLst>
                                <a:ext uri="{FF2B5EF4-FFF2-40B4-BE49-F238E27FC236}">
                                  <a16:creationId xmlns:a16="http://schemas.microsoft.com/office/drawing/2014/main" id="{C513C2B5-B0BF-4D34-BB6D-D2CCA67C7BD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088" name="3D Model 12087" descr="Sphere">
                                  <a:extLst>
                                    <a:ext uri="{FF2B5EF4-FFF2-40B4-BE49-F238E27FC236}">
                                      <a16:creationId xmlns:a16="http://schemas.microsoft.com/office/drawing/2014/main" id="{685F54EA-6A06-45E8-B675-7284654885B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248679349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089" name="Flowchart: Connector 12088">
                              <a:extLst>
                                <a:ext uri="{FF2B5EF4-FFF2-40B4-BE49-F238E27FC236}">
                                  <a16:creationId xmlns:a16="http://schemas.microsoft.com/office/drawing/2014/main" id="{C42DE5F1-CF44-4F10-A9D3-6637B62D5C5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090" name="3D Model 12089" descr="Sphere">
                                  <a:extLst>
                                    <a:ext uri="{FF2B5EF4-FFF2-40B4-BE49-F238E27FC236}">
                                      <a16:creationId xmlns:a16="http://schemas.microsoft.com/office/drawing/2014/main" id="{6A25F18C-6065-419F-957F-D186A1FB634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691812039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2045" name="Group 12044">
                            <a:extLst>
                              <a:ext uri="{FF2B5EF4-FFF2-40B4-BE49-F238E27FC236}">
                                <a16:creationId xmlns:a16="http://schemas.microsoft.com/office/drawing/2014/main" id="{8345BA77-1ADD-4C02-BFCD-C44FF9952D7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12061" name="Flowchart: Connector 12060">
                              <a:extLst>
                                <a:ext uri="{FF2B5EF4-FFF2-40B4-BE49-F238E27FC236}">
                                  <a16:creationId xmlns:a16="http://schemas.microsoft.com/office/drawing/2014/main" id="{4D8DD21F-1D5B-4151-AE02-6DA2642892B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062" name="Flowchart: Connector 12061">
                              <a:extLst>
                                <a:ext uri="{FF2B5EF4-FFF2-40B4-BE49-F238E27FC236}">
                                  <a16:creationId xmlns:a16="http://schemas.microsoft.com/office/drawing/2014/main" id="{48AC191E-1235-4A46-8537-FF330ED05E7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063" name="Flowchart: Connector 12062">
                              <a:extLst>
                                <a:ext uri="{FF2B5EF4-FFF2-40B4-BE49-F238E27FC236}">
                                  <a16:creationId xmlns:a16="http://schemas.microsoft.com/office/drawing/2014/main" id="{8AF8CA67-6837-45FF-8BAF-71BD0B3AB38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064" name="Flowchart: Connector 12063">
                              <a:extLst>
                                <a:ext uri="{FF2B5EF4-FFF2-40B4-BE49-F238E27FC236}">
                                  <a16:creationId xmlns:a16="http://schemas.microsoft.com/office/drawing/2014/main" id="{508B3676-60AC-4BB6-9EA2-08F47C6C180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065" name="Flowchart: Connector 12064">
                              <a:extLst>
                                <a:ext uri="{FF2B5EF4-FFF2-40B4-BE49-F238E27FC236}">
                                  <a16:creationId xmlns:a16="http://schemas.microsoft.com/office/drawing/2014/main" id="{E636232F-8472-4A83-A8D4-48D1327977C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066" name="Flowchart: Connector 12065">
                              <a:extLst>
                                <a:ext uri="{FF2B5EF4-FFF2-40B4-BE49-F238E27FC236}">
                                  <a16:creationId xmlns:a16="http://schemas.microsoft.com/office/drawing/2014/main" id="{A65D4361-0CF8-443D-851F-E8B9AD575A2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067" name="Flowchart: Connector 12066">
                              <a:extLst>
                                <a:ext uri="{FF2B5EF4-FFF2-40B4-BE49-F238E27FC236}">
                                  <a16:creationId xmlns:a16="http://schemas.microsoft.com/office/drawing/2014/main" id="{22A99ED4-44C1-45F9-88C4-DAEB0792646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068" name="Flowchart: Connector 12067">
                              <a:extLst>
                                <a:ext uri="{FF2B5EF4-FFF2-40B4-BE49-F238E27FC236}">
                                  <a16:creationId xmlns:a16="http://schemas.microsoft.com/office/drawing/2014/main" id="{22E002FE-47D9-411A-8FE7-486CAB7A1CC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069" name="3D Model 12068" descr="Sphere">
                                  <a:extLst>
                                    <a:ext uri="{FF2B5EF4-FFF2-40B4-BE49-F238E27FC236}">
                                      <a16:creationId xmlns:a16="http://schemas.microsoft.com/office/drawing/2014/main" id="{2CB579E5-F7D8-43A8-AC9C-CB167F6AE0E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57236483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070" name="Flowchart: Connector 12069">
                              <a:extLst>
                                <a:ext uri="{FF2B5EF4-FFF2-40B4-BE49-F238E27FC236}">
                                  <a16:creationId xmlns:a16="http://schemas.microsoft.com/office/drawing/2014/main" id="{B54C5D13-00B3-4ACC-8C63-1E788DA1D32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071" name="3D Model 1207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C8F4FA-03B4-4BF8-B30F-68394734945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909018659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072" name="Flowchart: Connector 12071">
                              <a:extLst>
                                <a:ext uri="{FF2B5EF4-FFF2-40B4-BE49-F238E27FC236}">
                                  <a16:creationId xmlns:a16="http://schemas.microsoft.com/office/drawing/2014/main" id="{6D4140AF-B736-4B6C-B62F-C2CC29E1EFF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073" name="3D Model 12072" descr="Sphere">
                                  <a:extLst>
                                    <a:ext uri="{FF2B5EF4-FFF2-40B4-BE49-F238E27FC236}">
                                      <a16:creationId xmlns:a16="http://schemas.microsoft.com/office/drawing/2014/main" id="{22A5544F-37A4-4724-A617-6CA9C61CB67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403106580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074" name="Flowchart: Connector 12073">
                              <a:extLst>
                                <a:ext uri="{FF2B5EF4-FFF2-40B4-BE49-F238E27FC236}">
                                  <a16:creationId xmlns:a16="http://schemas.microsoft.com/office/drawing/2014/main" id="{9E7B4AEC-DEE2-4C3D-8895-5FE28FD32B6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075" name="3D Model 12074" descr="Sphere">
                                  <a:extLst>
                                    <a:ext uri="{FF2B5EF4-FFF2-40B4-BE49-F238E27FC236}">
                                      <a16:creationId xmlns:a16="http://schemas.microsoft.com/office/drawing/2014/main" id="{1F566D6E-2665-4217-A780-CA50C8EB7C7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175170319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12046" name="Flowchart: Connector 12045">
                            <a:extLst>
                              <a:ext uri="{FF2B5EF4-FFF2-40B4-BE49-F238E27FC236}">
                                <a16:creationId xmlns:a16="http://schemas.microsoft.com/office/drawing/2014/main" id="{81D8EAF6-FD76-46D2-9B65-AE99E0DCE47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047" name="Flowchart: Connector 12046">
                            <a:extLst>
                              <a:ext uri="{FF2B5EF4-FFF2-40B4-BE49-F238E27FC236}">
                                <a16:creationId xmlns:a16="http://schemas.microsoft.com/office/drawing/2014/main" id="{9D44C235-0C07-4A58-AB60-30DCCC14026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048" name="Flowchart: Connector 12047">
                            <a:extLst>
                              <a:ext uri="{FF2B5EF4-FFF2-40B4-BE49-F238E27FC236}">
                                <a16:creationId xmlns:a16="http://schemas.microsoft.com/office/drawing/2014/main" id="{C1440FBC-9CE3-4CFA-9850-861DDA6F672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049" name="Flowchart: Connector 12048">
                            <a:extLst>
                              <a:ext uri="{FF2B5EF4-FFF2-40B4-BE49-F238E27FC236}">
                                <a16:creationId xmlns:a16="http://schemas.microsoft.com/office/drawing/2014/main" id="{7896AED6-E551-4D31-AEA8-66141A97D06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050" name="Flowchart: Connector 12049">
                            <a:extLst>
                              <a:ext uri="{FF2B5EF4-FFF2-40B4-BE49-F238E27FC236}">
                                <a16:creationId xmlns:a16="http://schemas.microsoft.com/office/drawing/2014/main" id="{9296204A-1021-4FA5-A451-FEA5F3A208D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051" name="Flowchart: Connector 12050">
                            <a:extLst>
                              <a:ext uri="{FF2B5EF4-FFF2-40B4-BE49-F238E27FC236}">
                                <a16:creationId xmlns:a16="http://schemas.microsoft.com/office/drawing/2014/main" id="{2DFD446D-B228-47A8-806B-A8BD016C0A0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052" name="Flowchart: Connector 12051">
                            <a:extLst>
                              <a:ext uri="{FF2B5EF4-FFF2-40B4-BE49-F238E27FC236}">
                                <a16:creationId xmlns:a16="http://schemas.microsoft.com/office/drawing/2014/main" id="{3697319D-1AA6-474D-8FD6-491F80A7E08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053" name="Flowchart: Connector 12052">
                            <a:extLst>
                              <a:ext uri="{FF2B5EF4-FFF2-40B4-BE49-F238E27FC236}">
                                <a16:creationId xmlns:a16="http://schemas.microsoft.com/office/drawing/2014/main" id="{348B7074-6102-4FB0-B486-AD459352A4E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054" name="3D Model 12053" descr="Sphere">
                                <a:extLst>
                                  <a:ext uri="{FF2B5EF4-FFF2-40B4-BE49-F238E27FC236}">
                                    <a16:creationId xmlns:a16="http://schemas.microsoft.com/office/drawing/2014/main" id="{32A05713-473E-43B3-8995-E14C0D14331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509335979"/>
                                  </p:ext>
                                </p:extLst>
                              </p:nvPr>
                            </p:nvGraphicFramePr>
                            <p:xfrm>
                              <a:off x="2134543" y="1523034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85" name="3D Model 1784" descr="Sphere">
                                <a:extLst>
                                  <a:ext uri="{FF2B5EF4-FFF2-40B4-BE49-F238E27FC236}">
                                    <a16:creationId xmlns:a16="http://schemas.microsoft.com/office/drawing/2014/main" id="{6D8D156A-9212-40F8-AB71-FD05DB2D441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576006" y="2212139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055" name="Flowchart: Connector 12054">
                            <a:extLst>
                              <a:ext uri="{FF2B5EF4-FFF2-40B4-BE49-F238E27FC236}">
                                <a16:creationId xmlns:a16="http://schemas.microsoft.com/office/drawing/2014/main" id="{88586167-8136-47C6-8F82-7C96076C1AC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056" name="3D Model 12055" descr="Sphere">
                                <a:extLst>
                                  <a:ext uri="{FF2B5EF4-FFF2-40B4-BE49-F238E27FC236}">
                                    <a16:creationId xmlns:a16="http://schemas.microsoft.com/office/drawing/2014/main" id="{A2ACD113-620A-4FAB-9ECA-F9F3D0D166E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537776531"/>
                                  </p:ext>
                                </p:extLst>
                              </p:nvPr>
                            </p:nvGraphicFramePr>
                            <p:xfrm>
                              <a:off x="2371307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87" name="3D Model 1786" descr="Sphere">
                                <a:extLst>
                                  <a:ext uri="{FF2B5EF4-FFF2-40B4-BE49-F238E27FC236}">
                                    <a16:creationId xmlns:a16="http://schemas.microsoft.com/office/drawing/2014/main" id="{5B9C11A0-A5EB-48E5-9C99-D6CC523E7C05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617134" y="222282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057" name="Flowchart: Connector 12056">
                            <a:extLst>
                              <a:ext uri="{FF2B5EF4-FFF2-40B4-BE49-F238E27FC236}">
                                <a16:creationId xmlns:a16="http://schemas.microsoft.com/office/drawing/2014/main" id="{B8732262-6FF2-41AA-846E-ACBAA955B77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4559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058" name="3D Model 12057" descr="Sphere">
                                <a:extLst>
                                  <a:ext uri="{FF2B5EF4-FFF2-40B4-BE49-F238E27FC236}">
                                    <a16:creationId xmlns:a16="http://schemas.microsoft.com/office/drawing/2014/main" id="{1E8E104B-0DB9-4ABD-99F1-11F63C226D7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099980663"/>
                                  </p:ext>
                                </p:extLst>
                              </p:nvPr>
                            </p:nvGraphicFramePr>
                            <p:xfrm>
                              <a:off x="2609177" y="164155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89" name="3D Model 1788" descr="Sphere">
                                <a:extLst>
                                  <a:ext uri="{FF2B5EF4-FFF2-40B4-BE49-F238E27FC236}">
                                    <a16:creationId xmlns:a16="http://schemas.microsoft.com/office/drawing/2014/main" id="{1680DC85-ABFE-4B62-A3FF-460277F0C2B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658453" y="2234461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059" name="Flowchart: Connector 12058">
                            <a:extLst>
                              <a:ext uri="{FF2B5EF4-FFF2-40B4-BE49-F238E27FC236}">
                                <a16:creationId xmlns:a16="http://schemas.microsoft.com/office/drawing/2014/main" id="{3C92AEA9-F33C-49DA-8528-39126AF0EFA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060" name="3D Model 12059" descr="Sphere">
                                <a:extLst>
                                  <a:ext uri="{FF2B5EF4-FFF2-40B4-BE49-F238E27FC236}">
                                    <a16:creationId xmlns:a16="http://schemas.microsoft.com/office/drawing/2014/main" id="{0B0C1DF5-5689-4688-9633-EBAF2F16570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885407872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6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6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91" name="3D Model 1790" descr="Sphere">
                                <a:extLst>
                                  <a:ext uri="{FF2B5EF4-FFF2-40B4-BE49-F238E27FC236}">
                                    <a16:creationId xmlns:a16="http://schemas.microsoft.com/office/drawing/2014/main" id="{B554EB58-415D-4816-A746-1959796105FD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705079" y="2250855"/>
                                <a:ext cx="51046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11821" name="Group 11820">
                        <a:extLst>
                          <a:ext uri="{FF2B5EF4-FFF2-40B4-BE49-F238E27FC236}">
                            <a16:creationId xmlns:a16="http://schemas.microsoft.com/office/drawing/2014/main" id="{D6DA2BEA-517D-4AF7-842E-3C24716153C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3325" y="2268938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12038" name="Flowchart: Connector 12037">
                          <a:extLst>
                            <a:ext uri="{FF2B5EF4-FFF2-40B4-BE49-F238E27FC236}">
                              <a16:creationId xmlns:a16="http://schemas.microsoft.com/office/drawing/2014/main" id="{42AA23CB-26FD-4B81-B4DD-BB4FCE960DD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039" name="Flowchart: Connector 12038">
                          <a:extLst>
                            <a:ext uri="{FF2B5EF4-FFF2-40B4-BE49-F238E27FC236}">
                              <a16:creationId xmlns:a16="http://schemas.microsoft.com/office/drawing/2014/main" id="{C2D2A88D-CFC8-47FA-8706-8ABF3DA7351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040" name="Flowchart: Connector 12039">
                          <a:extLst>
                            <a:ext uri="{FF2B5EF4-FFF2-40B4-BE49-F238E27FC236}">
                              <a16:creationId xmlns:a16="http://schemas.microsoft.com/office/drawing/2014/main" id="{6019D2F4-2C33-4B65-BFCF-0B0D92D4EA2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11822" name="Flowchart: Connector 11821">
                        <a:extLst>
                          <a:ext uri="{FF2B5EF4-FFF2-40B4-BE49-F238E27FC236}">
                            <a16:creationId xmlns:a16="http://schemas.microsoft.com/office/drawing/2014/main" id="{6077840B-BC10-4F8B-86F6-A8726E28CBC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37026" y="201261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823" name="Flowchart: Connector 11822">
                        <a:extLst>
                          <a:ext uri="{FF2B5EF4-FFF2-40B4-BE49-F238E27FC236}">
                            <a16:creationId xmlns:a16="http://schemas.microsoft.com/office/drawing/2014/main" id="{D43F7EB5-99F6-4177-B6C6-55C4D94618A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588002" y="208727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11824" name="Group 11823">
                        <a:extLst>
                          <a:ext uri="{FF2B5EF4-FFF2-40B4-BE49-F238E27FC236}">
                            <a16:creationId xmlns:a16="http://schemas.microsoft.com/office/drawing/2014/main" id="{87BC4AB4-A46B-497D-9B6A-A66D451A05A4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228750">
                        <a:off x="1171220" y="1918660"/>
                        <a:ext cx="698062" cy="387533"/>
                        <a:chOff x="854933" y="2290871"/>
                        <a:chExt cx="698062" cy="387533"/>
                      </a:xfrm>
                    </p:grpSpPr>
                    <p:sp>
                      <p:nvSpPr>
                        <p:cNvPr id="12035" name="Flowchart: Connector 12034">
                          <a:extLst>
                            <a:ext uri="{FF2B5EF4-FFF2-40B4-BE49-F238E27FC236}">
                              <a16:creationId xmlns:a16="http://schemas.microsoft.com/office/drawing/2014/main" id="{E16937FF-A936-447C-A388-C9D0CA5131A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3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036" name="Flowchart: Connector 12035">
                          <a:extLst>
                            <a:ext uri="{FF2B5EF4-FFF2-40B4-BE49-F238E27FC236}">
                              <a16:creationId xmlns:a16="http://schemas.microsoft.com/office/drawing/2014/main" id="{C7381F57-21D3-4ED2-8BAE-A011FD11BAB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5206" y="2377897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037" name="Flowchart: Connector 12036">
                          <a:extLst>
                            <a:ext uri="{FF2B5EF4-FFF2-40B4-BE49-F238E27FC236}">
                              <a16:creationId xmlns:a16="http://schemas.microsoft.com/office/drawing/2014/main" id="{5D48AF42-FD81-4941-9611-C0C61E77849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41136" y="2462404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1825" name="Group 11824">
                        <a:extLst>
                          <a:ext uri="{FF2B5EF4-FFF2-40B4-BE49-F238E27FC236}">
                            <a16:creationId xmlns:a16="http://schemas.microsoft.com/office/drawing/2014/main" id="{F11638B7-EBCF-4782-AE46-D4663A63437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49741" y="1890320"/>
                        <a:ext cx="1098636" cy="1497980"/>
                        <a:chOff x="2089993" y="1501770"/>
                        <a:chExt cx="1098636" cy="1497980"/>
                      </a:xfrm>
                    </p:grpSpPr>
                    <p:grpSp>
                      <p:nvGrpSpPr>
                        <p:cNvPr id="11970" name="Group 11969">
                          <a:extLst>
                            <a:ext uri="{FF2B5EF4-FFF2-40B4-BE49-F238E27FC236}">
                              <a16:creationId xmlns:a16="http://schemas.microsoft.com/office/drawing/2014/main" id="{B3F1DA9A-BFE2-4B44-A74D-88956D5F9B5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34990"/>
                          <a:ext cx="101484" cy="1051941"/>
                          <a:chOff x="1800622" y="2329236"/>
                          <a:chExt cx="101484" cy="1051941"/>
                        </a:xfrm>
                      </p:grpSpPr>
                      <p:sp>
                        <p:nvSpPr>
                          <p:cNvPr id="12031" name="Flowchart: Connector 12030">
                            <a:extLst>
                              <a:ext uri="{FF2B5EF4-FFF2-40B4-BE49-F238E27FC236}">
                                <a16:creationId xmlns:a16="http://schemas.microsoft.com/office/drawing/2014/main" id="{331BA5F8-2589-4EF1-9611-454DD3349C5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032" name="Flowchart: Connector 12031">
                            <a:extLst>
                              <a:ext uri="{FF2B5EF4-FFF2-40B4-BE49-F238E27FC236}">
                                <a16:creationId xmlns:a16="http://schemas.microsoft.com/office/drawing/2014/main" id="{F3068AFF-7F20-4072-95B3-5CE0FAE3F7C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033" name="Flowchart: Connector 12032">
                            <a:extLst>
                              <a:ext uri="{FF2B5EF4-FFF2-40B4-BE49-F238E27FC236}">
                                <a16:creationId xmlns:a16="http://schemas.microsoft.com/office/drawing/2014/main" id="{8CEC00E3-22B2-4050-8BC9-903F83F4F27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034" name="Flowchart: Connector 12033">
                            <a:extLst>
                              <a:ext uri="{FF2B5EF4-FFF2-40B4-BE49-F238E27FC236}">
                                <a16:creationId xmlns:a16="http://schemas.microsoft.com/office/drawing/2014/main" id="{0E894C34-14F3-4965-87F3-5DB6B332045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2923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11971" name="Group 11970">
                          <a:extLst>
                            <a:ext uri="{FF2B5EF4-FFF2-40B4-BE49-F238E27FC236}">
                              <a16:creationId xmlns:a16="http://schemas.microsoft.com/office/drawing/2014/main" id="{839CB914-6DE9-4AD3-B922-DC79F352BD5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01770"/>
                          <a:ext cx="1074397" cy="1497980"/>
                          <a:chOff x="2114232" y="1501770"/>
                          <a:chExt cx="1074397" cy="1497980"/>
                        </a:xfrm>
                      </p:grpSpPr>
                      <p:grpSp>
                        <p:nvGrpSpPr>
                          <p:cNvPr id="11972" name="Group 11971">
                            <a:extLst>
                              <a:ext uri="{FF2B5EF4-FFF2-40B4-BE49-F238E27FC236}">
                                <a16:creationId xmlns:a16="http://schemas.microsoft.com/office/drawing/2014/main" id="{5890FD52-1598-4521-AD99-DA70B54E5E7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12023" name="Flowchart: Connector 12022">
                              <a:extLst>
                                <a:ext uri="{FF2B5EF4-FFF2-40B4-BE49-F238E27FC236}">
                                  <a16:creationId xmlns:a16="http://schemas.microsoft.com/office/drawing/2014/main" id="{FB51FCA2-651A-4D21-9B54-78CD797BE8D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024" name="3D Model 12023" descr="Sphere">
                                  <a:extLst>
                                    <a:ext uri="{FF2B5EF4-FFF2-40B4-BE49-F238E27FC236}">
                                      <a16:creationId xmlns:a16="http://schemas.microsoft.com/office/drawing/2014/main" id="{5DF96F19-FC01-4937-950F-BCA499340DE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111172022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025" name="Flowchart: Connector 12024">
                              <a:extLst>
                                <a:ext uri="{FF2B5EF4-FFF2-40B4-BE49-F238E27FC236}">
                                  <a16:creationId xmlns:a16="http://schemas.microsoft.com/office/drawing/2014/main" id="{62EFD4ED-E4B6-4EA7-8CC0-6988413744D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026" name="3D Model 12025" descr="Sphere">
                                  <a:extLst>
                                    <a:ext uri="{FF2B5EF4-FFF2-40B4-BE49-F238E27FC236}">
                                      <a16:creationId xmlns:a16="http://schemas.microsoft.com/office/drawing/2014/main" id="{AC6467E5-6E60-45E3-BA16-C171E06FEF7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048927512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027" name="Flowchart: Connector 12026">
                              <a:extLst>
                                <a:ext uri="{FF2B5EF4-FFF2-40B4-BE49-F238E27FC236}">
                                  <a16:creationId xmlns:a16="http://schemas.microsoft.com/office/drawing/2014/main" id="{BBD7EDF0-9E03-4FB6-B867-249E066EE4A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028" name="3D Model 12027" descr="Sphere">
                                  <a:extLst>
                                    <a:ext uri="{FF2B5EF4-FFF2-40B4-BE49-F238E27FC236}">
                                      <a16:creationId xmlns:a16="http://schemas.microsoft.com/office/drawing/2014/main" id="{A301CA40-A029-407E-BBCA-FD9B10B6494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450209682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029" name="Flowchart: Connector 12028">
                              <a:extLst>
                                <a:ext uri="{FF2B5EF4-FFF2-40B4-BE49-F238E27FC236}">
                                  <a16:creationId xmlns:a16="http://schemas.microsoft.com/office/drawing/2014/main" id="{2149093D-43A3-4413-99C1-7F0C7991204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030" name="3D Model 12029" descr="Sphere">
                                  <a:extLst>
                                    <a:ext uri="{FF2B5EF4-FFF2-40B4-BE49-F238E27FC236}">
                                      <a16:creationId xmlns:a16="http://schemas.microsoft.com/office/drawing/2014/main" id="{FE895F63-A10D-40C3-BB3E-82CA8AAD438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618198991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1973" name="Group 11972">
                            <a:extLst>
                              <a:ext uri="{FF2B5EF4-FFF2-40B4-BE49-F238E27FC236}">
                                <a16:creationId xmlns:a16="http://schemas.microsoft.com/office/drawing/2014/main" id="{197FE8FC-02D0-44D5-9264-BE431383A81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2007" name="Flowchart: Connector 12006">
                              <a:extLst>
                                <a:ext uri="{FF2B5EF4-FFF2-40B4-BE49-F238E27FC236}">
                                  <a16:creationId xmlns:a16="http://schemas.microsoft.com/office/drawing/2014/main" id="{D68DE0D0-2CC5-4135-9AD2-747175C62A1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008" name="Flowchart: Connector 12007">
                              <a:extLst>
                                <a:ext uri="{FF2B5EF4-FFF2-40B4-BE49-F238E27FC236}">
                                  <a16:creationId xmlns:a16="http://schemas.microsoft.com/office/drawing/2014/main" id="{DBE0230A-D073-4420-AF9E-80BA44AEEFB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009" name="Flowchart: Connector 12008">
                              <a:extLst>
                                <a:ext uri="{FF2B5EF4-FFF2-40B4-BE49-F238E27FC236}">
                                  <a16:creationId xmlns:a16="http://schemas.microsoft.com/office/drawing/2014/main" id="{A59CF159-B3AE-4798-B5F7-24017F20D77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010" name="Flowchart: Connector 12009">
                              <a:extLst>
                                <a:ext uri="{FF2B5EF4-FFF2-40B4-BE49-F238E27FC236}">
                                  <a16:creationId xmlns:a16="http://schemas.microsoft.com/office/drawing/2014/main" id="{4CF9FE2C-DAA6-4A17-A509-8E017CC0442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011" name="Flowchart: Connector 12010">
                              <a:extLst>
                                <a:ext uri="{FF2B5EF4-FFF2-40B4-BE49-F238E27FC236}">
                                  <a16:creationId xmlns:a16="http://schemas.microsoft.com/office/drawing/2014/main" id="{426F9BE5-B188-43FB-985D-57EFE87D416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012" name="Flowchart: Connector 12011">
                              <a:extLst>
                                <a:ext uri="{FF2B5EF4-FFF2-40B4-BE49-F238E27FC236}">
                                  <a16:creationId xmlns:a16="http://schemas.microsoft.com/office/drawing/2014/main" id="{B9EADC6D-9A68-4012-9F59-08229B6C226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013" name="Flowchart: Connector 12012">
                              <a:extLst>
                                <a:ext uri="{FF2B5EF4-FFF2-40B4-BE49-F238E27FC236}">
                                  <a16:creationId xmlns:a16="http://schemas.microsoft.com/office/drawing/2014/main" id="{D58D164A-3018-476B-982B-4B09B09CA7E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014" name="Flowchart: Connector 12013">
                              <a:extLst>
                                <a:ext uri="{FF2B5EF4-FFF2-40B4-BE49-F238E27FC236}">
                                  <a16:creationId xmlns:a16="http://schemas.microsoft.com/office/drawing/2014/main" id="{F838515A-16AD-4DD8-8C27-A2AF616A487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2015" name="Flowchart: Connector 12014">
                              <a:extLst>
                                <a:ext uri="{FF2B5EF4-FFF2-40B4-BE49-F238E27FC236}">
                                  <a16:creationId xmlns:a16="http://schemas.microsoft.com/office/drawing/2014/main" id="{D1306E01-FA78-4297-A438-F0975D3ACCE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016" name="3D Model 12015" descr="Sphere">
                                  <a:extLst>
                                    <a:ext uri="{FF2B5EF4-FFF2-40B4-BE49-F238E27FC236}">
                                      <a16:creationId xmlns:a16="http://schemas.microsoft.com/office/drawing/2014/main" id="{23B815EC-6DF0-4919-A60E-E087DB65F71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714562369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017" name="Flowchart: Connector 12016">
                              <a:extLst>
                                <a:ext uri="{FF2B5EF4-FFF2-40B4-BE49-F238E27FC236}">
                                  <a16:creationId xmlns:a16="http://schemas.microsoft.com/office/drawing/2014/main" id="{864844BD-4020-4DEA-B303-A65A1849564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018" name="3D Model 12017" descr="Sphere">
                                  <a:extLst>
                                    <a:ext uri="{FF2B5EF4-FFF2-40B4-BE49-F238E27FC236}">
                                      <a16:creationId xmlns:a16="http://schemas.microsoft.com/office/drawing/2014/main" id="{20A9BA19-9BF7-482D-B874-B8F84F6B254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257957082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019" name="Flowchart: Connector 12018">
                              <a:extLst>
                                <a:ext uri="{FF2B5EF4-FFF2-40B4-BE49-F238E27FC236}">
                                  <a16:creationId xmlns:a16="http://schemas.microsoft.com/office/drawing/2014/main" id="{7A7CE665-104B-4D51-835D-7119F83FD99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020" name="3D Model 12019" descr="Sphere">
                                  <a:extLst>
                                    <a:ext uri="{FF2B5EF4-FFF2-40B4-BE49-F238E27FC236}">
                                      <a16:creationId xmlns:a16="http://schemas.microsoft.com/office/drawing/2014/main" id="{32446A46-F764-40DA-A1BA-C53D2314EAA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567463969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021" name="Flowchart: Connector 12020">
                              <a:extLst>
                                <a:ext uri="{FF2B5EF4-FFF2-40B4-BE49-F238E27FC236}">
                                  <a16:creationId xmlns:a16="http://schemas.microsoft.com/office/drawing/2014/main" id="{0BA45FE1-8D3D-4491-9057-B8441FC7C8E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022" name="3D Model 12021" descr="Sphere">
                                  <a:extLst>
                                    <a:ext uri="{FF2B5EF4-FFF2-40B4-BE49-F238E27FC236}">
                                      <a16:creationId xmlns:a16="http://schemas.microsoft.com/office/drawing/2014/main" id="{03C18A01-5958-4B23-89A2-4192F2644A1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667035254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1974" name="Group 11973">
                            <a:extLst>
                              <a:ext uri="{FF2B5EF4-FFF2-40B4-BE49-F238E27FC236}">
                                <a16:creationId xmlns:a16="http://schemas.microsoft.com/office/drawing/2014/main" id="{3DF27ABD-8ECF-424C-A17F-2DE79F3CE3E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1991" name="Flowchart: Connector 11990">
                              <a:extLst>
                                <a:ext uri="{FF2B5EF4-FFF2-40B4-BE49-F238E27FC236}">
                                  <a16:creationId xmlns:a16="http://schemas.microsoft.com/office/drawing/2014/main" id="{62715498-977F-4719-8C0E-BE982581EA8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992" name="Flowchart: Connector 11991">
                              <a:extLst>
                                <a:ext uri="{FF2B5EF4-FFF2-40B4-BE49-F238E27FC236}">
                                  <a16:creationId xmlns:a16="http://schemas.microsoft.com/office/drawing/2014/main" id="{FDFBC727-5535-4998-A190-44BE9121A3F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993" name="Flowchart: Connector 11992">
                              <a:extLst>
                                <a:ext uri="{FF2B5EF4-FFF2-40B4-BE49-F238E27FC236}">
                                  <a16:creationId xmlns:a16="http://schemas.microsoft.com/office/drawing/2014/main" id="{E399B62D-4F14-4698-BF8E-AD2768677B5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994" name="Flowchart: Connector 11993">
                              <a:extLst>
                                <a:ext uri="{FF2B5EF4-FFF2-40B4-BE49-F238E27FC236}">
                                  <a16:creationId xmlns:a16="http://schemas.microsoft.com/office/drawing/2014/main" id="{7C2B02DD-C441-47D3-AB62-23716B03700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995" name="Flowchart: Connector 11994">
                              <a:extLst>
                                <a:ext uri="{FF2B5EF4-FFF2-40B4-BE49-F238E27FC236}">
                                  <a16:creationId xmlns:a16="http://schemas.microsoft.com/office/drawing/2014/main" id="{89E3A8A3-1830-4888-9060-602A7D9DD2E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996" name="Flowchart: Connector 11995">
                              <a:extLst>
                                <a:ext uri="{FF2B5EF4-FFF2-40B4-BE49-F238E27FC236}">
                                  <a16:creationId xmlns:a16="http://schemas.microsoft.com/office/drawing/2014/main" id="{121ADC34-47AD-4FAE-9041-B280AEF8833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997" name="Flowchart: Connector 11996">
                              <a:extLst>
                                <a:ext uri="{FF2B5EF4-FFF2-40B4-BE49-F238E27FC236}">
                                  <a16:creationId xmlns:a16="http://schemas.microsoft.com/office/drawing/2014/main" id="{9FD74499-215F-41B9-998A-1BD81E752DB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998" name="Flowchart: Connector 11997">
                              <a:extLst>
                                <a:ext uri="{FF2B5EF4-FFF2-40B4-BE49-F238E27FC236}">
                                  <a16:creationId xmlns:a16="http://schemas.microsoft.com/office/drawing/2014/main" id="{10739D4C-A16F-4327-AADD-09B3797E0DC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999" name="Flowchart: Connector 11998">
                              <a:extLst>
                                <a:ext uri="{FF2B5EF4-FFF2-40B4-BE49-F238E27FC236}">
                                  <a16:creationId xmlns:a16="http://schemas.microsoft.com/office/drawing/2014/main" id="{F264A6C3-51B7-49D5-9374-CA016E8C848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000" name="3D Model 11999" descr="Sphere">
                                  <a:extLst>
                                    <a:ext uri="{FF2B5EF4-FFF2-40B4-BE49-F238E27FC236}">
                                      <a16:creationId xmlns:a16="http://schemas.microsoft.com/office/drawing/2014/main" id="{DC4C98EE-B4FA-4BCD-846B-ABF2F61D25B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204095886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001" name="Flowchart: Connector 12000">
                              <a:extLst>
                                <a:ext uri="{FF2B5EF4-FFF2-40B4-BE49-F238E27FC236}">
                                  <a16:creationId xmlns:a16="http://schemas.microsoft.com/office/drawing/2014/main" id="{B4A42FC2-D1F5-4F10-973B-3F8406C7E77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002" name="3D Model 12001" descr="Sphere">
                                  <a:extLst>
                                    <a:ext uri="{FF2B5EF4-FFF2-40B4-BE49-F238E27FC236}">
                                      <a16:creationId xmlns:a16="http://schemas.microsoft.com/office/drawing/2014/main" id="{EFB3C81A-4583-4ED1-B9E2-0A65411F5F4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07420112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003" name="Flowchart: Connector 12002">
                              <a:extLst>
                                <a:ext uri="{FF2B5EF4-FFF2-40B4-BE49-F238E27FC236}">
                                  <a16:creationId xmlns:a16="http://schemas.microsoft.com/office/drawing/2014/main" id="{79B3372B-05FE-4DCC-9DED-68E9CD61B83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004" name="3D Model 12003" descr="Sphere">
                                  <a:extLst>
                                    <a:ext uri="{FF2B5EF4-FFF2-40B4-BE49-F238E27FC236}">
                                      <a16:creationId xmlns:a16="http://schemas.microsoft.com/office/drawing/2014/main" id="{64CD9CE3-2303-4C11-9588-744134AE81B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61354410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2005" name="Flowchart: Connector 12004">
                              <a:extLst>
                                <a:ext uri="{FF2B5EF4-FFF2-40B4-BE49-F238E27FC236}">
                                  <a16:creationId xmlns:a16="http://schemas.microsoft.com/office/drawing/2014/main" id="{97744F40-EFC9-4BAD-A4B3-AFA7C5E9157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2006" name="3D Model 12005" descr="Sphere">
                                  <a:extLst>
                                    <a:ext uri="{FF2B5EF4-FFF2-40B4-BE49-F238E27FC236}">
                                      <a16:creationId xmlns:a16="http://schemas.microsoft.com/office/drawing/2014/main" id="{750F3D52-AC20-4279-8510-394FFA296EE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744189788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11975" name="Flowchart: Connector 11974">
                            <a:extLst>
                              <a:ext uri="{FF2B5EF4-FFF2-40B4-BE49-F238E27FC236}">
                                <a16:creationId xmlns:a16="http://schemas.microsoft.com/office/drawing/2014/main" id="{8DD2A9C1-79CD-40CA-9AF1-B9011603B07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976" name="Flowchart: Connector 11975">
                            <a:extLst>
                              <a:ext uri="{FF2B5EF4-FFF2-40B4-BE49-F238E27FC236}">
                                <a16:creationId xmlns:a16="http://schemas.microsoft.com/office/drawing/2014/main" id="{0EE972BD-4843-4E1A-8E2E-8309CB1B1EF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977" name="Flowchart: Connector 11976">
                            <a:extLst>
                              <a:ext uri="{FF2B5EF4-FFF2-40B4-BE49-F238E27FC236}">
                                <a16:creationId xmlns:a16="http://schemas.microsoft.com/office/drawing/2014/main" id="{5CFA687E-343D-4F49-B159-F1CFA5FF26A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978" name="Flowchart: Connector 11977">
                            <a:extLst>
                              <a:ext uri="{FF2B5EF4-FFF2-40B4-BE49-F238E27FC236}">
                                <a16:creationId xmlns:a16="http://schemas.microsoft.com/office/drawing/2014/main" id="{285CAAE1-81D9-48E0-9A70-8563AA6BD15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979" name="Flowchart: Connector 11978">
                            <a:extLst>
                              <a:ext uri="{FF2B5EF4-FFF2-40B4-BE49-F238E27FC236}">
                                <a16:creationId xmlns:a16="http://schemas.microsoft.com/office/drawing/2014/main" id="{CCB35BD4-B20E-4AD9-9DB5-A680350EF78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980" name="Flowchart: Connector 11979">
                            <a:extLst>
                              <a:ext uri="{FF2B5EF4-FFF2-40B4-BE49-F238E27FC236}">
                                <a16:creationId xmlns:a16="http://schemas.microsoft.com/office/drawing/2014/main" id="{1FFBEE9B-D13D-452F-8951-6A77015259C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981" name="Flowchart: Connector 11980">
                            <a:extLst>
                              <a:ext uri="{FF2B5EF4-FFF2-40B4-BE49-F238E27FC236}">
                                <a16:creationId xmlns:a16="http://schemas.microsoft.com/office/drawing/2014/main" id="{C8E31D3A-65E6-4FD3-B32F-BD27E7BB412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982" name="Flowchart: Connector 11981">
                            <a:extLst>
                              <a:ext uri="{FF2B5EF4-FFF2-40B4-BE49-F238E27FC236}">
                                <a16:creationId xmlns:a16="http://schemas.microsoft.com/office/drawing/2014/main" id="{15294F3F-D2F4-4763-815D-CE96432DADB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983" name="Flowchart: Connector 11982">
                            <a:extLst>
                              <a:ext uri="{FF2B5EF4-FFF2-40B4-BE49-F238E27FC236}">
                                <a16:creationId xmlns:a16="http://schemas.microsoft.com/office/drawing/2014/main" id="{F0EA3B70-2F73-444A-8DF1-C042A2E76FE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984" name="3D Model 11983" descr="Sphere">
                                <a:extLst>
                                  <a:ext uri="{FF2B5EF4-FFF2-40B4-BE49-F238E27FC236}">
                                    <a16:creationId xmlns:a16="http://schemas.microsoft.com/office/drawing/2014/main" id="{D3DDF506-1ED1-4EC2-9AB2-F2BD07F5581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076459156"/>
                                  </p:ext>
                                </p:extLst>
                              </p:nvPr>
                            </p:nvGraphicFramePr>
                            <p:xfrm>
                              <a:off x="2123911" y="1501770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15" name="3D Model 1714" descr="Sphere">
                                <a:extLst>
                                  <a:ext uri="{FF2B5EF4-FFF2-40B4-BE49-F238E27FC236}">
                                    <a16:creationId xmlns:a16="http://schemas.microsoft.com/office/drawing/2014/main" id="{56C87A35-5B49-4097-84FB-F186523AEA9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535973" y="2232019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985" name="Flowchart: Connector 11984">
                            <a:extLst>
                              <a:ext uri="{FF2B5EF4-FFF2-40B4-BE49-F238E27FC236}">
                                <a16:creationId xmlns:a16="http://schemas.microsoft.com/office/drawing/2014/main" id="{CF9A50F4-50AF-4B28-85FF-BCB782E00B3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986" name="3D Model 11985" descr="Sphere">
                                <a:extLst>
                                  <a:ext uri="{FF2B5EF4-FFF2-40B4-BE49-F238E27FC236}">
                                    <a16:creationId xmlns:a16="http://schemas.microsoft.com/office/drawing/2014/main" id="{76D00682-23AC-4281-81B6-A4805E94947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63792345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17" name="3D Model 1716" descr="Sphere">
                                <a:extLst>
                                  <a:ext uri="{FF2B5EF4-FFF2-40B4-BE49-F238E27FC236}">
                                    <a16:creationId xmlns:a16="http://schemas.microsoft.com/office/drawing/2014/main" id="{228A2B2A-4558-4B76-8BB0-230EBFC70EC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577797" y="2246707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987" name="Flowchart: Connector 11986">
                            <a:extLst>
                              <a:ext uri="{FF2B5EF4-FFF2-40B4-BE49-F238E27FC236}">
                                <a16:creationId xmlns:a16="http://schemas.microsoft.com/office/drawing/2014/main" id="{1551A611-609A-4C12-A911-09D70CF5F0D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93292" y="171776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988" name="3D Model 11987" descr="Sphere">
                                <a:extLst>
                                  <a:ext uri="{FF2B5EF4-FFF2-40B4-BE49-F238E27FC236}">
                                    <a16:creationId xmlns:a16="http://schemas.microsoft.com/office/drawing/2014/main" id="{B61B57EC-82FA-45B3-A35F-AE6D308DD2E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33283466"/>
                                  </p:ext>
                                </p:extLst>
                              </p:nvPr>
                            </p:nvGraphicFramePr>
                            <p:xfrm>
                              <a:off x="2622429" y="163823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19" name="3D Model 1718" descr="Sphere">
                                <a:extLst>
                                  <a:ext uri="{FF2B5EF4-FFF2-40B4-BE49-F238E27FC236}">
                                    <a16:creationId xmlns:a16="http://schemas.microsoft.com/office/drawing/2014/main" id="{B745126E-C299-43E0-9008-F78BF3B1276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622569" y="225772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989" name="Flowchart: Connector 11988">
                            <a:extLst>
                              <a:ext uri="{FF2B5EF4-FFF2-40B4-BE49-F238E27FC236}">
                                <a16:creationId xmlns:a16="http://schemas.microsoft.com/office/drawing/2014/main" id="{1A7AF8C6-3035-4AA5-AF86-85BADA04DF8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990" name="3D Model 11989" descr="Sphere">
                                <a:extLst>
                                  <a:ext uri="{FF2B5EF4-FFF2-40B4-BE49-F238E27FC236}">
                                    <a16:creationId xmlns:a16="http://schemas.microsoft.com/office/drawing/2014/main" id="{9B8DE4C0-A257-46A7-8347-8B1215DC1F6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663710634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21" name="3D Model 1720" descr="Sphere">
                                <a:extLst>
                                  <a:ext uri="{FF2B5EF4-FFF2-40B4-BE49-F238E27FC236}">
                                    <a16:creationId xmlns:a16="http://schemas.microsoft.com/office/drawing/2014/main" id="{0BA40E55-E9F1-4BE6-A7AF-07F141FBEEDA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666893" y="2274740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11826" name="Group 11825">
                        <a:extLst>
                          <a:ext uri="{FF2B5EF4-FFF2-40B4-BE49-F238E27FC236}">
                            <a16:creationId xmlns:a16="http://schemas.microsoft.com/office/drawing/2014/main" id="{5AB84568-6EB2-4A7C-9BF7-D4CDAD4AA6C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547436" y="2361226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11967" name="Flowchart: Connector 11966">
                          <a:extLst>
                            <a:ext uri="{FF2B5EF4-FFF2-40B4-BE49-F238E27FC236}">
                              <a16:creationId xmlns:a16="http://schemas.microsoft.com/office/drawing/2014/main" id="{9F7481CC-BC1F-4EF2-A4B5-366A7A5D1F6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968" name="Flowchart: Connector 11967">
                          <a:extLst>
                            <a:ext uri="{FF2B5EF4-FFF2-40B4-BE49-F238E27FC236}">
                              <a16:creationId xmlns:a16="http://schemas.microsoft.com/office/drawing/2014/main" id="{FA69B504-E1BE-4806-82D3-284AF5E2FD1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969" name="Flowchart: Connector 11968">
                          <a:extLst>
                            <a:ext uri="{FF2B5EF4-FFF2-40B4-BE49-F238E27FC236}">
                              <a16:creationId xmlns:a16="http://schemas.microsoft.com/office/drawing/2014/main" id="{6BF3EEA7-F775-46C2-AF77-33B85759109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11827" name="Flowchart: Connector 11826">
                        <a:extLst>
                          <a:ext uri="{FF2B5EF4-FFF2-40B4-BE49-F238E27FC236}">
                            <a16:creationId xmlns:a16="http://schemas.microsoft.com/office/drawing/2014/main" id="{F4E6A35A-4701-4896-A302-7A15CA9DAE3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19794" y="212254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828" name="Flowchart: Connector 11827">
                        <a:extLst>
                          <a:ext uri="{FF2B5EF4-FFF2-40B4-BE49-F238E27FC236}">
                            <a16:creationId xmlns:a16="http://schemas.microsoft.com/office/drawing/2014/main" id="{97DFEA4F-50B0-43FA-9561-F5AE13D8B76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74020" y="218539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11829" name="Group 11828">
                        <a:extLst>
                          <a:ext uri="{FF2B5EF4-FFF2-40B4-BE49-F238E27FC236}">
                            <a16:creationId xmlns:a16="http://schemas.microsoft.com/office/drawing/2014/main" id="{978010C3-CA68-4C1E-A883-7D726A2404CD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18957">
                        <a:off x="941432" y="2025443"/>
                        <a:ext cx="710250" cy="369080"/>
                        <a:chOff x="854932" y="2290871"/>
                        <a:chExt cx="710250" cy="369080"/>
                      </a:xfrm>
                    </p:grpSpPr>
                    <p:sp>
                      <p:nvSpPr>
                        <p:cNvPr id="11964" name="Flowchart: Connector 11963">
                          <a:extLst>
                            <a:ext uri="{FF2B5EF4-FFF2-40B4-BE49-F238E27FC236}">
                              <a16:creationId xmlns:a16="http://schemas.microsoft.com/office/drawing/2014/main" id="{40849449-EFC6-410D-A541-884A1EF14AF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2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965" name="Flowchart: Connector 11964">
                          <a:extLst>
                            <a:ext uri="{FF2B5EF4-FFF2-40B4-BE49-F238E27FC236}">
                              <a16:creationId xmlns:a16="http://schemas.microsoft.com/office/drawing/2014/main" id="{BB6D8924-BC85-496E-A059-01CEEAF3068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1897" y="2377722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966" name="Flowchart: Connector 11965">
                          <a:extLst>
                            <a:ext uri="{FF2B5EF4-FFF2-40B4-BE49-F238E27FC236}">
                              <a16:creationId xmlns:a16="http://schemas.microsoft.com/office/drawing/2014/main" id="{57B00D9E-653C-405D-A402-6FF246FB626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53323" y="244395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1830" name="Group 11829">
                        <a:extLst>
                          <a:ext uri="{FF2B5EF4-FFF2-40B4-BE49-F238E27FC236}">
                            <a16:creationId xmlns:a16="http://schemas.microsoft.com/office/drawing/2014/main" id="{F336710E-974C-489A-BF9E-5A2248D3DF1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21287" y="1995259"/>
                        <a:ext cx="1102917" cy="1484052"/>
                        <a:chOff x="2085712" y="1515698"/>
                        <a:chExt cx="1102917" cy="1484052"/>
                      </a:xfrm>
                    </p:grpSpPr>
                    <p:grpSp>
                      <p:nvGrpSpPr>
                        <p:cNvPr id="11899" name="Group 11898">
                          <a:extLst>
                            <a:ext uri="{FF2B5EF4-FFF2-40B4-BE49-F238E27FC236}">
                              <a16:creationId xmlns:a16="http://schemas.microsoft.com/office/drawing/2014/main" id="{A3511AA6-6BF3-422D-9CCF-213F34CD396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5712" y="1648950"/>
                          <a:ext cx="105765" cy="1037981"/>
                          <a:chOff x="1796341" y="2343196"/>
                          <a:chExt cx="105765" cy="1037981"/>
                        </a:xfrm>
                      </p:grpSpPr>
                      <p:sp>
                        <p:nvSpPr>
                          <p:cNvPr id="11960" name="Flowchart: Connector 11959">
                            <a:extLst>
                              <a:ext uri="{FF2B5EF4-FFF2-40B4-BE49-F238E27FC236}">
                                <a16:creationId xmlns:a16="http://schemas.microsoft.com/office/drawing/2014/main" id="{ECDB78FB-F041-49E7-95C3-A34F2DE9774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961" name="Flowchart: Connector 11960">
                            <a:extLst>
                              <a:ext uri="{FF2B5EF4-FFF2-40B4-BE49-F238E27FC236}">
                                <a16:creationId xmlns:a16="http://schemas.microsoft.com/office/drawing/2014/main" id="{BFE61775-FB4E-4DC5-8228-5CD246767A2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962" name="Flowchart: Connector 11961">
                            <a:extLst>
                              <a:ext uri="{FF2B5EF4-FFF2-40B4-BE49-F238E27FC236}">
                                <a16:creationId xmlns:a16="http://schemas.microsoft.com/office/drawing/2014/main" id="{5A5F6908-221C-405F-89BB-57ECF1AC47B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963" name="Flowchart: Connector 11962">
                            <a:extLst>
                              <a:ext uri="{FF2B5EF4-FFF2-40B4-BE49-F238E27FC236}">
                                <a16:creationId xmlns:a16="http://schemas.microsoft.com/office/drawing/2014/main" id="{88262458-C604-4E4D-9EAA-33752B5BDE1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796341" y="2343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11900" name="Group 11899">
                          <a:extLst>
                            <a:ext uri="{FF2B5EF4-FFF2-40B4-BE49-F238E27FC236}">
                              <a16:creationId xmlns:a16="http://schemas.microsoft.com/office/drawing/2014/main" id="{8DECC6F1-2FF0-4448-9164-B62A371CE4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15698"/>
                          <a:ext cx="1074397" cy="1484052"/>
                          <a:chOff x="2114232" y="1515698"/>
                          <a:chExt cx="1074397" cy="1484052"/>
                        </a:xfrm>
                      </p:grpSpPr>
                      <p:grpSp>
                        <p:nvGrpSpPr>
                          <p:cNvPr id="11901" name="Group 11900">
                            <a:extLst>
                              <a:ext uri="{FF2B5EF4-FFF2-40B4-BE49-F238E27FC236}">
                                <a16:creationId xmlns:a16="http://schemas.microsoft.com/office/drawing/2014/main" id="{B4A5C3F8-E019-4E95-A22B-2E8FAD50684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11952" name="Flowchart: Connector 11951">
                              <a:extLst>
                                <a:ext uri="{FF2B5EF4-FFF2-40B4-BE49-F238E27FC236}">
                                  <a16:creationId xmlns:a16="http://schemas.microsoft.com/office/drawing/2014/main" id="{A116E4D5-4E84-40A0-B88C-3ECB26068B0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953" name="3D Model 11952" descr="Sphere">
                                  <a:extLst>
                                    <a:ext uri="{FF2B5EF4-FFF2-40B4-BE49-F238E27FC236}">
                                      <a16:creationId xmlns:a16="http://schemas.microsoft.com/office/drawing/2014/main" id="{AA5D9A1E-B35A-417E-A832-14521411203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53569029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954" name="Flowchart: Connector 11953">
                              <a:extLst>
                                <a:ext uri="{FF2B5EF4-FFF2-40B4-BE49-F238E27FC236}">
                                  <a16:creationId xmlns:a16="http://schemas.microsoft.com/office/drawing/2014/main" id="{C4659013-DBA6-498E-9F74-D5BA83C8725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955" name="3D Model 11954" descr="Sphere">
                                  <a:extLst>
                                    <a:ext uri="{FF2B5EF4-FFF2-40B4-BE49-F238E27FC236}">
                                      <a16:creationId xmlns:a16="http://schemas.microsoft.com/office/drawing/2014/main" id="{ED1C4E52-97DB-4495-B228-6F467165C6A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892145714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956" name="Flowchart: Connector 11955">
                              <a:extLst>
                                <a:ext uri="{FF2B5EF4-FFF2-40B4-BE49-F238E27FC236}">
                                  <a16:creationId xmlns:a16="http://schemas.microsoft.com/office/drawing/2014/main" id="{3474F924-58A7-4C62-B620-1B2112D5F70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957" name="3D Model 11956" descr="Sphere">
                                  <a:extLst>
                                    <a:ext uri="{FF2B5EF4-FFF2-40B4-BE49-F238E27FC236}">
                                      <a16:creationId xmlns:a16="http://schemas.microsoft.com/office/drawing/2014/main" id="{BF3CBD51-282E-4A65-8296-2A9A6D05AE7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978875369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958" name="Flowchart: Connector 11957">
                              <a:extLst>
                                <a:ext uri="{FF2B5EF4-FFF2-40B4-BE49-F238E27FC236}">
                                  <a16:creationId xmlns:a16="http://schemas.microsoft.com/office/drawing/2014/main" id="{AEF3BAD3-FA81-40FA-AC77-761E4ADD7D9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959" name="3D Model 11958" descr="Sphere">
                                  <a:extLst>
                                    <a:ext uri="{FF2B5EF4-FFF2-40B4-BE49-F238E27FC236}">
                                      <a16:creationId xmlns:a16="http://schemas.microsoft.com/office/drawing/2014/main" id="{C756CD54-7EE8-48C0-896B-6129F8930F3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568182326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1902" name="Group 11901">
                            <a:extLst>
                              <a:ext uri="{FF2B5EF4-FFF2-40B4-BE49-F238E27FC236}">
                                <a16:creationId xmlns:a16="http://schemas.microsoft.com/office/drawing/2014/main" id="{965DCB6C-17C9-4D09-B522-68D8691FACD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1936" name="Flowchart: Connector 11935">
                              <a:extLst>
                                <a:ext uri="{FF2B5EF4-FFF2-40B4-BE49-F238E27FC236}">
                                  <a16:creationId xmlns:a16="http://schemas.microsoft.com/office/drawing/2014/main" id="{EDFDC8F7-A208-4901-9E74-9D25453CC7B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937" name="Flowchart: Connector 11936">
                              <a:extLst>
                                <a:ext uri="{FF2B5EF4-FFF2-40B4-BE49-F238E27FC236}">
                                  <a16:creationId xmlns:a16="http://schemas.microsoft.com/office/drawing/2014/main" id="{F8438E11-EA19-42A6-A3E7-415587FCEE5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938" name="Flowchart: Connector 11937">
                              <a:extLst>
                                <a:ext uri="{FF2B5EF4-FFF2-40B4-BE49-F238E27FC236}">
                                  <a16:creationId xmlns:a16="http://schemas.microsoft.com/office/drawing/2014/main" id="{B1180246-E0FC-4F4D-994A-60AB36EEC6A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939" name="Flowchart: Connector 11938">
                              <a:extLst>
                                <a:ext uri="{FF2B5EF4-FFF2-40B4-BE49-F238E27FC236}">
                                  <a16:creationId xmlns:a16="http://schemas.microsoft.com/office/drawing/2014/main" id="{06CDA5A2-FB10-4389-BDBF-22C603BF37A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940" name="Flowchart: Connector 11939">
                              <a:extLst>
                                <a:ext uri="{FF2B5EF4-FFF2-40B4-BE49-F238E27FC236}">
                                  <a16:creationId xmlns:a16="http://schemas.microsoft.com/office/drawing/2014/main" id="{680A5E9C-CAB9-46D9-82C3-929512FC92E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941" name="Flowchart: Connector 11940">
                              <a:extLst>
                                <a:ext uri="{FF2B5EF4-FFF2-40B4-BE49-F238E27FC236}">
                                  <a16:creationId xmlns:a16="http://schemas.microsoft.com/office/drawing/2014/main" id="{725485FA-60CB-4B0B-95F3-32CC37A71E3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942" name="Flowchart: Connector 11941">
                              <a:extLst>
                                <a:ext uri="{FF2B5EF4-FFF2-40B4-BE49-F238E27FC236}">
                                  <a16:creationId xmlns:a16="http://schemas.microsoft.com/office/drawing/2014/main" id="{C23BA67B-EA35-49ED-85DA-E45CEFDEB5B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943" name="Flowchart: Connector 11942">
                              <a:extLst>
                                <a:ext uri="{FF2B5EF4-FFF2-40B4-BE49-F238E27FC236}">
                                  <a16:creationId xmlns:a16="http://schemas.microsoft.com/office/drawing/2014/main" id="{90C70744-F44E-49B0-8EA1-2256E2F5298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944" name="Flowchart: Connector 11943">
                              <a:extLst>
                                <a:ext uri="{FF2B5EF4-FFF2-40B4-BE49-F238E27FC236}">
                                  <a16:creationId xmlns:a16="http://schemas.microsoft.com/office/drawing/2014/main" id="{E93AF9DE-B7A8-4A45-AC40-5BC805451DA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945" name="3D Model 11944" descr="Sphere">
                                  <a:extLst>
                                    <a:ext uri="{FF2B5EF4-FFF2-40B4-BE49-F238E27FC236}">
                                      <a16:creationId xmlns:a16="http://schemas.microsoft.com/office/drawing/2014/main" id="{FDBAC387-C3D9-412D-81DB-BDA3F8A582E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852336152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946" name="Flowchart: Connector 11945">
                              <a:extLst>
                                <a:ext uri="{FF2B5EF4-FFF2-40B4-BE49-F238E27FC236}">
                                  <a16:creationId xmlns:a16="http://schemas.microsoft.com/office/drawing/2014/main" id="{358450F6-A32A-4185-AC77-8C0A51A9DE1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947" name="3D Model 11946" descr="Sphere">
                                  <a:extLst>
                                    <a:ext uri="{FF2B5EF4-FFF2-40B4-BE49-F238E27FC236}">
                                      <a16:creationId xmlns:a16="http://schemas.microsoft.com/office/drawing/2014/main" id="{1CAAF2F0-B25C-4F4C-92F9-16F63A84C13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483418917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948" name="Flowchart: Connector 11947">
                              <a:extLst>
                                <a:ext uri="{FF2B5EF4-FFF2-40B4-BE49-F238E27FC236}">
                                  <a16:creationId xmlns:a16="http://schemas.microsoft.com/office/drawing/2014/main" id="{14339AC1-3CA4-42BA-9C0D-325C6690860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949" name="3D Model 11948" descr="Sphere">
                                  <a:extLst>
                                    <a:ext uri="{FF2B5EF4-FFF2-40B4-BE49-F238E27FC236}">
                                      <a16:creationId xmlns:a16="http://schemas.microsoft.com/office/drawing/2014/main" id="{C25C6CFD-2AA6-4E89-93E7-9CEEC1D11CA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241209038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950" name="Flowchart: Connector 11949">
                              <a:extLst>
                                <a:ext uri="{FF2B5EF4-FFF2-40B4-BE49-F238E27FC236}">
                                  <a16:creationId xmlns:a16="http://schemas.microsoft.com/office/drawing/2014/main" id="{D667BB90-B570-4B44-A6B9-B57164A8E8A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951" name="3D Model 11950" descr="Sphere">
                                  <a:extLst>
                                    <a:ext uri="{FF2B5EF4-FFF2-40B4-BE49-F238E27FC236}">
                                      <a16:creationId xmlns:a16="http://schemas.microsoft.com/office/drawing/2014/main" id="{BCEDEB37-3A24-4F2B-92FF-22161D6054F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129651818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1903" name="Group 11902">
                            <a:extLst>
                              <a:ext uri="{FF2B5EF4-FFF2-40B4-BE49-F238E27FC236}">
                                <a16:creationId xmlns:a16="http://schemas.microsoft.com/office/drawing/2014/main" id="{90A42A3E-27CB-4CFE-A31E-5130CCB75B6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1920" name="Flowchart: Connector 11919">
                              <a:extLst>
                                <a:ext uri="{FF2B5EF4-FFF2-40B4-BE49-F238E27FC236}">
                                  <a16:creationId xmlns:a16="http://schemas.microsoft.com/office/drawing/2014/main" id="{304EBB41-EB5C-404E-8D78-1A9AFE25D97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921" name="Flowchart: Connector 11920">
                              <a:extLst>
                                <a:ext uri="{FF2B5EF4-FFF2-40B4-BE49-F238E27FC236}">
                                  <a16:creationId xmlns:a16="http://schemas.microsoft.com/office/drawing/2014/main" id="{87D65635-8F6E-428E-96E5-66ABF091C99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922" name="Flowchart: Connector 11921">
                              <a:extLst>
                                <a:ext uri="{FF2B5EF4-FFF2-40B4-BE49-F238E27FC236}">
                                  <a16:creationId xmlns:a16="http://schemas.microsoft.com/office/drawing/2014/main" id="{49F0FA55-20DF-467A-ABE8-0132423DD97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923" name="Flowchart: Connector 11922">
                              <a:extLst>
                                <a:ext uri="{FF2B5EF4-FFF2-40B4-BE49-F238E27FC236}">
                                  <a16:creationId xmlns:a16="http://schemas.microsoft.com/office/drawing/2014/main" id="{B9104FE7-1F14-4539-9E67-D0E50D0E357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924" name="Flowchart: Connector 11923">
                              <a:extLst>
                                <a:ext uri="{FF2B5EF4-FFF2-40B4-BE49-F238E27FC236}">
                                  <a16:creationId xmlns:a16="http://schemas.microsoft.com/office/drawing/2014/main" id="{BFCE876B-648E-4939-B592-1C28B800989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925" name="Flowchart: Connector 11924">
                              <a:extLst>
                                <a:ext uri="{FF2B5EF4-FFF2-40B4-BE49-F238E27FC236}">
                                  <a16:creationId xmlns:a16="http://schemas.microsoft.com/office/drawing/2014/main" id="{B870AFC9-6E8A-4994-BB2E-AC2F3625F21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926" name="Flowchart: Connector 11925">
                              <a:extLst>
                                <a:ext uri="{FF2B5EF4-FFF2-40B4-BE49-F238E27FC236}">
                                  <a16:creationId xmlns:a16="http://schemas.microsoft.com/office/drawing/2014/main" id="{14CD170D-6050-473C-B9FE-BC15BF61B05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927" name="Flowchart: Connector 11926">
                              <a:extLst>
                                <a:ext uri="{FF2B5EF4-FFF2-40B4-BE49-F238E27FC236}">
                                  <a16:creationId xmlns:a16="http://schemas.microsoft.com/office/drawing/2014/main" id="{2E688065-43AC-4AE9-8E65-585B690031E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928" name="Flowchart: Connector 11927">
                              <a:extLst>
                                <a:ext uri="{FF2B5EF4-FFF2-40B4-BE49-F238E27FC236}">
                                  <a16:creationId xmlns:a16="http://schemas.microsoft.com/office/drawing/2014/main" id="{CAE9F24D-3588-47DF-B397-A131ED0B527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929" name="3D Model 11928" descr="Sphere">
                                  <a:extLst>
                                    <a:ext uri="{FF2B5EF4-FFF2-40B4-BE49-F238E27FC236}">
                                      <a16:creationId xmlns:a16="http://schemas.microsoft.com/office/drawing/2014/main" id="{DC348636-F098-4734-BFE5-0631EDB1048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180714251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930" name="Flowchart: Connector 11929">
                              <a:extLst>
                                <a:ext uri="{FF2B5EF4-FFF2-40B4-BE49-F238E27FC236}">
                                  <a16:creationId xmlns:a16="http://schemas.microsoft.com/office/drawing/2014/main" id="{C6281F5B-C15E-4B71-AC45-7E8049DA2E5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931" name="3D Model 11930" descr="Sphere">
                                  <a:extLst>
                                    <a:ext uri="{FF2B5EF4-FFF2-40B4-BE49-F238E27FC236}">
                                      <a16:creationId xmlns:a16="http://schemas.microsoft.com/office/drawing/2014/main" id="{2F8BB588-EC4F-4BEF-8036-E697792245C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15375445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932" name="Flowchart: Connector 11931">
                              <a:extLst>
                                <a:ext uri="{FF2B5EF4-FFF2-40B4-BE49-F238E27FC236}">
                                  <a16:creationId xmlns:a16="http://schemas.microsoft.com/office/drawing/2014/main" id="{589E7E6D-39DE-4CFF-9F08-BE1E2C5AB76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933" name="3D Model 11932" descr="Sphere">
                                  <a:extLst>
                                    <a:ext uri="{FF2B5EF4-FFF2-40B4-BE49-F238E27FC236}">
                                      <a16:creationId xmlns:a16="http://schemas.microsoft.com/office/drawing/2014/main" id="{675C9323-7DAA-4CC7-9235-E80AE915126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924830722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934" name="Flowchart: Connector 11933">
                              <a:extLst>
                                <a:ext uri="{FF2B5EF4-FFF2-40B4-BE49-F238E27FC236}">
                                  <a16:creationId xmlns:a16="http://schemas.microsoft.com/office/drawing/2014/main" id="{BDC2EF99-9CA1-43A3-AAF0-398843B3F16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935" name="3D Model 11934" descr="Sphere">
                                  <a:extLst>
                                    <a:ext uri="{FF2B5EF4-FFF2-40B4-BE49-F238E27FC236}">
                                      <a16:creationId xmlns:a16="http://schemas.microsoft.com/office/drawing/2014/main" id="{21477ACD-3440-4A47-BF87-C131AB19989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294013326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11904" name="Flowchart: Connector 11903">
                            <a:extLst>
                              <a:ext uri="{FF2B5EF4-FFF2-40B4-BE49-F238E27FC236}">
                                <a16:creationId xmlns:a16="http://schemas.microsoft.com/office/drawing/2014/main" id="{A258FFF0-A8B1-481E-A259-0C1D8A01434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905" name="Flowchart: Connector 11904">
                            <a:extLst>
                              <a:ext uri="{FF2B5EF4-FFF2-40B4-BE49-F238E27FC236}">
                                <a16:creationId xmlns:a16="http://schemas.microsoft.com/office/drawing/2014/main" id="{76BC0CBF-3B7F-41E9-88C4-35B417C2B71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906" name="Flowchart: Connector 11905">
                            <a:extLst>
                              <a:ext uri="{FF2B5EF4-FFF2-40B4-BE49-F238E27FC236}">
                                <a16:creationId xmlns:a16="http://schemas.microsoft.com/office/drawing/2014/main" id="{2977D4C5-2686-492B-8A72-4E316D1B7B1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907" name="Flowchart: Connector 11906">
                            <a:extLst>
                              <a:ext uri="{FF2B5EF4-FFF2-40B4-BE49-F238E27FC236}">
                                <a16:creationId xmlns:a16="http://schemas.microsoft.com/office/drawing/2014/main" id="{4236C64E-31B0-413B-9A7D-9CEB6CB65CA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908" name="Flowchart: Connector 11907">
                            <a:extLst>
                              <a:ext uri="{FF2B5EF4-FFF2-40B4-BE49-F238E27FC236}">
                                <a16:creationId xmlns:a16="http://schemas.microsoft.com/office/drawing/2014/main" id="{5DC76489-9AC9-4930-83E2-0FD2DEF3641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909" name="Flowchart: Connector 11908">
                            <a:extLst>
                              <a:ext uri="{FF2B5EF4-FFF2-40B4-BE49-F238E27FC236}">
                                <a16:creationId xmlns:a16="http://schemas.microsoft.com/office/drawing/2014/main" id="{4C275C2F-7956-4EA1-9E0C-008E40CA2F1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910" name="Flowchart: Connector 11909">
                            <a:extLst>
                              <a:ext uri="{FF2B5EF4-FFF2-40B4-BE49-F238E27FC236}">
                                <a16:creationId xmlns:a16="http://schemas.microsoft.com/office/drawing/2014/main" id="{56938C95-6D1D-4AA4-A6C9-4F312BD1158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911" name="Flowchart: Connector 11910">
                            <a:extLst>
                              <a:ext uri="{FF2B5EF4-FFF2-40B4-BE49-F238E27FC236}">
                                <a16:creationId xmlns:a16="http://schemas.microsoft.com/office/drawing/2014/main" id="{1578374E-4F13-4796-92EF-7D4775AD655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912" name="Flowchart: Connector 11911">
                            <a:extLst>
                              <a:ext uri="{FF2B5EF4-FFF2-40B4-BE49-F238E27FC236}">
                                <a16:creationId xmlns:a16="http://schemas.microsoft.com/office/drawing/2014/main" id="{2B30D34A-3620-469F-B985-E658CB6C7E7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913" name="3D Model 11912" descr="Sphere">
                                <a:extLst>
                                  <a:ext uri="{FF2B5EF4-FFF2-40B4-BE49-F238E27FC236}">
                                    <a16:creationId xmlns:a16="http://schemas.microsoft.com/office/drawing/2014/main" id="{60D8ACD3-8F06-44A1-800D-D2F8DDA3A81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594991240"/>
                                  </p:ext>
                                </p:extLst>
                              </p:nvPr>
                            </p:nvGraphicFramePr>
                            <p:xfrm>
                              <a:off x="2127272" y="1515698"/>
                              <a:ext cx="299738" cy="29973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7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4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644" name="3D Model 1643" descr="Sphere">
                                <a:extLst>
                                  <a:ext uri="{FF2B5EF4-FFF2-40B4-BE49-F238E27FC236}">
                                    <a16:creationId xmlns:a16="http://schemas.microsoft.com/office/drawing/2014/main" id="{7E4F6838-405E-44C9-B6CF-1CF02C4F237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497617" y="2251784"/>
                                <a:ext cx="52067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914" name="Flowchart: Connector 11913">
                            <a:extLst>
                              <a:ext uri="{FF2B5EF4-FFF2-40B4-BE49-F238E27FC236}">
                                <a16:creationId xmlns:a16="http://schemas.microsoft.com/office/drawing/2014/main" id="{3FE56907-3C58-42A1-89E3-73A5CD18E96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915" name="3D Model 11914" descr="Sphere">
                                <a:extLst>
                                  <a:ext uri="{FF2B5EF4-FFF2-40B4-BE49-F238E27FC236}">
                                    <a16:creationId xmlns:a16="http://schemas.microsoft.com/office/drawing/2014/main" id="{5A45DD44-8647-48DA-8D6C-179AC14D3F4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257479434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646" name="3D Model 1645" descr="Sphere">
                                <a:extLst>
                                  <a:ext uri="{FF2B5EF4-FFF2-40B4-BE49-F238E27FC236}">
                                    <a16:creationId xmlns:a16="http://schemas.microsoft.com/office/drawing/2014/main" id="{774F02B2-09D7-423F-B2E9-3AAC72078A4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538857" y="2263848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916" name="Flowchart: Connector 11915">
                            <a:extLst>
                              <a:ext uri="{FF2B5EF4-FFF2-40B4-BE49-F238E27FC236}">
                                <a16:creationId xmlns:a16="http://schemas.microsoft.com/office/drawing/2014/main" id="{BC24A143-6FCA-4A3C-857E-70373D56723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6940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917" name="3D Model 11916" descr="Sphere">
                                <a:extLst>
                                  <a:ext uri="{FF2B5EF4-FFF2-40B4-BE49-F238E27FC236}">
                                    <a16:creationId xmlns:a16="http://schemas.microsoft.com/office/drawing/2014/main" id="{AA80AC2D-5B26-4A7C-ADB4-19D71D16D6E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041124362"/>
                                  </p:ext>
                                </p:extLst>
                              </p:nvPr>
                            </p:nvGraphicFramePr>
                            <p:xfrm>
                              <a:off x="2609177" y="164853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648" name="3D Model 1647" descr="Sphere">
                                <a:extLst>
                                  <a:ext uri="{FF2B5EF4-FFF2-40B4-BE49-F238E27FC236}">
                                    <a16:creationId xmlns:a16="http://schemas.microsoft.com/office/drawing/2014/main" id="{C094AC19-6F03-4640-AB43-88A4981A063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581327" y="227680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918" name="Flowchart: Connector 11917">
                            <a:extLst>
                              <a:ext uri="{FF2B5EF4-FFF2-40B4-BE49-F238E27FC236}">
                                <a16:creationId xmlns:a16="http://schemas.microsoft.com/office/drawing/2014/main" id="{C1F3A59A-8EC8-42A9-A201-78B9F2E8029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919" name="3D Model 11918" descr="Sphere">
                                <a:extLst>
                                  <a:ext uri="{FF2B5EF4-FFF2-40B4-BE49-F238E27FC236}">
                                    <a16:creationId xmlns:a16="http://schemas.microsoft.com/office/drawing/2014/main" id="{E5513BC6-D696-4268-977A-AE19CA7E786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606884834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650" name="3D Model 1649" descr="Sphere">
                                <a:extLst>
                                  <a:ext uri="{FF2B5EF4-FFF2-40B4-BE49-F238E27FC236}">
                                    <a16:creationId xmlns:a16="http://schemas.microsoft.com/office/drawing/2014/main" id="{F8F2993A-B007-4F17-9117-08B2E75F88E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627953" y="2291882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sp>
                    <p:nvSpPr>
                      <p:cNvPr id="11831" name="Flowchart: Connector 11830">
                        <a:extLst>
                          <a:ext uri="{FF2B5EF4-FFF2-40B4-BE49-F238E27FC236}">
                            <a16:creationId xmlns:a16="http://schemas.microsoft.com/office/drawing/2014/main" id="{C52C662C-98DD-4AF8-841D-C928BBF4827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06374" y="21384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832" name="Flowchart: Connector 11831">
                        <a:extLst>
                          <a:ext uri="{FF2B5EF4-FFF2-40B4-BE49-F238E27FC236}">
                            <a16:creationId xmlns:a16="http://schemas.microsoft.com/office/drawing/2014/main" id="{DA1EECB5-5E0D-42C6-94B3-BC9399B9143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886236" y="22322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833" name="Flowchart: Connector 11832">
                        <a:extLst>
                          <a:ext uri="{FF2B5EF4-FFF2-40B4-BE49-F238E27FC236}">
                            <a16:creationId xmlns:a16="http://schemas.microsoft.com/office/drawing/2014/main" id="{380DDF2B-0A6F-4591-BE52-E0BB3F71984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952806" y="22254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834" name="Flowchart: Connector 11833">
                        <a:extLst>
                          <a:ext uri="{FF2B5EF4-FFF2-40B4-BE49-F238E27FC236}">
                            <a16:creationId xmlns:a16="http://schemas.microsoft.com/office/drawing/2014/main" id="{045344C1-46AD-4D04-A386-D1C8C98E9B5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0272" y="25040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835" name="Flowchart: Connector 11834">
                        <a:extLst>
                          <a:ext uri="{FF2B5EF4-FFF2-40B4-BE49-F238E27FC236}">
                            <a16:creationId xmlns:a16="http://schemas.microsoft.com/office/drawing/2014/main" id="{28FB96DC-F7F8-4F9F-8E25-F896D3C0920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20633" y="28301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836" name="Flowchart: Connector 11835">
                        <a:extLst>
                          <a:ext uri="{FF2B5EF4-FFF2-40B4-BE49-F238E27FC236}">
                            <a16:creationId xmlns:a16="http://schemas.microsoft.com/office/drawing/2014/main" id="{37FE4808-8BD0-4212-8BBE-E3F43EADCB5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29128" y="231321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837" name="Flowchart: Connector 11836">
                        <a:extLst>
                          <a:ext uri="{FF2B5EF4-FFF2-40B4-BE49-F238E27FC236}">
                            <a16:creationId xmlns:a16="http://schemas.microsoft.com/office/drawing/2014/main" id="{0D4256E9-BCBC-4EE1-8C28-DDAED7463FF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211385" y="230237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838" name="Flowchart: Connector 11837">
                        <a:extLst>
                          <a:ext uri="{FF2B5EF4-FFF2-40B4-BE49-F238E27FC236}">
                            <a16:creationId xmlns:a16="http://schemas.microsoft.com/office/drawing/2014/main" id="{CE3CC40E-A8D0-470A-862A-268A834631C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1097" y="31484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grpSp>
                    <p:nvGrpSpPr>
                      <p:cNvPr id="11839" name="Group 11838">
                        <a:extLst>
                          <a:ext uri="{FF2B5EF4-FFF2-40B4-BE49-F238E27FC236}">
                            <a16:creationId xmlns:a16="http://schemas.microsoft.com/office/drawing/2014/main" id="{2A97CE47-C665-4426-BF61-692969D9BB7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20511" y="2127869"/>
                        <a:ext cx="1073693" cy="1496391"/>
                        <a:chOff x="2114936" y="1503359"/>
                        <a:chExt cx="1073693" cy="1496391"/>
                      </a:xfrm>
                    </p:grpSpPr>
                    <p:grpSp>
                      <p:nvGrpSpPr>
                        <p:cNvPr id="11840" name="Group 11839">
                          <a:extLst>
                            <a:ext uri="{FF2B5EF4-FFF2-40B4-BE49-F238E27FC236}">
                              <a16:creationId xmlns:a16="http://schemas.microsoft.com/office/drawing/2014/main" id="{620B9AF2-0459-4CEA-8C89-C2A72B33029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7974" y="2474038"/>
                          <a:ext cx="1060655" cy="525712"/>
                          <a:chOff x="3721252" y="1733424"/>
                          <a:chExt cx="1060655" cy="525712"/>
                        </a:xfrm>
                      </p:grpSpPr>
                      <p:sp>
                        <p:nvSpPr>
                          <p:cNvPr id="11891" name="Flowchart: Connector 11890">
                            <a:extLst>
                              <a:ext uri="{FF2B5EF4-FFF2-40B4-BE49-F238E27FC236}">
                                <a16:creationId xmlns:a16="http://schemas.microsoft.com/office/drawing/2014/main" id="{CA39BEB2-1CC9-44DF-9F61-52DB29B9776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892" name="3D Model 11891" descr="Sphere">
                                <a:extLst>
                                  <a:ext uri="{FF2B5EF4-FFF2-40B4-BE49-F238E27FC236}">
                                    <a16:creationId xmlns:a16="http://schemas.microsoft.com/office/drawing/2014/main" id="{CEE92C6A-19DA-4E42-AACB-42C029E3569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816017522"/>
                                  </p:ext>
                                </p:extLst>
                              </p:nvPr>
                            </p:nvGraphicFramePr>
                            <p:xfrm>
                              <a:off x="3721252" y="1733424"/>
                              <a:ext cx="299739" cy="299738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6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623" name="3D Model 1622" descr="Sphere">
                                <a:extLst>
                                  <a:ext uri="{FF2B5EF4-FFF2-40B4-BE49-F238E27FC236}">
                                    <a16:creationId xmlns:a16="http://schemas.microsoft.com/office/drawing/2014/main" id="{60D60A07-EFFE-4CB2-81F4-253A8685786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457787" y="2459586"/>
                                <a:ext cx="52066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893" name="Flowchart: Connector 11892">
                            <a:extLst>
                              <a:ext uri="{FF2B5EF4-FFF2-40B4-BE49-F238E27FC236}">
                                <a16:creationId xmlns:a16="http://schemas.microsoft.com/office/drawing/2014/main" id="{13D04A94-934A-423A-B6D0-69EF95C35C2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894" name="3D Model 11893" descr="Sphere">
                                <a:extLst>
                                  <a:ext uri="{FF2B5EF4-FFF2-40B4-BE49-F238E27FC236}">
                                    <a16:creationId xmlns:a16="http://schemas.microsoft.com/office/drawing/2014/main" id="{9B4A5B1B-AEB9-4E78-82DB-B697BCDC244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378839581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895" name="Flowchart: Connector 11894">
                            <a:extLst>
                              <a:ext uri="{FF2B5EF4-FFF2-40B4-BE49-F238E27FC236}">
                                <a16:creationId xmlns:a16="http://schemas.microsoft.com/office/drawing/2014/main" id="{B1FBF07F-C254-4469-98FE-B5DFA3D58E8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896" name="3D Model 11895" descr="Sphere">
                                <a:extLst>
                                  <a:ext uri="{FF2B5EF4-FFF2-40B4-BE49-F238E27FC236}">
                                    <a16:creationId xmlns:a16="http://schemas.microsoft.com/office/drawing/2014/main" id="{68FFD5F2-5A74-4F5E-B790-5858DC68B61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517930891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897" name="Flowchart: Connector 11896">
                            <a:extLst>
                              <a:ext uri="{FF2B5EF4-FFF2-40B4-BE49-F238E27FC236}">
                                <a16:creationId xmlns:a16="http://schemas.microsoft.com/office/drawing/2014/main" id="{28DB6AC3-089F-435E-96AD-4989D4F0D2B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898" name="3D Model 11897" descr="Sphere">
                                <a:extLst>
                                  <a:ext uri="{FF2B5EF4-FFF2-40B4-BE49-F238E27FC236}">
                                    <a16:creationId xmlns:a16="http://schemas.microsoft.com/office/drawing/2014/main" id="{6B36E3CD-2379-4652-BD87-69CE65C250A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257271943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8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1841" name="Group 11840">
                          <a:extLst>
                            <a:ext uri="{FF2B5EF4-FFF2-40B4-BE49-F238E27FC236}">
                              <a16:creationId xmlns:a16="http://schemas.microsoft.com/office/drawing/2014/main" id="{97B0C727-8C98-48E7-837E-967ABCF35C4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4615" y="2140429"/>
                          <a:ext cx="1064014" cy="637179"/>
                          <a:chOff x="3717893" y="1719497"/>
                          <a:chExt cx="1064014" cy="637179"/>
                        </a:xfrm>
                      </p:grpSpPr>
                      <p:sp>
                        <p:nvSpPr>
                          <p:cNvPr id="11875" name="Flowchart: Connector 11874">
                            <a:extLst>
                              <a:ext uri="{FF2B5EF4-FFF2-40B4-BE49-F238E27FC236}">
                                <a16:creationId xmlns:a16="http://schemas.microsoft.com/office/drawing/2014/main" id="{CB990E40-CEAF-4E2D-83C8-9AC5DCA7AC6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876" name="Flowchart: Connector 11875">
                            <a:extLst>
                              <a:ext uri="{FF2B5EF4-FFF2-40B4-BE49-F238E27FC236}">
                                <a16:creationId xmlns:a16="http://schemas.microsoft.com/office/drawing/2014/main" id="{DC73849E-75BA-4A54-AB2D-B16B7AE6961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877" name="Flowchart: Connector 11876">
                            <a:extLst>
                              <a:ext uri="{FF2B5EF4-FFF2-40B4-BE49-F238E27FC236}">
                                <a16:creationId xmlns:a16="http://schemas.microsoft.com/office/drawing/2014/main" id="{0547C722-6291-4C16-A34D-C4A6573BB52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878" name="Flowchart: Connector 11877">
                            <a:extLst>
                              <a:ext uri="{FF2B5EF4-FFF2-40B4-BE49-F238E27FC236}">
                                <a16:creationId xmlns:a16="http://schemas.microsoft.com/office/drawing/2014/main" id="{EAB57CF3-917F-4A33-A850-4E6997F2260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879" name="Flowchart: Connector 11878">
                            <a:extLst>
                              <a:ext uri="{FF2B5EF4-FFF2-40B4-BE49-F238E27FC236}">
                                <a16:creationId xmlns:a16="http://schemas.microsoft.com/office/drawing/2014/main" id="{2637E806-F467-4E43-B1A6-2C7B0E2A6C7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880" name="Flowchart: Connector 11879">
                            <a:extLst>
                              <a:ext uri="{FF2B5EF4-FFF2-40B4-BE49-F238E27FC236}">
                                <a16:creationId xmlns:a16="http://schemas.microsoft.com/office/drawing/2014/main" id="{B6324F52-84FB-4252-804D-E785C93D267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881" name="Flowchart: Connector 11880">
                            <a:extLst>
                              <a:ext uri="{FF2B5EF4-FFF2-40B4-BE49-F238E27FC236}">
                                <a16:creationId xmlns:a16="http://schemas.microsoft.com/office/drawing/2014/main" id="{09157BB0-C6E1-4426-B13C-31D7AB8A996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882" name="Flowchart: Connector 11881">
                            <a:extLst>
                              <a:ext uri="{FF2B5EF4-FFF2-40B4-BE49-F238E27FC236}">
                                <a16:creationId xmlns:a16="http://schemas.microsoft.com/office/drawing/2014/main" id="{026AD131-C365-43FA-B5CD-590CD5A23FF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883" name="Flowchart: Connector 11882">
                            <a:extLst>
                              <a:ext uri="{FF2B5EF4-FFF2-40B4-BE49-F238E27FC236}">
                                <a16:creationId xmlns:a16="http://schemas.microsoft.com/office/drawing/2014/main" id="{A5EF3A95-8B15-40FE-969E-07A74731075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884" name="3D Model 11883" descr="Sphere">
                                <a:extLst>
                                  <a:ext uri="{FF2B5EF4-FFF2-40B4-BE49-F238E27FC236}">
                                    <a16:creationId xmlns:a16="http://schemas.microsoft.com/office/drawing/2014/main" id="{2DF21A72-52D7-4D36-88C4-8B594DB4A05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113233511"/>
                                  </p:ext>
                                </p:extLst>
                              </p:nvPr>
                            </p:nvGraphicFramePr>
                            <p:xfrm>
                              <a:off x="3717893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615" name="3D Model 1614" descr="Sphere">
                                <a:extLst>
                                  <a:ext uri="{FF2B5EF4-FFF2-40B4-BE49-F238E27FC236}">
                                    <a16:creationId xmlns:a16="http://schemas.microsoft.com/office/drawing/2014/main" id="{A25BF9BF-9D18-439B-8289-387D4D30D31A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457203" y="2396751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885" name="Flowchart: Connector 11884">
                            <a:extLst>
                              <a:ext uri="{FF2B5EF4-FFF2-40B4-BE49-F238E27FC236}">
                                <a16:creationId xmlns:a16="http://schemas.microsoft.com/office/drawing/2014/main" id="{2BEEF9C0-EB63-45F5-ADB0-1DECCA1F1C3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886" name="3D Model 11885" descr="Sphere">
                                <a:extLst>
                                  <a:ext uri="{FF2B5EF4-FFF2-40B4-BE49-F238E27FC236}">
                                    <a16:creationId xmlns:a16="http://schemas.microsoft.com/office/drawing/2014/main" id="{D870ACAD-DF5A-4CBE-9F4A-48E6D37A056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784411259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887" name="Flowchart: Connector 11886">
                            <a:extLst>
                              <a:ext uri="{FF2B5EF4-FFF2-40B4-BE49-F238E27FC236}">
                                <a16:creationId xmlns:a16="http://schemas.microsoft.com/office/drawing/2014/main" id="{F56439A6-AC6E-4547-96B2-6EC667BDBDD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888" name="3D Model 11887" descr="Sphere">
                                <a:extLst>
                                  <a:ext uri="{FF2B5EF4-FFF2-40B4-BE49-F238E27FC236}">
                                    <a16:creationId xmlns:a16="http://schemas.microsoft.com/office/drawing/2014/main" id="{2972DECA-F26B-43D7-8C2E-36836912A43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804368529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889" name="Flowchart: Connector 11888">
                            <a:extLst>
                              <a:ext uri="{FF2B5EF4-FFF2-40B4-BE49-F238E27FC236}">
                                <a16:creationId xmlns:a16="http://schemas.microsoft.com/office/drawing/2014/main" id="{22427804-BF9A-4751-9E3D-B3D8EFB4F08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890" name="3D Model 11889" descr="Sphere">
                                <a:extLst>
                                  <a:ext uri="{FF2B5EF4-FFF2-40B4-BE49-F238E27FC236}">
                                    <a16:creationId xmlns:a16="http://schemas.microsoft.com/office/drawing/2014/main" id="{206E5101-5DBC-4DF9-ADC8-DEBFDAECFC3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862731460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1842" name="Group 11841">
                          <a:extLst>
                            <a:ext uri="{FF2B5EF4-FFF2-40B4-BE49-F238E27FC236}">
                              <a16:creationId xmlns:a16="http://schemas.microsoft.com/office/drawing/2014/main" id="{286DCE9C-F28D-409C-B8FC-8AB2DD290A7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936" y="1817250"/>
                          <a:ext cx="1064014" cy="643455"/>
                          <a:chOff x="3717893" y="1713221"/>
                          <a:chExt cx="1064014" cy="643455"/>
                        </a:xfrm>
                      </p:grpSpPr>
                      <p:sp>
                        <p:nvSpPr>
                          <p:cNvPr id="11859" name="Flowchart: Connector 11858">
                            <a:extLst>
                              <a:ext uri="{FF2B5EF4-FFF2-40B4-BE49-F238E27FC236}">
                                <a16:creationId xmlns:a16="http://schemas.microsoft.com/office/drawing/2014/main" id="{9202E10C-A8FD-4FA0-AAA5-FF3C4EE6B23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860" name="Flowchart: Connector 11859">
                            <a:extLst>
                              <a:ext uri="{FF2B5EF4-FFF2-40B4-BE49-F238E27FC236}">
                                <a16:creationId xmlns:a16="http://schemas.microsoft.com/office/drawing/2014/main" id="{CC7DD54B-722B-421B-8595-DE1D0A6C223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861" name="Flowchart: Connector 11860">
                            <a:extLst>
                              <a:ext uri="{FF2B5EF4-FFF2-40B4-BE49-F238E27FC236}">
                                <a16:creationId xmlns:a16="http://schemas.microsoft.com/office/drawing/2014/main" id="{89C99001-2A1F-4839-AF4B-CB3A56274F8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862" name="Flowchart: Connector 11861">
                            <a:extLst>
                              <a:ext uri="{FF2B5EF4-FFF2-40B4-BE49-F238E27FC236}">
                                <a16:creationId xmlns:a16="http://schemas.microsoft.com/office/drawing/2014/main" id="{BDD325D4-292E-43C1-9079-0202762706C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863" name="Flowchart: Connector 11862">
                            <a:extLst>
                              <a:ext uri="{FF2B5EF4-FFF2-40B4-BE49-F238E27FC236}">
                                <a16:creationId xmlns:a16="http://schemas.microsoft.com/office/drawing/2014/main" id="{D5031EFD-6C28-4957-9FCF-B561B7A4288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864" name="Flowchart: Connector 11863">
                            <a:extLst>
                              <a:ext uri="{FF2B5EF4-FFF2-40B4-BE49-F238E27FC236}">
                                <a16:creationId xmlns:a16="http://schemas.microsoft.com/office/drawing/2014/main" id="{BC758EDA-C0A9-4DE4-AFEF-62056D0F7A0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865" name="Flowchart: Connector 11864">
                            <a:extLst>
                              <a:ext uri="{FF2B5EF4-FFF2-40B4-BE49-F238E27FC236}">
                                <a16:creationId xmlns:a16="http://schemas.microsoft.com/office/drawing/2014/main" id="{76276D1C-820A-47EE-B5FD-D93748AD689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866" name="Flowchart: Connector 11865">
                            <a:extLst>
                              <a:ext uri="{FF2B5EF4-FFF2-40B4-BE49-F238E27FC236}">
                                <a16:creationId xmlns:a16="http://schemas.microsoft.com/office/drawing/2014/main" id="{3EBC9F66-A4E5-42DD-ABA0-613673A47D9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867" name="Flowchart: Connector 11866">
                            <a:extLst>
                              <a:ext uri="{FF2B5EF4-FFF2-40B4-BE49-F238E27FC236}">
                                <a16:creationId xmlns:a16="http://schemas.microsoft.com/office/drawing/2014/main" id="{2E6BAC40-EA35-48A5-ADF1-538497F6015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868" name="3D Model 11867" descr="Sphere">
                                <a:extLst>
                                  <a:ext uri="{FF2B5EF4-FFF2-40B4-BE49-F238E27FC236}">
                                    <a16:creationId xmlns:a16="http://schemas.microsoft.com/office/drawing/2014/main" id="{CF219802-5A5B-44D2-B3BC-EE3806804A7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933909714"/>
                                  </p:ext>
                                </p:extLst>
                              </p:nvPr>
                            </p:nvGraphicFramePr>
                            <p:xfrm>
                              <a:off x="3717893" y="171322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599" name="3D Model 1598" descr="Sphere">
                                <a:extLst>
                                  <a:ext uri="{FF2B5EF4-FFF2-40B4-BE49-F238E27FC236}">
                                    <a16:creationId xmlns:a16="http://schemas.microsoft.com/office/drawing/2014/main" id="{65F4613F-BA2E-4D19-92B6-DD90C6B413C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455522" y="2335881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869" name="Flowchart: Connector 11868">
                            <a:extLst>
                              <a:ext uri="{FF2B5EF4-FFF2-40B4-BE49-F238E27FC236}">
                                <a16:creationId xmlns:a16="http://schemas.microsoft.com/office/drawing/2014/main" id="{13EB81F6-BD64-48D4-94C8-5CB11377B7D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870" name="3D Model 11869" descr="Sphere">
                                <a:extLst>
                                  <a:ext uri="{FF2B5EF4-FFF2-40B4-BE49-F238E27FC236}">
                                    <a16:creationId xmlns:a16="http://schemas.microsoft.com/office/drawing/2014/main" id="{6DE95E91-5279-48BF-AD89-B7ECA32CD76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998457384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601" name="3D Model 1600" descr="Sphere">
                                <a:extLst>
                                  <a:ext uri="{FF2B5EF4-FFF2-40B4-BE49-F238E27FC236}">
                                    <a16:creationId xmlns:a16="http://schemas.microsoft.com/office/drawing/2014/main" id="{D6E5EE4C-3068-4057-8CA8-50136651EC6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497223" y="2351751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871" name="Flowchart: Connector 11870">
                            <a:extLst>
                              <a:ext uri="{FF2B5EF4-FFF2-40B4-BE49-F238E27FC236}">
                                <a16:creationId xmlns:a16="http://schemas.microsoft.com/office/drawing/2014/main" id="{C0A6322D-A42C-4F75-81C8-D46B84C7002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872" name="3D Model 11871" descr="Sphere">
                                <a:extLst>
                                  <a:ext uri="{FF2B5EF4-FFF2-40B4-BE49-F238E27FC236}">
                                    <a16:creationId xmlns:a16="http://schemas.microsoft.com/office/drawing/2014/main" id="{93001D06-0F45-4E94-BD34-CED402CA050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945696381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873" name="Flowchart: Connector 11872">
                            <a:extLst>
                              <a:ext uri="{FF2B5EF4-FFF2-40B4-BE49-F238E27FC236}">
                                <a16:creationId xmlns:a16="http://schemas.microsoft.com/office/drawing/2014/main" id="{E563A530-1240-48B3-A258-69C3AA3D7A3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874" name="3D Model 11873" descr="Sphere">
                                <a:extLst>
                                  <a:ext uri="{FF2B5EF4-FFF2-40B4-BE49-F238E27FC236}">
                                    <a16:creationId xmlns:a16="http://schemas.microsoft.com/office/drawing/2014/main" id="{3E74194E-AA0B-45E4-AADA-F93B5AC2AFF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32369991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11843" name="Flowchart: Connector 11842">
                          <a:extLst>
                            <a:ext uri="{FF2B5EF4-FFF2-40B4-BE49-F238E27FC236}">
                              <a16:creationId xmlns:a16="http://schemas.microsoft.com/office/drawing/2014/main" id="{C4DD85A9-B152-42BE-B759-1512EBEFEE4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844" name="Flowchart: Connector 11843">
                          <a:extLst>
                            <a:ext uri="{FF2B5EF4-FFF2-40B4-BE49-F238E27FC236}">
                              <a16:creationId xmlns:a16="http://schemas.microsoft.com/office/drawing/2014/main" id="{D3773AE9-4AD2-4997-87A4-3965319A474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845" name="Flowchart: Connector 11844">
                          <a:extLst>
                            <a:ext uri="{FF2B5EF4-FFF2-40B4-BE49-F238E27FC236}">
                              <a16:creationId xmlns:a16="http://schemas.microsoft.com/office/drawing/2014/main" id="{6E5E7217-3A1B-470C-A325-EE4295CA01D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26347" y="177334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846" name="Flowchart: Connector 11845">
                          <a:extLst>
                            <a:ext uri="{FF2B5EF4-FFF2-40B4-BE49-F238E27FC236}">
                              <a16:creationId xmlns:a16="http://schemas.microsoft.com/office/drawing/2014/main" id="{1F1E955D-BB15-4F08-A639-ED8602E56FD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847" name="Flowchart: Connector 11846">
                          <a:extLst>
                            <a:ext uri="{FF2B5EF4-FFF2-40B4-BE49-F238E27FC236}">
                              <a16:creationId xmlns:a16="http://schemas.microsoft.com/office/drawing/2014/main" id="{DF15D1F1-C1CA-432E-A41E-D6EF5FE3040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848" name="Flowchart: Connector 11847">
                          <a:extLst>
                            <a:ext uri="{FF2B5EF4-FFF2-40B4-BE49-F238E27FC236}">
                              <a16:creationId xmlns:a16="http://schemas.microsoft.com/office/drawing/2014/main" id="{2214D3ED-CD06-4CBE-B497-FF8E8E021A0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849" name="Flowchart: Connector 11848">
                          <a:extLst>
                            <a:ext uri="{FF2B5EF4-FFF2-40B4-BE49-F238E27FC236}">
                              <a16:creationId xmlns:a16="http://schemas.microsoft.com/office/drawing/2014/main" id="{EDD68559-C80E-47E3-9BC7-31C214583EB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850" name="Flowchart: Connector 11849">
                          <a:extLst>
                            <a:ext uri="{FF2B5EF4-FFF2-40B4-BE49-F238E27FC236}">
                              <a16:creationId xmlns:a16="http://schemas.microsoft.com/office/drawing/2014/main" id="{B0A6065F-D62D-4105-A80A-5F30BCC8A2F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851" name="Flowchart: Connector 11850">
                          <a:extLst>
                            <a:ext uri="{FF2B5EF4-FFF2-40B4-BE49-F238E27FC236}">
                              <a16:creationId xmlns:a16="http://schemas.microsoft.com/office/drawing/2014/main" id="{7460B256-B152-47E2-A680-B1C6C875F98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852" name="3D Model 11851" descr="Sphere">
                              <a:extLst>
                                <a:ext uri="{FF2B5EF4-FFF2-40B4-BE49-F238E27FC236}">
                                  <a16:creationId xmlns:a16="http://schemas.microsoft.com/office/drawing/2014/main" id="{10B53C1D-D237-4234-9211-4DAEDF3C52C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049270621"/>
                                </p:ext>
                              </p:extLst>
                            </p:nvPr>
                          </p:nvGraphicFramePr>
                          <p:xfrm>
                            <a:off x="2122087" y="1503359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433448" ay="1433014" az="-1105299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7"/>
                                </am3d:raster>
                                <am3d:objViewport viewportSz="5757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583" name="3D Model 1582" descr="Sphere">
                              <a:extLst>
                                <a:ext uri="{FF2B5EF4-FFF2-40B4-BE49-F238E27FC236}">
                                  <a16:creationId xmlns:a16="http://schemas.microsoft.com/office/drawing/2014/main" id="{FAEF2B25-A843-4C17-96E6-2326F5086280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456764" y="2276761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853" name="Flowchart: Connector 11852">
                          <a:extLst>
                            <a:ext uri="{FF2B5EF4-FFF2-40B4-BE49-F238E27FC236}">
                              <a16:creationId xmlns:a16="http://schemas.microsoft.com/office/drawing/2014/main" id="{5917D1C3-F1C5-4934-B847-75266DA1E71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854" name="3D Model 11853" descr="Sphere">
                              <a:extLst>
                                <a:ext uri="{FF2B5EF4-FFF2-40B4-BE49-F238E27FC236}">
                                  <a16:creationId xmlns:a16="http://schemas.microsoft.com/office/drawing/2014/main" id="{20087AC9-6E43-457A-BAE3-00004D8E513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871975020"/>
                                </p:ext>
                              </p:extLst>
                            </p:nvPr>
                          </p:nvGraphicFramePr>
                          <p:xfrm>
                            <a:off x="2368043" y="1593681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5"/>
                                </am3d:raster>
                                <am3d:objViewport viewportSz="5886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585" name="3D Model 1584" descr="Sphere">
                              <a:extLst>
                                <a:ext uri="{FF2B5EF4-FFF2-40B4-BE49-F238E27FC236}">
                                  <a16:creationId xmlns:a16="http://schemas.microsoft.com/office/drawing/2014/main" id="{1A48DAB0-96E9-49A7-8F43-87B8AB828CE3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499488" y="2293773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855" name="Flowchart: Connector 11854">
                          <a:extLst>
                            <a:ext uri="{FF2B5EF4-FFF2-40B4-BE49-F238E27FC236}">
                              <a16:creationId xmlns:a16="http://schemas.microsoft.com/office/drawing/2014/main" id="{AF292A3A-F50F-415B-9A56-63F596D4DA5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856" name="3D Model 11855" descr="Sphere">
                              <a:extLst>
                                <a:ext uri="{FF2B5EF4-FFF2-40B4-BE49-F238E27FC236}">
                                  <a16:creationId xmlns:a16="http://schemas.microsoft.com/office/drawing/2014/main" id="{B02868D4-8D8F-4022-B9CF-C9B7E0BE014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099494323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3235" cy="6170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7"/>
                                </am3d:raster>
                                <am3d:objViewport viewportSz="6018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587" name="3D Model 1586" descr="Sphere">
                              <a:extLst>
                                <a:ext uri="{FF2B5EF4-FFF2-40B4-BE49-F238E27FC236}">
                                  <a16:creationId xmlns:a16="http://schemas.microsoft.com/office/drawing/2014/main" id="{4A9E232F-1EA8-4405-8501-404ABAFC62E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3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541375" y="2302789"/>
                              <a:ext cx="53235" cy="61702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857" name="Flowchart: Connector 11856">
                          <a:extLst>
                            <a:ext uri="{FF2B5EF4-FFF2-40B4-BE49-F238E27FC236}">
                              <a16:creationId xmlns:a16="http://schemas.microsoft.com/office/drawing/2014/main" id="{F31EE411-F92E-4BE3-9452-55985F8FD8A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858" name="3D Model 11857" descr="Sphere">
                              <a:extLst>
                                <a:ext uri="{FF2B5EF4-FFF2-40B4-BE49-F238E27FC236}">
                                  <a16:creationId xmlns:a16="http://schemas.microsoft.com/office/drawing/2014/main" id="{7E5D85AA-E5A0-4CF8-9919-855F43BD1EE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829822561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1045" cy="5891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9"/>
                                </am3d:raster>
                                <am3d:objViewport viewportSz="5955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589" name="3D Model 1588" descr="Sphere">
                              <a:extLst>
                                <a:ext uri="{FF2B5EF4-FFF2-40B4-BE49-F238E27FC236}">
                                  <a16:creationId xmlns:a16="http://schemas.microsoft.com/office/drawing/2014/main" id="{4614BFF0-34DE-485F-8555-3EBF46C0817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588001" y="2319183"/>
                              <a:ext cx="51045" cy="589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11748" name="Group 11747">
                      <a:extLst>
                        <a:ext uri="{FF2B5EF4-FFF2-40B4-BE49-F238E27FC236}">
                          <a16:creationId xmlns:a16="http://schemas.microsoft.com/office/drawing/2014/main" id="{AC1013EB-7CD1-4313-874F-0A019700BA8F}"/>
                        </a:ext>
                      </a:extLst>
                    </p:cNvPr>
                    <p:cNvGrpSpPr/>
                    <p:nvPr/>
                  </p:nvGrpSpPr>
                  <p:grpSpPr>
                    <a:xfrm rot="18542409">
                      <a:off x="2257159" y="236280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1818" name="Freeform: Shape 11817">
                        <a:extLst>
                          <a:ext uri="{FF2B5EF4-FFF2-40B4-BE49-F238E27FC236}">
                            <a16:creationId xmlns:a16="http://schemas.microsoft.com/office/drawing/2014/main" id="{A7768F9B-048E-45D3-9FFF-84727A68B934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819" name="Rectangle: Rounded Corners 11818">
                        <a:extLst>
                          <a:ext uri="{FF2B5EF4-FFF2-40B4-BE49-F238E27FC236}">
                            <a16:creationId xmlns:a16="http://schemas.microsoft.com/office/drawing/2014/main" id="{6FC1EBAF-66EE-40F2-B849-77E0629109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749" name="Group 11748">
                      <a:extLst>
                        <a:ext uri="{FF2B5EF4-FFF2-40B4-BE49-F238E27FC236}">
                          <a16:creationId xmlns:a16="http://schemas.microsoft.com/office/drawing/2014/main" id="{B590C9E3-3495-49F2-9A0E-3B3C90F7D125}"/>
                        </a:ext>
                      </a:extLst>
                    </p:cNvPr>
                    <p:cNvGrpSpPr/>
                    <p:nvPr/>
                  </p:nvGrpSpPr>
                  <p:grpSpPr>
                    <a:xfrm rot="17122200">
                      <a:off x="1187274" y="235013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1816" name="Freeform: Shape 11815">
                        <a:extLst>
                          <a:ext uri="{FF2B5EF4-FFF2-40B4-BE49-F238E27FC236}">
                            <a16:creationId xmlns:a16="http://schemas.microsoft.com/office/drawing/2014/main" id="{85BF544E-5216-46AF-A4D4-74FB17B081D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817" name="Rectangle: Rounded Corners 11816">
                        <a:extLst>
                          <a:ext uri="{FF2B5EF4-FFF2-40B4-BE49-F238E27FC236}">
                            <a16:creationId xmlns:a16="http://schemas.microsoft.com/office/drawing/2014/main" id="{BF293E9B-2026-4671-8492-72B0B37FB0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750" name="Group 11749">
                      <a:extLst>
                        <a:ext uri="{FF2B5EF4-FFF2-40B4-BE49-F238E27FC236}">
                          <a16:creationId xmlns:a16="http://schemas.microsoft.com/office/drawing/2014/main" id="{89313E7F-FF95-4BE5-A40B-6572D8BE3DA0}"/>
                        </a:ext>
                      </a:extLst>
                    </p:cNvPr>
                    <p:cNvGrpSpPr/>
                    <p:nvPr/>
                  </p:nvGrpSpPr>
                  <p:grpSpPr>
                    <a:xfrm rot="658209">
                      <a:off x="2479276" y="3323586"/>
                      <a:ext cx="746642" cy="235253"/>
                      <a:chOff x="2620172" y="2546175"/>
                      <a:chExt cx="834986" cy="143092"/>
                    </a:xfrm>
                  </p:grpSpPr>
                  <p:sp>
                    <p:nvSpPr>
                      <p:cNvPr id="11814" name="Freeform: Shape 11813">
                        <a:extLst>
                          <a:ext uri="{FF2B5EF4-FFF2-40B4-BE49-F238E27FC236}">
                            <a16:creationId xmlns:a16="http://schemas.microsoft.com/office/drawing/2014/main" id="{BE20B866-9A82-4C44-BF83-29964BC0DDD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815" name="Rectangle: Rounded Corners 11814">
                        <a:extLst>
                          <a:ext uri="{FF2B5EF4-FFF2-40B4-BE49-F238E27FC236}">
                            <a16:creationId xmlns:a16="http://schemas.microsoft.com/office/drawing/2014/main" id="{43C260C7-68CC-48E3-9D24-28162F3EF5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751" name="Group 11750">
                      <a:extLst>
                        <a:ext uri="{FF2B5EF4-FFF2-40B4-BE49-F238E27FC236}">
                          <a16:creationId xmlns:a16="http://schemas.microsoft.com/office/drawing/2014/main" id="{9C2DEE0B-2410-4AB6-9335-F8D68E065275}"/>
                        </a:ext>
                      </a:extLst>
                    </p:cNvPr>
                    <p:cNvGrpSpPr/>
                    <p:nvPr/>
                  </p:nvGrpSpPr>
                  <p:grpSpPr>
                    <a:xfrm rot="18837888">
                      <a:off x="1789768" y="223810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1812" name="Freeform: Shape 11811">
                        <a:extLst>
                          <a:ext uri="{FF2B5EF4-FFF2-40B4-BE49-F238E27FC236}">
                            <a16:creationId xmlns:a16="http://schemas.microsoft.com/office/drawing/2014/main" id="{8DA526AE-9759-4490-A69A-64BFB76D57D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813" name="Rectangle: Rounded Corners 11812">
                        <a:extLst>
                          <a:ext uri="{FF2B5EF4-FFF2-40B4-BE49-F238E27FC236}">
                            <a16:creationId xmlns:a16="http://schemas.microsoft.com/office/drawing/2014/main" id="{9AD3EC47-E553-4A12-AC41-2C8803FDFB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752" name="Group 11751">
                      <a:extLst>
                        <a:ext uri="{FF2B5EF4-FFF2-40B4-BE49-F238E27FC236}">
                          <a16:creationId xmlns:a16="http://schemas.microsoft.com/office/drawing/2014/main" id="{38ADB9DC-3417-41E6-A200-A0576A622E54}"/>
                        </a:ext>
                      </a:extLst>
                    </p:cNvPr>
                    <p:cNvGrpSpPr/>
                    <p:nvPr/>
                  </p:nvGrpSpPr>
                  <p:grpSpPr>
                    <a:xfrm rot="16200000">
                      <a:off x="563034" y="2429570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1810" name="Freeform: Shape 11809">
                        <a:extLst>
                          <a:ext uri="{FF2B5EF4-FFF2-40B4-BE49-F238E27FC236}">
                            <a16:creationId xmlns:a16="http://schemas.microsoft.com/office/drawing/2014/main" id="{15D87640-2537-4405-AE83-622EE714AE2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811" name="Rectangle: Rounded Corners 11810">
                        <a:extLst>
                          <a:ext uri="{FF2B5EF4-FFF2-40B4-BE49-F238E27FC236}">
                            <a16:creationId xmlns:a16="http://schemas.microsoft.com/office/drawing/2014/main" id="{7668F1E0-0C5D-4370-8F2D-5A9F6C2D42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753" name="Group 11752">
                      <a:extLst>
                        <a:ext uri="{FF2B5EF4-FFF2-40B4-BE49-F238E27FC236}">
                          <a16:creationId xmlns:a16="http://schemas.microsoft.com/office/drawing/2014/main" id="{5D594DDF-0BAA-40AA-9C58-BC7932AE631C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350328" y="442527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1808" name="Freeform: Shape 11807">
                        <a:extLst>
                          <a:ext uri="{FF2B5EF4-FFF2-40B4-BE49-F238E27FC236}">
                            <a16:creationId xmlns:a16="http://schemas.microsoft.com/office/drawing/2014/main" id="{7DE893CC-E733-4457-B302-DE051D0F471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809" name="Rectangle: Rounded Corners 11808">
                        <a:extLst>
                          <a:ext uri="{FF2B5EF4-FFF2-40B4-BE49-F238E27FC236}">
                            <a16:creationId xmlns:a16="http://schemas.microsoft.com/office/drawing/2014/main" id="{7C000F22-BF96-4E9E-AE37-B0021D1F7B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754" name="Group 11753">
                      <a:extLst>
                        <a:ext uri="{FF2B5EF4-FFF2-40B4-BE49-F238E27FC236}">
                          <a16:creationId xmlns:a16="http://schemas.microsoft.com/office/drawing/2014/main" id="{E5A2D0DA-4A22-4E89-8488-5FA58FA9DB51}"/>
                        </a:ext>
                      </a:extLst>
                    </p:cNvPr>
                    <p:cNvGrpSpPr/>
                    <p:nvPr/>
                  </p:nvGrpSpPr>
                  <p:grpSpPr>
                    <a:xfrm rot="5880914">
                      <a:off x="789613" y="438062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1806" name="Freeform: Shape 11805">
                        <a:extLst>
                          <a:ext uri="{FF2B5EF4-FFF2-40B4-BE49-F238E27FC236}">
                            <a16:creationId xmlns:a16="http://schemas.microsoft.com/office/drawing/2014/main" id="{8E4BA160-A9BF-4BBE-9883-6D2DB2C8F46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807" name="Rectangle: Rounded Corners 11806">
                        <a:extLst>
                          <a:ext uri="{FF2B5EF4-FFF2-40B4-BE49-F238E27FC236}">
                            <a16:creationId xmlns:a16="http://schemas.microsoft.com/office/drawing/2014/main" id="{D8428F08-0C00-412C-BF7B-5BEE968E02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755" name="Group 11754">
                      <a:extLst>
                        <a:ext uri="{FF2B5EF4-FFF2-40B4-BE49-F238E27FC236}">
                          <a16:creationId xmlns:a16="http://schemas.microsoft.com/office/drawing/2014/main" id="{9E27D1C0-16EA-4B72-9CEA-576171B9B360}"/>
                        </a:ext>
                      </a:extLst>
                    </p:cNvPr>
                    <p:cNvGrpSpPr/>
                    <p:nvPr/>
                  </p:nvGrpSpPr>
                  <p:grpSpPr>
                    <a:xfrm rot="13587211">
                      <a:off x="651990" y="2929858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1804" name="Freeform: Shape 11803">
                        <a:extLst>
                          <a:ext uri="{FF2B5EF4-FFF2-40B4-BE49-F238E27FC236}">
                            <a16:creationId xmlns:a16="http://schemas.microsoft.com/office/drawing/2014/main" id="{D0076864-A1F6-44DF-9E0F-4C25A865B2F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805" name="Rectangle: Rounded Corners 11804">
                        <a:extLst>
                          <a:ext uri="{FF2B5EF4-FFF2-40B4-BE49-F238E27FC236}">
                            <a16:creationId xmlns:a16="http://schemas.microsoft.com/office/drawing/2014/main" id="{2D8B8DA3-7A1C-4169-A4A5-D98C70A05E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756" name="Group 11755">
                      <a:extLst>
                        <a:ext uri="{FF2B5EF4-FFF2-40B4-BE49-F238E27FC236}">
                          <a16:creationId xmlns:a16="http://schemas.microsoft.com/office/drawing/2014/main" id="{0CD127AD-98EA-4259-9170-AF4CFA11F262}"/>
                        </a:ext>
                      </a:extLst>
                    </p:cNvPr>
                    <p:cNvGrpSpPr/>
                    <p:nvPr/>
                  </p:nvGrpSpPr>
                  <p:grpSpPr>
                    <a:xfrm rot="11351284">
                      <a:off x="163719" y="3807693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1802" name="Freeform: Shape 11801">
                        <a:extLst>
                          <a:ext uri="{FF2B5EF4-FFF2-40B4-BE49-F238E27FC236}">
                            <a16:creationId xmlns:a16="http://schemas.microsoft.com/office/drawing/2014/main" id="{97375B2D-1C25-4683-8935-E24E5A217DE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803" name="Rectangle: Rounded Corners 11802">
                        <a:extLst>
                          <a:ext uri="{FF2B5EF4-FFF2-40B4-BE49-F238E27FC236}">
                            <a16:creationId xmlns:a16="http://schemas.microsoft.com/office/drawing/2014/main" id="{0BB9D9EA-9C0E-4DE4-9C6B-688061A9A5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757" name="Group 11756">
                      <a:extLst>
                        <a:ext uri="{FF2B5EF4-FFF2-40B4-BE49-F238E27FC236}">
                          <a16:creationId xmlns:a16="http://schemas.microsoft.com/office/drawing/2014/main" id="{5ED53B31-C7C4-400A-A464-C2A4D32480D7}"/>
                        </a:ext>
                      </a:extLst>
                    </p:cNvPr>
                    <p:cNvGrpSpPr/>
                    <p:nvPr/>
                  </p:nvGrpSpPr>
                  <p:grpSpPr>
                    <a:xfrm rot="4193783">
                      <a:off x="2062756" y="4148262"/>
                      <a:ext cx="706454" cy="171076"/>
                      <a:chOff x="2620172" y="2546175"/>
                      <a:chExt cx="834986" cy="143092"/>
                    </a:xfrm>
                  </p:grpSpPr>
                  <p:sp>
                    <p:nvSpPr>
                      <p:cNvPr id="11800" name="Freeform: Shape 11799">
                        <a:extLst>
                          <a:ext uri="{FF2B5EF4-FFF2-40B4-BE49-F238E27FC236}">
                            <a16:creationId xmlns:a16="http://schemas.microsoft.com/office/drawing/2014/main" id="{5D8DA978-BC11-496C-B0C8-7B81AD897C9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801" name="Rectangle: Rounded Corners 11800">
                        <a:extLst>
                          <a:ext uri="{FF2B5EF4-FFF2-40B4-BE49-F238E27FC236}">
                            <a16:creationId xmlns:a16="http://schemas.microsoft.com/office/drawing/2014/main" id="{DA6CEA1F-5574-4796-8F6A-8CC922E226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758" name="Group 11757">
                      <a:extLst>
                        <a:ext uri="{FF2B5EF4-FFF2-40B4-BE49-F238E27FC236}">
                          <a16:creationId xmlns:a16="http://schemas.microsoft.com/office/drawing/2014/main" id="{D64E82DD-1C6E-48EC-84B4-2315A6A5F1B3}"/>
                        </a:ext>
                      </a:extLst>
                    </p:cNvPr>
                    <p:cNvGrpSpPr/>
                    <p:nvPr/>
                  </p:nvGrpSpPr>
                  <p:grpSpPr>
                    <a:xfrm rot="1837203">
                      <a:off x="2331692" y="387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1798" name="Freeform: Shape 11797">
                        <a:extLst>
                          <a:ext uri="{FF2B5EF4-FFF2-40B4-BE49-F238E27FC236}">
                            <a16:creationId xmlns:a16="http://schemas.microsoft.com/office/drawing/2014/main" id="{863B9F2C-FF9B-4010-A13E-AF7ADBDE1DA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799" name="Rectangle: Rounded Corners 11798">
                        <a:extLst>
                          <a:ext uri="{FF2B5EF4-FFF2-40B4-BE49-F238E27FC236}">
                            <a16:creationId xmlns:a16="http://schemas.microsoft.com/office/drawing/2014/main" id="{7F513ED2-3E40-41B0-BA82-FBF7CB61CE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759" name="Group 11758">
                      <a:extLst>
                        <a:ext uri="{FF2B5EF4-FFF2-40B4-BE49-F238E27FC236}">
                          <a16:creationId xmlns:a16="http://schemas.microsoft.com/office/drawing/2014/main" id="{3EAE2E84-E9E1-46A7-B195-067A428B3B86}"/>
                        </a:ext>
                      </a:extLst>
                    </p:cNvPr>
                    <p:cNvGrpSpPr/>
                    <p:nvPr/>
                  </p:nvGrpSpPr>
                  <p:grpSpPr>
                    <a:xfrm rot="932650">
                      <a:off x="2489621" y="310501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1796" name="Freeform: Shape 11795">
                        <a:extLst>
                          <a:ext uri="{FF2B5EF4-FFF2-40B4-BE49-F238E27FC236}">
                            <a16:creationId xmlns:a16="http://schemas.microsoft.com/office/drawing/2014/main" id="{76551F61-1E5B-443F-9B3E-9A1559E6BB1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797" name="Rectangle: Rounded Corners 11796">
                        <a:extLst>
                          <a:ext uri="{FF2B5EF4-FFF2-40B4-BE49-F238E27FC236}">
                            <a16:creationId xmlns:a16="http://schemas.microsoft.com/office/drawing/2014/main" id="{D0DB8A27-0590-4666-B7C8-3724AEF605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760" name="Group 11759">
                      <a:extLst>
                        <a:ext uri="{FF2B5EF4-FFF2-40B4-BE49-F238E27FC236}">
                          <a16:creationId xmlns:a16="http://schemas.microsoft.com/office/drawing/2014/main" id="{4DA15475-67CE-4519-95F9-C77232BDECBA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686489" y="34904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1794" name="Freeform: Shape 11793">
                        <a:extLst>
                          <a:ext uri="{FF2B5EF4-FFF2-40B4-BE49-F238E27FC236}">
                            <a16:creationId xmlns:a16="http://schemas.microsoft.com/office/drawing/2014/main" id="{E69CD3A5-DA74-4DB1-8F75-E6E3250288F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795" name="Rectangle: Rounded Corners 11794">
                        <a:extLst>
                          <a:ext uri="{FF2B5EF4-FFF2-40B4-BE49-F238E27FC236}">
                            <a16:creationId xmlns:a16="http://schemas.microsoft.com/office/drawing/2014/main" id="{87DED842-7B0B-40AE-B6BF-A43FAF0E1A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761" name="Group 11760">
                      <a:extLst>
                        <a:ext uri="{FF2B5EF4-FFF2-40B4-BE49-F238E27FC236}">
                          <a16:creationId xmlns:a16="http://schemas.microsoft.com/office/drawing/2014/main" id="{E1C89693-4835-46DC-9ABC-0DB8D21944AF}"/>
                        </a:ext>
                      </a:extLst>
                    </p:cNvPr>
                    <p:cNvGrpSpPr/>
                    <p:nvPr/>
                  </p:nvGrpSpPr>
                  <p:grpSpPr>
                    <a:xfrm rot="16924252">
                      <a:off x="1635001" y="2371073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1792" name="Freeform: Shape 11791">
                        <a:extLst>
                          <a:ext uri="{FF2B5EF4-FFF2-40B4-BE49-F238E27FC236}">
                            <a16:creationId xmlns:a16="http://schemas.microsoft.com/office/drawing/2014/main" id="{58137A28-CD56-4876-9DCD-5E854D6DAA74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793" name="Rectangle: Rounded Corners 11792">
                        <a:extLst>
                          <a:ext uri="{FF2B5EF4-FFF2-40B4-BE49-F238E27FC236}">
                            <a16:creationId xmlns:a16="http://schemas.microsoft.com/office/drawing/2014/main" id="{3B020095-9B9E-4734-8A68-3E8236A576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762" name="Group 11761">
                      <a:extLst>
                        <a:ext uri="{FF2B5EF4-FFF2-40B4-BE49-F238E27FC236}">
                          <a16:creationId xmlns:a16="http://schemas.microsoft.com/office/drawing/2014/main" id="{D0E21239-B722-425D-87A9-F0D69E1FD7CD}"/>
                        </a:ext>
                      </a:extLst>
                    </p:cNvPr>
                    <p:cNvGrpSpPr/>
                    <p:nvPr/>
                  </p:nvGrpSpPr>
                  <p:grpSpPr>
                    <a:xfrm rot="15677156">
                      <a:off x="985517" y="2521255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1790" name="Freeform: Shape 11789">
                        <a:extLst>
                          <a:ext uri="{FF2B5EF4-FFF2-40B4-BE49-F238E27FC236}">
                            <a16:creationId xmlns:a16="http://schemas.microsoft.com/office/drawing/2014/main" id="{166B51D4-3DF4-4937-A4F2-CBD2DA36D5E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791" name="Rectangle: Rounded Corners 11790">
                        <a:extLst>
                          <a:ext uri="{FF2B5EF4-FFF2-40B4-BE49-F238E27FC236}">
                            <a16:creationId xmlns:a16="http://schemas.microsoft.com/office/drawing/2014/main" id="{767ADD6D-5058-4F1E-A893-E9EB4D53A7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763" name="Group 11762">
                      <a:extLst>
                        <a:ext uri="{FF2B5EF4-FFF2-40B4-BE49-F238E27FC236}">
                          <a16:creationId xmlns:a16="http://schemas.microsoft.com/office/drawing/2014/main" id="{5935C06F-2C6A-4C17-B6C0-E525FA396A3D}"/>
                        </a:ext>
                      </a:extLst>
                    </p:cNvPr>
                    <p:cNvGrpSpPr/>
                    <p:nvPr/>
                  </p:nvGrpSpPr>
                  <p:grpSpPr>
                    <a:xfrm rot="14354853" flipV="1">
                      <a:off x="976412" y="243847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1788" name="Freeform: Shape 11787">
                        <a:extLst>
                          <a:ext uri="{FF2B5EF4-FFF2-40B4-BE49-F238E27FC236}">
                            <a16:creationId xmlns:a16="http://schemas.microsoft.com/office/drawing/2014/main" id="{2B620B84-BAFC-46D8-BC9B-B739338C4C8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789" name="Rectangle: Rounded Corners 11788">
                        <a:extLst>
                          <a:ext uri="{FF2B5EF4-FFF2-40B4-BE49-F238E27FC236}">
                            <a16:creationId xmlns:a16="http://schemas.microsoft.com/office/drawing/2014/main" id="{BD868E91-7491-46AA-87A5-ED5A733CD7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764" name="Group 11763">
                      <a:extLst>
                        <a:ext uri="{FF2B5EF4-FFF2-40B4-BE49-F238E27FC236}">
                          <a16:creationId xmlns:a16="http://schemas.microsoft.com/office/drawing/2014/main" id="{D1CA69A5-6138-476C-B18D-BFE12941E9E4}"/>
                        </a:ext>
                      </a:extLst>
                    </p:cNvPr>
                    <p:cNvGrpSpPr/>
                    <p:nvPr/>
                  </p:nvGrpSpPr>
                  <p:grpSpPr>
                    <a:xfrm rot="9793356" flipV="1">
                      <a:off x="215985" y="323790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1786" name="Freeform: Shape 11785">
                        <a:extLst>
                          <a:ext uri="{FF2B5EF4-FFF2-40B4-BE49-F238E27FC236}">
                            <a16:creationId xmlns:a16="http://schemas.microsoft.com/office/drawing/2014/main" id="{43E66E6F-8C24-4433-8D58-848C6E2E48E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787" name="Rectangle: Rounded Corners 11786">
                        <a:extLst>
                          <a:ext uri="{FF2B5EF4-FFF2-40B4-BE49-F238E27FC236}">
                            <a16:creationId xmlns:a16="http://schemas.microsoft.com/office/drawing/2014/main" id="{E59B2598-CEA9-46CC-918A-17D08FCAAE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765" name="Group 11764">
                      <a:extLst>
                        <a:ext uri="{FF2B5EF4-FFF2-40B4-BE49-F238E27FC236}">
                          <a16:creationId xmlns:a16="http://schemas.microsoft.com/office/drawing/2014/main" id="{A22EA455-2937-43B0-B427-37FF9D0AAFCA}"/>
                        </a:ext>
                      </a:extLst>
                    </p:cNvPr>
                    <p:cNvGrpSpPr/>
                    <p:nvPr/>
                  </p:nvGrpSpPr>
                  <p:grpSpPr>
                    <a:xfrm rot="6907686" flipV="1">
                      <a:off x="692019" y="393196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1784" name="Freeform: Shape 11783">
                        <a:extLst>
                          <a:ext uri="{FF2B5EF4-FFF2-40B4-BE49-F238E27FC236}">
                            <a16:creationId xmlns:a16="http://schemas.microsoft.com/office/drawing/2014/main" id="{3CB9691D-1E20-4BBB-B18D-809EDDAEC34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785" name="Rectangle: Rounded Corners 11784">
                        <a:extLst>
                          <a:ext uri="{FF2B5EF4-FFF2-40B4-BE49-F238E27FC236}">
                            <a16:creationId xmlns:a16="http://schemas.microsoft.com/office/drawing/2014/main" id="{AC973395-E6C3-4E1B-BC18-48B930937D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766" name="Group 11765">
                      <a:extLst>
                        <a:ext uri="{FF2B5EF4-FFF2-40B4-BE49-F238E27FC236}">
                          <a16:creationId xmlns:a16="http://schemas.microsoft.com/office/drawing/2014/main" id="{41E49029-CA9C-4B34-9EF1-BF00788ECF46}"/>
                        </a:ext>
                      </a:extLst>
                    </p:cNvPr>
                    <p:cNvGrpSpPr/>
                    <p:nvPr/>
                  </p:nvGrpSpPr>
                  <p:grpSpPr>
                    <a:xfrm rot="1465711" flipV="1">
                      <a:off x="2002734" y="340448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1782" name="Freeform: Shape 11781">
                        <a:extLst>
                          <a:ext uri="{FF2B5EF4-FFF2-40B4-BE49-F238E27FC236}">
                            <a16:creationId xmlns:a16="http://schemas.microsoft.com/office/drawing/2014/main" id="{84F670D1-6E3C-4712-9E4D-92B895F2F5C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783" name="Rectangle: Rounded Corners 11782">
                        <a:extLst>
                          <a:ext uri="{FF2B5EF4-FFF2-40B4-BE49-F238E27FC236}">
                            <a16:creationId xmlns:a16="http://schemas.microsoft.com/office/drawing/2014/main" id="{64DD28E7-4970-46AC-83C2-C01E2A2551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767" name="Group 11766">
                      <a:extLst>
                        <a:ext uri="{FF2B5EF4-FFF2-40B4-BE49-F238E27FC236}">
                          <a16:creationId xmlns:a16="http://schemas.microsoft.com/office/drawing/2014/main" id="{F604C52F-C4A8-427C-8231-5783313FB0AB}"/>
                        </a:ext>
                      </a:extLst>
                    </p:cNvPr>
                    <p:cNvGrpSpPr/>
                    <p:nvPr/>
                  </p:nvGrpSpPr>
                  <p:grpSpPr>
                    <a:xfrm rot="19016516">
                      <a:off x="1733273" y="283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1780" name="Freeform: Shape 11779">
                        <a:extLst>
                          <a:ext uri="{FF2B5EF4-FFF2-40B4-BE49-F238E27FC236}">
                            <a16:creationId xmlns:a16="http://schemas.microsoft.com/office/drawing/2014/main" id="{6992B2C3-EC13-4E6D-8417-745D9911B27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781" name="Rectangle: Rounded Corners 11780">
                        <a:extLst>
                          <a:ext uri="{FF2B5EF4-FFF2-40B4-BE49-F238E27FC236}">
                            <a16:creationId xmlns:a16="http://schemas.microsoft.com/office/drawing/2014/main" id="{A9914D16-0B7B-4E72-81E7-C03A03B67E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768" name="Group 11767">
                      <a:extLst>
                        <a:ext uri="{FF2B5EF4-FFF2-40B4-BE49-F238E27FC236}">
                          <a16:creationId xmlns:a16="http://schemas.microsoft.com/office/drawing/2014/main" id="{84E07363-E3B5-4C40-9671-24C44D689079}"/>
                        </a:ext>
                      </a:extLst>
                    </p:cNvPr>
                    <p:cNvGrpSpPr/>
                    <p:nvPr/>
                  </p:nvGrpSpPr>
                  <p:grpSpPr>
                    <a:xfrm rot="19245075">
                      <a:off x="1632068" y="282541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1778" name="Freeform: Shape 11777">
                        <a:extLst>
                          <a:ext uri="{FF2B5EF4-FFF2-40B4-BE49-F238E27FC236}">
                            <a16:creationId xmlns:a16="http://schemas.microsoft.com/office/drawing/2014/main" id="{1BAA037C-BC0B-4415-B83F-AA5128CE3B0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779" name="Rectangle: Rounded Corners 11778">
                        <a:extLst>
                          <a:ext uri="{FF2B5EF4-FFF2-40B4-BE49-F238E27FC236}">
                            <a16:creationId xmlns:a16="http://schemas.microsoft.com/office/drawing/2014/main" id="{74300041-2ED1-4B3B-AE3C-4E70A554DB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769" name="Group 11768">
                      <a:extLst>
                        <a:ext uri="{FF2B5EF4-FFF2-40B4-BE49-F238E27FC236}">
                          <a16:creationId xmlns:a16="http://schemas.microsoft.com/office/drawing/2014/main" id="{72BA3368-1956-4AF9-94BB-B274BD27A8D5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838889" y="36428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1776" name="Freeform: Shape 11775">
                        <a:extLst>
                          <a:ext uri="{FF2B5EF4-FFF2-40B4-BE49-F238E27FC236}">
                            <a16:creationId xmlns:a16="http://schemas.microsoft.com/office/drawing/2014/main" id="{47E4CEA7-B478-472A-AE6F-E5E84B87AAE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777" name="Rectangle: Rounded Corners 11776">
                        <a:extLst>
                          <a:ext uri="{FF2B5EF4-FFF2-40B4-BE49-F238E27FC236}">
                            <a16:creationId xmlns:a16="http://schemas.microsoft.com/office/drawing/2014/main" id="{4CD0474C-E258-4396-A5C1-A665EB9D61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770" name="Group 11769">
                      <a:extLst>
                        <a:ext uri="{FF2B5EF4-FFF2-40B4-BE49-F238E27FC236}">
                          <a16:creationId xmlns:a16="http://schemas.microsoft.com/office/drawing/2014/main" id="{4D2F501B-4463-4A65-9194-5DE1A262FD56}"/>
                        </a:ext>
                      </a:extLst>
                    </p:cNvPr>
                    <p:cNvGrpSpPr/>
                    <p:nvPr/>
                  </p:nvGrpSpPr>
                  <p:grpSpPr>
                    <a:xfrm rot="15824399">
                      <a:off x="1224680" y="281893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1774" name="Freeform: Shape 11773">
                        <a:extLst>
                          <a:ext uri="{FF2B5EF4-FFF2-40B4-BE49-F238E27FC236}">
                            <a16:creationId xmlns:a16="http://schemas.microsoft.com/office/drawing/2014/main" id="{4B83683B-D470-4886-B35F-8DF2EBBA57D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775" name="Rectangle: Rounded Corners 11774">
                        <a:extLst>
                          <a:ext uri="{FF2B5EF4-FFF2-40B4-BE49-F238E27FC236}">
                            <a16:creationId xmlns:a16="http://schemas.microsoft.com/office/drawing/2014/main" id="{09EA8CB9-8D2F-4A3D-86D6-2715091C1E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771" name="Group 11770">
                      <a:extLst>
                        <a:ext uri="{FF2B5EF4-FFF2-40B4-BE49-F238E27FC236}">
                          <a16:creationId xmlns:a16="http://schemas.microsoft.com/office/drawing/2014/main" id="{3FA1EFBD-C246-4961-8C54-7D3D6188105F}"/>
                        </a:ext>
                      </a:extLst>
                    </p:cNvPr>
                    <p:cNvGrpSpPr/>
                    <p:nvPr/>
                  </p:nvGrpSpPr>
                  <p:grpSpPr>
                    <a:xfrm rot="16697394">
                      <a:off x="1080028" y="2168448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1772" name="Freeform: Shape 11771">
                        <a:extLst>
                          <a:ext uri="{FF2B5EF4-FFF2-40B4-BE49-F238E27FC236}">
                            <a16:creationId xmlns:a16="http://schemas.microsoft.com/office/drawing/2014/main" id="{A36F2159-0589-4899-954B-694C22077B6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773" name="Rectangle: Rounded Corners 11772">
                        <a:extLst>
                          <a:ext uri="{FF2B5EF4-FFF2-40B4-BE49-F238E27FC236}">
                            <a16:creationId xmlns:a16="http://schemas.microsoft.com/office/drawing/2014/main" id="{C57B8707-5CC6-481C-8F5C-1D62C73142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</p:grpSp>
              <p:sp>
                <p:nvSpPr>
                  <p:cNvPr id="11742" name="Freeform: Shape 11741">
                    <a:extLst>
                      <a:ext uri="{FF2B5EF4-FFF2-40B4-BE49-F238E27FC236}">
                        <a16:creationId xmlns:a16="http://schemas.microsoft.com/office/drawing/2014/main" id="{643D981D-1A79-48F2-99A1-4166349A3676}"/>
                      </a:ext>
                    </a:extLst>
                  </p:cNvPr>
                  <p:cNvSpPr/>
                  <p:nvPr/>
                </p:nvSpPr>
                <p:spPr>
                  <a:xfrm rot="6017948" flipV="1">
                    <a:off x="1305755" y="4290452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1743" name="Freeform: Shape 11742">
                    <a:extLst>
                      <a:ext uri="{FF2B5EF4-FFF2-40B4-BE49-F238E27FC236}">
                        <a16:creationId xmlns:a16="http://schemas.microsoft.com/office/drawing/2014/main" id="{BE41981F-67BA-40F5-B713-1F894BDC145A}"/>
                      </a:ext>
                    </a:extLst>
                  </p:cNvPr>
                  <p:cNvSpPr/>
                  <p:nvPr/>
                </p:nvSpPr>
                <p:spPr>
                  <a:xfrm rot="21277659">
                    <a:off x="2517403" y="2906549"/>
                    <a:ext cx="690584" cy="235253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1744" name="Freeform: Shape 11743">
                    <a:extLst>
                      <a:ext uri="{FF2B5EF4-FFF2-40B4-BE49-F238E27FC236}">
                        <a16:creationId xmlns:a16="http://schemas.microsoft.com/office/drawing/2014/main" id="{CF31A37F-B5DF-42D3-B59F-6202004F4F0C}"/>
                      </a:ext>
                    </a:extLst>
                  </p:cNvPr>
                  <p:cNvSpPr/>
                  <p:nvPr/>
                </p:nvSpPr>
                <p:spPr>
                  <a:xfrm rot="11528244" flipV="1">
                    <a:off x="344853" y="2978311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</p:grpSp>
            <p:grpSp>
              <p:nvGrpSpPr>
                <p:cNvPr id="11009" name="Group 11008">
                  <a:extLst>
                    <a:ext uri="{FF2B5EF4-FFF2-40B4-BE49-F238E27FC236}">
                      <a16:creationId xmlns:a16="http://schemas.microsoft.com/office/drawing/2014/main" id="{13917F0B-25C0-476A-9BC5-963BE9EB23AB}"/>
                    </a:ext>
                  </a:extLst>
                </p:cNvPr>
                <p:cNvGrpSpPr/>
                <p:nvPr/>
              </p:nvGrpSpPr>
              <p:grpSpPr>
                <a:xfrm>
                  <a:off x="4765972" y="2095226"/>
                  <a:ext cx="531923" cy="573923"/>
                  <a:chOff x="163719" y="1822501"/>
                  <a:chExt cx="3062199" cy="3047160"/>
                </a:xfrm>
              </p:grpSpPr>
              <p:grpSp>
                <p:nvGrpSpPr>
                  <p:cNvPr id="11376" name="Group 11375">
                    <a:extLst>
                      <a:ext uri="{FF2B5EF4-FFF2-40B4-BE49-F238E27FC236}">
                        <a16:creationId xmlns:a16="http://schemas.microsoft.com/office/drawing/2014/main" id="{89B6B12C-6C87-4CEF-BEE8-FC1903FB48D1}"/>
                      </a:ext>
                    </a:extLst>
                  </p:cNvPr>
                  <p:cNvGrpSpPr/>
                  <p:nvPr/>
                </p:nvGrpSpPr>
                <p:grpSpPr>
                  <a:xfrm>
                    <a:off x="163719" y="1822501"/>
                    <a:ext cx="3062199" cy="3047160"/>
                    <a:chOff x="163719" y="1822501"/>
                    <a:chExt cx="3062199" cy="3047160"/>
                  </a:xfrm>
                </p:grpSpPr>
                <p:grpSp>
                  <p:nvGrpSpPr>
                    <p:cNvPr id="11380" name="Group 11379">
                      <a:extLst>
                        <a:ext uri="{FF2B5EF4-FFF2-40B4-BE49-F238E27FC236}">
                          <a16:creationId xmlns:a16="http://schemas.microsoft.com/office/drawing/2014/main" id="{0ABEAA5B-DF5A-4705-8D53-2186FD719B23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683131" y="384412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1739" name="Freeform: Shape 11738">
                        <a:extLst>
                          <a:ext uri="{FF2B5EF4-FFF2-40B4-BE49-F238E27FC236}">
                            <a16:creationId xmlns:a16="http://schemas.microsoft.com/office/drawing/2014/main" id="{EAF570B7-17F1-4E7C-BE3D-1BF9615A6D3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740" name="Rectangle: Rounded Corners 11739">
                        <a:extLst>
                          <a:ext uri="{FF2B5EF4-FFF2-40B4-BE49-F238E27FC236}">
                            <a16:creationId xmlns:a16="http://schemas.microsoft.com/office/drawing/2014/main" id="{9991252E-C553-4080-8431-6ECB3A7ED0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381" name="Group 11380">
                      <a:extLst>
                        <a:ext uri="{FF2B5EF4-FFF2-40B4-BE49-F238E27FC236}">
                          <a16:creationId xmlns:a16="http://schemas.microsoft.com/office/drawing/2014/main" id="{1ED4B65F-A5CB-4716-8D57-4432657C5B39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123013" y="4110752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1737" name="Freeform: Shape 11736">
                        <a:extLst>
                          <a:ext uri="{FF2B5EF4-FFF2-40B4-BE49-F238E27FC236}">
                            <a16:creationId xmlns:a16="http://schemas.microsoft.com/office/drawing/2014/main" id="{4D7B2A32-BC38-48D1-AB21-F9C62838C14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738" name="Rectangle: Rounded Corners 11737">
                        <a:extLst>
                          <a:ext uri="{FF2B5EF4-FFF2-40B4-BE49-F238E27FC236}">
                            <a16:creationId xmlns:a16="http://schemas.microsoft.com/office/drawing/2014/main" id="{1A4BC560-9D57-4F94-A758-642841D20B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382" name="Group 11381">
                      <a:extLst>
                        <a:ext uri="{FF2B5EF4-FFF2-40B4-BE49-F238E27FC236}">
                          <a16:creationId xmlns:a16="http://schemas.microsoft.com/office/drawing/2014/main" id="{4D138890-A1C0-4961-8E7F-A88449485F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0260" y="2440902"/>
                      <a:ext cx="1730523" cy="1839492"/>
                      <a:chOff x="420511" y="1784768"/>
                      <a:chExt cx="1730523" cy="1839492"/>
                    </a:xfrm>
                  </p:grpSpPr>
                  <p:grpSp>
                    <p:nvGrpSpPr>
                      <p:cNvPr id="11455" name="Group 11454">
                        <a:extLst>
                          <a:ext uri="{FF2B5EF4-FFF2-40B4-BE49-F238E27FC236}">
                            <a16:creationId xmlns:a16="http://schemas.microsoft.com/office/drawing/2014/main" id="{A95DF725-249D-4CB8-96EE-E0AD07DAE98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69572" y="1784768"/>
                        <a:ext cx="1081462" cy="1476716"/>
                        <a:chOff x="2089993" y="1523034"/>
                        <a:chExt cx="1081462" cy="1476716"/>
                      </a:xfrm>
                    </p:grpSpPr>
                    <p:grpSp>
                      <p:nvGrpSpPr>
                        <p:cNvPr id="11676" name="Group 11675">
                          <a:extLst>
                            <a:ext uri="{FF2B5EF4-FFF2-40B4-BE49-F238E27FC236}">
                              <a16:creationId xmlns:a16="http://schemas.microsoft.com/office/drawing/2014/main" id="{268E849D-4F08-4606-96DD-51B4080894B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70705"/>
                          <a:ext cx="101484" cy="1016226"/>
                          <a:chOff x="1800622" y="2364951"/>
                          <a:chExt cx="101484" cy="1016226"/>
                        </a:xfrm>
                      </p:grpSpPr>
                      <p:sp>
                        <p:nvSpPr>
                          <p:cNvPr id="11733" name="Flowchart: Connector 11732">
                            <a:extLst>
                              <a:ext uri="{FF2B5EF4-FFF2-40B4-BE49-F238E27FC236}">
                                <a16:creationId xmlns:a16="http://schemas.microsoft.com/office/drawing/2014/main" id="{4FF625D6-93F0-4E30-A97F-4A30F4B990D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734" name="Flowchart: Connector 11733">
                            <a:extLst>
                              <a:ext uri="{FF2B5EF4-FFF2-40B4-BE49-F238E27FC236}">
                                <a16:creationId xmlns:a16="http://schemas.microsoft.com/office/drawing/2014/main" id="{1F9EF76E-765D-45DE-97B7-1B2D01C0F0E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735" name="Flowchart: Connector 11734">
                            <a:extLst>
                              <a:ext uri="{FF2B5EF4-FFF2-40B4-BE49-F238E27FC236}">
                                <a16:creationId xmlns:a16="http://schemas.microsoft.com/office/drawing/2014/main" id="{A68792AA-344F-4EDF-97CA-719233103DE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736" name="Flowchart: Connector 11735">
                            <a:extLst>
                              <a:ext uri="{FF2B5EF4-FFF2-40B4-BE49-F238E27FC236}">
                                <a16:creationId xmlns:a16="http://schemas.microsoft.com/office/drawing/2014/main" id="{E59DE2F6-2ECC-4CF9-B146-DAE9818A9E8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649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11677" name="Group 11676">
                          <a:extLst>
                            <a:ext uri="{FF2B5EF4-FFF2-40B4-BE49-F238E27FC236}">
                              <a16:creationId xmlns:a16="http://schemas.microsoft.com/office/drawing/2014/main" id="{EE4CC5FD-B1B8-4A1A-A86A-8E8A580D310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23034"/>
                          <a:ext cx="1057223" cy="1476716"/>
                          <a:chOff x="2114232" y="1523034"/>
                          <a:chExt cx="1057223" cy="1476716"/>
                        </a:xfrm>
                      </p:grpSpPr>
                      <p:grpSp>
                        <p:nvGrpSpPr>
                          <p:cNvPr id="11678" name="Group 11677">
                            <a:extLst>
                              <a:ext uri="{FF2B5EF4-FFF2-40B4-BE49-F238E27FC236}">
                                <a16:creationId xmlns:a16="http://schemas.microsoft.com/office/drawing/2014/main" id="{75420C59-4DDC-477A-937D-FF20810D4C9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47544" cy="539639"/>
                            <a:chOff x="3717189" y="1719497"/>
                            <a:chExt cx="1047544" cy="539639"/>
                          </a:xfrm>
                        </p:grpSpPr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726" name="3D Model 11725" descr="Sphere">
                                  <a:extLst>
                                    <a:ext uri="{FF2B5EF4-FFF2-40B4-BE49-F238E27FC236}">
                                      <a16:creationId xmlns:a16="http://schemas.microsoft.com/office/drawing/2014/main" id="{85C1BA2D-D10D-4735-A274-2EB770153E1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944526546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727" name="Flowchart: Connector 11726">
                              <a:extLst>
                                <a:ext uri="{FF2B5EF4-FFF2-40B4-BE49-F238E27FC236}">
                                  <a16:creationId xmlns:a16="http://schemas.microsoft.com/office/drawing/2014/main" id="{0CB34334-A1DC-446E-AB21-CA51ECB7EEF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728" name="3D Model 11727" descr="Sphere">
                                  <a:extLst>
                                    <a:ext uri="{FF2B5EF4-FFF2-40B4-BE49-F238E27FC236}">
                                      <a16:creationId xmlns:a16="http://schemas.microsoft.com/office/drawing/2014/main" id="{DADAD1AF-32C9-4C70-9D01-98D68BAAF7D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042130268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729" name="Flowchart: Connector 11728">
                              <a:extLst>
                                <a:ext uri="{FF2B5EF4-FFF2-40B4-BE49-F238E27FC236}">
                                  <a16:creationId xmlns:a16="http://schemas.microsoft.com/office/drawing/2014/main" id="{C7304D1E-136A-47BA-9604-76386DD84D8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730" name="3D Model 11729" descr="Sphere">
                                  <a:extLst>
                                    <a:ext uri="{FF2B5EF4-FFF2-40B4-BE49-F238E27FC236}">
                                      <a16:creationId xmlns:a16="http://schemas.microsoft.com/office/drawing/2014/main" id="{9F1B0854-0DBD-4E4E-8021-D4441CF13EF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74626163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731" name="Flowchart: Connector 11730">
                              <a:extLst>
                                <a:ext uri="{FF2B5EF4-FFF2-40B4-BE49-F238E27FC236}">
                                  <a16:creationId xmlns:a16="http://schemas.microsoft.com/office/drawing/2014/main" id="{A5775891-BE09-4776-A30F-2DB82828C09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732" name="3D Model 11731" descr="Sphere">
                                  <a:extLst>
                                    <a:ext uri="{FF2B5EF4-FFF2-40B4-BE49-F238E27FC236}">
                                      <a16:creationId xmlns:a16="http://schemas.microsoft.com/office/drawing/2014/main" id="{27568027-F0AC-4AA8-BC80-67F01555871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573804612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1679" name="Group 11678">
                            <a:extLst>
                              <a:ext uri="{FF2B5EF4-FFF2-40B4-BE49-F238E27FC236}">
                                <a16:creationId xmlns:a16="http://schemas.microsoft.com/office/drawing/2014/main" id="{30EEC203-F9A6-46AD-9BC2-EB768207E90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11711" name="Flowchart: Connector 11710">
                              <a:extLst>
                                <a:ext uri="{FF2B5EF4-FFF2-40B4-BE49-F238E27FC236}">
                                  <a16:creationId xmlns:a16="http://schemas.microsoft.com/office/drawing/2014/main" id="{A566F7EF-EC81-42C4-A833-0802F634E94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712" name="Flowchart: Connector 11711">
                              <a:extLst>
                                <a:ext uri="{FF2B5EF4-FFF2-40B4-BE49-F238E27FC236}">
                                  <a16:creationId xmlns:a16="http://schemas.microsoft.com/office/drawing/2014/main" id="{9E917029-69D2-4AE0-A108-52918B8991B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713" name="Flowchart: Connector 11712">
                              <a:extLst>
                                <a:ext uri="{FF2B5EF4-FFF2-40B4-BE49-F238E27FC236}">
                                  <a16:creationId xmlns:a16="http://schemas.microsoft.com/office/drawing/2014/main" id="{D46E078B-EA77-4B5D-A884-D7E49E5389A5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714" name="Flowchart: Connector 11713">
                              <a:extLst>
                                <a:ext uri="{FF2B5EF4-FFF2-40B4-BE49-F238E27FC236}">
                                  <a16:creationId xmlns:a16="http://schemas.microsoft.com/office/drawing/2014/main" id="{7306A15C-EE19-4872-ADA4-D8807FB9D13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715" name="Flowchart: Connector 11714">
                              <a:extLst>
                                <a:ext uri="{FF2B5EF4-FFF2-40B4-BE49-F238E27FC236}">
                                  <a16:creationId xmlns:a16="http://schemas.microsoft.com/office/drawing/2014/main" id="{2F335CAA-1C01-4E23-934D-C5FF18B52A8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716" name="Flowchart: Connector 11715">
                              <a:extLst>
                                <a:ext uri="{FF2B5EF4-FFF2-40B4-BE49-F238E27FC236}">
                                  <a16:creationId xmlns:a16="http://schemas.microsoft.com/office/drawing/2014/main" id="{5B4452FF-02E2-4D3A-9312-26F6031F94D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717" name="Flowchart: Connector 11716">
                              <a:extLst>
                                <a:ext uri="{FF2B5EF4-FFF2-40B4-BE49-F238E27FC236}">
                                  <a16:creationId xmlns:a16="http://schemas.microsoft.com/office/drawing/2014/main" id="{5807819C-3408-4425-94BD-ABC7CBE983A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718" name="Flowchart: Connector 11717">
                              <a:extLst>
                                <a:ext uri="{FF2B5EF4-FFF2-40B4-BE49-F238E27FC236}">
                                  <a16:creationId xmlns:a16="http://schemas.microsoft.com/office/drawing/2014/main" id="{DD4784DF-075C-4BDD-AC4A-E6885A20724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719" name="3D Model 11718" descr="Sphere">
                                  <a:extLst>
                                    <a:ext uri="{FF2B5EF4-FFF2-40B4-BE49-F238E27FC236}">
                                      <a16:creationId xmlns:a16="http://schemas.microsoft.com/office/drawing/2014/main" id="{64423101-109F-4E64-A0BC-B6F33301A6E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99565953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720" name="Flowchart: Connector 11719">
                              <a:extLst>
                                <a:ext uri="{FF2B5EF4-FFF2-40B4-BE49-F238E27FC236}">
                                  <a16:creationId xmlns:a16="http://schemas.microsoft.com/office/drawing/2014/main" id="{9104B7E9-F766-42E3-BD8E-605C69F534E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721" name="3D Model 11720" descr="Sphere">
                                  <a:extLst>
                                    <a:ext uri="{FF2B5EF4-FFF2-40B4-BE49-F238E27FC236}">
                                      <a16:creationId xmlns:a16="http://schemas.microsoft.com/office/drawing/2014/main" id="{58AC423A-FDBD-45AC-B2BE-2D19E13E845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577411283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722" name="Flowchart: Connector 11721">
                              <a:extLst>
                                <a:ext uri="{FF2B5EF4-FFF2-40B4-BE49-F238E27FC236}">
                                  <a16:creationId xmlns:a16="http://schemas.microsoft.com/office/drawing/2014/main" id="{780B39CE-2602-4F12-BEC3-D03FA7DAED3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723" name="3D Model 11722" descr="Sphere">
                                  <a:extLst>
                                    <a:ext uri="{FF2B5EF4-FFF2-40B4-BE49-F238E27FC236}">
                                      <a16:creationId xmlns:a16="http://schemas.microsoft.com/office/drawing/2014/main" id="{0B0ED9BF-B37C-46AD-AE49-F319DAF37C6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318926879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724" name="Flowchart: Connector 11723">
                              <a:extLst>
                                <a:ext uri="{FF2B5EF4-FFF2-40B4-BE49-F238E27FC236}">
                                  <a16:creationId xmlns:a16="http://schemas.microsoft.com/office/drawing/2014/main" id="{1A99DA45-ACAA-4A81-B720-A04B2A4F76A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725" name="3D Model 11724" descr="Sphere">
                                  <a:extLst>
                                    <a:ext uri="{FF2B5EF4-FFF2-40B4-BE49-F238E27FC236}">
                                      <a16:creationId xmlns:a16="http://schemas.microsoft.com/office/drawing/2014/main" id="{0F57D69C-37A9-4AF9-BA9D-FC9B2724D6A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89901029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1680" name="Group 11679">
                            <a:extLst>
                              <a:ext uri="{FF2B5EF4-FFF2-40B4-BE49-F238E27FC236}">
                                <a16:creationId xmlns:a16="http://schemas.microsoft.com/office/drawing/2014/main" id="{6CCD4A85-3601-42DF-9ADE-2AF0B94DA56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11696" name="Flowchart: Connector 11695">
                              <a:extLst>
                                <a:ext uri="{FF2B5EF4-FFF2-40B4-BE49-F238E27FC236}">
                                  <a16:creationId xmlns:a16="http://schemas.microsoft.com/office/drawing/2014/main" id="{26C144BC-CA58-425E-A588-BA2EDF73DC8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697" name="Flowchart: Connector 11696">
                              <a:extLst>
                                <a:ext uri="{FF2B5EF4-FFF2-40B4-BE49-F238E27FC236}">
                                  <a16:creationId xmlns:a16="http://schemas.microsoft.com/office/drawing/2014/main" id="{41D87509-D684-4113-862B-469DD220336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698" name="Flowchart: Connector 11697">
                              <a:extLst>
                                <a:ext uri="{FF2B5EF4-FFF2-40B4-BE49-F238E27FC236}">
                                  <a16:creationId xmlns:a16="http://schemas.microsoft.com/office/drawing/2014/main" id="{248DA75E-E671-4A63-A4BC-F9371D0B2A6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699" name="Flowchart: Connector 11698">
                              <a:extLst>
                                <a:ext uri="{FF2B5EF4-FFF2-40B4-BE49-F238E27FC236}">
                                  <a16:creationId xmlns:a16="http://schemas.microsoft.com/office/drawing/2014/main" id="{EB230D0D-D61E-47C7-9005-DFE86B48454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700" name="Flowchart: Connector 11699">
                              <a:extLst>
                                <a:ext uri="{FF2B5EF4-FFF2-40B4-BE49-F238E27FC236}">
                                  <a16:creationId xmlns:a16="http://schemas.microsoft.com/office/drawing/2014/main" id="{8C558AFA-4C75-4DFB-A187-EB524A68419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701" name="Flowchart: Connector 11700">
                              <a:extLst>
                                <a:ext uri="{FF2B5EF4-FFF2-40B4-BE49-F238E27FC236}">
                                  <a16:creationId xmlns:a16="http://schemas.microsoft.com/office/drawing/2014/main" id="{10EC9C93-6901-45F6-8AAC-C91F1C8A921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702" name="Flowchart: Connector 11701">
                              <a:extLst>
                                <a:ext uri="{FF2B5EF4-FFF2-40B4-BE49-F238E27FC236}">
                                  <a16:creationId xmlns:a16="http://schemas.microsoft.com/office/drawing/2014/main" id="{68470561-7949-4D7F-9CF9-8F91033E806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703" name="Flowchart: Connector 11702">
                              <a:extLst>
                                <a:ext uri="{FF2B5EF4-FFF2-40B4-BE49-F238E27FC236}">
                                  <a16:creationId xmlns:a16="http://schemas.microsoft.com/office/drawing/2014/main" id="{191FF27D-0EB9-4449-B5A6-0E071F07540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704" name="3D Model 11703" descr="Sphere">
                                  <a:extLst>
                                    <a:ext uri="{FF2B5EF4-FFF2-40B4-BE49-F238E27FC236}">
                                      <a16:creationId xmlns:a16="http://schemas.microsoft.com/office/drawing/2014/main" id="{6AE71B9E-356B-4DE2-A63C-12CFD440C9E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076050343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705" name="Flowchart: Connector 11704">
                              <a:extLst>
                                <a:ext uri="{FF2B5EF4-FFF2-40B4-BE49-F238E27FC236}">
                                  <a16:creationId xmlns:a16="http://schemas.microsoft.com/office/drawing/2014/main" id="{F1628534-7BF6-4D39-947B-81B64BDA073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706" name="3D Model 11705" descr="Sphere">
                                  <a:extLst>
                                    <a:ext uri="{FF2B5EF4-FFF2-40B4-BE49-F238E27FC236}">
                                      <a16:creationId xmlns:a16="http://schemas.microsoft.com/office/drawing/2014/main" id="{BFB50672-EF4C-4A4B-84FB-6636AB22DAF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05888671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707" name="Flowchart: Connector 11706">
                              <a:extLst>
                                <a:ext uri="{FF2B5EF4-FFF2-40B4-BE49-F238E27FC236}">
                                  <a16:creationId xmlns:a16="http://schemas.microsoft.com/office/drawing/2014/main" id="{2F91C998-98DB-4E41-A135-A916333C66D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708" name="3D Model 11707" descr="Sphere">
                                  <a:extLst>
                                    <a:ext uri="{FF2B5EF4-FFF2-40B4-BE49-F238E27FC236}">
                                      <a16:creationId xmlns:a16="http://schemas.microsoft.com/office/drawing/2014/main" id="{4602650A-F577-47D3-B51D-181157F6184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740857628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709" name="Flowchart: Connector 11708">
                              <a:extLst>
                                <a:ext uri="{FF2B5EF4-FFF2-40B4-BE49-F238E27FC236}">
                                  <a16:creationId xmlns:a16="http://schemas.microsoft.com/office/drawing/2014/main" id="{EBA7EAD0-61A7-4EBD-92B9-909E9246D5F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710" name="3D Model 11709" descr="Sphere">
                                  <a:extLst>
                                    <a:ext uri="{FF2B5EF4-FFF2-40B4-BE49-F238E27FC236}">
                                      <a16:creationId xmlns:a16="http://schemas.microsoft.com/office/drawing/2014/main" id="{021FE643-C715-4844-8913-508EFF85792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596620395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11681" name="Flowchart: Connector 11680">
                            <a:extLst>
                              <a:ext uri="{FF2B5EF4-FFF2-40B4-BE49-F238E27FC236}">
                                <a16:creationId xmlns:a16="http://schemas.microsoft.com/office/drawing/2014/main" id="{5F3D0E08-26DD-4209-BF80-DAECF3EDB59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682" name="Flowchart: Connector 11681">
                            <a:extLst>
                              <a:ext uri="{FF2B5EF4-FFF2-40B4-BE49-F238E27FC236}">
                                <a16:creationId xmlns:a16="http://schemas.microsoft.com/office/drawing/2014/main" id="{4F2B3000-2A1D-447B-8312-6A25518E9F1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683" name="Flowchart: Connector 11682">
                            <a:extLst>
                              <a:ext uri="{FF2B5EF4-FFF2-40B4-BE49-F238E27FC236}">
                                <a16:creationId xmlns:a16="http://schemas.microsoft.com/office/drawing/2014/main" id="{39F08FDE-2832-473A-82A6-C939E676249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684" name="Flowchart: Connector 11683">
                            <a:extLst>
                              <a:ext uri="{FF2B5EF4-FFF2-40B4-BE49-F238E27FC236}">
                                <a16:creationId xmlns:a16="http://schemas.microsoft.com/office/drawing/2014/main" id="{6ED76404-BE06-4DA7-878C-6B786E66A72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685" name="Flowchart: Connector 11684">
                            <a:extLst>
                              <a:ext uri="{FF2B5EF4-FFF2-40B4-BE49-F238E27FC236}">
                                <a16:creationId xmlns:a16="http://schemas.microsoft.com/office/drawing/2014/main" id="{0449F723-2C3C-4EFE-B0A9-1A439647722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686" name="Flowchart: Connector 11685">
                            <a:extLst>
                              <a:ext uri="{FF2B5EF4-FFF2-40B4-BE49-F238E27FC236}">
                                <a16:creationId xmlns:a16="http://schemas.microsoft.com/office/drawing/2014/main" id="{D77FA716-FFF1-4B75-826A-14515FE0D46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687" name="Flowchart: Connector 11686">
                            <a:extLst>
                              <a:ext uri="{FF2B5EF4-FFF2-40B4-BE49-F238E27FC236}">
                                <a16:creationId xmlns:a16="http://schemas.microsoft.com/office/drawing/2014/main" id="{09C1A742-67A5-4CE8-8AFC-9BFCAA774FC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688" name="Flowchart: Connector 11687">
                            <a:extLst>
                              <a:ext uri="{FF2B5EF4-FFF2-40B4-BE49-F238E27FC236}">
                                <a16:creationId xmlns:a16="http://schemas.microsoft.com/office/drawing/2014/main" id="{3FCDCC72-77F6-4B85-AA79-892F816428B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689" name="3D Model 11688" descr="Sphere">
                                <a:extLst>
                                  <a:ext uri="{FF2B5EF4-FFF2-40B4-BE49-F238E27FC236}">
                                    <a16:creationId xmlns:a16="http://schemas.microsoft.com/office/drawing/2014/main" id="{89587789-A1C8-42A2-9888-3A5857EF00E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87639964"/>
                                  </p:ext>
                                </p:extLst>
                              </p:nvPr>
                            </p:nvGraphicFramePr>
                            <p:xfrm>
                              <a:off x="2134543" y="1523034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151" name="3D Model 2150" descr="Sphere">
                                <a:extLst>
                                  <a:ext uri="{FF2B5EF4-FFF2-40B4-BE49-F238E27FC236}">
                                    <a16:creationId xmlns:a16="http://schemas.microsoft.com/office/drawing/2014/main" id="{CD7E91E2-01A9-4E2C-AF8C-F2CB07347B3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07450" y="2211700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690" name="Flowchart: Connector 11689">
                            <a:extLst>
                              <a:ext uri="{FF2B5EF4-FFF2-40B4-BE49-F238E27FC236}">
                                <a16:creationId xmlns:a16="http://schemas.microsoft.com/office/drawing/2014/main" id="{D457B08D-7143-4AE9-BBB2-2F37376B541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691" name="3D Model 11690" descr="Sphere">
                                <a:extLst>
                                  <a:ext uri="{FF2B5EF4-FFF2-40B4-BE49-F238E27FC236}">
                                    <a16:creationId xmlns:a16="http://schemas.microsoft.com/office/drawing/2014/main" id="{8C0D96EF-66E0-4AD6-9497-89A47A68561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706754886"/>
                                  </p:ext>
                                </p:extLst>
                              </p:nvPr>
                            </p:nvGraphicFramePr>
                            <p:xfrm>
                              <a:off x="2371307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153" name="3D Model 2152" descr="Sphere">
                                <a:extLst>
                                  <a:ext uri="{FF2B5EF4-FFF2-40B4-BE49-F238E27FC236}">
                                    <a16:creationId xmlns:a16="http://schemas.microsoft.com/office/drawing/2014/main" id="{9D317D21-F788-4C2D-899D-DAFF242CDD1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48578" y="222238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692" name="Flowchart: Connector 11691">
                            <a:extLst>
                              <a:ext uri="{FF2B5EF4-FFF2-40B4-BE49-F238E27FC236}">
                                <a16:creationId xmlns:a16="http://schemas.microsoft.com/office/drawing/2014/main" id="{F353C0DA-A382-455C-8A82-413BC913FD0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4559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693" name="3D Model 11692" descr="Sphere">
                                <a:extLst>
                                  <a:ext uri="{FF2B5EF4-FFF2-40B4-BE49-F238E27FC236}">
                                    <a16:creationId xmlns:a16="http://schemas.microsoft.com/office/drawing/2014/main" id="{73E2CD07-A4BC-4E54-A130-9F20607D537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00475522"/>
                                  </p:ext>
                                </p:extLst>
                              </p:nvPr>
                            </p:nvGraphicFramePr>
                            <p:xfrm>
                              <a:off x="2609177" y="164155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155" name="3D Model 2154" descr="Sphere">
                                <a:extLst>
                                  <a:ext uri="{FF2B5EF4-FFF2-40B4-BE49-F238E27FC236}">
                                    <a16:creationId xmlns:a16="http://schemas.microsoft.com/office/drawing/2014/main" id="{5529AA52-A46B-47B4-AAC2-246AF1B78AC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89897" y="223402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694" name="Flowchart: Connector 11693">
                            <a:extLst>
                              <a:ext uri="{FF2B5EF4-FFF2-40B4-BE49-F238E27FC236}">
                                <a16:creationId xmlns:a16="http://schemas.microsoft.com/office/drawing/2014/main" id="{607D6AC6-1E31-49E3-8948-27EACB3F3C2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695" name="3D Model 11694" descr="Sphere">
                                <a:extLst>
                                  <a:ext uri="{FF2B5EF4-FFF2-40B4-BE49-F238E27FC236}">
                                    <a16:creationId xmlns:a16="http://schemas.microsoft.com/office/drawing/2014/main" id="{B437CC89-7F27-41D7-BB7B-BAC8EA99CFD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622934754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6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6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157" name="3D Model 2156" descr="Sphere">
                                <a:extLst>
                                  <a:ext uri="{FF2B5EF4-FFF2-40B4-BE49-F238E27FC236}">
                                    <a16:creationId xmlns:a16="http://schemas.microsoft.com/office/drawing/2014/main" id="{11EA1A91-8B75-48A3-B089-8191363D0BF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136523" y="2250416"/>
                                <a:ext cx="51046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11456" name="Group 11455">
                        <a:extLst>
                          <a:ext uri="{FF2B5EF4-FFF2-40B4-BE49-F238E27FC236}">
                            <a16:creationId xmlns:a16="http://schemas.microsoft.com/office/drawing/2014/main" id="{272C00A0-AA76-474C-A6A1-F630FC5CCB8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3325" y="2268938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11673" name="Flowchart: Connector 11672">
                          <a:extLst>
                            <a:ext uri="{FF2B5EF4-FFF2-40B4-BE49-F238E27FC236}">
                              <a16:creationId xmlns:a16="http://schemas.microsoft.com/office/drawing/2014/main" id="{FA64D636-1ED0-4F66-8947-3D88C64F159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674" name="Flowchart: Connector 11673">
                          <a:extLst>
                            <a:ext uri="{FF2B5EF4-FFF2-40B4-BE49-F238E27FC236}">
                              <a16:creationId xmlns:a16="http://schemas.microsoft.com/office/drawing/2014/main" id="{0B7D1B24-7FE7-4B1B-AC8C-01A39190C20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675" name="Flowchart: Connector 11674">
                          <a:extLst>
                            <a:ext uri="{FF2B5EF4-FFF2-40B4-BE49-F238E27FC236}">
                              <a16:creationId xmlns:a16="http://schemas.microsoft.com/office/drawing/2014/main" id="{F9F377D5-514D-46DD-A48A-8C8EEEEDF61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11457" name="Flowchart: Connector 11456">
                        <a:extLst>
                          <a:ext uri="{FF2B5EF4-FFF2-40B4-BE49-F238E27FC236}">
                            <a16:creationId xmlns:a16="http://schemas.microsoft.com/office/drawing/2014/main" id="{A5430261-26E5-4BE6-9E76-B0C665D664C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37026" y="201261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458" name="Flowchart: Connector 11457">
                        <a:extLst>
                          <a:ext uri="{FF2B5EF4-FFF2-40B4-BE49-F238E27FC236}">
                            <a16:creationId xmlns:a16="http://schemas.microsoft.com/office/drawing/2014/main" id="{19A079F9-9245-42E9-AE28-FC55691F1D9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588002" y="208727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11459" name="Group 11458">
                        <a:extLst>
                          <a:ext uri="{FF2B5EF4-FFF2-40B4-BE49-F238E27FC236}">
                            <a16:creationId xmlns:a16="http://schemas.microsoft.com/office/drawing/2014/main" id="{9B3C1B2B-AD2E-4399-B919-CB076166D611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228750">
                        <a:off x="1171220" y="1918660"/>
                        <a:ext cx="698062" cy="387533"/>
                        <a:chOff x="854933" y="2290871"/>
                        <a:chExt cx="698062" cy="387533"/>
                      </a:xfrm>
                    </p:grpSpPr>
                    <p:sp>
                      <p:nvSpPr>
                        <p:cNvPr id="11670" name="Flowchart: Connector 11669">
                          <a:extLst>
                            <a:ext uri="{FF2B5EF4-FFF2-40B4-BE49-F238E27FC236}">
                              <a16:creationId xmlns:a16="http://schemas.microsoft.com/office/drawing/2014/main" id="{82373EDD-420F-49D2-B7AD-58485CB9D96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3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671" name="Flowchart: Connector 11670">
                          <a:extLst>
                            <a:ext uri="{FF2B5EF4-FFF2-40B4-BE49-F238E27FC236}">
                              <a16:creationId xmlns:a16="http://schemas.microsoft.com/office/drawing/2014/main" id="{BBD86F0B-53FF-45CA-A02B-E374499887C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5206" y="2377897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672" name="Flowchart: Connector 11671">
                          <a:extLst>
                            <a:ext uri="{FF2B5EF4-FFF2-40B4-BE49-F238E27FC236}">
                              <a16:creationId xmlns:a16="http://schemas.microsoft.com/office/drawing/2014/main" id="{DFF7E0AC-A5DF-42BC-9C46-EA1EF2C8196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41136" y="2462404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1460" name="Group 11459">
                        <a:extLst>
                          <a:ext uri="{FF2B5EF4-FFF2-40B4-BE49-F238E27FC236}">
                            <a16:creationId xmlns:a16="http://schemas.microsoft.com/office/drawing/2014/main" id="{4769480D-5CFD-4F10-847C-6D2EDFE7EEB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49741" y="1890320"/>
                        <a:ext cx="1098636" cy="1497980"/>
                        <a:chOff x="2089993" y="1501770"/>
                        <a:chExt cx="1098636" cy="1497980"/>
                      </a:xfrm>
                    </p:grpSpPr>
                    <p:grpSp>
                      <p:nvGrpSpPr>
                        <p:cNvPr id="11605" name="Group 11604">
                          <a:extLst>
                            <a:ext uri="{FF2B5EF4-FFF2-40B4-BE49-F238E27FC236}">
                              <a16:creationId xmlns:a16="http://schemas.microsoft.com/office/drawing/2014/main" id="{83C555C9-D8CC-42DB-A6E2-7973AF83D18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34990"/>
                          <a:ext cx="101484" cy="1051941"/>
                          <a:chOff x="1800622" y="2329236"/>
                          <a:chExt cx="101484" cy="1051941"/>
                        </a:xfrm>
                      </p:grpSpPr>
                      <p:sp>
                        <p:nvSpPr>
                          <p:cNvPr id="11666" name="Flowchart: Connector 11665">
                            <a:extLst>
                              <a:ext uri="{FF2B5EF4-FFF2-40B4-BE49-F238E27FC236}">
                                <a16:creationId xmlns:a16="http://schemas.microsoft.com/office/drawing/2014/main" id="{2FEDE7A0-C0D2-466C-9C89-FD9D61DF34A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667" name="Flowchart: Connector 11666">
                            <a:extLst>
                              <a:ext uri="{FF2B5EF4-FFF2-40B4-BE49-F238E27FC236}">
                                <a16:creationId xmlns:a16="http://schemas.microsoft.com/office/drawing/2014/main" id="{D0EF1E96-9620-4F37-BEA0-A84DDE515C7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668" name="Flowchart: Connector 11667">
                            <a:extLst>
                              <a:ext uri="{FF2B5EF4-FFF2-40B4-BE49-F238E27FC236}">
                                <a16:creationId xmlns:a16="http://schemas.microsoft.com/office/drawing/2014/main" id="{D873CF77-76A7-4289-B69B-746E71D9F53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669" name="Flowchart: Connector 11668">
                            <a:extLst>
                              <a:ext uri="{FF2B5EF4-FFF2-40B4-BE49-F238E27FC236}">
                                <a16:creationId xmlns:a16="http://schemas.microsoft.com/office/drawing/2014/main" id="{8A25DF45-E061-456C-AC41-4B6AB5720EE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2923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11606" name="Group 11605">
                          <a:extLst>
                            <a:ext uri="{FF2B5EF4-FFF2-40B4-BE49-F238E27FC236}">
                              <a16:creationId xmlns:a16="http://schemas.microsoft.com/office/drawing/2014/main" id="{8F4781AA-3D97-4C47-97B0-C3CD71A0F86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01770"/>
                          <a:ext cx="1074397" cy="1497980"/>
                          <a:chOff x="2114232" y="1501770"/>
                          <a:chExt cx="1074397" cy="1497980"/>
                        </a:xfrm>
                      </p:grpSpPr>
                      <p:grpSp>
                        <p:nvGrpSpPr>
                          <p:cNvPr id="11607" name="Group 11606">
                            <a:extLst>
                              <a:ext uri="{FF2B5EF4-FFF2-40B4-BE49-F238E27FC236}">
                                <a16:creationId xmlns:a16="http://schemas.microsoft.com/office/drawing/2014/main" id="{B22B427D-1B1F-46FC-B392-1D1EBA3FB96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11658" name="Flowchart: Connector 11657">
                              <a:extLst>
                                <a:ext uri="{FF2B5EF4-FFF2-40B4-BE49-F238E27FC236}">
                                  <a16:creationId xmlns:a16="http://schemas.microsoft.com/office/drawing/2014/main" id="{48F100C2-E578-4C57-A4C1-0E9FE0D6EB1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659" name="3D Model 11658" descr="Sphere">
                                  <a:extLst>
                                    <a:ext uri="{FF2B5EF4-FFF2-40B4-BE49-F238E27FC236}">
                                      <a16:creationId xmlns:a16="http://schemas.microsoft.com/office/drawing/2014/main" id="{C1259F43-B138-484D-B8FB-A59318923CF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948112516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660" name="Flowchart: Connector 11659">
                              <a:extLst>
                                <a:ext uri="{FF2B5EF4-FFF2-40B4-BE49-F238E27FC236}">
                                  <a16:creationId xmlns:a16="http://schemas.microsoft.com/office/drawing/2014/main" id="{6473B93C-001D-4F35-BE66-DEBB2CD97ED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661" name="3D Model 11660" descr="Sphere">
                                  <a:extLst>
                                    <a:ext uri="{FF2B5EF4-FFF2-40B4-BE49-F238E27FC236}">
                                      <a16:creationId xmlns:a16="http://schemas.microsoft.com/office/drawing/2014/main" id="{C5D347DE-D2A6-4665-8820-99F9A3097BB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023837784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662" name="Flowchart: Connector 11661">
                              <a:extLst>
                                <a:ext uri="{FF2B5EF4-FFF2-40B4-BE49-F238E27FC236}">
                                  <a16:creationId xmlns:a16="http://schemas.microsoft.com/office/drawing/2014/main" id="{D7E62FF9-5EE5-4189-A2FE-72D9A4E54F0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663" name="3D Model 11662" descr="Sphere">
                                  <a:extLst>
                                    <a:ext uri="{FF2B5EF4-FFF2-40B4-BE49-F238E27FC236}">
                                      <a16:creationId xmlns:a16="http://schemas.microsoft.com/office/drawing/2014/main" id="{EAD4C955-FABD-4A4D-B815-B139E9EF0ED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18683678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664" name="Flowchart: Connector 11663">
                              <a:extLst>
                                <a:ext uri="{FF2B5EF4-FFF2-40B4-BE49-F238E27FC236}">
                                  <a16:creationId xmlns:a16="http://schemas.microsoft.com/office/drawing/2014/main" id="{A56C4B1B-B87A-445E-BE50-FB2F333E196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665" name="3D Model 11664" descr="Sphere">
                                  <a:extLst>
                                    <a:ext uri="{FF2B5EF4-FFF2-40B4-BE49-F238E27FC236}">
                                      <a16:creationId xmlns:a16="http://schemas.microsoft.com/office/drawing/2014/main" id="{71E24A0C-C03F-468D-9B4F-14D0D1F66C8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669126199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1608" name="Group 11607">
                            <a:extLst>
                              <a:ext uri="{FF2B5EF4-FFF2-40B4-BE49-F238E27FC236}">
                                <a16:creationId xmlns:a16="http://schemas.microsoft.com/office/drawing/2014/main" id="{3FB1F2AE-BF8E-4A69-AF48-D46B3CA2274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1642" name="Flowchart: Connector 11641">
                              <a:extLst>
                                <a:ext uri="{FF2B5EF4-FFF2-40B4-BE49-F238E27FC236}">
                                  <a16:creationId xmlns:a16="http://schemas.microsoft.com/office/drawing/2014/main" id="{134C3862-3DC0-44D3-8A78-70A1677CB93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643" name="Flowchart: Connector 11642">
                              <a:extLst>
                                <a:ext uri="{FF2B5EF4-FFF2-40B4-BE49-F238E27FC236}">
                                  <a16:creationId xmlns:a16="http://schemas.microsoft.com/office/drawing/2014/main" id="{4AFB8DE1-DEF9-42A9-BCE5-4F6648CAE7D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644" name="Flowchart: Connector 11643">
                              <a:extLst>
                                <a:ext uri="{FF2B5EF4-FFF2-40B4-BE49-F238E27FC236}">
                                  <a16:creationId xmlns:a16="http://schemas.microsoft.com/office/drawing/2014/main" id="{CFBC59C4-7717-47D4-BDED-117BB363D63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645" name="Flowchart: Connector 11644">
                              <a:extLst>
                                <a:ext uri="{FF2B5EF4-FFF2-40B4-BE49-F238E27FC236}">
                                  <a16:creationId xmlns:a16="http://schemas.microsoft.com/office/drawing/2014/main" id="{FA79B4BE-D5FC-4572-8C8C-81B444DC582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646" name="Flowchart: Connector 11645">
                              <a:extLst>
                                <a:ext uri="{FF2B5EF4-FFF2-40B4-BE49-F238E27FC236}">
                                  <a16:creationId xmlns:a16="http://schemas.microsoft.com/office/drawing/2014/main" id="{2B48B6BD-8B16-4F15-8812-BDD3738AA6A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647" name="Flowchart: Connector 11646">
                              <a:extLst>
                                <a:ext uri="{FF2B5EF4-FFF2-40B4-BE49-F238E27FC236}">
                                  <a16:creationId xmlns:a16="http://schemas.microsoft.com/office/drawing/2014/main" id="{99C3F28D-9813-4714-900B-3E4DF1A37EE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648" name="Flowchart: Connector 11647">
                              <a:extLst>
                                <a:ext uri="{FF2B5EF4-FFF2-40B4-BE49-F238E27FC236}">
                                  <a16:creationId xmlns:a16="http://schemas.microsoft.com/office/drawing/2014/main" id="{153616CD-1347-4480-9472-047AB1E281F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649" name="Flowchart: Connector 11648">
                              <a:extLst>
                                <a:ext uri="{FF2B5EF4-FFF2-40B4-BE49-F238E27FC236}">
                                  <a16:creationId xmlns:a16="http://schemas.microsoft.com/office/drawing/2014/main" id="{67E018DD-0B53-4183-B3B6-0E5CA931739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650" name="Flowchart: Connector 11649">
                              <a:extLst>
                                <a:ext uri="{FF2B5EF4-FFF2-40B4-BE49-F238E27FC236}">
                                  <a16:creationId xmlns:a16="http://schemas.microsoft.com/office/drawing/2014/main" id="{50B104AB-DD09-4F55-A034-A8D87096A17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651" name="3D Model 11650" descr="Sphere">
                                  <a:extLst>
                                    <a:ext uri="{FF2B5EF4-FFF2-40B4-BE49-F238E27FC236}">
                                      <a16:creationId xmlns:a16="http://schemas.microsoft.com/office/drawing/2014/main" id="{610DA716-181A-4ECE-9E1B-85ADFF29D38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934767943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652" name="Flowchart: Connector 11651">
                              <a:extLst>
                                <a:ext uri="{FF2B5EF4-FFF2-40B4-BE49-F238E27FC236}">
                                  <a16:creationId xmlns:a16="http://schemas.microsoft.com/office/drawing/2014/main" id="{9FA53D49-559F-4D16-A16D-2259F67829E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653" name="3D Model 11652" descr="Sphere">
                                  <a:extLst>
                                    <a:ext uri="{FF2B5EF4-FFF2-40B4-BE49-F238E27FC236}">
                                      <a16:creationId xmlns:a16="http://schemas.microsoft.com/office/drawing/2014/main" id="{75DDBF79-F082-448F-8996-D326F052073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132203573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654" name="Flowchart: Connector 11653">
                              <a:extLst>
                                <a:ext uri="{FF2B5EF4-FFF2-40B4-BE49-F238E27FC236}">
                                  <a16:creationId xmlns:a16="http://schemas.microsoft.com/office/drawing/2014/main" id="{D844E545-2A88-4C54-B679-994803D21B8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655" name="3D Model 11654" descr="Sphere">
                                  <a:extLst>
                                    <a:ext uri="{FF2B5EF4-FFF2-40B4-BE49-F238E27FC236}">
                                      <a16:creationId xmlns:a16="http://schemas.microsoft.com/office/drawing/2014/main" id="{1847E69B-9C3F-4931-A4A0-E07791B7AA8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35844595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656" name="Flowchart: Connector 11655">
                              <a:extLst>
                                <a:ext uri="{FF2B5EF4-FFF2-40B4-BE49-F238E27FC236}">
                                  <a16:creationId xmlns:a16="http://schemas.microsoft.com/office/drawing/2014/main" id="{D14E4705-FECE-498A-A33B-FB6A5DF4CDD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657" name="3D Model 11656" descr="Sphere">
                                  <a:extLst>
                                    <a:ext uri="{FF2B5EF4-FFF2-40B4-BE49-F238E27FC236}">
                                      <a16:creationId xmlns:a16="http://schemas.microsoft.com/office/drawing/2014/main" id="{3F2C5320-2FCC-4597-AE7B-4DFB2CC70D3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373150346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1609" name="Group 11608">
                            <a:extLst>
                              <a:ext uri="{FF2B5EF4-FFF2-40B4-BE49-F238E27FC236}">
                                <a16:creationId xmlns:a16="http://schemas.microsoft.com/office/drawing/2014/main" id="{C3910B6E-BEB5-476F-AE2A-6C8BFF4E4F3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1626" name="Flowchart: Connector 11625">
                              <a:extLst>
                                <a:ext uri="{FF2B5EF4-FFF2-40B4-BE49-F238E27FC236}">
                                  <a16:creationId xmlns:a16="http://schemas.microsoft.com/office/drawing/2014/main" id="{24FDC5AA-5DBB-4145-A511-89326B4AE345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627" name="Flowchart: Connector 11626">
                              <a:extLst>
                                <a:ext uri="{FF2B5EF4-FFF2-40B4-BE49-F238E27FC236}">
                                  <a16:creationId xmlns:a16="http://schemas.microsoft.com/office/drawing/2014/main" id="{88A80D6F-F697-4C4E-B288-229F9EB030D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628" name="Flowchart: Connector 11627">
                              <a:extLst>
                                <a:ext uri="{FF2B5EF4-FFF2-40B4-BE49-F238E27FC236}">
                                  <a16:creationId xmlns:a16="http://schemas.microsoft.com/office/drawing/2014/main" id="{776BC476-EEFE-4350-B4FD-D9BD7A4A05D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629" name="Flowchart: Connector 11628">
                              <a:extLst>
                                <a:ext uri="{FF2B5EF4-FFF2-40B4-BE49-F238E27FC236}">
                                  <a16:creationId xmlns:a16="http://schemas.microsoft.com/office/drawing/2014/main" id="{A81775DC-3CAF-40E3-A5FA-0B32CEA28B7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630" name="Flowchart: Connector 11629">
                              <a:extLst>
                                <a:ext uri="{FF2B5EF4-FFF2-40B4-BE49-F238E27FC236}">
                                  <a16:creationId xmlns:a16="http://schemas.microsoft.com/office/drawing/2014/main" id="{E69336B8-531B-43D4-B526-C112EA59C45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631" name="Flowchart: Connector 11630">
                              <a:extLst>
                                <a:ext uri="{FF2B5EF4-FFF2-40B4-BE49-F238E27FC236}">
                                  <a16:creationId xmlns:a16="http://schemas.microsoft.com/office/drawing/2014/main" id="{5CB81F4A-60B9-4254-9643-82B01B5A04C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632" name="Flowchart: Connector 11631">
                              <a:extLst>
                                <a:ext uri="{FF2B5EF4-FFF2-40B4-BE49-F238E27FC236}">
                                  <a16:creationId xmlns:a16="http://schemas.microsoft.com/office/drawing/2014/main" id="{D357BF6E-739E-4B90-A11D-E84CD6CE7D8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633" name="Flowchart: Connector 11632">
                              <a:extLst>
                                <a:ext uri="{FF2B5EF4-FFF2-40B4-BE49-F238E27FC236}">
                                  <a16:creationId xmlns:a16="http://schemas.microsoft.com/office/drawing/2014/main" id="{DEF714A4-C327-4D5B-9DCD-67F0A94CA96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634" name="Flowchart: Connector 11633">
                              <a:extLst>
                                <a:ext uri="{FF2B5EF4-FFF2-40B4-BE49-F238E27FC236}">
                                  <a16:creationId xmlns:a16="http://schemas.microsoft.com/office/drawing/2014/main" id="{C2D57BC6-B63D-439E-ACA3-45C18A862D8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635" name="3D Model 11634" descr="Sphere">
                                  <a:extLst>
                                    <a:ext uri="{FF2B5EF4-FFF2-40B4-BE49-F238E27FC236}">
                                      <a16:creationId xmlns:a16="http://schemas.microsoft.com/office/drawing/2014/main" id="{B47E23A5-A2E9-4B83-A142-D3D08852489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554835451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636" name="Flowchart: Connector 11635">
                              <a:extLst>
                                <a:ext uri="{FF2B5EF4-FFF2-40B4-BE49-F238E27FC236}">
                                  <a16:creationId xmlns:a16="http://schemas.microsoft.com/office/drawing/2014/main" id="{3D98FC3C-4673-453B-AF6B-0975A433E14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637" name="3D Model 11636" descr="Sphere">
                                  <a:extLst>
                                    <a:ext uri="{FF2B5EF4-FFF2-40B4-BE49-F238E27FC236}">
                                      <a16:creationId xmlns:a16="http://schemas.microsoft.com/office/drawing/2014/main" id="{BCA64B58-C515-487D-B531-267C1DAE76A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758749951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638" name="Flowchart: Connector 11637">
                              <a:extLst>
                                <a:ext uri="{FF2B5EF4-FFF2-40B4-BE49-F238E27FC236}">
                                  <a16:creationId xmlns:a16="http://schemas.microsoft.com/office/drawing/2014/main" id="{5D23912D-BDA8-41C8-B973-0D9BD1A0C55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639" name="3D Model 11638" descr="Sphere">
                                  <a:extLst>
                                    <a:ext uri="{FF2B5EF4-FFF2-40B4-BE49-F238E27FC236}">
                                      <a16:creationId xmlns:a16="http://schemas.microsoft.com/office/drawing/2014/main" id="{BC8BD5E6-F388-445F-B7F5-05808C4628C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084056722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640" name="Flowchart: Connector 11639">
                              <a:extLst>
                                <a:ext uri="{FF2B5EF4-FFF2-40B4-BE49-F238E27FC236}">
                                  <a16:creationId xmlns:a16="http://schemas.microsoft.com/office/drawing/2014/main" id="{853C32E0-9C5C-443C-A6E1-959611FE25B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641" name="3D Model 11640" descr="Sphere">
                                  <a:extLst>
                                    <a:ext uri="{FF2B5EF4-FFF2-40B4-BE49-F238E27FC236}">
                                      <a16:creationId xmlns:a16="http://schemas.microsoft.com/office/drawing/2014/main" id="{07D797F1-5D9C-4F53-BE06-CDC69F3A485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018539562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11610" name="Flowchart: Connector 11609">
                            <a:extLst>
                              <a:ext uri="{FF2B5EF4-FFF2-40B4-BE49-F238E27FC236}">
                                <a16:creationId xmlns:a16="http://schemas.microsoft.com/office/drawing/2014/main" id="{E6A671E5-2740-4898-9836-3BC0597EA43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611" name="Flowchart: Connector 11610">
                            <a:extLst>
                              <a:ext uri="{FF2B5EF4-FFF2-40B4-BE49-F238E27FC236}">
                                <a16:creationId xmlns:a16="http://schemas.microsoft.com/office/drawing/2014/main" id="{F517B9C5-9BFC-462C-A11D-42EB1FB5752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612" name="Flowchart: Connector 11611">
                            <a:extLst>
                              <a:ext uri="{FF2B5EF4-FFF2-40B4-BE49-F238E27FC236}">
                                <a16:creationId xmlns:a16="http://schemas.microsoft.com/office/drawing/2014/main" id="{2C05C52B-963A-4616-9B4E-F322E1892CE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613" name="Flowchart: Connector 11612">
                            <a:extLst>
                              <a:ext uri="{FF2B5EF4-FFF2-40B4-BE49-F238E27FC236}">
                                <a16:creationId xmlns:a16="http://schemas.microsoft.com/office/drawing/2014/main" id="{ED859846-478D-4507-B337-78226ECECFD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614" name="Flowchart: Connector 11613">
                            <a:extLst>
                              <a:ext uri="{FF2B5EF4-FFF2-40B4-BE49-F238E27FC236}">
                                <a16:creationId xmlns:a16="http://schemas.microsoft.com/office/drawing/2014/main" id="{5A6BA593-BB81-4A58-8655-EB576E764B7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615" name="Flowchart: Connector 11614">
                            <a:extLst>
                              <a:ext uri="{FF2B5EF4-FFF2-40B4-BE49-F238E27FC236}">
                                <a16:creationId xmlns:a16="http://schemas.microsoft.com/office/drawing/2014/main" id="{75949E03-B1A2-4677-9CAA-B9238F01B58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616" name="Flowchart: Connector 11615">
                            <a:extLst>
                              <a:ext uri="{FF2B5EF4-FFF2-40B4-BE49-F238E27FC236}">
                                <a16:creationId xmlns:a16="http://schemas.microsoft.com/office/drawing/2014/main" id="{AC83B2BA-4961-4950-BEB3-DC5ECD4DC75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617" name="Flowchart: Connector 11616">
                            <a:extLst>
                              <a:ext uri="{FF2B5EF4-FFF2-40B4-BE49-F238E27FC236}">
                                <a16:creationId xmlns:a16="http://schemas.microsoft.com/office/drawing/2014/main" id="{7F3D780D-15D4-4D6D-92DF-19528014EF5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618" name="Flowchart: Connector 11617">
                            <a:extLst>
                              <a:ext uri="{FF2B5EF4-FFF2-40B4-BE49-F238E27FC236}">
                                <a16:creationId xmlns:a16="http://schemas.microsoft.com/office/drawing/2014/main" id="{601E376B-37EE-4B3F-888C-0589197163E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619" name="3D Model 11618" descr="Sphere">
                                <a:extLst>
                                  <a:ext uri="{FF2B5EF4-FFF2-40B4-BE49-F238E27FC236}">
                                    <a16:creationId xmlns:a16="http://schemas.microsoft.com/office/drawing/2014/main" id="{A679005F-2412-4491-A14D-836EA29DDDB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592220547"/>
                                  </p:ext>
                                </p:extLst>
                              </p:nvPr>
                            </p:nvGraphicFramePr>
                            <p:xfrm>
                              <a:off x="2123911" y="1501770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81" name="3D Model 2080" descr="Sphere">
                                <a:extLst>
                                  <a:ext uri="{FF2B5EF4-FFF2-40B4-BE49-F238E27FC236}">
                                    <a16:creationId xmlns:a16="http://schemas.microsoft.com/office/drawing/2014/main" id="{BBAAC3A5-BED9-484D-8304-B5CF970DFBB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967417" y="2231580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620" name="Flowchart: Connector 11619">
                            <a:extLst>
                              <a:ext uri="{FF2B5EF4-FFF2-40B4-BE49-F238E27FC236}">
                                <a16:creationId xmlns:a16="http://schemas.microsoft.com/office/drawing/2014/main" id="{0DDE16C9-9CEB-4319-A0CD-AEF5CE647FD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621" name="3D Model 11620" descr="Sphere">
                                <a:extLst>
                                  <a:ext uri="{FF2B5EF4-FFF2-40B4-BE49-F238E27FC236}">
                                    <a16:creationId xmlns:a16="http://schemas.microsoft.com/office/drawing/2014/main" id="{608EB9E1-57A4-4392-8875-CB9C5ED6849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537493786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83" name="3D Model 2082" descr="Sphere">
                                <a:extLst>
                                  <a:ext uri="{FF2B5EF4-FFF2-40B4-BE49-F238E27FC236}">
                                    <a16:creationId xmlns:a16="http://schemas.microsoft.com/office/drawing/2014/main" id="{7F26FC5C-FF6C-4333-97E0-272A413FF94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09241" y="2246268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622" name="Flowchart: Connector 11621">
                            <a:extLst>
                              <a:ext uri="{FF2B5EF4-FFF2-40B4-BE49-F238E27FC236}">
                                <a16:creationId xmlns:a16="http://schemas.microsoft.com/office/drawing/2014/main" id="{23703E41-3576-43FD-B372-FB6B6E1B6A9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93292" y="171776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623" name="3D Model 11622" descr="Sphere">
                                <a:extLst>
                                  <a:ext uri="{FF2B5EF4-FFF2-40B4-BE49-F238E27FC236}">
                                    <a16:creationId xmlns:a16="http://schemas.microsoft.com/office/drawing/2014/main" id="{FD5D7D40-729A-4DB3-9CF5-8DCF55C5098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96868526"/>
                                  </p:ext>
                                </p:extLst>
                              </p:nvPr>
                            </p:nvGraphicFramePr>
                            <p:xfrm>
                              <a:off x="2622429" y="163823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85" name="3D Model 2084" descr="Sphere">
                                <a:extLst>
                                  <a:ext uri="{FF2B5EF4-FFF2-40B4-BE49-F238E27FC236}">
                                    <a16:creationId xmlns:a16="http://schemas.microsoft.com/office/drawing/2014/main" id="{9E0852C6-70C9-4F0E-8452-5D6F744047C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54013" y="225728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624" name="Flowchart: Connector 11623">
                            <a:extLst>
                              <a:ext uri="{FF2B5EF4-FFF2-40B4-BE49-F238E27FC236}">
                                <a16:creationId xmlns:a16="http://schemas.microsoft.com/office/drawing/2014/main" id="{E570B18F-BA81-460B-B540-7B99A229244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625" name="3D Model 11624" descr="Sphere">
                                <a:extLst>
                                  <a:ext uri="{FF2B5EF4-FFF2-40B4-BE49-F238E27FC236}">
                                    <a16:creationId xmlns:a16="http://schemas.microsoft.com/office/drawing/2014/main" id="{C4938D22-3F14-4384-BEAA-F2305B33C03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995252419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87" name="3D Model 2086" descr="Sphere">
                                <a:extLst>
                                  <a:ext uri="{FF2B5EF4-FFF2-40B4-BE49-F238E27FC236}">
                                    <a16:creationId xmlns:a16="http://schemas.microsoft.com/office/drawing/2014/main" id="{2AC3B5A0-E1C4-4789-8D7D-123C72E426F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98337" y="2274301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11461" name="Group 11460">
                        <a:extLst>
                          <a:ext uri="{FF2B5EF4-FFF2-40B4-BE49-F238E27FC236}">
                            <a16:creationId xmlns:a16="http://schemas.microsoft.com/office/drawing/2014/main" id="{DE6483FB-D1C7-47E7-AAC4-6713BE1F401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547436" y="2361226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11602" name="Flowchart: Connector 11601">
                          <a:extLst>
                            <a:ext uri="{FF2B5EF4-FFF2-40B4-BE49-F238E27FC236}">
                              <a16:creationId xmlns:a16="http://schemas.microsoft.com/office/drawing/2014/main" id="{BCFA8D7C-5F67-433F-9002-EAB02ED07A9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603" name="Flowchart: Connector 11602">
                          <a:extLst>
                            <a:ext uri="{FF2B5EF4-FFF2-40B4-BE49-F238E27FC236}">
                              <a16:creationId xmlns:a16="http://schemas.microsoft.com/office/drawing/2014/main" id="{AF7490BA-090D-437C-AA67-69A5BA983D3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604" name="Flowchart: Connector 11603">
                          <a:extLst>
                            <a:ext uri="{FF2B5EF4-FFF2-40B4-BE49-F238E27FC236}">
                              <a16:creationId xmlns:a16="http://schemas.microsoft.com/office/drawing/2014/main" id="{20F59FFD-47C6-4D0A-97F2-BD19475B880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11462" name="Flowchart: Connector 11461">
                        <a:extLst>
                          <a:ext uri="{FF2B5EF4-FFF2-40B4-BE49-F238E27FC236}">
                            <a16:creationId xmlns:a16="http://schemas.microsoft.com/office/drawing/2014/main" id="{E2E1B2BD-9281-4D78-B0CF-E191BFEB78B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19794" y="212254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463" name="Flowchart: Connector 11462">
                        <a:extLst>
                          <a:ext uri="{FF2B5EF4-FFF2-40B4-BE49-F238E27FC236}">
                            <a16:creationId xmlns:a16="http://schemas.microsoft.com/office/drawing/2014/main" id="{598CB43D-B12C-411A-BFA7-4B7641F6A6D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74020" y="218539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11464" name="Group 11463">
                        <a:extLst>
                          <a:ext uri="{FF2B5EF4-FFF2-40B4-BE49-F238E27FC236}">
                            <a16:creationId xmlns:a16="http://schemas.microsoft.com/office/drawing/2014/main" id="{5923B4AA-BE16-43B4-A99C-371896905288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18957">
                        <a:off x="941432" y="2025443"/>
                        <a:ext cx="710250" cy="369080"/>
                        <a:chOff x="854932" y="2290871"/>
                        <a:chExt cx="710250" cy="369080"/>
                      </a:xfrm>
                    </p:grpSpPr>
                    <p:sp>
                      <p:nvSpPr>
                        <p:cNvPr id="11599" name="Flowchart: Connector 11598">
                          <a:extLst>
                            <a:ext uri="{FF2B5EF4-FFF2-40B4-BE49-F238E27FC236}">
                              <a16:creationId xmlns:a16="http://schemas.microsoft.com/office/drawing/2014/main" id="{CC7ECF8B-A6DB-4C08-BE58-F8269634A8E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2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600" name="Flowchart: Connector 11599">
                          <a:extLst>
                            <a:ext uri="{FF2B5EF4-FFF2-40B4-BE49-F238E27FC236}">
                              <a16:creationId xmlns:a16="http://schemas.microsoft.com/office/drawing/2014/main" id="{CA6C2220-457F-454A-89DA-B77C9809E8B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1897" y="2377722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601" name="Flowchart: Connector 11600">
                          <a:extLst>
                            <a:ext uri="{FF2B5EF4-FFF2-40B4-BE49-F238E27FC236}">
                              <a16:creationId xmlns:a16="http://schemas.microsoft.com/office/drawing/2014/main" id="{4E219E3F-45D6-4041-A21C-9D395753753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53323" y="244395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1465" name="Group 11464">
                        <a:extLst>
                          <a:ext uri="{FF2B5EF4-FFF2-40B4-BE49-F238E27FC236}">
                            <a16:creationId xmlns:a16="http://schemas.microsoft.com/office/drawing/2014/main" id="{54C0B00E-B198-4C43-B65B-AE82316EFEF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21287" y="1995259"/>
                        <a:ext cx="1102917" cy="1484052"/>
                        <a:chOff x="2085712" y="1515698"/>
                        <a:chExt cx="1102917" cy="1484052"/>
                      </a:xfrm>
                    </p:grpSpPr>
                    <p:grpSp>
                      <p:nvGrpSpPr>
                        <p:cNvPr id="11534" name="Group 11533">
                          <a:extLst>
                            <a:ext uri="{FF2B5EF4-FFF2-40B4-BE49-F238E27FC236}">
                              <a16:creationId xmlns:a16="http://schemas.microsoft.com/office/drawing/2014/main" id="{D41567B1-D261-4A01-AD88-ED48BBE86AB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5712" y="1648950"/>
                          <a:ext cx="105765" cy="1037981"/>
                          <a:chOff x="1796341" y="2343196"/>
                          <a:chExt cx="105765" cy="1037981"/>
                        </a:xfrm>
                      </p:grpSpPr>
                      <p:sp>
                        <p:nvSpPr>
                          <p:cNvPr id="11595" name="Flowchart: Connector 11594">
                            <a:extLst>
                              <a:ext uri="{FF2B5EF4-FFF2-40B4-BE49-F238E27FC236}">
                                <a16:creationId xmlns:a16="http://schemas.microsoft.com/office/drawing/2014/main" id="{2BD4463F-43EC-4D95-B172-B4BBCE855D9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96" name="Flowchart: Connector 11595">
                            <a:extLst>
                              <a:ext uri="{FF2B5EF4-FFF2-40B4-BE49-F238E27FC236}">
                                <a16:creationId xmlns:a16="http://schemas.microsoft.com/office/drawing/2014/main" id="{129B8EFC-A9EC-4C85-ADB8-55D7DE3533D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97" name="Flowchart: Connector 11596">
                            <a:extLst>
                              <a:ext uri="{FF2B5EF4-FFF2-40B4-BE49-F238E27FC236}">
                                <a16:creationId xmlns:a16="http://schemas.microsoft.com/office/drawing/2014/main" id="{E5647353-07A5-43A8-BFC6-660249D64D6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98" name="Flowchart: Connector 11597">
                            <a:extLst>
                              <a:ext uri="{FF2B5EF4-FFF2-40B4-BE49-F238E27FC236}">
                                <a16:creationId xmlns:a16="http://schemas.microsoft.com/office/drawing/2014/main" id="{346BE234-D5D2-42BF-9068-4514B245013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796341" y="2343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11535" name="Group 11534">
                          <a:extLst>
                            <a:ext uri="{FF2B5EF4-FFF2-40B4-BE49-F238E27FC236}">
                              <a16:creationId xmlns:a16="http://schemas.microsoft.com/office/drawing/2014/main" id="{669E99F3-2FB7-4EA9-B1E1-139041DA6F1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15698"/>
                          <a:ext cx="1074397" cy="1484052"/>
                          <a:chOff x="2114232" y="1515698"/>
                          <a:chExt cx="1074397" cy="1484052"/>
                        </a:xfrm>
                      </p:grpSpPr>
                      <p:grpSp>
                        <p:nvGrpSpPr>
                          <p:cNvPr id="11536" name="Group 11535">
                            <a:extLst>
                              <a:ext uri="{FF2B5EF4-FFF2-40B4-BE49-F238E27FC236}">
                                <a16:creationId xmlns:a16="http://schemas.microsoft.com/office/drawing/2014/main" id="{8A04C083-7672-475D-9701-6A9483F6373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11587" name="Flowchart: Connector 11586">
                              <a:extLst>
                                <a:ext uri="{FF2B5EF4-FFF2-40B4-BE49-F238E27FC236}">
                                  <a16:creationId xmlns:a16="http://schemas.microsoft.com/office/drawing/2014/main" id="{D80D462C-60FD-4720-9ED4-DE99F1D521A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588" name="3D Model 11587" descr="Sphere">
                                  <a:extLst>
                                    <a:ext uri="{FF2B5EF4-FFF2-40B4-BE49-F238E27FC236}">
                                      <a16:creationId xmlns:a16="http://schemas.microsoft.com/office/drawing/2014/main" id="{ACE03B3A-4508-4C23-B055-A2E642E4A3B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808869549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589" name="Flowchart: Connector 11588">
                              <a:extLst>
                                <a:ext uri="{FF2B5EF4-FFF2-40B4-BE49-F238E27FC236}">
                                  <a16:creationId xmlns:a16="http://schemas.microsoft.com/office/drawing/2014/main" id="{2689370C-85FA-46BC-8D36-0D0F44E5975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590" name="3D Model 11589" descr="Sphere">
                                  <a:extLst>
                                    <a:ext uri="{FF2B5EF4-FFF2-40B4-BE49-F238E27FC236}">
                                      <a16:creationId xmlns:a16="http://schemas.microsoft.com/office/drawing/2014/main" id="{4103FED8-1FB6-4B16-BBE2-8E9F6BE3257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673422149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591" name="Flowchart: Connector 11590">
                              <a:extLst>
                                <a:ext uri="{FF2B5EF4-FFF2-40B4-BE49-F238E27FC236}">
                                  <a16:creationId xmlns:a16="http://schemas.microsoft.com/office/drawing/2014/main" id="{64288010-49D4-4D59-9BBE-42F864E3A38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592" name="3D Model 11591" descr="Sphere">
                                  <a:extLst>
                                    <a:ext uri="{FF2B5EF4-FFF2-40B4-BE49-F238E27FC236}">
                                      <a16:creationId xmlns:a16="http://schemas.microsoft.com/office/drawing/2014/main" id="{08F94722-0437-4D30-AD74-FF557B1AD59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401535118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593" name="Flowchart: Connector 11592">
                              <a:extLst>
                                <a:ext uri="{FF2B5EF4-FFF2-40B4-BE49-F238E27FC236}">
                                  <a16:creationId xmlns:a16="http://schemas.microsoft.com/office/drawing/2014/main" id="{FFA2FA62-1887-4433-B626-44C1C3E3477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594" name="3D Model 11593" descr="Sphere">
                                  <a:extLst>
                                    <a:ext uri="{FF2B5EF4-FFF2-40B4-BE49-F238E27FC236}">
                                      <a16:creationId xmlns:a16="http://schemas.microsoft.com/office/drawing/2014/main" id="{3C8EB4FE-8BC6-4F28-8036-CD392F9A928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24125263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1537" name="Group 11536">
                            <a:extLst>
                              <a:ext uri="{FF2B5EF4-FFF2-40B4-BE49-F238E27FC236}">
                                <a16:creationId xmlns:a16="http://schemas.microsoft.com/office/drawing/2014/main" id="{9E2176F3-7540-4EBB-ADAE-C65FBC2A214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1571" name="Flowchart: Connector 11570">
                              <a:extLst>
                                <a:ext uri="{FF2B5EF4-FFF2-40B4-BE49-F238E27FC236}">
                                  <a16:creationId xmlns:a16="http://schemas.microsoft.com/office/drawing/2014/main" id="{927A82AF-4672-4269-9F7A-20760580B3A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572" name="Flowchart: Connector 11571">
                              <a:extLst>
                                <a:ext uri="{FF2B5EF4-FFF2-40B4-BE49-F238E27FC236}">
                                  <a16:creationId xmlns:a16="http://schemas.microsoft.com/office/drawing/2014/main" id="{A1BC9A48-470C-418A-902D-17411164C24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573" name="Flowchart: Connector 11572">
                              <a:extLst>
                                <a:ext uri="{FF2B5EF4-FFF2-40B4-BE49-F238E27FC236}">
                                  <a16:creationId xmlns:a16="http://schemas.microsoft.com/office/drawing/2014/main" id="{8A08EF7C-E445-4133-909B-7C64E8AD575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574" name="Flowchart: Connector 11573">
                              <a:extLst>
                                <a:ext uri="{FF2B5EF4-FFF2-40B4-BE49-F238E27FC236}">
                                  <a16:creationId xmlns:a16="http://schemas.microsoft.com/office/drawing/2014/main" id="{C59530D0-A16F-4B65-B38D-1D8AAD4174B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575" name="Flowchart: Connector 11574">
                              <a:extLst>
                                <a:ext uri="{FF2B5EF4-FFF2-40B4-BE49-F238E27FC236}">
                                  <a16:creationId xmlns:a16="http://schemas.microsoft.com/office/drawing/2014/main" id="{BB806833-6090-429E-9EBF-9C793235930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576" name="Flowchart: Connector 11575">
                              <a:extLst>
                                <a:ext uri="{FF2B5EF4-FFF2-40B4-BE49-F238E27FC236}">
                                  <a16:creationId xmlns:a16="http://schemas.microsoft.com/office/drawing/2014/main" id="{39BE05BE-C58C-450B-95D7-9611F34DAF8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577" name="Flowchart: Connector 11576">
                              <a:extLst>
                                <a:ext uri="{FF2B5EF4-FFF2-40B4-BE49-F238E27FC236}">
                                  <a16:creationId xmlns:a16="http://schemas.microsoft.com/office/drawing/2014/main" id="{73218350-AB6B-4164-A0A1-A8DDA85C102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578" name="Flowchart: Connector 11577">
                              <a:extLst>
                                <a:ext uri="{FF2B5EF4-FFF2-40B4-BE49-F238E27FC236}">
                                  <a16:creationId xmlns:a16="http://schemas.microsoft.com/office/drawing/2014/main" id="{5C8169B0-BA6A-4DEF-9E44-FB68E2503F0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579" name="Flowchart: Connector 11578">
                              <a:extLst>
                                <a:ext uri="{FF2B5EF4-FFF2-40B4-BE49-F238E27FC236}">
                                  <a16:creationId xmlns:a16="http://schemas.microsoft.com/office/drawing/2014/main" id="{088A87DF-1D8A-4035-A0B1-0225E66ADF5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580" name="3D Model 11579" descr="Sphere">
                                  <a:extLst>
                                    <a:ext uri="{FF2B5EF4-FFF2-40B4-BE49-F238E27FC236}">
                                      <a16:creationId xmlns:a16="http://schemas.microsoft.com/office/drawing/2014/main" id="{375E7404-CC51-4572-B0FA-BFAFCD01F5C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74027472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581" name="Flowchart: Connector 11580">
                              <a:extLst>
                                <a:ext uri="{FF2B5EF4-FFF2-40B4-BE49-F238E27FC236}">
                                  <a16:creationId xmlns:a16="http://schemas.microsoft.com/office/drawing/2014/main" id="{BF691A17-CB33-40AF-96EE-3E860AD7C15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582" name="3D Model 11581" descr="Sphere">
                                  <a:extLst>
                                    <a:ext uri="{FF2B5EF4-FFF2-40B4-BE49-F238E27FC236}">
                                      <a16:creationId xmlns:a16="http://schemas.microsoft.com/office/drawing/2014/main" id="{F8C8FFC1-79CF-4D92-8A79-6E42D79AB80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633834281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583" name="Flowchart: Connector 11582">
                              <a:extLst>
                                <a:ext uri="{FF2B5EF4-FFF2-40B4-BE49-F238E27FC236}">
                                  <a16:creationId xmlns:a16="http://schemas.microsoft.com/office/drawing/2014/main" id="{B76FB9C1-88CB-4209-80DA-4AF5B837455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584" name="3D Model 11583" descr="Sphere">
                                  <a:extLst>
                                    <a:ext uri="{FF2B5EF4-FFF2-40B4-BE49-F238E27FC236}">
                                      <a16:creationId xmlns:a16="http://schemas.microsoft.com/office/drawing/2014/main" id="{E628FBA1-3A03-447E-A2A9-83D6DD304FD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315912549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585" name="Flowchart: Connector 11584">
                              <a:extLst>
                                <a:ext uri="{FF2B5EF4-FFF2-40B4-BE49-F238E27FC236}">
                                  <a16:creationId xmlns:a16="http://schemas.microsoft.com/office/drawing/2014/main" id="{723D6814-88CE-4E65-B69E-30590195F03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586" name="3D Model 11585" descr="Sphere">
                                  <a:extLst>
                                    <a:ext uri="{FF2B5EF4-FFF2-40B4-BE49-F238E27FC236}">
                                      <a16:creationId xmlns:a16="http://schemas.microsoft.com/office/drawing/2014/main" id="{98E1BFCE-681C-4665-9300-43F7818DE01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738808043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1538" name="Group 11537">
                            <a:extLst>
                              <a:ext uri="{FF2B5EF4-FFF2-40B4-BE49-F238E27FC236}">
                                <a16:creationId xmlns:a16="http://schemas.microsoft.com/office/drawing/2014/main" id="{93913197-D20A-4E86-93FC-5B46419DE3E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1555" name="Flowchart: Connector 11554">
                              <a:extLst>
                                <a:ext uri="{FF2B5EF4-FFF2-40B4-BE49-F238E27FC236}">
                                  <a16:creationId xmlns:a16="http://schemas.microsoft.com/office/drawing/2014/main" id="{7C4993F4-2E7B-466C-8A48-C49044FD91B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556" name="Flowchart: Connector 11555">
                              <a:extLst>
                                <a:ext uri="{FF2B5EF4-FFF2-40B4-BE49-F238E27FC236}">
                                  <a16:creationId xmlns:a16="http://schemas.microsoft.com/office/drawing/2014/main" id="{59D1D691-FFD3-4B44-A1B3-503443EEA93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557" name="Flowchart: Connector 11556">
                              <a:extLst>
                                <a:ext uri="{FF2B5EF4-FFF2-40B4-BE49-F238E27FC236}">
                                  <a16:creationId xmlns:a16="http://schemas.microsoft.com/office/drawing/2014/main" id="{E1FC7818-EA59-4456-9BE1-D8427CB204F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558" name="Flowchart: Connector 11557">
                              <a:extLst>
                                <a:ext uri="{FF2B5EF4-FFF2-40B4-BE49-F238E27FC236}">
                                  <a16:creationId xmlns:a16="http://schemas.microsoft.com/office/drawing/2014/main" id="{19D3B07A-BE14-486C-95DF-F326A5791F6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559" name="Flowchart: Connector 11558">
                              <a:extLst>
                                <a:ext uri="{FF2B5EF4-FFF2-40B4-BE49-F238E27FC236}">
                                  <a16:creationId xmlns:a16="http://schemas.microsoft.com/office/drawing/2014/main" id="{C51968D5-29F3-4778-9273-96674EC640B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560" name="Flowchart: Connector 11559">
                              <a:extLst>
                                <a:ext uri="{FF2B5EF4-FFF2-40B4-BE49-F238E27FC236}">
                                  <a16:creationId xmlns:a16="http://schemas.microsoft.com/office/drawing/2014/main" id="{6EE8DCD8-BBDB-4A04-A642-88E5EEE80A1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561" name="Flowchart: Connector 11560">
                              <a:extLst>
                                <a:ext uri="{FF2B5EF4-FFF2-40B4-BE49-F238E27FC236}">
                                  <a16:creationId xmlns:a16="http://schemas.microsoft.com/office/drawing/2014/main" id="{E84EBCBB-6345-4E3C-92A0-C305EB38654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562" name="Flowchart: Connector 11561">
                              <a:extLst>
                                <a:ext uri="{FF2B5EF4-FFF2-40B4-BE49-F238E27FC236}">
                                  <a16:creationId xmlns:a16="http://schemas.microsoft.com/office/drawing/2014/main" id="{57952BC6-BC15-4D8D-BD76-4F30400C845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563" name="Flowchart: Connector 11562">
                              <a:extLst>
                                <a:ext uri="{FF2B5EF4-FFF2-40B4-BE49-F238E27FC236}">
                                  <a16:creationId xmlns:a16="http://schemas.microsoft.com/office/drawing/2014/main" id="{D067C952-947C-4252-BBA1-E1E0DDFEC20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564" name="3D Model 11563" descr="Sphere">
                                  <a:extLst>
                                    <a:ext uri="{FF2B5EF4-FFF2-40B4-BE49-F238E27FC236}">
                                      <a16:creationId xmlns:a16="http://schemas.microsoft.com/office/drawing/2014/main" id="{111A52BA-181E-4DBC-AEFB-2E3ECC7AC25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117693214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565" name="Flowchart: Connector 11564">
                              <a:extLst>
                                <a:ext uri="{FF2B5EF4-FFF2-40B4-BE49-F238E27FC236}">
                                  <a16:creationId xmlns:a16="http://schemas.microsoft.com/office/drawing/2014/main" id="{AADB5964-5E37-4630-8D1C-C4CEE6F3EAA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566" name="3D Model 11565" descr="Sphere">
                                  <a:extLst>
                                    <a:ext uri="{FF2B5EF4-FFF2-40B4-BE49-F238E27FC236}">
                                      <a16:creationId xmlns:a16="http://schemas.microsoft.com/office/drawing/2014/main" id="{96616361-8BE4-4A90-B8B0-C6F8A3FAB6F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800192066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567" name="Flowchart: Connector 11566">
                              <a:extLst>
                                <a:ext uri="{FF2B5EF4-FFF2-40B4-BE49-F238E27FC236}">
                                  <a16:creationId xmlns:a16="http://schemas.microsoft.com/office/drawing/2014/main" id="{17F9DA42-DA05-49F1-B976-A5FBF2B79E0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568" name="3D Model 11567" descr="Sphere">
                                  <a:extLst>
                                    <a:ext uri="{FF2B5EF4-FFF2-40B4-BE49-F238E27FC236}">
                                      <a16:creationId xmlns:a16="http://schemas.microsoft.com/office/drawing/2014/main" id="{0C3B70D6-9147-4CCB-8AD9-5E0EDD95966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75103763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569" name="Flowchart: Connector 11568">
                              <a:extLst>
                                <a:ext uri="{FF2B5EF4-FFF2-40B4-BE49-F238E27FC236}">
                                  <a16:creationId xmlns:a16="http://schemas.microsoft.com/office/drawing/2014/main" id="{A0F0B446-E3AA-4350-996B-F3DE1DDDF2C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570" name="3D Model 11569" descr="Sphere">
                                  <a:extLst>
                                    <a:ext uri="{FF2B5EF4-FFF2-40B4-BE49-F238E27FC236}">
                                      <a16:creationId xmlns:a16="http://schemas.microsoft.com/office/drawing/2014/main" id="{4A2D03A2-3EA2-4329-BE3A-83F8A1DA6C3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74011108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11539" name="Flowchart: Connector 11538">
                            <a:extLst>
                              <a:ext uri="{FF2B5EF4-FFF2-40B4-BE49-F238E27FC236}">
                                <a16:creationId xmlns:a16="http://schemas.microsoft.com/office/drawing/2014/main" id="{FF8BE712-DBD6-41AC-87D7-1A26DD0FBAA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40" name="Flowchart: Connector 11539">
                            <a:extLst>
                              <a:ext uri="{FF2B5EF4-FFF2-40B4-BE49-F238E27FC236}">
                                <a16:creationId xmlns:a16="http://schemas.microsoft.com/office/drawing/2014/main" id="{3115BE92-A95C-4D67-AAC1-9061CABFD3E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41" name="Flowchart: Connector 11540">
                            <a:extLst>
                              <a:ext uri="{FF2B5EF4-FFF2-40B4-BE49-F238E27FC236}">
                                <a16:creationId xmlns:a16="http://schemas.microsoft.com/office/drawing/2014/main" id="{6DE6FEEB-52D0-4575-886E-DB0E60FAC91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42" name="Flowchart: Connector 11541">
                            <a:extLst>
                              <a:ext uri="{FF2B5EF4-FFF2-40B4-BE49-F238E27FC236}">
                                <a16:creationId xmlns:a16="http://schemas.microsoft.com/office/drawing/2014/main" id="{B3D89097-43D2-4BEF-8A5A-65C15EDDB5F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43" name="Flowchart: Connector 11542">
                            <a:extLst>
                              <a:ext uri="{FF2B5EF4-FFF2-40B4-BE49-F238E27FC236}">
                                <a16:creationId xmlns:a16="http://schemas.microsoft.com/office/drawing/2014/main" id="{3527FF0A-7C10-4C7B-994E-17D935A919E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44" name="Flowchart: Connector 11543">
                            <a:extLst>
                              <a:ext uri="{FF2B5EF4-FFF2-40B4-BE49-F238E27FC236}">
                                <a16:creationId xmlns:a16="http://schemas.microsoft.com/office/drawing/2014/main" id="{179862A4-5873-4938-BF28-6390EB389F3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45" name="Flowchart: Connector 11544">
                            <a:extLst>
                              <a:ext uri="{FF2B5EF4-FFF2-40B4-BE49-F238E27FC236}">
                                <a16:creationId xmlns:a16="http://schemas.microsoft.com/office/drawing/2014/main" id="{56CA1A5D-0815-45CD-91B7-2B090E0B5B4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46" name="Flowchart: Connector 11545">
                            <a:extLst>
                              <a:ext uri="{FF2B5EF4-FFF2-40B4-BE49-F238E27FC236}">
                                <a16:creationId xmlns:a16="http://schemas.microsoft.com/office/drawing/2014/main" id="{4735BFDA-0A74-47E3-92FB-E1EC795362A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47" name="Flowchart: Connector 11546">
                            <a:extLst>
                              <a:ext uri="{FF2B5EF4-FFF2-40B4-BE49-F238E27FC236}">
                                <a16:creationId xmlns:a16="http://schemas.microsoft.com/office/drawing/2014/main" id="{D39EE181-56CB-4A1A-9D38-E93353A2859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548" name="3D Model 11547" descr="Sphere">
                                <a:extLst>
                                  <a:ext uri="{FF2B5EF4-FFF2-40B4-BE49-F238E27FC236}">
                                    <a16:creationId xmlns:a16="http://schemas.microsoft.com/office/drawing/2014/main" id="{22A63C40-3A0E-4CE5-8708-6B18635DB2A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876631716"/>
                                  </p:ext>
                                </p:extLst>
                              </p:nvPr>
                            </p:nvGraphicFramePr>
                            <p:xfrm>
                              <a:off x="2127272" y="1515698"/>
                              <a:ext cx="299738" cy="29973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7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4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10" name="3D Model 2009" descr="Sphere">
                                <a:extLst>
                                  <a:ext uri="{FF2B5EF4-FFF2-40B4-BE49-F238E27FC236}">
                                    <a16:creationId xmlns:a16="http://schemas.microsoft.com/office/drawing/2014/main" id="{71FCEC8E-86F4-4519-A136-94668103656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929061" y="2251345"/>
                                <a:ext cx="52067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549" name="Flowchart: Connector 11548">
                            <a:extLst>
                              <a:ext uri="{FF2B5EF4-FFF2-40B4-BE49-F238E27FC236}">
                                <a16:creationId xmlns:a16="http://schemas.microsoft.com/office/drawing/2014/main" id="{1C2E00C7-92BD-4CF2-BA4B-1871C3E9681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550" name="3D Model 11549" descr="Sphere">
                                <a:extLst>
                                  <a:ext uri="{FF2B5EF4-FFF2-40B4-BE49-F238E27FC236}">
                                    <a16:creationId xmlns:a16="http://schemas.microsoft.com/office/drawing/2014/main" id="{F1972C68-CE88-454A-8718-A05D4D76A5D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302012811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12" name="3D Model 2011" descr="Sphere">
                                <a:extLst>
                                  <a:ext uri="{FF2B5EF4-FFF2-40B4-BE49-F238E27FC236}">
                                    <a16:creationId xmlns:a16="http://schemas.microsoft.com/office/drawing/2014/main" id="{788F27E3-2BFB-47D9-938E-4075BE76CAAA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970301" y="2263409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551" name="Flowchart: Connector 11550">
                            <a:extLst>
                              <a:ext uri="{FF2B5EF4-FFF2-40B4-BE49-F238E27FC236}">
                                <a16:creationId xmlns:a16="http://schemas.microsoft.com/office/drawing/2014/main" id="{E031DB04-BCBA-4377-8CD3-496A821B304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6940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552" name="3D Model 11551" descr="Sphere">
                                <a:extLst>
                                  <a:ext uri="{FF2B5EF4-FFF2-40B4-BE49-F238E27FC236}">
                                    <a16:creationId xmlns:a16="http://schemas.microsoft.com/office/drawing/2014/main" id="{79E8F435-05ED-4D94-9F62-7B2AC19403D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88357005"/>
                                  </p:ext>
                                </p:extLst>
                              </p:nvPr>
                            </p:nvGraphicFramePr>
                            <p:xfrm>
                              <a:off x="2609177" y="164853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14" name="3D Model 2013" descr="Sphere">
                                <a:extLst>
                                  <a:ext uri="{FF2B5EF4-FFF2-40B4-BE49-F238E27FC236}">
                                    <a16:creationId xmlns:a16="http://schemas.microsoft.com/office/drawing/2014/main" id="{DC34F8CE-4DD0-42E3-B1B7-88AE23A51C5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12771" y="227636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553" name="Flowchart: Connector 11552">
                            <a:extLst>
                              <a:ext uri="{FF2B5EF4-FFF2-40B4-BE49-F238E27FC236}">
                                <a16:creationId xmlns:a16="http://schemas.microsoft.com/office/drawing/2014/main" id="{C060C933-C67E-4325-8DCA-75858535C61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554" name="3D Model 11553" descr="Sphere">
                                <a:extLst>
                                  <a:ext uri="{FF2B5EF4-FFF2-40B4-BE49-F238E27FC236}">
                                    <a16:creationId xmlns:a16="http://schemas.microsoft.com/office/drawing/2014/main" id="{DBEB954E-F71B-4526-926B-C43CDF0F8B8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37407622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16" name="3D Model 2015" descr="Sphere">
                                <a:extLst>
                                  <a:ext uri="{FF2B5EF4-FFF2-40B4-BE49-F238E27FC236}">
                                    <a16:creationId xmlns:a16="http://schemas.microsoft.com/office/drawing/2014/main" id="{10744BAC-FCCF-4132-AEE4-D2CDDC78840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59397" y="2291443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sp>
                    <p:nvSpPr>
                      <p:cNvPr id="11466" name="Flowchart: Connector 11465">
                        <a:extLst>
                          <a:ext uri="{FF2B5EF4-FFF2-40B4-BE49-F238E27FC236}">
                            <a16:creationId xmlns:a16="http://schemas.microsoft.com/office/drawing/2014/main" id="{86BD1E9F-AE61-4BFA-9B89-588D764A6E0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06374" y="21384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467" name="Flowchart: Connector 11466">
                        <a:extLst>
                          <a:ext uri="{FF2B5EF4-FFF2-40B4-BE49-F238E27FC236}">
                            <a16:creationId xmlns:a16="http://schemas.microsoft.com/office/drawing/2014/main" id="{1B331ED3-9A79-49D4-8B78-F1C0605A7F5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886236" y="22322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468" name="Flowchart: Connector 11467">
                        <a:extLst>
                          <a:ext uri="{FF2B5EF4-FFF2-40B4-BE49-F238E27FC236}">
                            <a16:creationId xmlns:a16="http://schemas.microsoft.com/office/drawing/2014/main" id="{26090DFA-CEF9-4358-8231-136DCA73705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952806" y="22254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469" name="Flowchart: Connector 11468">
                        <a:extLst>
                          <a:ext uri="{FF2B5EF4-FFF2-40B4-BE49-F238E27FC236}">
                            <a16:creationId xmlns:a16="http://schemas.microsoft.com/office/drawing/2014/main" id="{7B812FD2-DAA7-41FD-9C81-5E1B3E0560F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0272" y="25040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470" name="Flowchart: Connector 11469">
                        <a:extLst>
                          <a:ext uri="{FF2B5EF4-FFF2-40B4-BE49-F238E27FC236}">
                            <a16:creationId xmlns:a16="http://schemas.microsoft.com/office/drawing/2014/main" id="{0F586854-D003-4B2B-B581-5F20A25AD5F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20633" y="28301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471" name="Flowchart: Connector 11470">
                        <a:extLst>
                          <a:ext uri="{FF2B5EF4-FFF2-40B4-BE49-F238E27FC236}">
                            <a16:creationId xmlns:a16="http://schemas.microsoft.com/office/drawing/2014/main" id="{E15C3008-1505-41B7-91B1-97876D95E72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29128" y="231321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472" name="Flowchart: Connector 11471">
                        <a:extLst>
                          <a:ext uri="{FF2B5EF4-FFF2-40B4-BE49-F238E27FC236}">
                            <a16:creationId xmlns:a16="http://schemas.microsoft.com/office/drawing/2014/main" id="{A920892D-2F36-4C81-9F98-917D1A24397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211385" y="230237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473" name="Flowchart: Connector 11472">
                        <a:extLst>
                          <a:ext uri="{FF2B5EF4-FFF2-40B4-BE49-F238E27FC236}">
                            <a16:creationId xmlns:a16="http://schemas.microsoft.com/office/drawing/2014/main" id="{FE470139-50CF-4FA1-BD29-E15731466E4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1097" y="31484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grpSp>
                    <p:nvGrpSpPr>
                      <p:cNvPr id="11474" name="Group 11473">
                        <a:extLst>
                          <a:ext uri="{FF2B5EF4-FFF2-40B4-BE49-F238E27FC236}">
                            <a16:creationId xmlns:a16="http://schemas.microsoft.com/office/drawing/2014/main" id="{B5FD564F-1041-4990-9D3D-F4FD31B8695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20511" y="2127869"/>
                        <a:ext cx="1073693" cy="1496391"/>
                        <a:chOff x="2114936" y="1503359"/>
                        <a:chExt cx="1073693" cy="1496391"/>
                      </a:xfrm>
                    </p:grpSpPr>
                    <p:grpSp>
                      <p:nvGrpSpPr>
                        <p:cNvPr id="11475" name="Group 11474">
                          <a:extLst>
                            <a:ext uri="{FF2B5EF4-FFF2-40B4-BE49-F238E27FC236}">
                              <a16:creationId xmlns:a16="http://schemas.microsoft.com/office/drawing/2014/main" id="{882C7AF2-F494-440A-992F-CE8A2103EDF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7974" y="2474038"/>
                          <a:ext cx="1060655" cy="525712"/>
                          <a:chOff x="3721252" y="1733424"/>
                          <a:chExt cx="1060655" cy="525712"/>
                        </a:xfrm>
                      </p:grpSpPr>
                      <p:sp>
                        <p:nvSpPr>
                          <p:cNvPr id="11526" name="Flowchart: Connector 11525">
                            <a:extLst>
                              <a:ext uri="{FF2B5EF4-FFF2-40B4-BE49-F238E27FC236}">
                                <a16:creationId xmlns:a16="http://schemas.microsoft.com/office/drawing/2014/main" id="{5D34F406-48A2-45AD-A44D-99E0924218E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527" name="3D Model 11526" descr="Sphere">
                                <a:extLst>
                                  <a:ext uri="{FF2B5EF4-FFF2-40B4-BE49-F238E27FC236}">
                                    <a16:creationId xmlns:a16="http://schemas.microsoft.com/office/drawing/2014/main" id="{0BB480CF-9E68-4544-97D3-DD6470D9C19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427688818"/>
                                  </p:ext>
                                </p:extLst>
                              </p:nvPr>
                            </p:nvGraphicFramePr>
                            <p:xfrm>
                              <a:off x="3721252" y="1733424"/>
                              <a:ext cx="299739" cy="299738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6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989" name="3D Model 1988" descr="Sphere">
                                <a:extLst>
                                  <a:ext uri="{FF2B5EF4-FFF2-40B4-BE49-F238E27FC236}">
                                    <a16:creationId xmlns:a16="http://schemas.microsoft.com/office/drawing/2014/main" id="{3882A904-D027-4C5F-A2FC-FDF2A97747E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889231" y="2459147"/>
                                <a:ext cx="52066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528" name="Flowchart: Connector 11527">
                            <a:extLst>
                              <a:ext uri="{FF2B5EF4-FFF2-40B4-BE49-F238E27FC236}">
                                <a16:creationId xmlns:a16="http://schemas.microsoft.com/office/drawing/2014/main" id="{26DBCB03-774C-4156-AD28-127A7FAC5EB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529" name="3D Model 11528" descr="Sphere">
                                <a:extLst>
                                  <a:ext uri="{FF2B5EF4-FFF2-40B4-BE49-F238E27FC236}">
                                    <a16:creationId xmlns:a16="http://schemas.microsoft.com/office/drawing/2014/main" id="{A3590171-93EC-43CA-908B-D89ADED03D3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607891980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530" name="Flowchart: Connector 11529">
                            <a:extLst>
                              <a:ext uri="{FF2B5EF4-FFF2-40B4-BE49-F238E27FC236}">
                                <a16:creationId xmlns:a16="http://schemas.microsoft.com/office/drawing/2014/main" id="{3339D815-DB41-44D5-B898-10875C7F92C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531" name="3D Model 11530" descr="Sphere">
                                <a:extLst>
                                  <a:ext uri="{FF2B5EF4-FFF2-40B4-BE49-F238E27FC236}">
                                    <a16:creationId xmlns:a16="http://schemas.microsoft.com/office/drawing/2014/main" id="{A9B80188-830E-4472-8B9D-7AB698172AC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26030614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532" name="Flowchart: Connector 11531">
                            <a:extLst>
                              <a:ext uri="{FF2B5EF4-FFF2-40B4-BE49-F238E27FC236}">
                                <a16:creationId xmlns:a16="http://schemas.microsoft.com/office/drawing/2014/main" id="{854EF620-9D93-49F4-A7F3-9990361A92D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533" name="3D Model 11532" descr="Sphere">
                                <a:extLst>
                                  <a:ext uri="{FF2B5EF4-FFF2-40B4-BE49-F238E27FC236}">
                                    <a16:creationId xmlns:a16="http://schemas.microsoft.com/office/drawing/2014/main" id="{C42DA657-6E63-4388-973D-DE7740A185F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281930215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8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1476" name="Group 11475">
                          <a:extLst>
                            <a:ext uri="{FF2B5EF4-FFF2-40B4-BE49-F238E27FC236}">
                              <a16:creationId xmlns:a16="http://schemas.microsoft.com/office/drawing/2014/main" id="{0F72DCC3-01B3-4736-BFCF-BCF0968C6A6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4615" y="2140429"/>
                          <a:ext cx="1064014" cy="637179"/>
                          <a:chOff x="3717893" y="1719497"/>
                          <a:chExt cx="1064014" cy="637179"/>
                        </a:xfrm>
                      </p:grpSpPr>
                      <p:sp>
                        <p:nvSpPr>
                          <p:cNvPr id="11510" name="Flowchart: Connector 11509">
                            <a:extLst>
                              <a:ext uri="{FF2B5EF4-FFF2-40B4-BE49-F238E27FC236}">
                                <a16:creationId xmlns:a16="http://schemas.microsoft.com/office/drawing/2014/main" id="{080ED4B3-AC81-4BF1-8429-D2FEBD8739A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11" name="Flowchart: Connector 11510">
                            <a:extLst>
                              <a:ext uri="{FF2B5EF4-FFF2-40B4-BE49-F238E27FC236}">
                                <a16:creationId xmlns:a16="http://schemas.microsoft.com/office/drawing/2014/main" id="{4BF81B1F-91B7-47D4-BAB8-9FA8D26436D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12" name="Flowchart: Connector 11511">
                            <a:extLst>
                              <a:ext uri="{FF2B5EF4-FFF2-40B4-BE49-F238E27FC236}">
                                <a16:creationId xmlns:a16="http://schemas.microsoft.com/office/drawing/2014/main" id="{10E11F3A-4B3D-483A-868E-C6AF147091C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13" name="Flowchart: Connector 11512">
                            <a:extLst>
                              <a:ext uri="{FF2B5EF4-FFF2-40B4-BE49-F238E27FC236}">
                                <a16:creationId xmlns:a16="http://schemas.microsoft.com/office/drawing/2014/main" id="{0900FDFD-D895-459E-928C-698910D3A5C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14" name="Flowchart: Connector 11513">
                            <a:extLst>
                              <a:ext uri="{FF2B5EF4-FFF2-40B4-BE49-F238E27FC236}">
                                <a16:creationId xmlns:a16="http://schemas.microsoft.com/office/drawing/2014/main" id="{DFA0B5C1-4BD2-4D55-BE93-F5E47A818B1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15" name="Flowchart: Connector 11514">
                            <a:extLst>
                              <a:ext uri="{FF2B5EF4-FFF2-40B4-BE49-F238E27FC236}">
                                <a16:creationId xmlns:a16="http://schemas.microsoft.com/office/drawing/2014/main" id="{705791BF-12FA-4EE5-94DB-BE1EFB0C529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16" name="Flowchart: Connector 11515">
                            <a:extLst>
                              <a:ext uri="{FF2B5EF4-FFF2-40B4-BE49-F238E27FC236}">
                                <a16:creationId xmlns:a16="http://schemas.microsoft.com/office/drawing/2014/main" id="{E2F8B3DD-AA80-4FF2-8F41-A91DEE5F56A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17" name="Flowchart: Connector 11516">
                            <a:extLst>
                              <a:ext uri="{FF2B5EF4-FFF2-40B4-BE49-F238E27FC236}">
                                <a16:creationId xmlns:a16="http://schemas.microsoft.com/office/drawing/2014/main" id="{727F94FA-95FD-4EF5-84C3-95E5AB3E5CC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18" name="Flowchart: Connector 11517">
                            <a:extLst>
                              <a:ext uri="{FF2B5EF4-FFF2-40B4-BE49-F238E27FC236}">
                                <a16:creationId xmlns:a16="http://schemas.microsoft.com/office/drawing/2014/main" id="{3D0E2A80-96B9-425B-B3C5-3846720892C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519" name="3D Model 11518" descr="Sphere">
                                <a:extLst>
                                  <a:ext uri="{FF2B5EF4-FFF2-40B4-BE49-F238E27FC236}">
                                    <a16:creationId xmlns:a16="http://schemas.microsoft.com/office/drawing/2014/main" id="{A28B06EE-11C9-4E8F-ABB7-C07810A6347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470404308"/>
                                  </p:ext>
                                </p:extLst>
                              </p:nvPr>
                            </p:nvGraphicFramePr>
                            <p:xfrm>
                              <a:off x="3717893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981" name="3D Model 1980" descr="Sphere">
                                <a:extLst>
                                  <a:ext uri="{FF2B5EF4-FFF2-40B4-BE49-F238E27FC236}">
                                    <a16:creationId xmlns:a16="http://schemas.microsoft.com/office/drawing/2014/main" id="{A03C3A75-C275-4B6C-A458-29EA069001C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888647" y="239631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520" name="Flowchart: Connector 11519">
                            <a:extLst>
                              <a:ext uri="{FF2B5EF4-FFF2-40B4-BE49-F238E27FC236}">
                                <a16:creationId xmlns:a16="http://schemas.microsoft.com/office/drawing/2014/main" id="{05F5E886-8942-4E41-9D91-861C71A6511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521" name="3D Model 11520" descr="Sphere">
                                <a:extLst>
                                  <a:ext uri="{FF2B5EF4-FFF2-40B4-BE49-F238E27FC236}">
                                    <a16:creationId xmlns:a16="http://schemas.microsoft.com/office/drawing/2014/main" id="{AC91ABB3-95EB-4FEA-AF12-056988426D7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972191564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522" name="Flowchart: Connector 11521">
                            <a:extLst>
                              <a:ext uri="{FF2B5EF4-FFF2-40B4-BE49-F238E27FC236}">
                                <a16:creationId xmlns:a16="http://schemas.microsoft.com/office/drawing/2014/main" id="{72813D85-7982-45C9-8522-6DBE7552B27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523" name="3D Model 11522" descr="Sphere">
                                <a:extLst>
                                  <a:ext uri="{FF2B5EF4-FFF2-40B4-BE49-F238E27FC236}">
                                    <a16:creationId xmlns:a16="http://schemas.microsoft.com/office/drawing/2014/main" id="{CF8D0569-0CB3-4C2F-85E9-EF0C155977D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652208317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524" name="Flowchart: Connector 11523">
                            <a:extLst>
                              <a:ext uri="{FF2B5EF4-FFF2-40B4-BE49-F238E27FC236}">
                                <a16:creationId xmlns:a16="http://schemas.microsoft.com/office/drawing/2014/main" id="{2C83FB52-756E-4D9B-83F8-0E9C1892369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525" name="3D Model 11524" descr="Sphere">
                                <a:extLst>
                                  <a:ext uri="{FF2B5EF4-FFF2-40B4-BE49-F238E27FC236}">
                                    <a16:creationId xmlns:a16="http://schemas.microsoft.com/office/drawing/2014/main" id="{2DB9BC3C-F631-4DBF-9CE2-7C9D79F08A5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947207598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1477" name="Group 11476">
                          <a:extLst>
                            <a:ext uri="{FF2B5EF4-FFF2-40B4-BE49-F238E27FC236}">
                              <a16:creationId xmlns:a16="http://schemas.microsoft.com/office/drawing/2014/main" id="{339352BE-7FFF-4639-9215-50F69133E43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936" y="1817250"/>
                          <a:ext cx="1064014" cy="643455"/>
                          <a:chOff x="3717893" y="1713221"/>
                          <a:chExt cx="1064014" cy="643455"/>
                        </a:xfrm>
                      </p:grpSpPr>
                      <p:sp>
                        <p:nvSpPr>
                          <p:cNvPr id="11494" name="Flowchart: Connector 11493">
                            <a:extLst>
                              <a:ext uri="{FF2B5EF4-FFF2-40B4-BE49-F238E27FC236}">
                                <a16:creationId xmlns:a16="http://schemas.microsoft.com/office/drawing/2014/main" id="{AEB71CEB-0780-4084-A4F0-44D9DD1ABA9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495" name="Flowchart: Connector 11494">
                            <a:extLst>
                              <a:ext uri="{FF2B5EF4-FFF2-40B4-BE49-F238E27FC236}">
                                <a16:creationId xmlns:a16="http://schemas.microsoft.com/office/drawing/2014/main" id="{06BB6D37-71BA-4973-9621-865AE44B34C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496" name="Flowchart: Connector 11495">
                            <a:extLst>
                              <a:ext uri="{FF2B5EF4-FFF2-40B4-BE49-F238E27FC236}">
                                <a16:creationId xmlns:a16="http://schemas.microsoft.com/office/drawing/2014/main" id="{AB0F118C-7BB9-4558-B4A6-F1668A0FC5E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497" name="Flowchart: Connector 11496">
                            <a:extLst>
                              <a:ext uri="{FF2B5EF4-FFF2-40B4-BE49-F238E27FC236}">
                                <a16:creationId xmlns:a16="http://schemas.microsoft.com/office/drawing/2014/main" id="{D5AD14BD-2CE6-49C7-88B6-0FF04A5B5A5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498" name="Flowchart: Connector 11497">
                            <a:extLst>
                              <a:ext uri="{FF2B5EF4-FFF2-40B4-BE49-F238E27FC236}">
                                <a16:creationId xmlns:a16="http://schemas.microsoft.com/office/drawing/2014/main" id="{DB848036-E239-4E76-A940-B927A10BD3A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499" name="Flowchart: Connector 11498">
                            <a:extLst>
                              <a:ext uri="{FF2B5EF4-FFF2-40B4-BE49-F238E27FC236}">
                                <a16:creationId xmlns:a16="http://schemas.microsoft.com/office/drawing/2014/main" id="{C21C89E2-9AA0-42FA-BCE5-25E53E7DD2A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00" name="Flowchart: Connector 11499">
                            <a:extLst>
                              <a:ext uri="{FF2B5EF4-FFF2-40B4-BE49-F238E27FC236}">
                                <a16:creationId xmlns:a16="http://schemas.microsoft.com/office/drawing/2014/main" id="{AA929A88-D3E7-4DA1-9295-194747B3376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01" name="Flowchart: Connector 11500">
                            <a:extLst>
                              <a:ext uri="{FF2B5EF4-FFF2-40B4-BE49-F238E27FC236}">
                                <a16:creationId xmlns:a16="http://schemas.microsoft.com/office/drawing/2014/main" id="{7E087911-C36B-439A-9F33-640F433757D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02" name="Flowchart: Connector 11501">
                            <a:extLst>
                              <a:ext uri="{FF2B5EF4-FFF2-40B4-BE49-F238E27FC236}">
                                <a16:creationId xmlns:a16="http://schemas.microsoft.com/office/drawing/2014/main" id="{A01C55B3-14A5-4F65-B188-EA0BFC73C3E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503" name="3D Model 11502" descr="Sphere">
                                <a:extLst>
                                  <a:ext uri="{FF2B5EF4-FFF2-40B4-BE49-F238E27FC236}">
                                    <a16:creationId xmlns:a16="http://schemas.microsoft.com/office/drawing/2014/main" id="{982226A6-2211-4BC3-B773-D3CA8A25FB9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072567974"/>
                                  </p:ext>
                                </p:extLst>
                              </p:nvPr>
                            </p:nvGraphicFramePr>
                            <p:xfrm>
                              <a:off x="3717893" y="171322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965" name="3D Model 1964" descr="Sphere">
                                <a:extLst>
                                  <a:ext uri="{FF2B5EF4-FFF2-40B4-BE49-F238E27FC236}">
                                    <a16:creationId xmlns:a16="http://schemas.microsoft.com/office/drawing/2014/main" id="{7712D0F4-51F9-435D-8714-F237BFAD331D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886966" y="233544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504" name="Flowchart: Connector 11503">
                            <a:extLst>
                              <a:ext uri="{FF2B5EF4-FFF2-40B4-BE49-F238E27FC236}">
                                <a16:creationId xmlns:a16="http://schemas.microsoft.com/office/drawing/2014/main" id="{34075E0C-68DD-4F2E-BC9C-E0C50EDF73A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505" name="3D Model 11504" descr="Sphere">
                                <a:extLst>
                                  <a:ext uri="{FF2B5EF4-FFF2-40B4-BE49-F238E27FC236}">
                                    <a16:creationId xmlns:a16="http://schemas.microsoft.com/office/drawing/2014/main" id="{8FF67493-DF55-4148-BCE5-74D90D0A77E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977949690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967" name="3D Model 1966" descr="Sphere">
                                <a:extLst>
                                  <a:ext uri="{FF2B5EF4-FFF2-40B4-BE49-F238E27FC236}">
                                    <a16:creationId xmlns:a16="http://schemas.microsoft.com/office/drawing/2014/main" id="{A4CEC350-ED3F-4BB3-9EDE-DDE31672F0F5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928667" y="235131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506" name="Flowchart: Connector 11505">
                            <a:extLst>
                              <a:ext uri="{FF2B5EF4-FFF2-40B4-BE49-F238E27FC236}">
                                <a16:creationId xmlns:a16="http://schemas.microsoft.com/office/drawing/2014/main" id="{1708DEB8-8D1E-4E49-BB32-AA336FE0452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507" name="3D Model 11506" descr="Sphere">
                                <a:extLst>
                                  <a:ext uri="{FF2B5EF4-FFF2-40B4-BE49-F238E27FC236}">
                                    <a16:creationId xmlns:a16="http://schemas.microsoft.com/office/drawing/2014/main" id="{A952770C-A5E0-4FCE-9438-D13798744C3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617759462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508" name="Flowchart: Connector 11507">
                            <a:extLst>
                              <a:ext uri="{FF2B5EF4-FFF2-40B4-BE49-F238E27FC236}">
                                <a16:creationId xmlns:a16="http://schemas.microsoft.com/office/drawing/2014/main" id="{1E06D355-E214-48AB-A3B7-4E7E559E410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509" name="3D Model 11508" descr="Sphere">
                                <a:extLst>
                                  <a:ext uri="{FF2B5EF4-FFF2-40B4-BE49-F238E27FC236}">
                                    <a16:creationId xmlns:a16="http://schemas.microsoft.com/office/drawing/2014/main" id="{96A5B99F-61B4-4FA1-A683-9CA4DC69DCA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855618145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11478" name="Flowchart: Connector 11477">
                          <a:extLst>
                            <a:ext uri="{FF2B5EF4-FFF2-40B4-BE49-F238E27FC236}">
                              <a16:creationId xmlns:a16="http://schemas.microsoft.com/office/drawing/2014/main" id="{3C0B88C4-40AF-47DE-A7E4-32BEAF3FBDE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479" name="Flowchart: Connector 11478">
                          <a:extLst>
                            <a:ext uri="{FF2B5EF4-FFF2-40B4-BE49-F238E27FC236}">
                              <a16:creationId xmlns:a16="http://schemas.microsoft.com/office/drawing/2014/main" id="{784B6A87-927C-43F5-8C9A-E3F7A645ED3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480" name="Flowchart: Connector 11479">
                          <a:extLst>
                            <a:ext uri="{FF2B5EF4-FFF2-40B4-BE49-F238E27FC236}">
                              <a16:creationId xmlns:a16="http://schemas.microsoft.com/office/drawing/2014/main" id="{C9DAE7CD-B9FE-42EC-B8D6-11BD3511792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26347" y="177334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481" name="Flowchart: Connector 11480">
                          <a:extLst>
                            <a:ext uri="{FF2B5EF4-FFF2-40B4-BE49-F238E27FC236}">
                              <a16:creationId xmlns:a16="http://schemas.microsoft.com/office/drawing/2014/main" id="{EC740965-AE2C-4FED-B0D2-2E48C83E56F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482" name="Flowchart: Connector 11481">
                          <a:extLst>
                            <a:ext uri="{FF2B5EF4-FFF2-40B4-BE49-F238E27FC236}">
                              <a16:creationId xmlns:a16="http://schemas.microsoft.com/office/drawing/2014/main" id="{58822651-8FAE-44C1-B63E-8D72057F038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483" name="Flowchart: Connector 11482">
                          <a:extLst>
                            <a:ext uri="{FF2B5EF4-FFF2-40B4-BE49-F238E27FC236}">
                              <a16:creationId xmlns:a16="http://schemas.microsoft.com/office/drawing/2014/main" id="{CD1972A8-88D5-4046-9A33-5D48A06790A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484" name="Flowchart: Connector 11483">
                          <a:extLst>
                            <a:ext uri="{FF2B5EF4-FFF2-40B4-BE49-F238E27FC236}">
                              <a16:creationId xmlns:a16="http://schemas.microsoft.com/office/drawing/2014/main" id="{4E47A0D0-EC06-42E3-BC8F-81AE9E33FEB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485" name="Flowchart: Connector 11484">
                          <a:extLst>
                            <a:ext uri="{FF2B5EF4-FFF2-40B4-BE49-F238E27FC236}">
                              <a16:creationId xmlns:a16="http://schemas.microsoft.com/office/drawing/2014/main" id="{FB4FEB8B-6AB8-442D-B51B-CEA5AEEC302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486" name="Flowchart: Connector 11485">
                          <a:extLst>
                            <a:ext uri="{FF2B5EF4-FFF2-40B4-BE49-F238E27FC236}">
                              <a16:creationId xmlns:a16="http://schemas.microsoft.com/office/drawing/2014/main" id="{A0C5EDDD-7085-403E-A79B-419349ADA04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487" name="3D Model 11486" descr="Sphere">
                              <a:extLst>
                                <a:ext uri="{FF2B5EF4-FFF2-40B4-BE49-F238E27FC236}">
                                  <a16:creationId xmlns:a16="http://schemas.microsoft.com/office/drawing/2014/main" id="{640BB2D6-819F-4E6C-A0FF-1D09F779A73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178379981"/>
                                </p:ext>
                              </p:extLst>
                            </p:nvPr>
                          </p:nvGraphicFramePr>
                          <p:xfrm>
                            <a:off x="2122087" y="1503359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433448" ay="1433014" az="-1105299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7"/>
                                </am3d:raster>
                                <am3d:objViewport viewportSz="5757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949" name="3D Model 1948" descr="Sphere">
                              <a:extLst>
                                <a:ext uri="{FF2B5EF4-FFF2-40B4-BE49-F238E27FC236}">
                                  <a16:creationId xmlns:a16="http://schemas.microsoft.com/office/drawing/2014/main" id="{A8FFAB26-939D-46FC-86A1-EA4C4631BA7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888208" y="2276322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488" name="Flowchart: Connector 11487">
                          <a:extLst>
                            <a:ext uri="{FF2B5EF4-FFF2-40B4-BE49-F238E27FC236}">
                              <a16:creationId xmlns:a16="http://schemas.microsoft.com/office/drawing/2014/main" id="{11FC009E-AE8B-4EB1-937B-19913F56083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489" name="3D Model 11488" descr="Sphere">
                              <a:extLst>
                                <a:ext uri="{FF2B5EF4-FFF2-40B4-BE49-F238E27FC236}">
                                  <a16:creationId xmlns:a16="http://schemas.microsoft.com/office/drawing/2014/main" id="{A94DAB94-A44C-452E-8F83-C3653428EF2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888885057"/>
                                </p:ext>
                              </p:extLst>
                            </p:nvPr>
                          </p:nvGraphicFramePr>
                          <p:xfrm>
                            <a:off x="2368043" y="1593681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5"/>
                                </am3d:raster>
                                <am3d:objViewport viewportSz="5886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951" name="3D Model 1950" descr="Sphere">
                              <a:extLst>
                                <a:ext uri="{FF2B5EF4-FFF2-40B4-BE49-F238E27FC236}">
                                  <a16:creationId xmlns:a16="http://schemas.microsoft.com/office/drawing/2014/main" id="{D47F8E2F-EB5F-407D-91A5-BEA56486F520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930932" y="2293334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490" name="Flowchart: Connector 11489">
                          <a:extLst>
                            <a:ext uri="{FF2B5EF4-FFF2-40B4-BE49-F238E27FC236}">
                              <a16:creationId xmlns:a16="http://schemas.microsoft.com/office/drawing/2014/main" id="{0E5B6D77-F83D-43B3-BFBD-45D8B83CC4E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491" name="3D Model 11490" descr="Sphere">
                              <a:extLst>
                                <a:ext uri="{FF2B5EF4-FFF2-40B4-BE49-F238E27FC236}">
                                  <a16:creationId xmlns:a16="http://schemas.microsoft.com/office/drawing/2014/main" id="{F2845FA6-77A2-47E7-8EA4-431D42493C6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255894525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3235" cy="6170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7"/>
                                </am3d:raster>
                                <am3d:objViewport viewportSz="6018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953" name="3D Model 1952" descr="Sphere">
                              <a:extLst>
                                <a:ext uri="{FF2B5EF4-FFF2-40B4-BE49-F238E27FC236}">
                                  <a16:creationId xmlns:a16="http://schemas.microsoft.com/office/drawing/2014/main" id="{32BB398F-D69C-4A13-ADE8-EDEB0C5C4A83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3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972819" y="2302350"/>
                              <a:ext cx="53235" cy="61702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492" name="Flowchart: Connector 11491">
                          <a:extLst>
                            <a:ext uri="{FF2B5EF4-FFF2-40B4-BE49-F238E27FC236}">
                              <a16:creationId xmlns:a16="http://schemas.microsoft.com/office/drawing/2014/main" id="{8B954BB3-8706-480A-9D8D-59A035CA370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493" name="3D Model 11492" descr="Sphere">
                              <a:extLst>
                                <a:ext uri="{FF2B5EF4-FFF2-40B4-BE49-F238E27FC236}">
                                  <a16:creationId xmlns:a16="http://schemas.microsoft.com/office/drawing/2014/main" id="{DFFCE2CC-DBBB-456E-8ADB-F9FD93114D4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280561176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1045" cy="5891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9"/>
                                </am3d:raster>
                                <am3d:objViewport viewportSz="5955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955" name="3D Model 1954" descr="Sphere">
                              <a:extLst>
                                <a:ext uri="{FF2B5EF4-FFF2-40B4-BE49-F238E27FC236}">
                                  <a16:creationId xmlns:a16="http://schemas.microsoft.com/office/drawing/2014/main" id="{B747FCA4-549D-426C-8001-D17363962F6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5019445" y="2318744"/>
                              <a:ext cx="51045" cy="589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11383" name="Group 11382">
                      <a:extLst>
                        <a:ext uri="{FF2B5EF4-FFF2-40B4-BE49-F238E27FC236}">
                          <a16:creationId xmlns:a16="http://schemas.microsoft.com/office/drawing/2014/main" id="{F259A9F8-0BF1-4494-97D2-E32673885958}"/>
                        </a:ext>
                      </a:extLst>
                    </p:cNvPr>
                    <p:cNvGrpSpPr/>
                    <p:nvPr/>
                  </p:nvGrpSpPr>
                  <p:grpSpPr>
                    <a:xfrm rot="18542409">
                      <a:off x="2257159" y="236280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1453" name="Freeform: Shape 11452">
                        <a:extLst>
                          <a:ext uri="{FF2B5EF4-FFF2-40B4-BE49-F238E27FC236}">
                            <a16:creationId xmlns:a16="http://schemas.microsoft.com/office/drawing/2014/main" id="{AA8FAB96-E75C-440B-929F-23BD2901597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454" name="Rectangle: Rounded Corners 11453">
                        <a:extLst>
                          <a:ext uri="{FF2B5EF4-FFF2-40B4-BE49-F238E27FC236}">
                            <a16:creationId xmlns:a16="http://schemas.microsoft.com/office/drawing/2014/main" id="{E79D63A9-3737-4652-BB3F-7BBCCE319C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384" name="Group 11383">
                      <a:extLst>
                        <a:ext uri="{FF2B5EF4-FFF2-40B4-BE49-F238E27FC236}">
                          <a16:creationId xmlns:a16="http://schemas.microsoft.com/office/drawing/2014/main" id="{3F2624DB-F17E-492D-A936-AB618D9B5AC8}"/>
                        </a:ext>
                      </a:extLst>
                    </p:cNvPr>
                    <p:cNvGrpSpPr/>
                    <p:nvPr/>
                  </p:nvGrpSpPr>
                  <p:grpSpPr>
                    <a:xfrm rot="17122200">
                      <a:off x="1187274" y="235013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1451" name="Freeform: Shape 11450">
                        <a:extLst>
                          <a:ext uri="{FF2B5EF4-FFF2-40B4-BE49-F238E27FC236}">
                            <a16:creationId xmlns:a16="http://schemas.microsoft.com/office/drawing/2014/main" id="{0FFFD372-8279-4227-8530-709208D8BA3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452" name="Rectangle: Rounded Corners 11451">
                        <a:extLst>
                          <a:ext uri="{FF2B5EF4-FFF2-40B4-BE49-F238E27FC236}">
                            <a16:creationId xmlns:a16="http://schemas.microsoft.com/office/drawing/2014/main" id="{6D09B34E-2284-4BC1-BB79-FFD9D100C4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385" name="Group 11384">
                      <a:extLst>
                        <a:ext uri="{FF2B5EF4-FFF2-40B4-BE49-F238E27FC236}">
                          <a16:creationId xmlns:a16="http://schemas.microsoft.com/office/drawing/2014/main" id="{3BA9321E-85F6-4D4E-B4AD-CA55986D5CFF}"/>
                        </a:ext>
                      </a:extLst>
                    </p:cNvPr>
                    <p:cNvGrpSpPr/>
                    <p:nvPr/>
                  </p:nvGrpSpPr>
                  <p:grpSpPr>
                    <a:xfrm rot="658209">
                      <a:off x="2479276" y="3323586"/>
                      <a:ext cx="746642" cy="235253"/>
                      <a:chOff x="2620172" y="2546175"/>
                      <a:chExt cx="834986" cy="143092"/>
                    </a:xfrm>
                  </p:grpSpPr>
                  <p:sp>
                    <p:nvSpPr>
                      <p:cNvPr id="11449" name="Freeform: Shape 11448">
                        <a:extLst>
                          <a:ext uri="{FF2B5EF4-FFF2-40B4-BE49-F238E27FC236}">
                            <a16:creationId xmlns:a16="http://schemas.microsoft.com/office/drawing/2014/main" id="{3CE78437-17ED-48DE-9F8F-9EA9DBC80FA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450" name="Rectangle: Rounded Corners 11449">
                        <a:extLst>
                          <a:ext uri="{FF2B5EF4-FFF2-40B4-BE49-F238E27FC236}">
                            <a16:creationId xmlns:a16="http://schemas.microsoft.com/office/drawing/2014/main" id="{21C1D4D3-82F4-4497-8DF4-EE027A226C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386" name="Group 11385">
                      <a:extLst>
                        <a:ext uri="{FF2B5EF4-FFF2-40B4-BE49-F238E27FC236}">
                          <a16:creationId xmlns:a16="http://schemas.microsoft.com/office/drawing/2014/main" id="{219DE22E-8BAA-4251-9979-858DA9927671}"/>
                        </a:ext>
                      </a:extLst>
                    </p:cNvPr>
                    <p:cNvGrpSpPr/>
                    <p:nvPr/>
                  </p:nvGrpSpPr>
                  <p:grpSpPr>
                    <a:xfrm rot="18837888">
                      <a:off x="1789768" y="223810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1447" name="Freeform: Shape 11446">
                        <a:extLst>
                          <a:ext uri="{FF2B5EF4-FFF2-40B4-BE49-F238E27FC236}">
                            <a16:creationId xmlns:a16="http://schemas.microsoft.com/office/drawing/2014/main" id="{8FF165B8-564F-4415-BED8-372B72DA319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448" name="Rectangle: Rounded Corners 11447">
                        <a:extLst>
                          <a:ext uri="{FF2B5EF4-FFF2-40B4-BE49-F238E27FC236}">
                            <a16:creationId xmlns:a16="http://schemas.microsoft.com/office/drawing/2014/main" id="{446353F3-2731-4D28-BE3E-E9D10669E5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387" name="Group 11386">
                      <a:extLst>
                        <a:ext uri="{FF2B5EF4-FFF2-40B4-BE49-F238E27FC236}">
                          <a16:creationId xmlns:a16="http://schemas.microsoft.com/office/drawing/2014/main" id="{6F058213-7A64-4118-B6B1-F2586243CE4D}"/>
                        </a:ext>
                      </a:extLst>
                    </p:cNvPr>
                    <p:cNvGrpSpPr/>
                    <p:nvPr/>
                  </p:nvGrpSpPr>
                  <p:grpSpPr>
                    <a:xfrm rot="16200000">
                      <a:off x="563034" y="2429570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1445" name="Freeform: Shape 11444">
                        <a:extLst>
                          <a:ext uri="{FF2B5EF4-FFF2-40B4-BE49-F238E27FC236}">
                            <a16:creationId xmlns:a16="http://schemas.microsoft.com/office/drawing/2014/main" id="{F094507C-3DAA-4B64-92C7-CAA87012B08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446" name="Rectangle: Rounded Corners 11445">
                        <a:extLst>
                          <a:ext uri="{FF2B5EF4-FFF2-40B4-BE49-F238E27FC236}">
                            <a16:creationId xmlns:a16="http://schemas.microsoft.com/office/drawing/2014/main" id="{3CC405E2-5333-49C3-A1BA-259DCA76A5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388" name="Group 11387">
                      <a:extLst>
                        <a:ext uri="{FF2B5EF4-FFF2-40B4-BE49-F238E27FC236}">
                          <a16:creationId xmlns:a16="http://schemas.microsoft.com/office/drawing/2014/main" id="{A5D4ED92-6823-4F23-9AEC-E77A2F551605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350328" y="442527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1443" name="Freeform: Shape 11442">
                        <a:extLst>
                          <a:ext uri="{FF2B5EF4-FFF2-40B4-BE49-F238E27FC236}">
                            <a16:creationId xmlns:a16="http://schemas.microsoft.com/office/drawing/2014/main" id="{689C455C-91FF-474D-A114-6B0215A0112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444" name="Rectangle: Rounded Corners 11443">
                        <a:extLst>
                          <a:ext uri="{FF2B5EF4-FFF2-40B4-BE49-F238E27FC236}">
                            <a16:creationId xmlns:a16="http://schemas.microsoft.com/office/drawing/2014/main" id="{BC50CF65-BCB9-4B10-9358-D565423CB9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389" name="Group 11388">
                      <a:extLst>
                        <a:ext uri="{FF2B5EF4-FFF2-40B4-BE49-F238E27FC236}">
                          <a16:creationId xmlns:a16="http://schemas.microsoft.com/office/drawing/2014/main" id="{7468038E-DD89-4E76-8C2B-984250ECC001}"/>
                        </a:ext>
                      </a:extLst>
                    </p:cNvPr>
                    <p:cNvGrpSpPr/>
                    <p:nvPr/>
                  </p:nvGrpSpPr>
                  <p:grpSpPr>
                    <a:xfrm rot="5880914">
                      <a:off x="789613" y="438062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1441" name="Freeform: Shape 11440">
                        <a:extLst>
                          <a:ext uri="{FF2B5EF4-FFF2-40B4-BE49-F238E27FC236}">
                            <a16:creationId xmlns:a16="http://schemas.microsoft.com/office/drawing/2014/main" id="{14D68C1E-D7F3-4DAB-AAC5-335D02CA6B1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442" name="Rectangle: Rounded Corners 11441">
                        <a:extLst>
                          <a:ext uri="{FF2B5EF4-FFF2-40B4-BE49-F238E27FC236}">
                            <a16:creationId xmlns:a16="http://schemas.microsoft.com/office/drawing/2014/main" id="{CF02BC0A-7B1D-48E7-952B-EC1CBBA0C9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390" name="Group 11389">
                      <a:extLst>
                        <a:ext uri="{FF2B5EF4-FFF2-40B4-BE49-F238E27FC236}">
                          <a16:creationId xmlns:a16="http://schemas.microsoft.com/office/drawing/2014/main" id="{22360A75-C7DF-44F6-8259-FE90193303AF}"/>
                        </a:ext>
                      </a:extLst>
                    </p:cNvPr>
                    <p:cNvGrpSpPr/>
                    <p:nvPr/>
                  </p:nvGrpSpPr>
                  <p:grpSpPr>
                    <a:xfrm rot="13587211">
                      <a:off x="651990" y="2929858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1439" name="Freeform: Shape 11438">
                        <a:extLst>
                          <a:ext uri="{FF2B5EF4-FFF2-40B4-BE49-F238E27FC236}">
                            <a16:creationId xmlns:a16="http://schemas.microsoft.com/office/drawing/2014/main" id="{DF609332-3658-4B7E-AD7A-DCE1A238C0B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440" name="Rectangle: Rounded Corners 11439">
                        <a:extLst>
                          <a:ext uri="{FF2B5EF4-FFF2-40B4-BE49-F238E27FC236}">
                            <a16:creationId xmlns:a16="http://schemas.microsoft.com/office/drawing/2014/main" id="{EA743464-2226-4CA8-BD3A-CDD5B1CD14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391" name="Group 11390">
                      <a:extLst>
                        <a:ext uri="{FF2B5EF4-FFF2-40B4-BE49-F238E27FC236}">
                          <a16:creationId xmlns:a16="http://schemas.microsoft.com/office/drawing/2014/main" id="{F3D79C00-4FC8-4DEF-9EC2-00A891D47F3C}"/>
                        </a:ext>
                      </a:extLst>
                    </p:cNvPr>
                    <p:cNvGrpSpPr/>
                    <p:nvPr/>
                  </p:nvGrpSpPr>
                  <p:grpSpPr>
                    <a:xfrm rot="11351284">
                      <a:off x="163719" y="3807693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1437" name="Freeform: Shape 11436">
                        <a:extLst>
                          <a:ext uri="{FF2B5EF4-FFF2-40B4-BE49-F238E27FC236}">
                            <a16:creationId xmlns:a16="http://schemas.microsoft.com/office/drawing/2014/main" id="{1F673C85-5109-4D80-9E26-668D8C27470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438" name="Rectangle: Rounded Corners 11437">
                        <a:extLst>
                          <a:ext uri="{FF2B5EF4-FFF2-40B4-BE49-F238E27FC236}">
                            <a16:creationId xmlns:a16="http://schemas.microsoft.com/office/drawing/2014/main" id="{5CBEE759-4F19-40E5-A196-3E28C20602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392" name="Group 11391">
                      <a:extLst>
                        <a:ext uri="{FF2B5EF4-FFF2-40B4-BE49-F238E27FC236}">
                          <a16:creationId xmlns:a16="http://schemas.microsoft.com/office/drawing/2014/main" id="{3F6EA6FD-7FA6-4086-AF92-BBF0050BCB94}"/>
                        </a:ext>
                      </a:extLst>
                    </p:cNvPr>
                    <p:cNvGrpSpPr/>
                    <p:nvPr/>
                  </p:nvGrpSpPr>
                  <p:grpSpPr>
                    <a:xfrm rot="4193783">
                      <a:off x="2062756" y="4148262"/>
                      <a:ext cx="706454" cy="171076"/>
                      <a:chOff x="2620172" y="2546175"/>
                      <a:chExt cx="834986" cy="143092"/>
                    </a:xfrm>
                  </p:grpSpPr>
                  <p:sp>
                    <p:nvSpPr>
                      <p:cNvPr id="11435" name="Freeform: Shape 11434">
                        <a:extLst>
                          <a:ext uri="{FF2B5EF4-FFF2-40B4-BE49-F238E27FC236}">
                            <a16:creationId xmlns:a16="http://schemas.microsoft.com/office/drawing/2014/main" id="{2345CFF9-87D0-44FB-946A-D2E4514F00E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436" name="Rectangle: Rounded Corners 11435">
                        <a:extLst>
                          <a:ext uri="{FF2B5EF4-FFF2-40B4-BE49-F238E27FC236}">
                            <a16:creationId xmlns:a16="http://schemas.microsoft.com/office/drawing/2014/main" id="{47040268-FB41-4B8F-8859-50FE2C2114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393" name="Group 11392">
                      <a:extLst>
                        <a:ext uri="{FF2B5EF4-FFF2-40B4-BE49-F238E27FC236}">
                          <a16:creationId xmlns:a16="http://schemas.microsoft.com/office/drawing/2014/main" id="{1A5AE724-0522-425E-A9D8-200B04DBCC90}"/>
                        </a:ext>
                      </a:extLst>
                    </p:cNvPr>
                    <p:cNvGrpSpPr/>
                    <p:nvPr/>
                  </p:nvGrpSpPr>
                  <p:grpSpPr>
                    <a:xfrm rot="1837203">
                      <a:off x="2331692" y="387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1433" name="Freeform: Shape 11432">
                        <a:extLst>
                          <a:ext uri="{FF2B5EF4-FFF2-40B4-BE49-F238E27FC236}">
                            <a16:creationId xmlns:a16="http://schemas.microsoft.com/office/drawing/2014/main" id="{04CCE3CA-A23F-47C8-A9F7-69EF3400504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434" name="Rectangle: Rounded Corners 11433">
                        <a:extLst>
                          <a:ext uri="{FF2B5EF4-FFF2-40B4-BE49-F238E27FC236}">
                            <a16:creationId xmlns:a16="http://schemas.microsoft.com/office/drawing/2014/main" id="{2867B42B-8953-472F-8D1E-112C511227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394" name="Group 11393">
                      <a:extLst>
                        <a:ext uri="{FF2B5EF4-FFF2-40B4-BE49-F238E27FC236}">
                          <a16:creationId xmlns:a16="http://schemas.microsoft.com/office/drawing/2014/main" id="{FAFA703B-434D-4CD2-BE9A-C6616975BBAE}"/>
                        </a:ext>
                      </a:extLst>
                    </p:cNvPr>
                    <p:cNvGrpSpPr/>
                    <p:nvPr/>
                  </p:nvGrpSpPr>
                  <p:grpSpPr>
                    <a:xfrm rot="932650">
                      <a:off x="2489621" y="310501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1431" name="Freeform: Shape 11430">
                        <a:extLst>
                          <a:ext uri="{FF2B5EF4-FFF2-40B4-BE49-F238E27FC236}">
                            <a16:creationId xmlns:a16="http://schemas.microsoft.com/office/drawing/2014/main" id="{ABB83149-AD0A-463E-836D-5D7AD6594D3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432" name="Rectangle: Rounded Corners 11431">
                        <a:extLst>
                          <a:ext uri="{FF2B5EF4-FFF2-40B4-BE49-F238E27FC236}">
                            <a16:creationId xmlns:a16="http://schemas.microsoft.com/office/drawing/2014/main" id="{527DDABD-BCEC-4A5E-8CF1-9627E8812F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395" name="Group 11394">
                      <a:extLst>
                        <a:ext uri="{FF2B5EF4-FFF2-40B4-BE49-F238E27FC236}">
                          <a16:creationId xmlns:a16="http://schemas.microsoft.com/office/drawing/2014/main" id="{A281B238-5656-4889-9238-16EEE8E4EAF2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686489" y="34904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1429" name="Freeform: Shape 11428">
                        <a:extLst>
                          <a:ext uri="{FF2B5EF4-FFF2-40B4-BE49-F238E27FC236}">
                            <a16:creationId xmlns:a16="http://schemas.microsoft.com/office/drawing/2014/main" id="{AD8BD70A-1FFE-457E-B5B6-B086B309C18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430" name="Rectangle: Rounded Corners 11429">
                        <a:extLst>
                          <a:ext uri="{FF2B5EF4-FFF2-40B4-BE49-F238E27FC236}">
                            <a16:creationId xmlns:a16="http://schemas.microsoft.com/office/drawing/2014/main" id="{6F4B7839-5D38-4751-934D-12928AE512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396" name="Group 11395">
                      <a:extLst>
                        <a:ext uri="{FF2B5EF4-FFF2-40B4-BE49-F238E27FC236}">
                          <a16:creationId xmlns:a16="http://schemas.microsoft.com/office/drawing/2014/main" id="{704A1996-F4B0-4F42-99CE-FFC926DE825B}"/>
                        </a:ext>
                      </a:extLst>
                    </p:cNvPr>
                    <p:cNvGrpSpPr/>
                    <p:nvPr/>
                  </p:nvGrpSpPr>
                  <p:grpSpPr>
                    <a:xfrm rot="16924252">
                      <a:off x="1635001" y="2371073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1427" name="Freeform: Shape 11426">
                        <a:extLst>
                          <a:ext uri="{FF2B5EF4-FFF2-40B4-BE49-F238E27FC236}">
                            <a16:creationId xmlns:a16="http://schemas.microsoft.com/office/drawing/2014/main" id="{74CBE54B-BC85-4891-8E37-AA3C6BC0EDE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428" name="Rectangle: Rounded Corners 11427">
                        <a:extLst>
                          <a:ext uri="{FF2B5EF4-FFF2-40B4-BE49-F238E27FC236}">
                            <a16:creationId xmlns:a16="http://schemas.microsoft.com/office/drawing/2014/main" id="{B1B97208-F6E6-4C65-834A-26B1835DCA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397" name="Group 11396">
                      <a:extLst>
                        <a:ext uri="{FF2B5EF4-FFF2-40B4-BE49-F238E27FC236}">
                          <a16:creationId xmlns:a16="http://schemas.microsoft.com/office/drawing/2014/main" id="{F9924BBE-3958-45D0-B913-EF726392CE36}"/>
                        </a:ext>
                      </a:extLst>
                    </p:cNvPr>
                    <p:cNvGrpSpPr/>
                    <p:nvPr/>
                  </p:nvGrpSpPr>
                  <p:grpSpPr>
                    <a:xfrm rot="15677156">
                      <a:off x="985517" y="2521255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1425" name="Freeform: Shape 11424">
                        <a:extLst>
                          <a:ext uri="{FF2B5EF4-FFF2-40B4-BE49-F238E27FC236}">
                            <a16:creationId xmlns:a16="http://schemas.microsoft.com/office/drawing/2014/main" id="{B535F7F0-DACB-42B0-BAC7-B7C227B08AD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426" name="Rectangle: Rounded Corners 11425">
                        <a:extLst>
                          <a:ext uri="{FF2B5EF4-FFF2-40B4-BE49-F238E27FC236}">
                            <a16:creationId xmlns:a16="http://schemas.microsoft.com/office/drawing/2014/main" id="{D2E1B2EB-4338-47B2-84CF-A3E23E670E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398" name="Group 11397">
                      <a:extLst>
                        <a:ext uri="{FF2B5EF4-FFF2-40B4-BE49-F238E27FC236}">
                          <a16:creationId xmlns:a16="http://schemas.microsoft.com/office/drawing/2014/main" id="{D2F3E788-7A91-4A3C-A9A8-815FFED962E7}"/>
                        </a:ext>
                      </a:extLst>
                    </p:cNvPr>
                    <p:cNvGrpSpPr/>
                    <p:nvPr/>
                  </p:nvGrpSpPr>
                  <p:grpSpPr>
                    <a:xfrm rot="14354853" flipV="1">
                      <a:off x="976412" y="243847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1423" name="Freeform: Shape 11422">
                        <a:extLst>
                          <a:ext uri="{FF2B5EF4-FFF2-40B4-BE49-F238E27FC236}">
                            <a16:creationId xmlns:a16="http://schemas.microsoft.com/office/drawing/2014/main" id="{C4D10B81-C487-482B-8EF5-4BF9BB92FD2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424" name="Rectangle: Rounded Corners 11423">
                        <a:extLst>
                          <a:ext uri="{FF2B5EF4-FFF2-40B4-BE49-F238E27FC236}">
                            <a16:creationId xmlns:a16="http://schemas.microsoft.com/office/drawing/2014/main" id="{7DC390E4-DBA3-41CD-9912-BCF67CD10A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399" name="Group 11398">
                      <a:extLst>
                        <a:ext uri="{FF2B5EF4-FFF2-40B4-BE49-F238E27FC236}">
                          <a16:creationId xmlns:a16="http://schemas.microsoft.com/office/drawing/2014/main" id="{AA98ED6D-A8B7-4A8F-BF17-D3E6E74B9806}"/>
                        </a:ext>
                      </a:extLst>
                    </p:cNvPr>
                    <p:cNvGrpSpPr/>
                    <p:nvPr/>
                  </p:nvGrpSpPr>
                  <p:grpSpPr>
                    <a:xfrm rot="9793356" flipV="1">
                      <a:off x="215985" y="323790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1421" name="Freeform: Shape 11420">
                        <a:extLst>
                          <a:ext uri="{FF2B5EF4-FFF2-40B4-BE49-F238E27FC236}">
                            <a16:creationId xmlns:a16="http://schemas.microsoft.com/office/drawing/2014/main" id="{FF7CEE07-A3FF-4CA8-AC66-5BA3B22BB30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422" name="Rectangle: Rounded Corners 11421">
                        <a:extLst>
                          <a:ext uri="{FF2B5EF4-FFF2-40B4-BE49-F238E27FC236}">
                            <a16:creationId xmlns:a16="http://schemas.microsoft.com/office/drawing/2014/main" id="{EA87659C-6F22-4247-BFD2-B3387F1D9D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400" name="Group 11399">
                      <a:extLst>
                        <a:ext uri="{FF2B5EF4-FFF2-40B4-BE49-F238E27FC236}">
                          <a16:creationId xmlns:a16="http://schemas.microsoft.com/office/drawing/2014/main" id="{5D7C7126-2C86-4888-8F70-6E77C2936763}"/>
                        </a:ext>
                      </a:extLst>
                    </p:cNvPr>
                    <p:cNvGrpSpPr/>
                    <p:nvPr/>
                  </p:nvGrpSpPr>
                  <p:grpSpPr>
                    <a:xfrm rot="6907686" flipV="1">
                      <a:off x="692019" y="393196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1419" name="Freeform: Shape 11418">
                        <a:extLst>
                          <a:ext uri="{FF2B5EF4-FFF2-40B4-BE49-F238E27FC236}">
                            <a16:creationId xmlns:a16="http://schemas.microsoft.com/office/drawing/2014/main" id="{CD202656-BCC4-4981-B401-3DFEB139A78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420" name="Rectangle: Rounded Corners 11419">
                        <a:extLst>
                          <a:ext uri="{FF2B5EF4-FFF2-40B4-BE49-F238E27FC236}">
                            <a16:creationId xmlns:a16="http://schemas.microsoft.com/office/drawing/2014/main" id="{9BD55BE0-2111-4CDE-A10C-3DC2D1C967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401" name="Group 11400">
                      <a:extLst>
                        <a:ext uri="{FF2B5EF4-FFF2-40B4-BE49-F238E27FC236}">
                          <a16:creationId xmlns:a16="http://schemas.microsoft.com/office/drawing/2014/main" id="{656619C9-4F68-4CDE-9D30-91A695F9EF69}"/>
                        </a:ext>
                      </a:extLst>
                    </p:cNvPr>
                    <p:cNvGrpSpPr/>
                    <p:nvPr/>
                  </p:nvGrpSpPr>
                  <p:grpSpPr>
                    <a:xfrm rot="1465711" flipV="1">
                      <a:off x="2002734" y="340448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1417" name="Freeform: Shape 11416">
                        <a:extLst>
                          <a:ext uri="{FF2B5EF4-FFF2-40B4-BE49-F238E27FC236}">
                            <a16:creationId xmlns:a16="http://schemas.microsoft.com/office/drawing/2014/main" id="{F6670155-F050-4390-9669-A246823640F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418" name="Rectangle: Rounded Corners 11417">
                        <a:extLst>
                          <a:ext uri="{FF2B5EF4-FFF2-40B4-BE49-F238E27FC236}">
                            <a16:creationId xmlns:a16="http://schemas.microsoft.com/office/drawing/2014/main" id="{BE6A66A9-D123-4640-9F04-36DA83C3FF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402" name="Group 11401">
                      <a:extLst>
                        <a:ext uri="{FF2B5EF4-FFF2-40B4-BE49-F238E27FC236}">
                          <a16:creationId xmlns:a16="http://schemas.microsoft.com/office/drawing/2014/main" id="{B377A039-1B5C-49CA-B369-560EEA800013}"/>
                        </a:ext>
                      </a:extLst>
                    </p:cNvPr>
                    <p:cNvGrpSpPr/>
                    <p:nvPr/>
                  </p:nvGrpSpPr>
                  <p:grpSpPr>
                    <a:xfrm rot="19016516">
                      <a:off x="1733273" y="283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1415" name="Freeform: Shape 11414">
                        <a:extLst>
                          <a:ext uri="{FF2B5EF4-FFF2-40B4-BE49-F238E27FC236}">
                            <a16:creationId xmlns:a16="http://schemas.microsoft.com/office/drawing/2014/main" id="{9338A672-AC68-411E-A310-05AB84CCD5D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416" name="Rectangle: Rounded Corners 11415">
                        <a:extLst>
                          <a:ext uri="{FF2B5EF4-FFF2-40B4-BE49-F238E27FC236}">
                            <a16:creationId xmlns:a16="http://schemas.microsoft.com/office/drawing/2014/main" id="{74A789C1-9B82-4B6C-B93B-2C5B347188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403" name="Group 11402">
                      <a:extLst>
                        <a:ext uri="{FF2B5EF4-FFF2-40B4-BE49-F238E27FC236}">
                          <a16:creationId xmlns:a16="http://schemas.microsoft.com/office/drawing/2014/main" id="{0DB46505-6E24-4305-B353-9D1285C4F0F6}"/>
                        </a:ext>
                      </a:extLst>
                    </p:cNvPr>
                    <p:cNvGrpSpPr/>
                    <p:nvPr/>
                  </p:nvGrpSpPr>
                  <p:grpSpPr>
                    <a:xfrm rot="19245075">
                      <a:off x="1632068" y="282541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1413" name="Freeform: Shape 11412">
                        <a:extLst>
                          <a:ext uri="{FF2B5EF4-FFF2-40B4-BE49-F238E27FC236}">
                            <a16:creationId xmlns:a16="http://schemas.microsoft.com/office/drawing/2014/main" id="{5BB64B43-3441-4C9A-AA59-55169B6FC77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414" name="Rectangle: Rounded Corners 11413">
                        <a:extLst>
                          <a:ext uri="{FF2B5EF4-FFF2-40B4-BE49-F238E27FC236}">
                            <a16:creationId xmlns:a16="http://schemas.microsoft.com/office/drawing/2014/main" id="{571E4543-9DFE-499A-9423-BFAF61CAF4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404" name="Group 11403">
                      <a:extLst>
                        <a:ext uri="{FF2B5EF4-FFF2-40B4-BE49-F238E27FC236}">
                          <a16:creationId xmlns:a16="http://schemas.microsoft.com/office/drawing/2014/main" id="{2420E317-C122-42ED-B847-E76C3A0AECDF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838889" y="36428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1411" name="Freeform: Shape 11410">
                        <a:extLst>
                          <a:ext uri="{FF2B5EF4-FFF2-40B4-BE49-F238E27FC236}">
                            <a16:creationId xmlns:a16="http://schemas.microsoft.com/office/drawing/2014/main" id="{B492EA83-55E0-4CA6-9FD1-BD4038B0D9F4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412" name="Rectangle: Rounded Corners 11411">
                        <a:extLst>
                          <a:ext uri="{FF2B5EF4-FFF2-40B4-BE49-F238E27FC236}">
                            <a16:creationId xmlns:a16="http://schemas.microsoft.com/office/drawing/2014/main" id="{4C804A71-7E1C-4B0D-80B8-CC0A15ECB8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405" name="Group 11404">
                      <a:extLst>
                        <a:ext uri="{FF2B5EF4-FFF2-40B4-BE49-F238E27FC236}">
                          <a16:creationId xmlns:a16="http://schemas.microsoft.com/office/drawing/2014/main" id="{A6521BFB-4A6C-45F7-82DE-9013287D6C46}"/>
                        </a:ext>
                      </a:extLst>
                    </p:cNvPr>
                    <p:cNvGrpSpPr/>
                    <p:nvPr/>
                  </p:nvGrpSpPr>
                  <p:grpSpPr>
                    <a:xfrm rot="15824399">
                      <a:off x="1224680" y="281893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1409" name="Freeform: Shape 11408">
                        <a:extLst>
                          <a:ext uri="{FF2B5EF4-FFF2-40B4-BE49-F238E27FC236}">
                            <a16:creationId xmlns:a16="http://schemas.microsoft.com/office/drawing/2014/main" id="{F61A4408-86AB-47DA-AF3A-037FB27BC16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410" name="Rectangle: Rounded Corners 11409">
                        <a:extLst>
                          <a:ext uri="{FF2B5EF4-FFF2-40B4-BE49-F238E27FC236}">
                            <a16:creationId xmlns:a16="http://schemas.microsoft.com/office/drawing/2014/main" id="{89284EF1-4292-4C3E-BA0F-C422BEDB30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406" name="Group 11405">
                      <a:extLst>
                        <a:ext uri="{FF2B5EF4-FFF2-40B4-BE49-F238E27FC236}">
                          <a16:creationId xmlns:a16="http://schemas.microsoft.com/office/drawing/2014/main" id="{4F73E971-6C54-49B4-B25A-4A199E799A60}"/>
                        </a:ext>
                      </a:extLst>
                    </p:cNvPr>
                    <p:cNvGrpSpPr/>
                    <p:nvPr/>
                  </p:nvGrpSpPr>
                  <p:grpSpPr>
                    <a:xfrm rot="16697394">
                      <a:off x="1080028" y="2168448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1407" name="Freeform: Shape 11406">
                        <a:extLst>
                          <a:ext uri="{FF2B5EF4-FFF2-40B4-BE49-F238E27FC236}">
                            <a16:creationId xmlns:a16="http://schemas.microsoft.com/office/drawing/2014/main" id="{F687EE23-7C08-4BB1-8E21-DE45C09E302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408" name="Rectangle: Rounded Corners 11407">
                        <a:extLst>
                          <a:ext uri="{FF2B5EF4-FFF2-40B4-BE49-F238E27FC236}">
                            <a16:creationId xmlns:a16="http://schemas.microsoft.com/office/drawing/2014/main" id="{D6B54B06-E32B-44EB-AE11-A1CAFDC2B8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</p:grpSp>
              <p:sp>
                <p:nvSpPr>
                  <p:cNvPr id="11377" name="Freeform: Shape 11376">
                    <a:extLst>
                      <a:ext uri="{FF2B5EF4-FFF2-40B4-BE49-F238E27FC236}">
                        <a16:creationId xmlns:a16="http://schemas.microsoft.com/office/drawing/2014/main" id="{36063A4A-FB30-4FCC-8086-33F02A73F6CD}"/>
                      </a:ext>
                    </a:extLst>
                  </p:cNvPr>
                  <p:cNvSpPr/>
                  <p:nvPr/>
                </p:nvSpPr>
                <p:spPr>
                  <a:xfrm rot="6017948" flipV="1">
                    <a:off x="1305755" y="4290452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1378" name="Freeform: Shape 11377">
                    <a:extLst>
                      <a:ext uri="{FF2B5EF4-FFF2-40B4-BE49-F238E27FC236}">
                        <a16:creationId xmlns:a16="http://schemas.microsoft.com/office/drawing/2014/main" id="{8DB2928F-9573-4DC1-9EAB-F6940F0C088C}"/>
                      </a:ext>
                    </a:extLst>
                  </p:cNvPr>
                  <p:cNvSpPr/>
                  <p:nvPr/>
                </p:nvSpPr>
                <p:spPr>
                  <a:xfrm rot="21277659">
                    <a:off x="2517403" y="2906549"/>
                    <a:ext cx="690584" cy="235253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1379" name="Freeform: Shape 11378">
                    <a:extLst>
                      <a:ext uri="{FF2B5EF4-FFF2-40B4-BE49-F238E27FC236}">
                        <a16:creationId xmlns:a16="http://schemas.microsoft.com/office/drawing/2014/main" id="{846A8B8A-DC46-4C6C-94B2-095FCAEF4024}"/>
                      </a:ext>
                    </a:extLst>
                  </p:cNvPr>
                  <p:cNvSpPr/>
                  <p:nvPr/>
                </p:nvSpPr>
                <p:spPr>
                  <a:xfrm rot="11528244" flipV="1">
                    <a:off x="344853" y="2978311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</p:grpSp>
            <p:grpSp>
              <p:nvGrpSpPr>
                <p:cNvPr id="11010" name="Group 11009">
                  <a:extLst>
                    <a:ext uri="{FF2B5EF4-FFF2-40B4-BE49-F238E27FC236}">
                      <a16:creationId xmlns:a16="http://schemas.microsoft.com/office/drawing/2014/main" id="{F086FDAE-043C-4E7C-BE8F-A6DA0D4450BF}"/>
                    </a:ext>
                  </a:extLst>
                </p:cNvPr>
                <p:cNvGrpSpPr/>
                <p:nvPr/>
              </p:nvGrpSpPr>
              <p:grpSpPr>
                <a:xfrm>
                  <a:off x="5208673" y="2088118"/>
                  <a:ext cx="531923" cy="573923"/>
                  <a:chOff x="163719" y="1822501"/>
                  <a:chExt cx="3062199" cy="3047160"/>
                </a:xfrm>
              </p:grpSpPr>
              <p:grpSp>
                <p:nvGrpSpPr>
                  <p:cNvPr id="11011" name="Group 11010">
                    <a:extLst>
                      <a:ext uri="{FF2B5EF4-FFF2-40B4-BE49-F238E27FC236}">
                        <a16:creationId xmlns:a16="http://schemas.microsoft.com/office/drawing/2014/main" id="{91280B1F-CFBB-48E6-880F-BEA3D2C9C53E}"/>
                      </a:ext>
                    </a:extLst>
                  </p:cNvPr>
                  <p:cNvGrpSpPr/>
                  <p:nvPr/>
                </p:nvGrpSpPr>
                <p:grpSpPr>
                  <a:xfrm>
                    <a:off x="163719" y="1822501"/>
                    <a:ext cx="3062199" cy="3047160"/>
                    <a:chOff x="163719" y="1822501"/>
                    <a:chExt cx="3062199" cy="3047160"/>
                  </a:xfrm>
                </p:grpSpPr>
                <p:grpSp>
                  <p:nvGrpSpPr>
                    <p:cNvPr id="11015" name="Group 11014">
                      <a:extLst>
                        <a:ext uri="{FF2B5EF4-FFF2-40B4-BE49-F238E27FC236}">
                          <a16:creationId xmlns:a16="http://schemas.microsoft.com/office/drawing/2014/main" id="{53381220-F0DE-4458-A4AE-5E7E3A022DCC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683131" y="384412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1374" name="Freeform: Shape 11373">
                        <a:extLst>
                          <a:ext uri="{FF2B5EF4-FFF2-40B4-BE49-F238E27FC236}">
                            <a16:creationId xmlns:a16="http://schemas.microsoft.com/office/drawing/2014/main" id="{B892C1D2-916A-464F-A7C2-D5D5E2ECD17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375" name="Rectangle: Rounded Corners 11374">
                        <a:extLst>
                          <a:ext uri="{FF2B5EF4-FFF2-40B4-BE49-F238E27FC236}">
                            <a16:creationId xmlns:a16="http://schemas.microsoft.com/office/drawing/2014/main" id="{69F38FB1-E542-4DF8-9515-C5100D97E4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016" name="Group 11015">
                      <a:extLst>
                        <a:ext uri="{FF2B5EF4-FFF2-40B4-BE49-F238E27FC236}">
                          <a16:creationId xmlns:a16="http://schemas.microsoft.com/office/drawing/2014/main" id="{4EC0BDA5-1301-499E-84E4-58FEC5FC38F1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123013" y="4110752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1372" name="Freeform: Shape 11371">
                        <a:extLst>
                          <a:ext uri="{FF2B5EF4-FFF2-40B4-BE49-F238E27FC236}">
                            <a16:creationId xmlns:a16="http://schemas.microsoft.com/office/drawing/2014/main" id="{D0D97C06-A835-4B24-AE09-BF2CD7A267C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373" name="Rectangle: Rounded Corners 11372">
                        <a:extLst>
                          <a:ext uri="{FF2B5EF4-FFF2-40B4-BE49-F238E27FC236}">
                            <a16:creationId xmlns:a16="http://schemas.microsoft.com/office/drawing/2014/main" id="{102C8AF0-2335-4C3C-867C-AD9FDE3287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017" name="Group 11016">
                      <a:extLst>
                        <a:ext uri="{FF2B5EF4-FFF2-40B4-BE49-F238E27FC236}">
                          <a16:creationId xmlns:a16="http://schemas.microsoft.com/office/drawing/2014/main" id="{1E8F3475-A099-4882-90EE-E050E89C6F8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0260" y="2440902"/>
                      <a:ext cx="1730523" cy="1839492"/>
                      <a:chOff x="420511" y="1784768"/>
                      <a:chExt cx="1730523" cy="1839492"/>
                    </a:xfrm>
                  </p:grpSpPr>
                  <p:grpSp>
                    <p:nvGrpSpPr>
                      <p:cNvPr id="11090" name="Group 11089">
                        <a:extLst>
                          <a:ext uri="{FF2B5EF4-FFF2-40B4-BE49-F238E27FC236}">
                            <a16:creationId xmlns:a16="http://schemas.microsoft.com/office/drawing/2014/main" id="{0293D7BD-12F5-4AC0-A2E8-509C7BD2090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69572" y="1784768"/>
                        <a:ext cx="1081462" cy="1476716"/>
                        <a:chOff x="2089993" y="1523034"/>
                        <a:chExt cx="1081462" cy="1476716"/>
                      </a:xfrm>
                    </p:grpSpPr>
                    <p:grpSp>
                      <p:nvGrpSpPr>
                        <p:cNvPr id="11311" name="Group 11310">
                          <a:extLst>
                            <a:ext uri="{FF2B5EF4-FFF2-40B4-BE49-F238E27FC236}">
                              <a16:creationId xmlns:a16="http://schemas.microsoft.com/office/drawing/2014/main" id="{13B7174F-3E5A-4BAD-9DD2-606A94D0217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70705"/>
                          <a:ext cx="101484" cy="1016226"/>
                          <a:chOff x="1800622" y="2364951"/>
                          <a:chExt cx="101484" cy="1016226"/>
                        </a:xfrm>
                      </p:grpSpPr>
                      <p:sp>
                        <p:nvSpPr>
                          <p:cNvPr id="11368" name="Flowchart: Connector 11367">
                            <a:extLst>
                              <a:ext uri="{FF2B5EF4-FFF2-40B4-BE49-F238E27FC236}">
                                <a16:creationId xmlns:a16="http://schemas.microsoft.com/office/drawing/2014/main" id="{8255B3ED-E5A8-4387-AA54-A4B9CFBAADC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369" name="Flowchart: Connector 11368">
                            <a:extLst>
                              <a:ext uri="{FF2B5EF4-FFF2-40B4-BE49-F238E27FC236}">
                                <a16:creationId xmlns:a16="http://schemas.microsoft.com/office/drawing/2014/main" id="{AA957B3A-2FE0-4BE7-8941-F0CF2631528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370" name="Flowchart: Connector 11369">
                            <a:extLst>
                              <a:ext uri="{FF2B5EF4-FFF2-40B4-BE49-F238E27FC236}">
                                <a16:creationId xmlns:a16="http://schemas.microsoft.com/office/drawing/2014/main" id="{16D74494-B4C6-48AB-A035-B21F3A4940F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371" name="Flowchart: Connector 11370">
                            <a:extLst>
                              <a:ext uri="{FF2B5EF4-FFF2-40B4-BE49-F238E27FC236}">
                                <a16:creationId xmlns:a16="http://schemas.microsoft.com/office/drawing/2014/main" id="{59F8E3D4-65A3-4AD3-83BE-6CCF156AEA3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649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11312" name="Group 11311">
                          <a:extLst>
                            <a:ext uri="{FF2B5EF4-FFF2-40B4-BE49-F238E27FC236}">
                              <a16:creationId xmlns:a16="http://schemas.microsoft.com/office/drawing/2014/main" id="{B3E15EF5-6528-4807-950E-5D0AD7A806E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23034"/>
                          <a:ext cx="1057223" cy="1476716"/>
                          <a:chOff x="2114232" y="1523034"/>
                          <a:chExt cx="1057223" cy="1476716"/>
                        </a:xfrm>
                      </p:grpSpPr>
                      <p:grpSp>
                        <p:nvGrpSpPr>
                          <p:cNvPr id="11313" name="Group 11312">
                            <a:extLst>
                              <a:ext uri="{FF2B5EF4-FFF2-40B4-BE49-F238E27FC236}">
                                <a16:creationId xmlns:a16="http://schemas.microsoft.com/office/drawing/2014/main" id="{50FF5A9B-7B57-444B-83FA-21137BF219D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47544" cy="539639"/>
                            <a:chOff x="3717189" y="1719497"/>
                            <a:chExt cx="1047544" cy="539639"/>
                          </a:xfrm>
                        </p:grpSpPr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361" name="3D Model 11360" descr="Sphere">
                                  <a:extLst>
                                    <a:ext uri="{FF2B5EF4-FFF2-40B4-BE49-F238E27FC236}">
                                      <a16:creationId xmlns:a16="http://schemas.microsoft.com/office/drawing/2014/main" id="{C26E4510-09E5-4D2C-8408-0E8ADF358C5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169977352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362" name="Flowchart: Connector 11361">
                              <a:extLst>
                                <a:ext uri="{FF2B5EF4-FFF2-40B4-BE49-F238E27FC236}">
                                  <a16:creationId xmlns:a16="http://schemas.microsoft.com/office/drawing/2014/main" id="{4BF77E60-609B-4B9D-9D32-B4212B9D123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363" name="3D Model 11362" descr="Sphere">
                                  <a:extLst>
                                    <a:ext uri="{FF2B5EF4-FFF2-40B4-BE49-F238E27FC236}">
                                      <a16:creationId xmlns:a16="http://schemas.microsoft.com/office/drawing/2014/main" id="{4900B344-D742-4445-B689-33B2C7B035D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837507879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364" name="Flowchart: Connector 11363">
                              <a:extLst>
                                <a:ext uri="{FF2B5EF4-FFF2-40B4-BE49-F238E27FC236}">
                                  <a16:creationId xmlns:a16="http://schemas.microsoft.com/office/drawing/2014/main" id="{98D2069F-F2AA-4D37-9CFB-7C4E7CC064D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365" name="3D Model 11364" descr="Sphere">
                                  <a:extLst>
                                    <a:ext uri="{FF2B5EF4-FFF2-40B4-BE49-F238E27FC236}">
                                      <a16:creationId xmlns:a16="http://schemas.microsoft.com/office/drawing/2014/main" id="{A1F046F8-EDA9-442F-BF4E-9698613337D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593839631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366" name="Flowchart: Connector 11365">
                              <a:extLst>
                                <a:ext uri="{FF2B5EF4-FFF2-40B4-BE49-F238E27FC236}">
                                  <a16:creationId xmlns:a16="http://schemas.microsoft.com/office/drawing/2014/main" id="{FA6B048B-BE6F-4D48-9305-0E7C72BF6A7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367" name="3D Model 11366" descr="Sphere">
                                  <a:extLst>
                                    <a:ext uri="{FF2B5EF4-FFF2-40B4-BE49-F238E27FC236}">
                                      <a16:creationId xmlns:a16="http://schemas.microsoft.com/office/drawing/2014/main" id="{9BDC7E37-CCE2-4E0E-88C5-97E77A87F44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585532029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1314" name="Group 11313">
                            <a:extLst>
                              <a:ext uri="{FF2B5EF4-FFF2-40B4-BE49-F238E27FC236}">
                                <a16:creationId xmlns:a16="http://schemas.microsoft.com/office/drawing/2014/main" id="{0E09DE0C-51D5-4D36-9EB5-2ED863519E6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11346" name="Flowchart: Connector 11345">
                              <a:extLst>
                                <a:ext uri="{FF2B5EF4-FFF2-40B4-BE49-F238E27FC236}">
                                  <a16:creationId xmlns:a16="http://schemas.microsoft.com/office/drawing/2014/main" id="{7D978CCD-F90C-4872-8881-A722EF893FB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347" name="Flowchart: Connector 11346">
                              <a:extLst>
                                <a:ext uri="{FF2B5EF4-FFF2-40B4-BE49-F238E27FC236}">
                                  <a16:creationId xmlns:a16="http://schemas.microsoft.com/office/drawing/2014/main" id="{653BC6FE-60E6-4D64-8784-12C720E13BD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348" name="Flowchart: Connector 11347">
                              <a:extLst>
                                <a:ext uri="{FF2B5EF4-FFF2-40B4-BE49-F238E27FC236}">
                                  <a16:creationId xmlns:a16="http://schemas.microsoft.com/office/drawing/2014/main" id="{B71EBB6B-9E5A-4E78-BBD4-8340C775885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349" name="Flowchart: Connector 11348">
                              <a:extLst>
                                <a:ext uri="{FF2B5EF4-FFF2-40B4-BE49-F238E27FC236}">
                                  <a16:creationId xmlns:a16="http://schemas.microsoft.com/office/drawing/2014/main" id="{043D9DE4-36BE-40BF-9DD5-4AE0E0C86CD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350" name="Flowchart: Connector 11349">
                              <a:extLst>
                                <a:ext uri="{FF2B5EF4-FFF2-40B4-BE49-F238E27FC236}">
                                  <a16:creationId xmlns:a16="http://schemas.microsoft.com/office/drawing/2014/main" id="{04CF53A9-C712-422D-967D-10EEA889964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351" name="Flowchart: Connector 11350">
                              <a:extLst>
                                <a:ext uri="{FF2B5EF4-FFF2-40B4-BE49-F238E27FC236}">
                                  <a16:creationId xmlns:a16="http://schemas.microsoft.com/office/drawing/2014/main" id="{2949A351-57F5-4943-A7D9-94246859E3A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352" name="Flowchart: Connector 11351">
                              <a:extLst>
                                <a:ext uri="{FF2B5EF4-FFF2-40B4-BE49-F238E27FC236}">
                                  <a16:creationId xmlns:a16="http://schemas.microsoft.com/office/drawing/2014/main" id="{EDD1E267-6322-4EF6-82E1-D76D5DDAB72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353" name="Flowchart: Connector 11352">
                              <a:extLst>
                                <a:ext uri="{FF2B5EF4-FFF2-40B4-BE49-F238E27FC236}">
                                  <a16:creationId xmlns:a16="http://schemas.microsoft.com/office/drawing/2014/main" id="{E62FC69F-8235-4AAC-A0EF-3E0EAAC38CB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354" name="3D Model 11353" descr="Sphere">
                                  <a:extLst>
                                    <a:ext uri="{FF2B5EF4-FFF2-40B4-BE49-F238E27FC236}">
                                      <a16:creationId xmlns:a16="http://schemas.microsoft.com/office/drawing/2014/main" id="{FF6B0AD0-F3AD-4478-8721-A7111F7C76D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666755766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355" name="Flowchart: Connector 11354">
                              <a:extLst>
                                <a:ext uri="{FF2B5EF4-FFF2-40B4-BE49-F238E27FC236}">
                                  <a16:creationId xmlns:a16="http://schemas.microsoft.com/office/drawing/2014/main" id="{C0770D85-50CF-4FA1-8F8B-C6258632EBB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356" name="3D Model 11355" descr="Sphere">
                                  <a:extLst>
                                    <a:ext uri="{FF2B5EF4-FFF2-40B4-BE49-F238E27FC236}">
                                      <a16:creationId xmlns:a16="http://schemas.microsoft.com/office/drawing/2014/main" id="{48912354-6589-4847-9BD3-816AF3F9FCE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725183631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357" name="Flowchart: Connector 11356">
                              <a:extLst>
                                <a:ext uri="{FF2B5EF4-FFF2-40B4-BE49-F238E27FC236}">
                                  <a16:creationId xmlns:a16="http://schemas.microsoft.com/office/drawing/2014/main" id="{324F9FBF-51B4-4371-859D-E8AC8148D15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358" name="3D Model 11357" descr="Sphere">
                                  <a:extLst>
                                    <a:ext uri="{FF2B5EF4-FFF2-40B4-BE49-F238E27FC236}">
                                      <a16:creationId xmlns:a16="http://schemas.microsoft.com/office/drawing/2014/main" id="{47CC0713-E773-457A-AC46-5BDB61607C1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941357474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359" name="Flowchart: Connector 11358">
                              <a:extLst>
                                <a:ext uri="{FF2B5EF4-FFF2-40B4-BE49-F238E27FC236}">
                                  <a16:creationId xmlns:a16="http://schemas.microsoft.com/office/drawing/2014/main" id="{98F15C31-F0C7-47FD-A0FD-8BC91B41945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360" name="3D Model 11359" descr="Sphere">
                                  <a:extLst>
                                    <a:ext uri="{FF2B5EF4-FFF2-40B4-BE49-F238E27FC236}">
                                      <a16:creationId xmlns:a16="http://schemas.microsoft.com/office/drawing/2014/main" id="{2753EB1D-6B57-471D-9053-A8F15FE4AA2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058251918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1315" name="Group 11314">
                            <a:extLst>
                              <a:ext uri="{FF2B5EF4-FFF2-40B4-BE49-F238E27FC236}">
                                <a16:creationId xmlns:a16="http://schemas.microsoft.com/office/drawing/2014/main" id="{975C88F5-2E57-450A-ADB6-5EA359BACDF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11331" name="Flowchart: Connector 11330">
                              <a:extLst>
                                <a:ext uri="{FF2B5EF4-FFF2-40B4-BE49-F238E27FC236}">
                                  <a16:creationId xmlns:a16="http://schemas.microsoft.com/office/drawing/2014/main" id="{8E7C4F46-167B-4288-B9CE-557690CBB60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332" name="Flowchart: Connector 11331">
                              <a:extLst>
                                <a:ext uri="{FF2B5EF4-FFF2-40B4-BE49-F238E27FC236}">
                                  <a16:creationId xmlns:a16="http://schemas.microsoft.com/office/drawing/2014/main" id="{EA2D3528-EBF7-4AF8-8B35-913CCC5A006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333" name="Flowchart: Connector 11332">
                              <a:extLst>
                                <a:ext uri="{FF2B5EF4-FFF2-40B4-BE49-F238E27FC236}">
                                  <a16:creationId xmlns:a16="http://schemas.microsoft.com/office/drawing/2014/main" id="{1D4ED6F4-D1FA-4942-90E7-AB0C36550FC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334" name="Flowchart: Connector 11333">
                              <a:extLst>
                                <a:ext uri="{FF2B5EF4-FFF2-40B4-BE49-F238E27FC236}">
                                  <a16:creationId xmlns:a16="http://schemas.microsoft.com/office/drawing/2014/main" id="{A412F560-9B41-462F-96EC-1962CC2A6FF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335" name="Flowchart: Connector 11334">
                              <a:extLst>
                                <a:ext uri="{FF2B5EF4-FFF2-40B4-BE49-F238E27FC236}">
                                  <a16:creationId xmlns:a16="http://schemas.microsoft.com/office/drawing/2014/main" id="{154B6F73-612F-4398-8832-D4CAAAD1AF9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336" name="Flowchart: Connector 11335">
                              <a:extLst>
                                <a:ext uri="{FF2B5EF4-FFF2-40B4-BE49-F238E27FC236}">
                                  <a16:creationId xmlns:a16="http://schemas.microsoft.com/office/drawing/2014/main" id="{221C22DF-68B8-4E9C-8E25-ED53CA91D24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337" name="Flowchart: Connector 11336">
                              <a:extLst>
                                <a:ext uri="{FF2B5EF4-FFF2-40B4-BE49-F238E27FC236}">
                                  <a16:creationId xmlns:a16="http://schemas.microsoft.com/office/drawing/2014/main" id="{630D75D8-8E94-425A-A91F-D9709D549B1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338" name="Flowchart: Connector 11337">
                              <a:extLst>
                                <a:ext uri="{FF2B5EF4-FFF2-40B4-BE49-F238E27FC236}">
                                  <a16:creationId xmlns:a16="http://schemas.microsoft.com/office/drawing/2014/main" id="{9E9190B3-ACF4-494D-BE51-8FE132FA3A8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339" name="3D Model 11338" descr="Sphere">
                                  <a:extLst>
                                    <a:ext uri="{FF2B5EF4-FFF2-40B4-BE49-F238E27FC236}">
                                      <a16:creationId xmlns:a16="http://schemas.microsoft.com/office/drawing/2014/main" id="{845D619C-149C-4AF4-86DE-E6A0CFA6B94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71162024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340" name="Flowchart: Connector 11339">
                              <a:extLst>
                                <a:ext uri="{FF2B5EF4-FFF2-40B4-BE49-F238E27FC236}">
                                  <a16:creationId xmlns:a16="http://schemas.microsoft.com/office/drawing/2014/main" id="{0098D058-A52D-4FDD-8B72-E95D16DC0DF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341" name="3D Model 11340" descr="Sphere">
                                  <a:extLst>
                                    <a:ext uri="{FF2B5EF4-FFF2-40B4-BE49-F238E27FC236}">
                                      <a16:creationId xmlns:a16="http://schemas.microsoft.com/office/drawing/2014/main" id="{398E37C1-2636-49E3-8C62-B0123544A6A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81577329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342" name="Flowchart: Connector 11341">
                              <a:extLst>
                                <a:ext uri="{FF2B5EF4-FFF2-40B4-BE49-F238E27FC236}">
                                  <a16:creationId xmlns:a16="http://schemas.microsoft.com/office/drawing/2014/main" id="{E28593E3-6188-4552-9A58-F62C10637C7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343" name="3D Model 11342" descr="Sphere">
                                  <a:extLst>
                                    <a:ext uri="{FF2B5EF4-FFF2-40B4-BE49-F238E27FC236}">
                                      <a16:creationId xmlns:a16="http://schemas.microsoft.com/office/drawing/2014/main" id="{DC773806-AB97-4A72-A89D-51DAE59F51B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149186696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344" name="Flowchart: Connector 11343">
                              <a:extLst>
                                <a:ext uri="{FF2B5EF4-FFF2-40B4-BE49-F238E27FC236}">
                                  <a16:creationId xmlns:a16="http://schemas.microsoft.com/office/drawing/2014/main" id="{C8611DE7-549C-4DF8-AF2E-711A6FB77CD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345" name="3D Model 11344" descr="Sphere">
                                  <a:extLst>
                                    <a:ext uri="{FF2B5EF4-FFF2-40B4-BE49-F238E27FC236}">
                                      <a16:creationId xmlns:a16="http://schemas.microsoft.com/office/drawing/2014/main" id="{0542B84B-FDCA-4412-BAEA-247D8582EC5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55352325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11316" name="Flowchart: Connector 11315">
                            <a:extLst>
                              <a:ext uri="{FF2B5EF4-FFF2-40B4-BE49-F238E27FC236}">
                                <a16:creationId xmlns:a16="http://schemas.microsoft.com/office/drawing/2014/main" id="{FB296728-5E63-4190-883B-2C1A0216E18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317" name="Flowchart: Connector 11316">
                            <a:extLst>
                              <a:ext uri="{FF2B5EF4-FFF2-40B4-BE49-F238E27FC236}">
                                <a16:creationId xmlns:a16="http://schemas.microsoft.com/office/drawing/2014/main" id="{376F9085-6C14-43AB-B32F-82594C259C7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318" name="Flowchart: Connector 11317">
                            <a:extLst>
                              <a:ext uri="{FF2B5EF4-FFF2-40B4-BE49-F238E27FC236}">
                                <a16:creationId xmlns:a16="http://schemas.microsoft.com/office/drawing/2014/main" id="{21A19205-334D-4B45-A4DB-60B2C2C0F8E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319" name="Flowchart: Connector 11318">
                            <a:extLst>
                              <a:ext uri="{FF2B5EF4-FFF2-40B4-BE49-F238E27FC236}">
                                <a16:creationId xmlns:a16="http://schemas.microsoft.com/office/drawing/2014/main" id="{4B48C25D-2155-42ED-A9AD-BA5F63612C1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320" name="Flowchart: Connector 11319">
                            <a:extLst>
                              <a:ext uri="{FF2B5EF4-FFF2-40B4-BE49-F238E27FC236}">
                                <a16:creationId xmlns:a16="http://schemas.microsoft.com/office/drawing/2014/main" id="{EC6C18E0-56E3-451D-A2D5-60EF17C1343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321" name="Flowchart: Connector 11320">
                            <a:extLst>
                              <a:ext uri="{FF2B5EF4-FFF2-40B4-BE49-F238E27FC236}">
                                <a16:creationId xmlns:a16="http://schemas.microsoft.com/office/drawing/2014/main" id="{5380EA41-2AAC-4CBB-8F4A-84CC4D1333E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322" name="Flowchart: Connector 11321">
                            <a:extLst>
                              <a:ext uri="{FF2B5EF4-FFF2-40B4-BE49-F238E27FC236}">
                                <a16:creationId xmlns:a16="http://schemas.microsoft.com/office/drawing/2014/main" id="{CB1060F8-4411-48EF-92D8-2093B650467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323" name="Flowchart: Connector 11322">
                            <a:extLst>
                              <a:ext uri="{FF2B5EF4-FFF2-40B4-BE49-F238E27FC236}">
                                <a16:creationId xmlns:a16="http://schemas.microsoft.com/office/drawing/2014/main" id="{94DCE938-DD14-4506-AE21-28E917229D7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324" name="3D Model 11323" descr="Sphere">
                                <a:extLst>
                                  <a:ext uri="{FF2B5EF4-FFF2-40B4-BE49-F238E27FC236}">
                                    <a16:creationId xmlns:a16="http://schemas.microsoft.com/office/drawing/2014/main" id="{B82C965D-18E6-4274-94F9-8AA01FA605C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1051777"/>
                                  </p:ext>
                                </p:extLst>
                              </p:nvPr>
                            </p:nvGraphicFramePr>
                            <p:xfrm>
                              <a:off x="2134543" y="1523034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517" name="3D Model 2516" descr="Sphere">
                                <a:extLst>
                                  <a:ext uri="{FF2B5EF4-FFF2-40B4-BE49-F238E27FC236}">
                                    <a16:creationId xmlns:a16="http://schemas.microsoft.com/office/drawing/2014/main" id="{0B37FE69-0C37-4CB1-8F85-B908B77AC15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450151" y="220459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325" name="Flowchart: Connector 11324">
                            <a:extLst>
                              <a:ext uri="{FF2B5EF4-FFF2-40B4-BE49-F238E27FC236}">
                                <a16:creationId xmlns:a16="http://schemas.microsoft.com/office/drawing/2014/main" id="{C633F953-E800-4A06-8663-7A2CE3BE39A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326" name="3D Model 11325" descr="Sphere">
                                <a:extLst>
                                  <a:ext uri="{FF2B5EF4-FFF2-40B4-BE49-F238E27FC236}">
                                    <a16:creationId xmlns:a16="http://schemas.microsoft.com/office/drawing/2014/main" id="{6D02587E-5532-410F-97ED-9A49C735634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041191145"/>
                                  </p:ext>
                                </p:extLst>
                              </p:nvPr>
                            </p:nvGraphicFramePr>
                            <p:xfrm>
                              <a:off x="2371307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519" name="3D Model 2518" descr="Sphere">
                                <a:extLst>
                                  <a:ext uri="{FF2B5EF4-FFF2-40B4-BE49-F238E27FC236}">
                                    <a16:creationId xmlns:a16="http://schemas.microsoft.com/office/drawing/2014/main" id="{E77B593C-54AC-41A6-9F6D-75F5CFB558F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491279" y="2215275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327" name="Flowchart: Connector 11326">
                            <a:extLst>
                              <a:ext uri="{FF2B5EF4-FFF2-40B4-BE49-F238E27FC236}">
                                <a16:creationId xmlns:a16="http://schemas.microsoft.com/office/drawing/2014/main" id="{A92AD55A-721E-4014-97F6-49371EB86DE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4559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328" name="3D Model 11327" descr="Sphere">
                                <a:extLst>
                                  <a:ext uri="{FF2B5EF4-FFF2-40B4-BE49-F238E27FC236}">
                                    <a16:creationId xmlns:a16="http://schemas.microsoft.com/office/drawing/2014/main" id="{111416FD-9ABB-4BBF-8DD3-C9A9125486E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547744603"/>
                                  </p:ext>
                                </p:extLst>
                              </p:nvPr>
                            </p:nvGraphicFramePr>
                            <p:xfrm>
                              <a:off x="2609177" y="164155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521" name="3D Model 2520" descr="Sphere">
                                <a:extLst>
                                  <a:ext uri="{FF2B5EF4-FFF2-40B4-BE49-F238E27FC236}">
                                    <a16:creationId xmlns:a16="http://schemas.microsoft.com/office/drawing/2014/main" id="{79DD0E23-7F07-4774-A2B3-FF19452F791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532598" y="222691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329" name="Flowchart: Connector 11328">
                            <a:extLst>
                              <a:ext uri="{FF2B5EF4-FFF2-40B4-BE49-F238E27FC236}">
                                <a16:creationId xmlns:a16="http://schemas.microsoft.com/office/drawing/2014/main" id="{960A9324-45E2-4A9A-8053-67FA9353774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330" name="3D Model 11329" descr="Sphere">
                                <a:extLst>
                                  <a:ext uri="{FF2B5EF4-FFF2-40B4-BE49-F238E27FC236}">
                                    <a16:creationId xmlns:a16="http://schemas.microsoft.com/office/drawing/2014/main" id="{E610ADB6-412D-4694-BCCD-F1B8BA30867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945674203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6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6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523" name="3D Model 2522" descr="Sphere">
                                <a:extLst>
                                  <a:ext uri="{FF2B5EF4-FFF2-40B4-BE49-F238E27FC236}">
                                    <a16:creationId xmlns:a16="http://schemas.microsoft.com/office/drawing/2014/main" id="{E1ECBFC9-2694-4C88-988E-9AB0006BD4C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579224" y="2243308"/>
                                <a:ext cx="51046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11091" name="Group 11090">
                        <a:extLst>
                          <a:ext uri="{FF2B5EF4-FFF2-40B4-BE49-F238E27FC236}">
                            <a16:creationId xmlns:a16="http://schemas.microsoft.com/office/drawing/2014/main" id="{8F13C7BF-EDC9-4DCD-8030-F5F55D3FA6B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3325" y="2268938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11308" name="Flowchart: Connector 11307">
                          <a:extLst>
                            <a:ext uri="{FF2B5EF4-FFF2-40B4-BE49-F238E27FC236}">
                              <a16:creationId xmlns:a16="http://schemas.microsoft.com/office/drawing/2014/main" id="{48D9915B-13C8-441F-9CB0-9E53AC719BF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309" name="Flowchart: Connector 11308">
                          <a:extLst>
                            <a:ext uri="{FF2B5EF4-FFF2-40B4-BE49-F238E27FC236}">
                              <a16:creationId xmlns:a16="http://schemas.microsoft.com/office/drawing/2014/main" id="{078068E1-B7DF-4BD9-A5A2-E48E2D3E777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310" name="Flowchart: Connector 11309">
                          <a:extLst>
                            <a:ext uri="{FF2B5EF4-FFF2-40B4-BE49-F238E27FC236}">
                              <a16:creationId xmlns:a16="http://schemas.microsoft.com/office/drawing/2014/main" id="{99B3CEFE-01D1-41B9-BFF2-B5FF7847ED0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11092" name="Flowchart: Connector 11091">
                        <a:extLst>
                          <a:ext uri="{FF2B5EF4-FFF2-40B4-BE49-F238E27FC236}">
                            <a16:creationId xmlns:a16="http://schemas.microsoft.com/office/drawing/2014/main" id="{D5E780F1-9212-4252-AC61-3F4F197FEE4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37026" y="201261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093" name="Flowchart: Connector 11092">
                        <a:extLst>
                          <a:ext uri="{FF2B5EF4-FFF2-40B4-BE49-F238E27FC236}">
                            <a16:creationId xmlns:a16="http://schemas.microsoft.com/office/drawing/2014/main" id="{E7C7B6A9-1265-4341-8D82-233E6A7346F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588002" y="208727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11094" name="Group 11093">
                        <a:extLst>
                          <a:ext uri="{FF2B5EF4-FFF2-40B4-BE49-F238E27FC236}">
                            <a16:creationId xmlns:a16="http://schemas.microsoft.com/office/drawing/2014/main" id="{54BB6FCD-D66A-49C7-85C7-18D2DFC8E307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228750">
                        <a:off x="1171220" y="1918660"/>
                        <a:ext cx="698062" cy="387533"/>
                        <a:chOff x="854933" y="2290871"/>
                        <a:chExt cx="698062" cy="387533"/>
                      </a:xfrm>
                    </p:grpSpPr>
                    <p:sp>
                      <p:nvSpPr>
                        <p:cNvPr id="11305" name="Flowchart: Connector 11304">
                          <a:extLst>
                            <a:ext uri="{FF2B5EF4-FFF2-40B4-BE49-F238E27FC236}">
                              <a16:creationId xmlns:a16="http://schemas.microsoft.com/office/drawing/2014/main" id="{4C48FD9A-6EB4-408C-8DDD-1BEE95B85DF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3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306" name="Flowchart: Connector 11305">
                          <a:extLst>
                            <a:ext uri="{FF2B5EF4-FFF2-40B4-BE49-F238E27FC236}">
                              <a16:creationId xmlns:a16="http://schemas.microsoft.com/office/drawing/2014/main" id="{18FD600B-D2D7-4086-9C94-B3F2605F382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5206" y="2377897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307" name="Flowchart: Connector 11306">
                          <a:extLst>
                            <a:ext uri="{FF2B5EF4-FFF2-40B4-BE49-F238E27FC236}">
                              <a16:creationId xmlns:a16="http://schemas.microsoft.com/office/drawing/2014/main" id="{149E75BA-3FC6-49F5-8C23-F7C5DF94675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41136" y="2462404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1095" name="Group 11094">
                        <a:extLst>
                          <a:ext uri="{FF2B5EF4-FFF2-40B4-BE49-F238E27FC236}">
                            <a16:creationId xmlns:a16="http://schemas.microsoft.com/office/drawing/2014/main" id="{E9494EFC-A4C1-4156-96DB-1E16929F574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49741" y="1890320"/>
                        <a:ext cx="1098636" cy="1497980"/>
                        <a:chOff x="2089993" y="1501770"/>
                        <a:chExt cx="1098636" cy="1497980"/>
                      </a:xfrm>
                    </p:grpSpPr>
                    <p:grpSp>
                      <p:nvGrpSpPr>
                        <p:cNvPr id="11240" name="Group 11239">
                          <a:extLst>
                            <a:ext uri="{FF2B5EF4-FFF2-40B4-BE49-F238E27FC236}">
                              <a16:creationId xmlns:a16="http://schemas.microsoft.com/office/drawing/2014/main" id="{2D143041-4731-4AA8-BA8A-41C4485AA8D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34990"/>
                          <a:ext cx="101484" cy="1051941"/>
                          <a:chOff x="1800622" y="2329236"/>
                          <a:chExt cx="101484" cy="1051941"/>
                        </a:xfrm>
                      </p:grpSpPr>
                      <p:sp>
                        <p:nvSpPr>
                          <p:cNvPr id="11301" name="Flowchart: Connector 11300">
                            <a:extLst>
                              <a:ext uri="{FF2B5EF4-FFF2-40B4-BE49-F238E27FC236}">
                                <a16:creationId xmlns:a16="http://schemas.microsoft.com/office/drawing/2014/main" id="{6190B8CD-D415-4885-9D72-0E8D5D95522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302" name="Flowchart: Connector 11301">
                            <a:extLst>
                              <a:ext uri="{FF2B5EF4-FFF2-40B4-BE49-F238E27FC236}">
                                <a16:creationId xmlns:a16="http://schemas.microsoft.com/office/drawing/2014/main" id="{C0F0AF3A-6BFE-4B2B-B66C-2E31469F75C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303" name="Flowchart: Connector 11302">
                            <a:extLst>
                              <a:ext uri="{FF2B5EF4-FFF2-40B4-BE49-F238E27FC236}">
                                <a16:creationId xmlns:a16="http://schemas.microsoft.com/office/drawing/2014/main" id="{3D3AA2D4-EAB4-487C-A15B-A9A3ADB9205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304" name="Flowchart: Connector 11303">
                            <a:extLst>
                              <a:ext uri="{FF2B5EF4-FFF2-40B4-BE49-F238E27FC236}">
                                <a16:creationId xmlns:a16="http://schemas.microsoft.com/office/drawing/2014/main" id="{6E07E17D-9FB1-45DA-910A-DAFBD672F30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2923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11241" name="Group 11240">
                          <a:extLst>
                            <a:ext uri="{FF2B5EF4-FFF2-40B4-BE49-F238E27FC236}">
                              <a16:creationId xmlns:a16="http://schemas.microsoft.com/office/drawing/2014/main" id="{94234CAD-D641-4FB8-8357-E8DFE44B632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01770"/>
                          <a:ext cx="1074397" cy="1497980"/>
                          <a:chOff x="2114232" y="1501770"/>
                          <a:chExt cx="1074397" cy="1497980"/>
                        </a:xfrm>
                      </p:grpSpPr>
                      <p:grpSp>
                        <p:nvGrpSpPr>
                          <p:cNvPr id="11242" name="Group 11241">
                            <a:extLst>
                              <a:ext uri="{FF2B5EF4-FFF2-40B4-BE49-F238E27FC236}">
                                <a16:creationId xmlns:a16="http://schemas.microsoft.com/office/drawing/2014/main" id="{58C5050F-4B3D-4C0B-B9BE-57A5675A13A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11293" name="Flowchart: Connector 11292">
                              <a:extLst>
                                <a:ext uri="{FF2B5EF4-FFF2-40B4-BE49-F238E27FC236}">
                                  <a16:creationId xmlns:a16="http://schemas.microsoft.com/office/drawing/2014/main" id="{CFAB04B4-1E4A-476A-BD50-2A2FFED0273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294" name="3D Model 11293" descr="Sphere">
                                  <a:extLst>
                                    <a:ext uri="{FF2B5EF4-FFF2-40B4-BE49-F238E27FC236}">
                                      <a16:creationId xmlns:a16="http://schemas.microsoft.com/office/drawing/2014/main" id="{F6B034B5-61E1-4289-B958-1C382E5FE18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36724810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295" name="Flowchart: Connector 11294">
                              <a:extLst>
                                <a:ext uri="{FF2B5EF4-FFF2-40B4-BE49-F238E27FC236}">
                                  <a16:creationId xmlns:a16="http://schemas.microsoft.com/office/drawing/2014/main" id="{8AF62F8E-D2C5-4CDB-A8C3-7FF70D67F50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296" name="3D Model 11295" descr="Sphere">
                                  <a:extLst>
                                    <a:ext uri="{FF2B5EF4-FFF2-40B4-BE49-F238E27FC236}">
                                      <a16:creationId xmlns:a16="http://schemas.microsoft.com/office/drawing/2014/main" id="{A117618B-CB4D-42A6-8E74-EFE2AF8F164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462620620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297" name="Flowchart: Connector 11296">
                              <a:extLst>
                                <a:ext uri="{FF2B5EF4-FFF2-40B4-BE49-F238E27FC236}">
                                  <a16:creationId xmlns:a16="http://schemas.microsoft.com/office/drawing/2014/main" id="{D3FE28F7-1396-4153-9DEC-6592E998248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298" name="3D Model 11297" descr="Sphere">
                                  <a:extLst>
                                    <a:ext uri="{FF2B5EF4-FFF2-40B4-BE49-F238E27FC236}">
                                      <a16:creationId xmlns:a16="http://schemas.microsoft.com/office/drawing/2014/main" id="{59BB78AC-2856-4140-931A-070F9036B53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116840834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299" name="Flowchart: Connector 11298">
                              <a:extLst>
                                <a:ext uri="{FF2B5EF4-FFF2-40B4-BE49-F238E27FC236}">
                                  <a16:creationId xmlns:a16="http://schemas.microsoft.com/office/drawing/2014/main" id="{51878D68-BE4A-43D9-82CB-2347BE667AE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300" name="3D Model 11299" descr="Sphere">
                                  <a:extLst>
                                    <a:ext uri="{FF2B5EF4-FFF2-40B4-BE49-F238E27FC236}">
                                      <a16:creationId xmlns:a16="http://schemas.microsoft.com/office/drawing/2014/main" id="{5CA5808C-1B7D-4217-9A56-101CBD44957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38142747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1243" name="Group 11242">
                            <a:extLst>
                              <a:ext uri="{FF2B5EF4-FFF2-40B4-BE49-F238E27FC236}">
                                <a16:creationId xmlns:a16="http://schemas.microsoft.com/office/drawing/2014/main" id="{768ADABC-7723-453D-AA0D-6EC761D482B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1277" name="Flowchart: Connector 11276">
                              <a:extLst>
                                <a:ext uri="{FF2B5EF4-FFF2-40B4-BE49-F238E27FC236}">
                                  <a16:creationId xmlns:a16="http://schemas.microsoft.com/office/drawing/2014/main" id="{C98DAC6B-52FD-4F57-9A59-F9BB1C1C831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278" name="Flowchart: Connector 11277">
                              <a:extLst>
                                <a:ext uri="{FF2B5EF4-FFF2-40B4-BE49-F238E27FC236}">
                                  <a16:creationId xmlns:a16="http://schemas.microsoft.com/office/drawing/2014/main" id="{9E3E627F-2470-4EB7-875F-699615732C9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279" name="Flowchart: Connector 11278">
                              <a:extLst>
                                <a:ext uri="{FF2B5EF4-FFF2-40B4-BE49-F238E27FC236}">
                                  <a16:creationId xmlns:a16="http://schemas.microsoft.com/office/drawing/2014/main" id="{DE774088-4E6B-49D9-B4A2-ADD707675DF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280" name="Flowchart: Connector 11279">
                              <a:extLst>
                                <a:ext uri="{FF2B5EF4-FFF2-40B4-BE49-F238E27FC236}">
                                  <a16:creationId xmlns:a16="http://schemas.microsoft.com/office/drawing/2014/main" id="{6FDB73BB-611A-4AF3-9440-1CB25267B52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281" name="Flowchart: Connector 11280">
                              <a:extLst>
                                <a:ext uri="{FF2B5EF4-FFF2-40B4-BE49-F238E27FC236}">
                                  <a16:creationId xmlns:a16="http://schemas.microsoft.com/office/drawing/2014/main" id="{E5ED23F4-04C9-47AA-9693-A3D77145BDB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282" name="Flowchart: Connector 11281">
                              <a:extLst>
                                <a:ext uri="{FF2B5EF4-FFF2-40B4-BE49-F238E27FC236}">
                                  <a16:creationId xmlns:a16="http://schemas.microsoft.com/office/drawing/2014/main" id="{18E36E0E-3FD0-4106-9ED5-2FC191A925D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283" name="Flowchart: Connector 11282">
                              <a:extLst>
                                <a:ext uri="{FF2B5EF4-FFF2-40B4-BE49-F238E27FC236}">
                                  <a16:creationId xmlns:a16="http://schemas.microsoft.com/office/drawing/2014/main" id="{B9A4FCF7-0547-4789-9205-D591F89B0D8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284" name="Flowchart: Connector 11283">
                              <a:extLst>
                                <a:ext uri="{FF2B5EF4-FFF2-40B4-BE49-F238E27FC236}">
                                  <a16:creationId xmlns:a16="http://schemas.microsoft.com/office/drawing/2014/main" id="{2C498182-0CB3-49D9-B855-B9F53B02CBA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285" name="Flowchart: Connector 11284">
                              <a:extLst>
                                <a:ext uri="{FF2B5EF4-FFF2-40B4-BE49-F238E27FC236}">
                                  <a16:creationId xmlns:a16="http://schemas.microsoft.com/office/drawing/2014/main" id="{DAD02D7F-F311-4342-82A8-60ACC75DE6D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286" name="3D Model 11285" descr="Sphere">
                                  <a:extLst>
                                    <a:ext uri="{FF2B5EF4-FFF2-40B4-BE49-F238E27FC236}">
                                      <a16:creationId xmlns:a16="http://schemas.microsoft.com/office/drawing/2014/main" id="{D2CBB851-0D0E-4676-9E39-150D40416C3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296893334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287" name="Flowchart: Connector 11286">
                              <a:extLst>
                                <a:ext uri="{FF2B5EF4-FFF2-40B4-BE49-F238E27FC236}">
                                  <a16:creationId xmlns:a16="http://schemas.microsoft.com/office/drawing/2014/main" id="{A58E9472-3467-4E98-8386-0EFA661C28C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288" name="3D Model 11287" descr="Sphere">
                                  <a:extLst>
                                    <a:ext uri="{FF2B5EF4-FFF2-40B4-BE49-F238E27FC236}">
                                      <a16:creationId xmlns:a16="http://schemas.microsoft.com/office/drawing/2014/main" id="{34794FDC-7CC5-4208-AB7D-D8D34D3FDE8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325454207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289" name="Flowchart: Connector 11288">
                              <a:extLst>
                                <a:ext uri="{FF2B5EF4-FFF2-40B4-BE49-F238E27FC236}">
                                  <a16:creationId xmlns:a16="http://schemas.microsoft.com/office/drawing/2014/main" id="{8E9F9008-8BB2-440B-A24B-2E9A7FF413C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290" name="3D Model 11289" descr="Sphere">
                                  <a:extLst>
                                    <a:ext uri="{FF2B5EF4-FFF2-40B4-BE49-F238E27FC236}">
                                      <a16:creationId xmlns:a16="http://schemas.microsoft.com/office/drawing/2014/main" id="{FF90C21F-D653-48BC-9CDA-E6481D360E9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836170978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291" name="Flowchart: Connector 11290">
                              <a:extLst>
                                <a:ext uri="{FF2B5EF4-FFF2-40B4-BE49-F238E27FC236}">
                                  <a16:creationId xmlns:a16="http://schemas.microsoft.com/office/drawing/2014/main" id="{DC7B2C4C-5171-4923-B276-7A4CB826F7B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292" name="3D Model 11291" descr="Sphere">
                                  <a:extLst>
                                    <a:ext uri="{FF2B5EF4-FFF2-40B4-BE49-F238E27FC236}">
                                      <a16:creationId xmlns:a16="http://schemas.microsoft.com/office/drawing/2014/main" id="{9F32EE09-0607-4C34-AC16-F425163A477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943116259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1244" name="Group 11243">
                            <a:extLst>
                              <a:ext uri="{FF2B5EF4-FFF2-40B4-BE49-F238E27FC236}">
                                <a16:creationId xmlns:a16="http://schemas.microsoft.com/office/drawing/2014/main" id="{B62CC336-8728-4933-B00B-1A5118DA414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1261" name="Flowchart: Connector 11260">
                              <a:extLst>
                                <a:ext uri="{FF2B5EF4-FFF2-40B4-BE49-F238E27FC236}">
                                  <a16:creationId xmlns:a16="http://schemas.microsoft.com/office/drawing/2014/main" id="{AFEA485B-72F7-47A3-9808-EBDE1B50E07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262" name="Flowchart: Connector 11261">
                              <a:extLst>
                                <a:ext uri="{FF2B5EF4-FFF2-40B4-BE49-F238E27FC236}">
                                  <a16:creationId xmlns:a16="http://schemas.microsoft.com/office/drawing/2014/main" id="{2B1F4777-341B-4F93-B14A-98406F4F62B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263" name="Flowchart: Connector 11262">
                              <a:extLst>
                                <a:ext uri="{FF2B5EF4-FFF2-40B4-BE49-F238E27FC236}">
                                  <a16:creationId xmlns:a16="http://schemas.microsoft.com/office/drawing/2014/main" id="{AAC4C80C-0A6E-4614-9FF3-22923D630EC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264" name="Flowchart: Connector 11263">
                              <a:extLst>
                                <a:ext uri="{FF2B5EF4-FFF2-40B4-BE49-F238E27FC236}">
                                  <a16:creationId xmlns:a16="http://schemas.microsoft.com/office/drawing/2014/main" id="{8DB7D516-081C-4DF3-AD96-F0C618C152D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265" name="Flowchart: Connector 11264">
                              <a:extLst>
                                <a:ext uri="{FF2B5EF4-FFF2-40B4-BE49-F238E27FC236}">
                                  <a16:creationId xmlns:a16="http://schemas.microsoft.com/office/drawing/2014/main" id="{A1B072B3-4030-41B7-81A3-A32610EEAA4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266" name="Flowchart: Connector 11265">
                              <a:extLst>
                                <a:ext uri="{FF2B5EF4-FFF2-40B4-BE49-F238E27FC236}">
                                  <a16:creationId xmlns:a16="http://schemas.microsoft.com/office/drawing/2014/main" id="{AAEFDBD5-B715-4EE2-9788-55E60BCBC2A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267" name="Flowchart: Connector 11266">
                              <a:extLst>
                                <a:ext uri="{FF2B5EF4-FFF2-40B4-BE49-F238E27FC236}">
                                  <a16:creationId xmlns:a16="http://schemas.microsoft.com/office/drawing/2014/main" id="{D73D9ED5-2DCE-4EB3-B345-E7A7E0171AF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268" name="Flowchart: Connector 11267">
                              <a:extLst>
                                <a:ext uri="{FF2B5EF4-FFF2-40B4-BE49-F238E27FC236}">
                                  <a16:creationId xmlns:a16="http://schemas.microsoft.com/office/drawing/2014/main" id="{7975C681-C41B-44F2-ABAD-9A5BD090646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269" name="Flowchart: Connector 11268">
                              <a:extLst>
                                <a:ext uri="{FF2B5EF4-FFF2-40B4-BE49-F238E27FC236}">
                                  <a16:creationId xmlns:a16="http://schemas.microsoft.com/office/drawing/2014/main" id="{6B58817C-B508-4F21-878F-BEB2EE5271D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270" name="3D Model 11269" descr="Sphere">
                                  <a:extLst>
                                    <a:ext uri="{FF2B5EF4-FFF2-40B4-BE49-F238E27FC236}">
                                      <a16:creationId xmlns:a16="http://schemas.microsoft.com/office/drawing/2014/main" id="{7EB28818-998F-40BC-8743-C5485B63EE2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888105059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271" name="Flowchart: Connector 11270">
                              <a:extLst>
                                <a:ext uri="{FF2B5EF4-FFF2-40B4-BE49-F238E27FC236}">
                                  <a16:creationId xmlns:a16="http://schemas.microsoft.com/office/drawing/2014/main" id="{70CDBEC0-22AF-4D9C-9557-97BBC30806D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272" name="3D Model 11271" descr="Sphere">
                                  <a:extLst>
                                    <a:ext uri="{FF2B5EF4-FFF2-40B4-BE49-F238E27FC236}">
                                      <a16:creationId xmlns:a16="http://schemas.microsoft.com/office/drawing/2014/main" id="{99ABD446-54E9-496D-B97B-5A5ED7B322E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69329553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273" name="Flowchart: Connector 11272">
                              <a:extLst>
                                <a:ext uri="{FF2B5EF4-FFF2-40B4-BE49-F238E27FC236}">
                                  <a16:creationId xmlns:a16="http://schemas.microsoft.com/office/drawing/2014/main" id="{93B5E78F-51CB-4978-A66B-EFD53BEBF4A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274" name="3D Model 11273" descr="Sphere">
                                  <a:extLst>
                                    <a:ext uri="{FF2B5EF4-FFF2-40B4-BE49-F238E27FC236}">
                                      <a16:creationId xmlns:a16="http://schemas.microsoft.com/office/drawing/2014/main" id="{D95BC439-3246-4DB9-BB6B-50CC93C7F52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79272712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275" name="Flowchart: Connector 11274">
                              <a:extLst>
                                <a:ext uri="{FF2B5EF4-FFF2-40B4-BE49-F238E27FC236}">
                                  <a16:creationId xmlns:a16="http://schemas.microsoft.com/office/drawing/2014/main" id="{DD0AA2D4-1D5C-40B3-A295-386C6A4789D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276" name="3D Model 11275" descr="Sphere">
                                  <a:extLst>
                                    <a:ext uri="{FF2B5EF4-FFF2-40B4-BE49-F238E27FC236}">
                                      <a16:creationId xmlns:a16="http://schemas.microsoft.com/office/drawing/2014/main" id="{9092EEBD-E5A1-4B4F-9651-4E503267860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95683111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11245" name="Flowchart: Connector 11244">
                            <a:extLst>
                              <a:ext uri="{FF2B5EF4-FFF2-40B4-BE49-F238E27FC236}">
                                <a16:creationId xmlns:a16="http://schemas.microsoft.com/office/drawing/2014/main" id="{F05658FF-DFC6-458F-AF27-AC2D3EC32CD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246" name="Flowchart: Connector 11245">
                            <a:extLst>
                              <a:ext uri="{FF2B5EF4-FFF2-40B4-BE49-F238E27FC236}">
                                <a16:creationId xmlns:a16="http://schemas.microsoft.com/office/drawing/2014/main" id="{D6B36040-84F3-4FF6-B2B7-D5DE34D0087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247" name="Flowchart: Connector 11246">
                            <a:extLst>
                              <a:ext uri="{FF2B5EF4-FFF2-40B4-BE49-F238E27FC236}">
                                <a16:creationId xmlns:a16="http://schemas.microsoft.com/office/drawing/2014/main" id="{11F2D8B2-C2CF-4495-B226-194EA68EA1A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248" name="Flowchart: Connector 11247">
                            <a:extLst>
                              <a:ext uri="{FF2B5EF4-FFF2-40B4-BE49-F238E27FC236}">
                                <a16:creationId xmlns:a16="http://schemas.microsoft.com/office/drawing/2014/main" id="{4247AF09-EA09-49DE-87F5-D98D158B972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249" name="Flowchart: Connector 11248">
                            <a:extLst>
                              <a:ext uri="{FF2B5EF4-FFF2-40B4-BE49-F238E27FC236}">
                                <a16:creationId xmlns:a16="http://schemas.microsoft.com/office/drawing/2014/main" id="{9E77D063-6E3D-467D-AFEB-3F0EA979EF7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250" name="Flowchart: Connector 11249">
                            <a:extLst>
                              <a:ext uri="{FF2B5EF4-FFF2-40B4-BE49-F238E27FC236}">
                                <a16:creationId xmlns:a16="http://schemas.microsoft.com/office/drawing/2014/main" id="{EC1DA8F6-8015-4360-ACEB-9598E651B00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251" name="Flowchart: Connector 11250">
                            <a:extLst>
                              <a:ext uri="{FF2B5EF4-FFF2-40B4-BE49-F238E27FC236}">
                                <a16:creationId xmlns:a16="http://schemas.microsoft.com/office/drawing/2014/main" id="{07359C50-60E8-47B5-AAEF-945F9D700EE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252" name="Flowchart: Connector 11251">
                            <a:extLst>
                              <a:ext uri="{FF2B5EF4-FFF2-40B4-BE49-F238E27FC236}">
                                <a16:creationId xmlns:a16="http://schemas.microsoft.com/office/drawing/2014/main" id="{A24AC9F5-7442-4CFD-A46E-604116A556A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253" name="Flowchart: Connector 11252">
                            <a:extLst>
                              <a:ext uri="{FF2B5EF4-FFF2-40B4-BE49-F238E27FC236}">
                                <a16:creationId xmlns:a16="http://schemas.microsoft.com/office/drawing/2014/main" id="{57150B58-9FEA-4336-99D7-C2EDE63BF57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254" name="3D Model 11253" descr="Sphere">
                                <a:extLst>
                                  <a:ext uri="{FF2B5EF4-FFF2-40B4-BE49-F238E27FC236}">
                                    <a16:creationId xmlns:a16="http://schemas.microsoft.com/office/drawing/2014/main" id="{CA3916FE-34C6-4FD2-8A90-75C68C67A4F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027167867"/>
                                  </p:ext>
                                </p:extLst>
                              </p:nvPr>
                            </p:nvGraphicFramePr>
                            <p:xfrm>
                              <a:off x="2123911" y="1501770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447" name="3D Model 2446" descr="Sphere">
                                <a:extLst>
                                  <a:ext uri="{FF2B5EF4-FFF2-40B4-BE49-F238E27FC236}">
                                    <a16:creationId xmlns:a16="http://schemas.microsoft.com/office/drawing/2014/main" id="{70E40748-6AC0-4492-88F2-ADBBFCC2B06D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410118" y="222447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255" name="Flowchart: Connector 11254">
                            <a:extLst>
                              <a:ext uri="{FF2B5EF4-FFF2-40B4-BE49-F238E27FC236}">
                                <a16:creationId xmlns:a16="http://schemas.microsoft.com/office/drawing/2014/main" id="{D6FF7510-4396-4F83-B58A-C213A4DFDD8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256" name="3D Model 11255" descr="Sphere">
                                <a:extLst>
                                  <a:ext uri="{FF2B5EF4-FFF2-40B4-BE49-F238E27FC236}">
                                    <a16:creationId xmlns:a16="http://schemas.microsoft.com/office/drawing/2014/main" id="{270497F4-B6EA-4F2F-9BDB-323A2281B68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996980436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449" name="3D Model 2448" descr="Sphere">
                                <a:extLst>
                                  <a:ext uri="{FF2B5EF4-FFF2-40B4-BE49-F238E27FC236}">
                                    <a16:creationId xmlns:a16="http://schemas.microsoft.com/office/drawing/2014/main" id="{144408D4-9F48-420D-8D84-D76B550D93B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451942" y="2239160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257" name="Flowchart: Connector 11256">
                            <a:extLst>
                              <a:ext uri="{FF2B5EF4-FFF2-40B4-BE49-F238E27FC236}">
                                <a16:creationId xmlns:a16="http://schemas.microsoft.com/office/drawing/2014/main" id="{FB613162-6BF1-4E23-8D60-6E931D75E8E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93292" y="171776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258" name="3D Model 11257" descr="Sphere">
                                <a:extLst>
                                  <a:ext uri="{FF2B5EF4-FFF2-40B4-BE49-F238E27FC236}">
                                    <a16:creationId xmlns:a16="http://schemas.microsoft.com/office/drawing/2014/main" id="{BDB692F8-4B69-4A16-8CAD-8580547C801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47488506"/>
                                  </p:ext>
                                </p:extLst>
                              </p:nvPr>
                            </p:nvGraphicFramePr>
                            <p:xfrm>
                              <a:off x="2622429" y="163823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451" name="3D Model 2450" descr="Sphere">
                                <a:extLst>
                                  <a:ext uri="{FF2B5EF4-FFF2-40B4-BE49-F238E27FC236}">
                                    <a16:creationId xmlns:a16="http://schemas.microsoft.com/office/drawing/2014/main" id="{07CCB216-ACB4-41FC-9B17-B2291E8F796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496714" y="2250175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259" name="Flowchart: Connector 11258">
                            <a:extLst>
                              <a:ext uri="{FF2B5EF4-FFF2-40B4-BE49-F238E27FC236}">
                                <a16:creationId xmlns:a16="http://schemas.microsoft.com/office/drawing/2014/main" id="{AB4E89DC-A05C-41D4-B435-F0AB247575E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260" name="3D Model 11259" descr="Sphere">
                                <a:extLst>
                                  <a:ext uri="{FF2B5EF4-FFF2-40B4-BE49-F238E27FC236}">
                                    <a16:creationId xmlns:a16="http://schemas.microsoft.com/office/drawing/2014/main" id="{CCB93287-6E8C-404A-B137-516861F8D7A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549226934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453" name="3D Model 2452" descr="Sphere">
                                <a:extLst>
                                  <a:ext uri="{FF2B5EF4-FFF2-40B4-BE49-F238E27FC236}">
                                    <a16:creationId xmlns:a16="http://schemas.microsoft.com/office/drawing/2014/main" id="{8927F180-F55D-461F-9F15-DF22D1B1D69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541038" y="2267193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11096" name="Group 11095">
                        <a:extLst>
                          <a:ext uri="{FF2B5EF4-FFF2-40B4-BE49-F238E27FC236}">
                            <a16:creationId xmlns:a16="http://schemas.microsoft.com/office/drawing/2014/main" id="{D22101E0-FA39-487B-8083-ADC21D3D8F3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547436" y="2361226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11237" name="Flowchart: Connector 11236">
                          <a:extLst>
                            <a:ext uri="{FF2B5EF4-FFF2-40B4-BE49-F238E27FC236}">
                              <a16:creationId xmlns:a16="http://schemas.microsoft.com/office/drawing/2014/main" id="{A2C51D2F-04FB-4EEF-B3EE-51DB47BDB56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238" name="Flowchart: Connector 11237">
                          <a:extLst>
                            <a:ext uri="{FF2B5EF4-FFF2-40B4-BE49-F238E27FC236}">
                              <a16:creationId xmlns:a16="http://schemas.microsoft.com/office/drawing/2014/main" id="{D89BC5D0-11AE-465C-AD07-2F78EFBEF21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239" name="Flowchart: Connector 11238">
                          <a:extLst>
                            <a:ext uri="{FF2B5EF4-FFF2-40B4-BE49-F238E27FC236}">
                              <a16:creationId xmlns:a16="http://schemas.microsoft.com/office/drawing/2014/main" id="{080498E3-79C0-4D28-82B6-449C8F39D3E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11097" name="Flowchart: Connector 11096">
                        <a:extLst>
                          <a:ext uri="{FF2B5EF4-FFF2-40B4-BE49-F238E27FC236}">
                            <a16:creationId xmlns:a16="http://schemas.microsoft.com/office/drawing/2014/main" id="{8E5FE181-1BC9-4D3D-AC02-4C32846CC63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19794" y="212254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098" name="Flowchart: Connector 11097">
                        <a:extLst>
                          <a:ext uri="{FF2B5EF4-FFF2-40B4-BE49-F238E27FC236}">
                            <a16:creationId xmlns:a16="http://schemas.microsoft.com/office/drawing/2014/main" id="{40237FC6-5740-4A1E-A80E-6F28F235ABF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74020" y="218539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11099" name="Group 11098">
                        <a:extLst>
                          <a:ext uri="{FF2B5EF4-FFF2-40B4-BE49-F238E27FC236}">
                            <a16:creationId xmlns:a16="http://schemas.microsoft.com/office/drawing/2014/main" id="{A2EC1224-7F17-432E-8124-3F815FB68B2B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18957">
                        <a:off x="941432" y="2025443"/>
                        <a:ext cx="710250" cy="369080"/>
                        <a:chOff x="854932" y="2290871"/>
                        <a:chExt cx="710250" cy="369080"/>
                      </a:xfrm>
                    </p:grpSpPr>
                    <p:sp>
                      <p:nvSpPr>
                        <p:cNvPr id="11234" name="Flowchart: Connector 11233">
                          <a:extLst>
                            <a:ext uri="{FF2B5EF4-FFF2-40B4-BE49-F238E27FC236}">
                              <a16:creationId xmlns:a16="http://schemas.microsoft.com/office/drawing/2014/main" id="{FDF8180B-12C7-4DE8-B8C4-99A629890EF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2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235" name="Flowchart: Connector 11234">
                          <a:extLst>
                            <a:ext uri="{FF2B5EF4-FFF2-40B4-BE49-F238E27FC236}">
                              <a16:creationId xmlns:a16="http://schemas.microsoft.com/office/drawing/2014/main" id="{F55D6D1B-ABFF-40D7-B55C-123CA35BA50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1897" y="2377722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236" name="Flowchart: Connector 11235">
                          <a:extLst>
                            <a:ext uri="{FF2B5EF4-FFF2-40B4-BE49-F238E27FC236}">
                              <a16:creationId xmlns:a16="http://schemas.microsoft.com/office/drawing/2014/main" id="{952E4B0D-8C62-45A1-A545-F0A3249821C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53323" y="244395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1100" name="Group 11099">
                        <a:extLst>
                          <a:ext uri="{FF2B5EF4-FFF2-40B4-BE49-F238E27FC236}">
                            <a16:creationId xmlns:a16="http://schemas.microsoft.com/office/drawing/2014/main" id="{001F6747-9D58-4243-911C-019A5A24CCF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21287" y="1995259"/>
                        <a:ext cx="1102917" cy="1484052"/>
                        <a:chOff x="2085712" y="1515698"/>
                        <a:chExt cx="1102917" cy="1484052"/>
                      </a:xfrm>
                    </p:grpSpPr>
                    <p:grpSp>
                      <p:nvGrpSpPr>
                        <p:cNvPr id="11169" name="Group 11168">
                          <a:extLst>
                            <a:ext uri="{FF2B5EF4-FFF2-40B4-BE49-F238E27FC236}">
                              <a16:creationId xmlns:a16="http://schemas.microsoft.com/office/drawing/2014/main" id="{8F5A700C-6670-40C5-893E-5490FC73757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5712" y="1648950"/>
                          <a:ext cx="105765" cy="1037981"/>
                          <a:chOff x="1796341" y="2343196"/>
                          <a:chExt cx="105765" cy="1037981"/>
                        </a:xfrm>
                      </p:grpSpPr>
                      <p:sp>
                        <p:nvSpPr>
                          <p:cNvPr id="11230" name="Flowchart: Connector 11229">
                            <a:extLst>
                              <a:ext uri="{FF2B5EF4-FFF2-40B4-BE49-F238E27FC236}">
                                <a16:creationId xmlns:a16="http://schemas.microsoft.com/office/drawing/2014/main" id="{C102D1EA-A248-4638-BE25-03E07D8D84F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231" name="Flowchart: Connector 11230">
                            <a:extLst>
                              <a:ext uri="{FF2B5EF4-FFF2-40B4-BE49-F238E27FC236}">
                                <a16:creationId xmlns:a16="http://schemas.microsoft.com/office/drawing/2014/main" id="{CB8CD0CD-DD41-4AE1-ADC0-B07E6D0E6B8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232" name="Flowchart: Connector 11231">
                            <a:extLst>
                              <a:ext uri="{FF2B5EF4-FFF2-40B4-BE49-F238E27FC236}">
                                <a16:creationId xmlns:a16="http://schemas.microsoft.com/office/drawing/2014/main" id="{51EB4121-31A2-45C5-9C82-1529170E97D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233" name="Flowchart: Connector 11232">
                            <a:extLst>
                              <a:ext uri="{FF2B5EF4-FFF2-40B4-BE49-F238E27FC236}">
                                <a16:creationId xmlns:a16="http://schemas.microsoft.com/office/drawing/2014/main" id="{2F6D631F-397F-42D4-98F9-B32EA5FB042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796341" y="2343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11170" name="Group 11169">
                          <a:extLst>
                            <a:ext uri="{FF2B5EF4-FFF2-40B4-BE49-F238E27FC236}">
                              <a16:creationId xmlns:a16="http://schemas.microsoft.com/office/drawing/2014/main" id="{E8D2169F-46A9-43AB-9D70-63224EF555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15698"/>
                          <a:ext cx="1074397" cy="1484052"/>
                          <a:chOff x="2114232" y="1515698"/>
                          <a:chExt cx="1074397" cy="1484052"/>
                        </a:xfrm>
                      </p:grpSpPr>
                      <p:grpSp>
                        <p:nvGrpSpPr>
                          <p:cNvPr id="11171" name="Group 11170">
                            <a:extLst>
                              <a:ext uri="{FF2B5EF4-FFF2-40B4-BE49-F238E27FC236}">
                                <a16:creationId xmlns:a16="http://schemas.microsoft.com/office/drawing/2014/main" id="{267A8082-1441-49E1-A7B7-91E827D5458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11222" name="Flowchart: Connector 11221">
                              <a:extLst>
                                <a:ext uri="{FF2B5EF4-FFF2-40B4-BE49-F238E27FC236}">
                                  <a16:creationId xmlns:a16="http://schemas.microsoft.com/office/drawing/2014/main" id="{F540A88D-33BD-474D-8F20-D62FF9B832D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223" name="3D Model 11222" descr="Sphere">
                                  <a:extLst>
                                    <a:ext uri="{FF2B5EF4-FFF2-40B4-BE49-F238E27FC236}">
                                      <a16:creationId xmlns:a16="http://schemas.microsoft.com/office/drawing/2014/main" id="{7B4595F0-4973-4DCC-B446-519747257E2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169792524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224" name="Flowchart: Connector 11223">
                              <a:extLst>
                                <a:ext uri="{FF2B5EF4-FFF2-40B4-BE49-F238E27FC236}">
                                  <a16:creationId xmlns:a16="http://schemas.microsoft.com/office/drawing/2014/main" id="{90BF8689-30E7-4F3A-8589-02F1D4EF8DF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225" name="3D Model 11224" descr="Sphere">
                                  <a:extLst>
                                    <a:ext uri="{FF2B5EF4-FFF2-40B4-BE49-F238E27FC236}">
                                      <a16:creationId xmlns:a16="http://schemas.microsoft.com/office/drawing/2014/main" id="{3B61A80B-7F49-4C92-B797-D50B1CEDCC4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63905186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226" name="Flowchart: Connector 11225">
                              <a:extLst>
                                <a:ext uri="{FF2B5EF4-FFF2-40B4-BE49-F238E27FC236}">
                                  <a16:creationId xmlns:a16="http://schemas.microsoft.com/office/drawing/2014/main" id="{4C052D26-1A72-4B07-95E4-FB361906F03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227" name="3D Model 11226" descr="Sphere">
                                  <a:extLst>
                                    <a:ext uri="{FF2B5EF4-FFF2-40B4-BE49-F238E27FC236}">
                                      <a16:creationId xmlns:a16="http://schemas.microsoft.com/office/drawing/2014/main" id="{C2814BA2-7C34-4080-968A-E71D0C64135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278074595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228" name="Flowchart: Connector 11227">
                              <a:extLst>
                                <a:ext uri="{FF2B5EF4-FFF2-40B4-BE49-F238E27FC236}">
                                  <a16:creationId xmlns:a16="http://schemas.microsoft.com/office/drawing/2014/main" id="{71A6B100-3F9D-4B69-990D-64C17B20A83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229" name="3D Model 11228" descr="Sphere">
                                  <a:extLst>
                                    <a:ext uri="{FF2B5EF4-FFF2-40B4-BE49-F238E27FC236}">
                                      <a16:creationId xmlns:a16="http://schemas.microsoft.com/office/drawing/2014/main" id="{187AD0E1-FBE8-47FF-9214-E0C99140FCF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954120179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1172" name="Group 11171">
                            <a:extLst>
                              <a:ext uri="{FF2B5EF4-FFF2-40B4-BE49-F238E27FC236}">
                                <a16:creationId xmlns:a16="http://schemas.microsoft.com/office/drawing/2014/main" id="{A30335DA-F18F-40CD-9E92-89D89259C05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1206" name="Flowchart: Connector 11205">
                              <a:extLst>
                                <a:ext uri="{FF2B5EF4-FFF2-40B4-BE49-F238E27FC236}">
                                  <a16:creationId xmlns:a16="http://schemas.microsoft.com/office/drawing/2014/main" id="{AAA09C77-4A53-4412-8179-454A25161685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207" name="Flowchart: Connector 11206">
                              <a:extLst>
                                <a:ext uri="{FF2B5EF4-FFF2-40B4-BE49-F238E27FC236}">
                                  <a16:creationId xmlns:a16="http://schemas.microsoft.com/office/drawing/2014/main" id="{70ADF84D-BCC5-4D4D-AFD6-14650DECC16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208" name="Flowchart: Connector 11207">
                              <a:extLst>
                                <a:ext uri="{FF2B5EF4-FFF2-40B4-BE49-F238E27FC236}">
                                  <a16:creationId xmlns:a16="http://schemas.microsoft.com/office/drawing/2014/main" id="{DC9710A9-8F42-4C2D-BF8C-AC68278D7A4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209" name="Flowchart: Connector 11208">
                              <a:extLst>
                                <a:ext uri="{FF2B5EF4-FFF2-40B4-BE49-F238E27FC236}">
                                  <a16:creationId xmlns:a16="http://schemas.microsoft.com/office/drawing/2014/main" id="{785CB61C-E1DC-4316-8CFA-28C33FFE283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210" name="Flowchart: Connector 11209">
                              <a:extLst>
                                <a:ext uri="{FF2B5EF4-FFF2-40B4-BE49-F238E27FC236}">
                                  <a16:creationId xmlns:a16="http://schemas.microsoft.com/office/drawing/2014/main" id="{333DC74B-6336-4750-8680-0AAAD717628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211" name="Flowchart: Connector 11210">
                              <a:extLst>
                                <a:ext uri="{FF2B5EF4-FFF2-40B4-BE49-F238E27FC236}">
                                  <a16:creationId xmlns:a16="http://schemas.microsoft.com/office/drawing/2014/main" id="{C52A2FFA-893A-4C68-9325-E5A1D47CFBF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212" name="Flowchart: Connector 11211">
                              <a:extLst>
                                <a:ext uri="{FF2B5EF4-FFF2-40B4-BE49-F238E27FC236}">
                                  <a16:creationId xmlns:a16="http://schemas.microsoft.com/office/drawing/2014/main" id="{041A1B62-3E62-4AA5-8008-59A6E630281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213" name="Flowchart: Connector 11212">
                              <a:extLst>
                                <a:ext uri="{FF2B5EF4-FFF2-40B4-BE49-F238E27FC236}">
                                  <a16:creationId xmlns:a16="http://schemas.microsoft.com/office/drawing/2014/main" id="{788869C0-12C5-4933-9914-072B0092F74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214" name="Flowchart: Connector 11213">
                              <a:extLst>
                                <a:ext uri="{FF2B5EF4-FFF2-40B4-BE49-F238E27FC236}">
                                  <a16:creationId xmlns:a16="http://schemas.microsoft.com/office/drawing/2014/main" id="{B0330ACF-A4E6-460B-86DE-BD79E6FBDB8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215" name="3D Model 11214" descr="Sphere">
                                  <a:extLst>
                                    <a:ext uri="{FF2B5EF4-FFF2-40B4-BE49-F238E27FC236}">
                                      <a16:creationId xmlns:a16="http://schemas.microsoft.com/office/drawing/2014/main" id="{13E86EDB-8B29-4E7E-A88D-20D438FDF58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722094653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216" name="Flowchart: Connector 11215">
                              <a:extLst>
                                <a:ext uri="{FF2B5EF4-FFF2-40B4-BE49-F238E27FC236}">
                                  <a16:creationId xmlns:a16="http://schemas.microsoft.com/office/drawing/2014/main" id="{FDD12CDA-857E-4075-9C89-F2548518C27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217" name="3D Model 11216" descr="Sphere">
                                  <a:extLst>
                                    <a:ext uri="{FF2B5EF4-FFF2-40B4-BE49-F238E27FC236}">
                                      <a16:creationId xmlns:a16="http://schemas.microsoft.com/office/drawing/2014/main" id="{F095844B-83CE-48C4-8F24-4593D2EB056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946953483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218" name="Flowchart: Connector 11217">
                              <a:extLst>
                                <a:ext uri="{FF2B5EF4-FFF2-40B4-BE49-F238E27FC236}">
                                  <a16:creationId xmlns:a16="http://schemas.microsoft.com/office/drawing/2014/main" id="{8ACB57D9-A2DF-4B82-8AFD-6A9A8255616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219" name="3D Model 11218" descr="Sphere">
                                  <a:extLst>
                                    <a:ext uri="{FF2B5EF4-FFF2-40B4-BE49-F238E27FC236}">
                                      <a16:creationId xmlns:a16="http://schemas.microsoft.com/office/drawing/2014/main" id="{DA6A3674-93F5-4CD7-91C4-249502B3A09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353050343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220" name="Flowchart: Connector 11219">
                              <a:extLst>
                                <a:ext uri="{FF2B5EF4-FFF2-40B4-BE49-F238E27FC236}">
                                  <a16:creationId xmlns:a16="http://schemas.microsoft.com/office/drawing/2014/main" id="{23D4FB2C-C3DD-4E18-92EB-7D5F3269078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221" name="3D Model 11220" descr="Sphere">
                                  <a:extLst>
                                    <a:ext uri="{FF2B5EF4-FFF2-40B4-BE49-F238E27FC236}">
                                      <a16:creationId xmlns:a16="http://schemas.microsoft.com/office/drawing/2014/main" id="{C38F1963-3F4F-422A-8AF7-A8D13E50492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480222523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1173" name="Group 11172">
                            <a:extLst>
                              <a:ext uri="{FF2B5EF4-FFF2-40B4-BE49-F238E27FC236}">
                                <a16:creationId xmlns:a16="http://schemas.microsoft.com/office/drawing/2014/main" id="{86A86E9D-55C7-42E0-83D0-323BF107813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1190" name="Flowchart: Connector 11189">
                              <a:extLst>
                                <a:ext uri="{FF2B5EF4-FFF2-40B4-BE49-F238E27FC236}">
                                  <a16:creationId xmlns:a16="http://schemas.microsoft.com/office/drawing/2014/main" id="{D85E1648-E469-4734-A576-0836DD19B90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191" name="Flowchart: Connector 11190">
                              <a:extLst>
                                <a:ext uri="{FF2B5EF4-FFF2-40B4-BE49-F238E27FC236}">
                                  <a16:creationId xmlns:a16="http://schemas.microsoft.com/office/drawing/2014/main" id="{8EB9970C-E1D8-4187-9C86-343CD7332C8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192" name="Flowchart: Connector 11191">
                              <a:extLst>
                                <a:ext uri="{FF2B5EF4-FFF2-40B4-BE49-F238E27FC236}">
                                  <a16:creationId xmlns:a16="http://schemas.microsoft.com/office/drawing/2014/main" id="{398C789E-B8B7-4410-BAFE-428A0619BC6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193" name="Flowchart: Connector 11192">
                              <a:extLst>
                                <a:ext uri="{FF2B5EF4-FFF2-40B4-BE49-F238E27FC236}">
                                  <a16:creationId xmlns:a16="http://schemas.microsoft.com/office/drawing/2014/main" id="{814FBA4E-5AD2-4935-A376-4EB5D7708DE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194" name="Flowchart: Connector 11193">
                              <a:extLst>
                                <a:ext uri="{FF2B5EF4-FFF2-40B4-BE49-F238E27FC236}">
                                  <a16:creationId xmlns:a16="http://schemas.microsoft.com/office/drawing/2014/main" id="{BA849F0B-C791-4B12-BFD4-37B03A6F446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195" name="Flowchart: Connector 11194">
                              <a:extLst>
                                <a:ext uri="{FF2B5EF4-FFF2-40B4-BE49-F238E27FC236}">
                                  <a16:creationId xmlns:a16="http://schemas.microsoft.com/office/drawing/2014/main" id="{D57F1765-99CA-43FB-A3FF-F5DA8950918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196" name="Flowchart: Connector 11195">
                              <a:extLst>
                                <a:ext uri="{FF2B5EF4-FFF2-40B4-BE49-F238E27FC236}">
                                  <a16:creationId xmlns:a16="http://schemas.microsoft.com/office/drawing/2014/main" id="{14A837BD-B4B7-4338-B254-BBB9CC65A77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197" name="Flowchart: Connector 11196">
                              <a:extLst>
                                <a:ext uri="{FF2B5EF4-FFF2-40B4-BE49-F238E27FC236}">
                                  <a16:creationId xmlns:a16="http://schemas.microsoft.com/office/drawing/2014/main" id="{0A91F06D-6F75-4C94-B93A-3F641FD416B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1198" name="Flowchart: Connector 11197">
                              <a:extLst>
                                <a:ext uri="{FF2B5EF4-FFF2-40B4-BE49-F238E27FC236}">
                                  <a16:creationId xmlns:a16="http://schemas.microsoft.com/office/drawing/2014/main" id="{3DDE6258-DAFD-4BE6-BFC9-EC7DC3FB8AF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199" name="3D Model 11198" descr="Sphere">
                                  <a:extLst>
                                    <a:ext uri="{FF2B5EF4-FFF2-40B4-BE49-F238E27FC236}">
                                      <a16:creationId xmlns:a16="http://schemas.microsoft.com/office/drawing/2014/main" id="{E6751F7C-E7CD-4901-9E65-40ABFBF9468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505284524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200" name="Flowchart: Connector 11199">
                              <a:extLst>
                                <a:ext uri="{FF2B5EF4-FFF2-40B4-BE49-F238E27FC236}">
                                  <a16:creationId xmlns:a16="http://schemas.microsoft.com/office/drawing/2014/main" id="{2629B714-8673-4282-8E9D-99CB41E1110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201" name="3D Model 11200" descr="Sphere">
                                  <a:extLst>
                                    <a:ext uri="{FF2B5EF4-FFF2-40B4-BE49-F238E27FC236}">
                                      <a16:creationId xmlns:a16="http://schemas.microsoft.com/office/drawing/2014/main" id="{A918B249-1885-4F70-8F6E-C7A6C931E81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80667303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202" name="Flowchart: Connector 11201">
                              <a:extLst>
                                <a:ext uri="{FF2B5EF4-FFF2-40B4-BE49-F238E27FC236}">
                                  <a16:creationId xmlns:a16="http://schemas.microsoft.com/office/drawing/2014/main" id="{8E9E0544-7522-4491-9BF7-376C9012FD2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203" name="3D Model 11202" descr="Sphere">
                                  <a:extLst>
                                    <a:ext uri="{FF2B5EF4-FFF2-40B4-BE49-F238E27FC236}">
                                      <a16:creationId xmlns:a16="http://schemas.microsoft.com/office/drawing/2014/main" id="{C692D905-36A4-49A3-9D6D-7622DEE8D08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7957265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1204" name="Flowchart: Connector 11203">
                              <a:extLst>
                                <a:ext uri="{FF2B5EF4-FFF2-40B4-BE49-F238E27FC236}">
                                  <a16:creationId xmlns:a16="http://schemas.microsoft.com/office/drawing/2014/main" id="{BA02CE80-5A59-4C2F-ADF5-F0383BEC03B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1205" name="3D Model 11204" descr="Sphere">
                                  <a:extLst>
                                    <a:ext uri="{FF2B5EF4-FFF2-40B4-BE49-F238E27FC236}">
                                      <a16:creationId xmlns:a16="http://schemas.microsoft.com/office/drawing/2014/main" id="{4695FC24-FC9D-4F77-91F5-503DDADCF29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456922919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11174" name="Flowchart: Connector 11173">
                            <a:extLst>
                              <a:ext uri="{FF2B5EF4-FFF2-40B4-BE49-F238E27FC236}">
                                <a16:creationId xmlns:a16="http://schemas.microsoft.com/office/drawing/2014/main" id="{D34D2AB8-BDFA-4BB6-B433-6FA00B3B398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175" name="Flowchart: Connector 11174">
                            <a:extLst>
                              <a:ext uri="{FF2B5EF4-FFF2-40B4-BE49-F238E27FC236}">
                                <a16:creationId xmlns:a16="http://schemas.microsoft.com/office/drawing/2014/main" id="{36E5742B-7400-444D-9578-9343A4C0CF5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176" name="Flowchart: Connector 11175">
                            <a:extLst>
                              <a:ext uri="{FF2B5EF4-FFF2-40B4-BE49-F238E27FC236}">
                                <a16:creationId xmlns:a16="http://schemas.microsoft.com/office/drawing/2014/main" id="{D3AA4674-0501-45EF-B224-36324A7EA7C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177" name="Flowchart: Connector 11176">
                            <a:extLst>
                              <a:ext uri="{FF2B5EF4-FFF2-40B4-BE49-F238E27FC236}">
                                <a16:creationId xmlns:a16="http://schemas.microsoft.com/office/drawing/2014/main" id="{1D93AD97-DE07-4A48-BBA0-80B1FC9C003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178" name="Flowchart: Connector 11177">
                            <a:extLst>
                              <a:ext uri="{FF2B5EF4-FFF2-40B4-BE49-F238E27FC236}">
                                <a16:creationId xmlns:a16="http://schemas.microsoft.com/office/drawing/2014/main" id="{28F7055B-DDE0-4F60-924B-BFF7987F2AA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179" name="Flowchart: Connector 11178">
                            <a:extLst>
                              <a:ext uri="{FF2B5EF4-FFF2-40B4-BE49-F238E27FC236}">
                                <a16:creationId xmlns:a16="http://schemas.microsoft.com/office/drawing/2014/main" id="{E6CAE5EF-D550-4920-9484-80E657A7AD1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180" name="Flowchart: Connector 11179">
                            <a:extLst>
                              <a:ext uri="{FF2B5EF4-FFF2-40B4-BE49-F238E27FC236}">
                                <a16:creationId xmlns:a16="http://schemas.microsoft.com/office/drawing/2014/main" id="{688A28CA-BE04-4CB2-9BED-BEAEDBD8CA2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181" name="Flowchart: Connector 11180">
                            <a:extLst>
                              <a:ext uri="{FF2B5EF4-FFF2-40B4-BE49-F238E27FC236}">
                                <a16:creationId xmlns:a16="http://schemas.microsoft.com/office/drawing/2014/main" id="{8A8CD82D-36E4-4CD8-93EA-BB43C9660BA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182" name="Flowchart: Connector 11181">
                            <a:extLst>
                              <a:ext uri="{FF2B5EF4-FFF2-40B4-BE49-F238E27FC236}">
                                <a16:creationId xmlns:a16="http://schemas.microsoft.com/office/drawing/2014/main" id="{3E54D3C0-F295-4D98-867E-C1B551A25FC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183" name="3D Model 11182" descr="Sphere">
                                <a:extLst>
                                  <a:ext uri="{FF2B5EF4-FFF2-40B4-BE49-F238E27FC236}">
                                    <a16:creationId xmlns:a16="http://schemas.microsoft.com/office/drawing/2014/main" id="{050A8DB2-8BE5-442C-BEFB-DDD1A7F6950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657722010"/>
                                  </p:ext>
                                </p:extLst>
                              </p:nvPr>
                            </p:nvGraphicFramePr>
                            <p:xfrm>
                              <a:off x="2127272" y="1515698"/>
                              <a:ext cx="299738" cy="29973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7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4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76" name="3D Model 2375" descr="Sphere">
                                <a:extLst>
                                  <a:ext uri="{FF2B5EF4-FFF2-40B4-BE49-F238E27FC236}">
                                    <a16:creationId xmlns:a16="http://schemas.microsoft.com/office/drawing/2014/main" id="{F023D1BE-0C79-4CDE-8EA3-4F39E108417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371762" y="2244237"/>
                                <a:ext cx="52067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184" name="Flowchart: Connector 11183">
                            <a:extLst>
                              <a:ext uri="{FF2B5EF4-FFF2-40B4-BE49-F238E27FC236}">
                                <a16:creationId xmlns:a16="http://schemas.microsoft.com/office/drawing/2014/main" id="{2DBFCE05-55B5-4DF2-BFA7-1C555F44CF0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185" name="3D Model 11184" descr="Sphere">
                                <a:extLst>
                                  <a:ext uri="{FF2B5EF4-FFF2-40B4-BE49-F238E27FC236}">
                                    <a16:creationId xmlns:a16="http://schemas.microsoft.com/office/drawing/2014/main" id="{C3EE2FF1-3A8C-4DFF-AC80-F748409FEFF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768618073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78" name="3D Model 2377" descr="Sphere">
                                <a:extLst>
                                  <a:ext uri="{FF2B5EF4-FFF2-40B4-BE49-F238E27FC236}">
                                    <a16:creationId xmlns:a16="http://schemas.microsoft.com/office/drawing/2014/main" id="{6938B4EF-3256-4C00-A686-FB3CB936C85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413002" y="2256301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186" name="Flowchart: Connector 11185">
                            <a:extLst>
                              <a:ext uri="{FF2B5EF4-FFF2-40B4-BE49-F238E27FC236}">
                                <a16:creationId xmlns:a16="http://schemas.microsoft.com/office/drawing/2014/main" id="{D450DCAD-3EE6-4704-9EAF-6A23169FF4D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6940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187" name="3D Model 11186" descr="Sphere">
                                <a:extLst>
                                  <a:ext uri="{FF2B5EF4-FFF2-40B4-BE49-F238E27FC236}">
                                    <a16:creationId xmlns:a16="http://schemas.microsoft.com/office/drawing/2014/main" id="{BCE97B04-3CC5-4F66-A08E-DE97C3A2DB6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277216495"/>
                                  </p:ext>
                                </p:extLst>
                              </p:nvPr>
                            </p:nvGraphicFramePr>
                            <p:xfrm>
                              <a:off x="2609177" y="164853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80" name="3D Model 2379" descr="Sphere">
                                <a:extLst>
                                  <a:ext uri="{FF2B5EF4-FFF2-40B4-BE49-F238E27FC236}">
                                    <a16:creationId xmlns:a16="http://schemas.microsoft.com/office/drawing/2014/main" id="{5A8AD254-3502-4D34-8F7C-7138B2F3BD8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455472" y="2269256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188" name="Flowchart: Connector 11187">
                            <a:extLst>
                              <a:ext uri="{FF2B5EF4-FFF2-40B4-BE49-F238E27FC236}">
                                <a16:creationId xmlns:a16="http://schemas.microsoft.com/office/drawing/2014/main" id="{FE6D5E83-A010-4390-BDC7-1DCABA41030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189" name="3D Model 11188" descr="Sphere">
                                <a:extLst>
                                  <a:ext uri="{FF2B5EF4-FFF2-40B4-BE49-F238E27FC236}">
                                    <a16:creationId xmlns:a16="http://schemas.microsoft.com/office/drawing/2014/main" id="{B78A73F7-0403-405C-9E48-7FF9406DB0F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136727846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82" name="3D Model 2381" descr="Sphere">
                                <a:extLst>
                                  <a:ext uri="{FF2B5EF4-FFF2-40B4-BE49-F238E27FC236}">
                                    <a16:creationId xmlns:a16="http://schemas.microsoft.com/office/drawing/2014/main" id="{4DE5AE29-0B23-45F6-8942-9226492B431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502098" y="2284335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sp>
                    <p:nvSpPr>
                      <p:cNvPr id="11101" name="Flowchart: Connector 11100">
                        <a:extLst>
                          <a:ext uri="{FF2B5EF4-FFF2-40B4-BE49-F238E27FC236}">
                            <a16:creationId xmlns:a16="http://schemas.microsoft.com/office/drawing/2014/main" id="{FE975812-0C90-4544-AA99-EAE09CB3278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06374" y="21384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102" name="Flowchart: Connector 11101">
                        <a:extLst>
                          <a:ext uri="{FF2B5EF4-FFF2-40B4-BE49-F238E27FC236}">
                            <a16:creationId xmlns:a16="http://schemas.microsoft.com/office/drawing/2014/main" id="{BAB9669A-BDB5-417E-A62B-7A9B61A0902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886236" y="22322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103" name="Flowchart: Connector 11102">
                        <a:extLst>
                          <a:ext uri="{FF2B5EF4-FFF2-40B4-BE49-F238E27FC236}">
                            <a16:creationId xmlns:a16="http://schemas.microsoft.com/office/drawing/2014/main" id="{5C190C21-240B-4D92-B820-90B662144E7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952806" y="22254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104" name="Flowchart: Connector 11103">
                        <a:extLst>
                          <a:ext uri="{FF2B5EF4-FFF2-40B4-BE49-F238E27FC236}">
                            <a16:creationId xmlns:a16="http://schemas.microsoft.com/office/drawing/2014/main" id="{67D54340-446E-40CE-82CD-4DA9531FC4D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0272" y="25040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105" name="Flowchart: Connector 11104">
                        <a:extLst>
                          <a:ext uri="{FF2B5EF4-FFF2-40B4-BE49-F238E27FC236}">
                            <a16:creationId xmlns:a16="http://schemas.microsoft.com/office/drawing/2014/main" id="{0BDD3CDC-5F2B-4933-B992-ADCA3D18FE4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20633" y="28301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106" name="Flowchart: Connector 11105">
                        <a:extLst>
                          <a:ext uri="{FF2B5EF4-FFF2-40B4-BE49-F238E27FC236}">
                            <a16:creationId xmlns:a16="http://schemas.microsoft.com/office/drawing/2014/main" id="{7DB0DBC5-0066-4332-9A8E-BD96E139A3C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29128" y="231321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107" name="Flowchart: Connector 11106">
                        <a:extLst>
                          <a:ext uri="{FF2B5EF4-FFF2-40B4-BE49-F238E27FC236}">
                            <a16:creationId xmlns:a16="http://schemas.microsoft.com/office/drawing/2014/main" id="{D888DBF0-2784-4124-B9AA-4AC69F8CEE1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211385" y="230237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108" name="Flowchart: Connector 11107">
                        <a:extLst>
                          <a:ext uri="{FF2B5EF4-FFF2-40B4-BE49-F238E27FC236}">
                            <a16:creationId xmlns:a16="http://schemas.microsoft.com/office/drawing/2014/main" id="{149876FB-8177-4076-9228-6F98CF7EDFE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1097" y="31484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grpSp>
                    <p:nvGrpSpPr>
                      <p:cNvPr id="11109" name="Group 11108">
                        <a:extLst>
                          <a:ext uri="{FF2B5EF4-FFF2-40B4-BE49-F238E27FC236}">
                            <a16:creationId xmlns:a16="http://schemas.microsoft.com/office/drawing/2014/main" id="{DD9F3376-9867-43FE-BCC9-2E44F1A8CDD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20511" y="2127869"/>
                        <a:ext cx="1073693" cy="1496391"/>
                        <a:chOff x="2114936" y="1503359"/>
                        <a:chExt cx="1073693" cy="1496391"/>
                      </a:xfrm>
                    </p:grpSpPr>
                    <p:grpSp>
                      <p:nvGrpSpPr>
                        <p:cNvPr id="11110" name="Group 11109">
                          <a:extLst>
                            <a:ext uri="{FF2B5EF4-FFF2-40B4-BE49-F238E27FC236}">
                              <a16:creationId xmlns:a16="http://schemas.microsoft.com/office/drawing/2014/main" id="{6EABF839-CE92-4458-9F00-BC37811D598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7974" y="2474038"/>
                          <a:ext cx="1060655" cy="525712"/>
                          <a:chOff x="3721252" y="1733424"/>
                          <a:chExt cx="1060655" cy="525712"/>
                        </a:xfrm>
                      </p:grpSpPr>
                      <p:sp>
                        <p:nvSpPr>
                          <p:cNvPr id="11161" name="Flowchart: Connector 11160">
                            <a:extLst>
                              <a:ext uri="{FF2B5EF4-FFF2-40B4-BE49-F238E27FC236}">
                                <a16:creationId xmlns:a16="http://schemas.microsoft.com/office/drawing/2014/main" id="{09BD4D43-ADF8-4473-98D1-77E823B0FD1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162" name="3D Model 11161" descr="Sphere">
                                <a:extLst>
                                  <a:ext uri="{FF2B5EF4-FFF2-40B4-BE49-F238E27FC236}">
                                    <a16:creationId xmlns:a16="http://schemas.microsoft.com/office/drawing/2014/main" id="{7D364B18-98D7-433F-8D36-6CF9C718CAF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161741451"/>
                                  </p:ext>
                                </p:extLst>
                              </p:nvPr>
                            </p:nvGraphicFramePr>
                            <p:xfrm>
                              <a:off x="3721252" y="1733424"/>
                              <a:ext cx="299739" cy="299738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6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55" name="3D Model 2354" descr="Sphere">
                                <a:extLst>
                                  <a:ext uri="{FF2B5EF4-FFF2-40B4-BE49-F238E27FC236}">
                                    <a16:creationId xmlns:a16="http://schemas.microsoft.com/office/drawing/2014/main" id="{A71A5324-BD5D-42F8-88C7-F411B8155E6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331932" y="2452039"/>
                                <a:ext cx="52066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163" name="Flowchart: Connector 11162">
                            <a:extLst>
                              <a:ext uri="{FF2B5EF4-FFF2-40B4-BE49-F238E27FC236}">
                                <a16:creationId xmlns:a16="http://schemas.microsoft.com/office/drawing/2014/main" id="{0927D43B-25E0-4D7C-AF40-CAB51B9C4D5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164" name="3D Model 11163" descr="Sphere">
                                <a:extLst>
                                  <a:ext uri="{FF2B5EF4-FFF2-40B4-BE49-F238E27FC236}">
                                    <a16:creationId xmlns:a16="http://schemas.microsoft.com/office/drawing/2014/main" id="{F976B1B4-A8D3-4657-90E1-2BF5A0E1736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62075584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165" name="Flowchart: Connector 11164">
                            <a:extLst>
                              <a:ext uri="{FF2B5EF4-FFF2-40B4-BE49-F238E27FC236}">
                                <a16:creationId xmlns:a16="http://schemas.microsoft.com/office/drawing/2014/main" id="{145FFE3B-E536-436F-BBCA-135192F9EC5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166" name="3D Model 11165" descr="Sphere">
                                <a:extLst>
                                  <a:ext uri="{FF2B5EF4-FFF2-40B4-BE49-F238E27FC236}">
                                    <a16:creationId xmlns:a16="http://schemas.microsoft.com/office/drawing/2014/main" id="{4AAE5EA1-5037-4F2E-9F8E-4CC0B3A05BC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786196788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167" name="Flowchart: Connector 11166">
                            <a:extLst>
                              <a:ext uri="{FF2B5EF4-FFF2-40B4-BE49-F238E27FC236}">
                                <a16:creationId xmlns:a16="http://schemas.microsoft.com/office/drawing/2014/main" id="{4926CAE3-44E0-4F79-A605-D522FA056F8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168" name="3D Model 11167" descr="Sphere">
                                <a:extLst>
                                  <a:ext uri="{FF2B5EF4-FFF2-40B4-BE49-F238E27FC236}">
                                    <a16:creationId xmlns:a16="http://schemas.microsoft.com/office/drawing/2014/main" id="{4C479B74-F9C3-4BC5-8BA8-BE0634578FF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907521460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8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1111" name="Group 11110">
                          <a:extLst>
                            <a:ext uri="{FF2B5EF4-FFF2-40B4-BE49-F238E27FC236}">
                              <a16:creationId xmlns:a16="http://schemas.microsoft.com/office/drawing/2014/main" id="{BBA44085-5D6F-4C2B-A026-DD8FE375458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4615" y="2140429"/>
                          <a:ext cx="1064014" cy="637179"/>
                          <a:chOff x="3717893" y="1719497"/>
                          <a:chExt cx="1064014" cy="637179"/>
                        </a:xfrm>
                      </p:grpSpPr>
                      <p:sp>
                        <p:nvSpPr>
                          <p:cNvPr id="11145" name="Flowchart: Connector 11144">
                            <a:extLst>
                              <a:ext uri="{FF2B5EF4-FFF2-40B4-BE49-F238E27FC236}">
                                <a16:creationId xmlns:a16="http://schemas.microsoft.com/office/drawing/2014/main" id="{F26F9A64-A2F5-4A27-9590-5DD0830C8B3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146" name="Flowchart: Connector 11145">
                            <a:extLst>
                              <a:ext uri="{FF2B5EF4-FFF2-40B4-BE49-F238E27FC236}">
                                <a16:creationId xmlns:a16="http://schemas.microsoft.com/office/drawing/2014/main" id="{E39DC324-EF1A-4630-A210-9922E8B984C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147" name="Flowchart: Connector 11146">
                            <a:extLst>
                              <a:ext uri="{FF2B5EF4-FFF2-40B4-BE49-F238E27FC236}">
                                <a16:creationId xmlns:a16="http://schemas.microsoft.com/office/drawing/2014/main" id="{EA7423C4-9298-46EF-B6FD-C2B35B563EC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148" name="Flowchart: Connector 11147">
                            <a:extLst>
                              <a:ext uri="{FF2B5EF4-FFF2-40B4-BE49-F238E27FC236}">
                                <a16:creationId xmlns:a16="http://schemas.microsoft.com/office/drawing/2014/main" id="{E6076811-6BF5-4030-A3CE-338BEAB6C01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149" name="Flowchart: Connector 11148">
                            <a:extLst>
                              <a:ext uri="{FF2B5EF4-FFF2-40B4-BE49-F238E27FC236}">
                                <a16:creationId xmlns:a16="http://schemas.microsoft.com/office/drawing/2014/main" id="{91DE90A7-EF2F-4AF7-B0E0-D178966BC85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150" name="Flowchart: Connector 11149">
                            <a:extLst>
                              <a:ext uri="{FF2B5EF4-FFF2-40B4-BE49-F238E27FC236}">
                                <a16:creationId xmlns:a16="http://schemas.microsoft.com/office/drawing/2014/main" id="{ED311498-2E35-42AD-AECC-4DD5C2B40D1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151" name="Flowchart: Connector 11150">
                            <a:extLst>
                              <a:ext uri="{FF2B5EF4-FFF2-40B4-BE49-F238E27FC236}">
                                <a16:creationId xmlns:a16="http://schemas.microsoft.com/office/drawing/2014/main" id="{77ACC292-4F17-4C06-A1B4-AB4CA6F32A9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152" name="Flowchart: Connector 11151">
                            <a:extLst>
                              <a:ext uri="{FF2B5EF4-FFF2-40B4-BE49-F238E27FC236}">
                                <a16:creationId xmlns:a16="http://schemas.microsoft.com/office/drawing/2014/main" id="{459A65FE-C52A-473E-9B33-FC71C6092E4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153" name="Flowchart: Connector 11152">
                            <a:extLst>
                              <a:ext uri="{FF2B5EF4-FFF2-40B4-BE49-F238E27FC236}">
                                <a16:creationId xmlns:a16="http://schemas.microsoft.com/office/drawing/2014/main" id="{021595D8-29AD-462D-92B0-3ACD9F4DD96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154" name="3D Model 11153" descr="Sphere">
                                <a:extLst>
                                  <a:ext uri="{FF2B5EF4-FFF2-40B4-BE49-F238E27FC236}">
                                    <a16:creationId xmlns:a16="http://schemas.microsoft.com/office/drawing/2014/main" id="{D5C4DAED-510C-4D83-B6F9-82B7424C2E3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452466869"/>
                                  </p:ext>
                                </p:extLst>
                              </p:nvPr>
                            </p:nvGraphicFramePr>
                            <p:xfrm>
                              <a:off x="3717893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47" name="3D Model 2346" descr="Sphere">
                                <a:extLst>
                                  <a:ext uri="{FF2B5EF4-FFF2-40B4-BE49-F238E27FC236}">
                                    <a16:creationId xmlns:a16="http://schemas.microsoft.com/office/drawing/2014/main" id="{710752FE-4405-4360-92F6-9B67BBC6E76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331348" y="238920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155" name="Flowchart: Connector 11154">
                            <a:extLst>
                              <a:ext uri="{FF2B5EF4-FFF2-40B4-BE49-F238E27FC236}">
                                <a16:creationId xmlns:a16="http://schemas.microsoft.com/office/drawing/2014/main" id="{060C1BED-0743-4BA0-968E-FF473F0C720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156" name="3D Model 11155" descr="Sphere">
                                <a:extLst>
                                  <a:ext uri="{FF2B5EF4-FFF2-40B4-BE49-F238E27FC236}">
                                    <a16:creationId xmlns:a16="http://schemas.microsoft.com/office/drawing/2014/main" id="{4F4B130F-EE55-4E32-BACE-7F30EAEBE81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75700834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157" name="Flowchart: Connector 11156">
                            <a:extLst>
                              <a:ext uri="{FF2B5EF4-FFF2-40B4-BE49-F238E27FC236}">
                                <a16:creationId xmlns:a16="http://schemas.microsoft.com/office/drawing/2014/main" id="{EF75D56F-3F92-4F4F-ACC5-D11D5090A1F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158" name="3D Model 11157" descr="Sphere">
                                <a:extLst>
                                  <a:ext uri="{FF2B5EF4-FFF2-40B4-BE49-F238E27FC236}">
                                    <a16:creationId xmlns:a16="http://schemas.microsoft.com/office/drawing/2014/main" id="{D70C3209-B7E5-40D1-86A0-97EDBE484F8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844333085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159" name="Flowchart: Connector 11158">
                            <a:extLst>
                              <a:ext uri="{FF2B5EF4-FFF2-40B4-BE49-F238E27FC236}">
                                <a16:creationId xmlns:a16="http://schemas.microsoft.com/office/drawing/2014/main" id="{18389AAC-1C94-4B5D-AB34-C5495D3087A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160" name="3D Model 11159" descr="Sphere">
                                <a:extLst>
                                  <a:ext uri="{FF2B5EF4-FFF2-40B4-BE49-F238E27FC236}">
                                    <a16:creationId xmlns:a16="http://schemas.microsoft.com/office/drawing/2014/main" id="{5D51BBD5-3D3F-45AA-A4D7-B3C453D44F7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804926702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1112" name="Group 11111">
                          <a:extLst>
                            <a:ext uri="{FF2B5EF4-FFF2-40B4-BE49-F238E27FC236}">
                              <a16:creationId xmlns:a16="http://schemas.microsoft.com/office/drawing/2014/main" id="{EBFB0CFF-6C93-4D43-BD6D-C32EC1EFE08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936" y="1817250"/>
                          <a:ext cx="1064014" cy="643455"/>
                          <a:chOff x="3717893" y="1713221"/>
                          <a:chExt cx="1064014" cy="643455"/>
                        </a:xfrm>
                      </p:grpSpPr>
                      <p:sp>
                        <p:nvSpPr>
                          <p:cNvPr id="11129" name="Flowchart: Connector 11128">
                            <a:extLst>
                              <a:ext uri="{FF2B5EF4-FFF2-40B4-BE49-F238E27FC236}">
                                <a16:creationId xmlns:a16="http://schemas.microsoft.com/office/drawing/2014/main" id="{0FCC6218-C631-408E-AD2A-B23F5D97992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130" name="Flowchart: Connector 11129">
                            <a:extLst>
                              <a:ext uri="{FF2B5EF4-FFF2-40B4-BE49-F238E27FC236}">
                                <a16:creationId xmlns:a16="http://schemas.microsoft.com/office/drawing/2014/main" id="{39CB53AD-224E-4F7F-A655-B7EF3D83E1C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131" name="Flowchart: Connector 11130">
                            <a:extLst>
                              <a:ext uri="{FF2B5EF4-FFF2-40B4-BE49-F238E27FC236}">
                                <a16:creationId xmlns:a16="http://schemas.microsoft.com/office/drawing/2014/main" id="{00CD4441-A8B5-4754-A22B-B9CFB4B6342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132" name="Flowchart: Connector 11131">
                            <a:extLst>
                              <a:ext uri="{FF2B5EF4-FFF2-40B4-BE49-F238E27FC236}">
                                <a16:creationId xmlns:a16="http://schemas.microsoft.com/office/drawing/2014/main" id="{3B041823-B322-4B22-AC4C-1C2BAFBDB81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133" name="Flowchart: Connector 11132">
                            <a:extLst>
                              <a:ext uri="{FF2B5EF4-FFF2-40B4-BE49-F238E27FC236}">
                                <a16:creationId xmlns:a16="http://schemas.microsoft.com/office/drawing/2014/main" id="{AF3DD21E-3296-4483-8585-55B85BDB213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134" name="Flowchart: Connector 11133">
                            <a:extLst>
                              <a:ext uri="{FF2B5EF4-FFF2-40B4-BE49-F238E27FC236}">
                                <a16:creationId xmlns:a16="http://schemas.microsoft.com/office/drawing/2014/main" id="{479E85E3-EF1F-473E-8EA9-45CB08D073A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135" name="Flowchart: Connector 11134">
                            <a:extLst>
                              <a:ext uri="{FF2B5EF4-FFF2-40B4-BE49-F238E27FC236}">
                                <a16:creationId xmlns:a16="http://schemas.microsoft.com/office/drawing/2014/main" id="{7296DB8E-9A89-48A9-B5A5-11A07736C39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136" name="Flowchart: Connector 11135">
                            <a:extLst>
                              <a:ext uri="{FF2B5EF4-FFF2-40B4-BE49-F238E27FC236}">
                                <a16:creationId xmlns:a16="http://schemas.microsoft.com/office/drawing/2014/main" id="{1B315E9C-89D0-4125-819E-D1B7ABDE31C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137" name="Flowchart: Connector 11136">
                            <a:extLst>
                              <a:ext uri="{FF2B5EF4-FFF2-40B4-BE49-F238E27FC236}">
                                <a16:creationId xmlns:a16="http://schemas.microsoft.com/office/drawing/2014/main" id="{D453318A-BFDA-445C-97CD-6B6F722B0ED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138" name="3D Model 11137" descr="Sphere">
                                <a:extLst>
                                  <a:ext uri="{FF2B5EF4-FFF2-40B4-BE49-F238E27FC236}">
                                    <a16:creationId xmlns:a16="http://schemas.microsoft.com/office/drawing/2014/main" id="{E8A58FF7-0785-4676-A938-2C0B4D4ED4C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62642555"/>
                                  </p:ext>
                                </p:extLst>
                              </p:nvPr>
                            </p:nvGraphicFramePr>
                            <p:xfrm>
                              <a:off x="3717893" y="171322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31" name="3D Model 2330" descr="Sphere">
                                <a:extLst>
                                  <a:ext uri="{FF2B5EF4-FFF2-40B4-BE49-F238E27FC236}">
                                    <a16:creationId xmlns:a16="http://schemas.microsoft.com/office/drawing/2014/main" id="{64AAC4F8-9AE2-4F87-9607-1B52D85FFE9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329667" y="232833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139" name="Flowchart: Connector 11138">
                            <a:extLst>
                              <a:ext uri="{FF2B5EF4-FFF2-40B4-BE49-F238E27FC236}">
                                <a16:creationId xmlns:a16="http://schemas.microsoft.com/office/drawing/2014/main" id="{05DECFE3-5E81-4631-8AD3-F382B2D0151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140" name="3D Model 11139" descr="Sphere">
                                <a:extLst>
                                  <a:ext uri="{FF2B5EF4-FFF2-40B4-BE49-F238E27FC236}">
                                    <a16:creationId xmlns:a16="http://schemas.microsoft.com/office/drawing/2014/main" id="{F760DDFF-CC6C-45BF-8740-7556502CD6B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574349282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33" name="3D Model 2332" descr="Sphere">
                                <a:extLst>
                                  <a:ext uri="{FF2B5EF4-FFF2-40B4-BE49-F238E27FC236}">
                                    <a16:creationId xmlns:a16="http://schemas.microsoft.com/office/drawing/2014/main" id="{97C86172-769E-42B1-B365-ECA5E9762E2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371368" y="234420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141" name="Flowchart: Connector 11140">
                            <a:extLst>
                              <a:ext uri="{FF2B5EF4-FFF2-40B4-BE49-F238E27FC236}">
                                <a16:creationId xmlns:a16="http://schemas.microsoft.com/office/drawing/2014/main" id="{22251FFC-4D47-45DB-AC3D-A28F034A74D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142" name="3D Model 11141" descr="Sphere">
                                <a:extLst>
                                  <a:ext uri="{FF2B5EF4-FFF2-40B4-BE49-F238E27FC236}">
                                    <a16:creationId xmlns:a16="http://schemas.microsoft.com/office/drawing/2014/main" id="{738F3859-5759-4A63-8A1A-C636F984CC9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123062489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143" name="Flowchart: Connector 11142">
                            <a:extLst>
                              <a:ext uri="{FF2B5EF4-FFF2-40B4-BE49-F238E27FC236}">
                                <a16:creationId xmlns:a16="http://schemas.microsoft.com/office/drawing/2014/main" id="{A92D59C8-C97C-4237-959C-7929BDA5E98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144" name="3D Model 11143" descr="Sphere">
                                <a:extLst>
                                  <a:ext uri="{FF2B5EF4-FFF2-40B4-BE49-F238E27FC236}">
                                    <a16:creationId xmlns:a16="http://schemas.microsoft.com/office/drawing/2014/main" id="{B7919601-29BB-41A7-AA44-A066F7D2DE4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439603352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11113" name="Flowchart: Connector 11112">
                          <a:extLst>
                            <a:ext uri="{FF2B5EF4-FFF2-40B4-BE49-F238E27FC236}">
                              <a16:creationId xmlns:a16="http://schemas.microsoft.com/office/drawing/2014/main" id="{4E1A8DC6-88F6-4D33-8176-82CF7FF0E60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114" name="Flowchart: Connector 11113">
                          <a:extLst>
                            <a:ext uri="{FF2B5EF4-FFF2-40B4-BE49-F238E27FC236}">
                              <a16:creationId xmlns:a16="http://schemas.microsoft.com/office/drawing/2014/main" id="{397A12A0-D737-4A1C-B20F-95B350DC42D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115" name="Flowchart: Connector 11114">
                          <a:extLst>
                            <a:ext uri="{FF2B5EF4-FFF2-40B4-BE49-F238E27FC236}">
                              <a16:creationId xmlns:a16="http://schemas.microsoft.com/office/drawing/2014/main" id="{A4505DEB-FA24-4AAE-B02C-EBF4E4ED78F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26347" y="177334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116" name="Flowchart: Connector 11115">
                          <a:extLst>
                            <a:ext uri="{FF2B5EF4-FFF2-40B4-BE49-F238E27FC236}">
                              <a16:creationId xmlns:a16="http://schemas.microsoft.com/office/drawing/2014/main" id="{21766C32-A3DB-4011-B5E3-1179D66A1D5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117" name="Flowchart: Connector 11116">
                          <a:extLst>
                            <a:ext uri="{FF2B5EF4-FFF2-40B4-BE49-F238E27FC236}">
                              <a16:creationId xmlns:a16="http://schemas.microsoft.com/office/drawing/2014/main" id="{66C609A6-54F2-4891-8686-0283640A553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118" name="Flowchart: Connector 11117">
                          <a:extLst>
                            <a:ext uri="{FF2B5EF4-FFF2-40B4-BE49-F238E27FC236}">
                              <a16:creationId xmlns:a16="http://schemas.microsoft.com/office/drawing/2014/main" id="{9EFEC92A-9E3A-440B-B5BC-B838393B95B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119" name="Flowchart: Connector 11118">
                          <a:extLst>
                            <a:ext uri="{FF2B5EF4-FFF2-40B4-BE49-F238E27FC236}">
                              <a16:creationId xmlns:a16="http://schemas.microsoft.com/office/drawing/2014/main" id="{B212E6DE-2B54-4D4B-AF4F-29A9811FA94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120" name="Flowchart: Connector 11119">
                          <a:extLst>
                            <a:ext uri="{FF2B5EF4-FFF2-40B4-BE49-F238E27FC236}">
                              <a16:creationId xmlns:a16="http://schemas.microsoft.com/office/drawing/2014/main" id="{5A843C38-2B47-4AFE-BE1D-EF942955860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121" name="Flowchart: Connector 11120">
                          <a:extLst>
                            <a:ext uri="{FF2B5EF4-FFF2-40B4-BE49-F238E27FC236}">
                              <a16:creationId xmlns:a16="http://schemas.microsoft.com/office/drawing/2014/main" id="{ECE71376-F3AB-4B03-A929-710BD94BD61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122" name="3D Model 11121" descr="Sphere">
                              <a:extLst>
                                <a:ext uri="{FF2B5EF4-FFF2-40B4-BE49-F238E27FC236}">
                                  <a16:creationId xmlns:a16="http://schemas.microsoft.com/office/drawing/2014/main" id="{D0281D2F-039A-478B-9018-4CEBA2D12DC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172130792"/>
                                </p:ext>
                              </p:extLst>
                            </p:nvPr>
                          </p:nvGraphicFramePr>
                          <p:xfrm>
                            <a:off x="2122087" y="1503359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433448" ay="1433014" az="-1105299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7"/>
                                </am3d:raster>
                                <am3d:objViewport viewportSz="5757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15" name="3D Model 2314" descr="Sphere">
                              <a:extLst>
                                <a:ext uri="{FF2B5EF4-FFF2-40B4-BE49-F238E27FC236}">
                                  <a16:creationId xmlns:a16="http://schemas.microsoft.com/office/drawing/2014/main" id="{F6A9D611-82D5-43A5-BC63-0BFDBA21B3E5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5330909" y="2269214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123" name="Flowchart: Connector 11122">
                          <a:extLst>
                            <a:ext uri="{FF2B5EF4-FFF2-40B4-BE49-F238E27FC236}">
                              <a16:creationId xmlns:a16="http://schemas.microsoft.com/office/drawing/2014/main" id="{5D527EE2-5EAA-4C61-AA34-F3B57A1FA5F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124" name="3D Model 11123" descr="Sphere">
                              <a:extLst>
                                <a:ext uri="{FF2B5EF4-FFF2-40B4-BE49-F238E27FC236}">
                                  <a16:creationId xmlns:a16="http://schemas.microsoft.com/office/drawing/2014/main" id="{C3F746A4-5FE0-4E81-B0C8-01BEEE0B50B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093206206"/>
                                </p:ext>
                              </p:extLst>
                            </p:nvPr>
                          </p:nvGraphicFramePr>
                          <p:xfrm>
                            <a:off x="2368043" y="1593681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5"/>
                                </am3d:raster>
                                <am3d:objViewport viewportSz="5886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17" name="3D Model 2316" descr="Sphere">
                              <a:extLst>
                                <a:ext uri="{FF2B5EF4-FFF2-40B4-BE49-F238E27FC236}">
                                  <a16:creationId xmlns:a16="http://schemas.microsoft.com/office/drawing/2014/main" id="{ED2ABC71-2FD8-469E-B2CF-8088ED7F8EB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5373633" y="2286226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125" name="Flowchart: Connector 11124">
                          <a:extLst>
                            <a:ext uri="{FF2B5EF4-FFF2-40B4-BE49-F238E27FC236}">
                              <a16:creationId xmlns:a16="http://schemas.microsoft.com/office/drawing/2014/main" id="{C405824B-B75D-4C10-B541-9086718F90F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126" name="3D Model 11125" descr="Sphere">
                              <a:extLst>
                                <a:ext uri="{FF2B5EF4-FFF2-40B4-BE49-F238E27FC236}">
                                  <a16:creationId xmlns:a16="http://schemas.microsoft.com/office/drawing/2014/main" id="{AF8F86AF-B030-4483-82EE-C493B1282F3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9152731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3235" cy="6170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7"/>
                                </am3d:raster>
                                <am3d:objViewport viewportSz="6018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19" name="3D Model 2318" descr="Sphere">
                              <a:extLst>
                                <a:ext uri="{FF2B5EF4-FFF2-40B4-BE49-F238E27FC236}">
                                  <a16:creationId xmlns:a16="http://schemas.microsoft.com/office/drawing/2014/main" id="{E7344DF8-5F20-4399-B8F2-C28081BB989E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3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5415520" y="2295242"/>
                              <a:ext cx="53235" cy="61702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127" name="Flowchart: Connector 11126">
                          <a:extLst>
                            <a:ext uri="{FF2B5EF4-FFF2-40B4-BE49-F238E27FC236}">
                              <a16:creationId xmlns:a16="http://schemas.microsoft.com/office/drawing/2014/main" id="{C2A96861-765D-4591-86C9-E80418E6A5A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128" name="3D Model 11127" descr="Sphere">
                              <a:extLst>
                                <a:ext uri="{FF2B5EF4-FFF2-40B4-BE49-F238E27FC236}">
                                  <a16:creationId xmlns:a16="http://schemas.microsoft.com/office/drawing/2014/main" id="{60D8D99C-C320-4EF0-8404-7DD8E7889DC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882878178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1045" cy="5891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9"/>
                                </am3d:raster>
                                <am3d:objViewport viewportSz="5955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21" name="3D Model 2320" descr="Sphere">
                              <a:extLst>
                                <a:ext uri="{FF2B5EF4-FFF2-40B4-BE49-F238E27FC236}">
                                  <a16:creationId xmlns:a16="http://schemas.microsoft.com/office/drawing/2014/main" id="{3DE9C785-AAEF-4BC6-9D2C-0ABB276B1CDD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5462146" y="2311636"/>
                              <a:ext cx="51045" cy="589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11018" name="Group 11017">
                      <a:extLst>
                        <a:ext uri="{FF2B5EF4-FFF2-40B4-BE49-F238E27FC236}">
                          <a16:creationId xmlns:a16="http://schemas.microsoft.com/office/drawing/2014/main" id="{144CF364-9BAD-44FA-9C10-D1142899D590}"/>
                        </a:ext>
                      </a:extLst>
                    </p:cNvPr>
                    <p:cNvGrpSpPr/>
                    <p:nvPr/>
                  </p:nvGrpSpPr>
                  <p:grpSpPr>
                    <a:xfrm rot="18542409">
                      <a:off x="2257159" y="236280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1088" name="Freeform: Shape 11087">
                        <a:extLst>
                          <a:ext uri="{FF2B5EF4-FFF2-40B4-BE49-F238E27FC236}">
                            <a16:creationId xmlns:a16="http://schemas.microsoft.com/office/drawing/2014/main" id="{1BA787B0-F37E-4686-A1E4-6117430ED2A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089" name="Rectangle: Rounded Corners 11088">
                        <a:extLst>
                          <a:ext uri="{FF2B5EF4-FFF2-40B4-BE49-F238E27FC236}">
                            <a16:creationId xmlns:a16="http://schemas.microsoft.com/office/drawing/2014/main" id="{C15F89C2-5418-47F2-B9EC-96813141C5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019" name="Group 11018">
                      <a:extLst>
                        <a:ext uri="{FF2B5EF4-FFF2-40B4-BE49-F238E27FC236}">
                          <a16:creationId xmlns:a16="http://schemas.microsoft.com/office/drawing/2014/main" id="{7E01D604-84A5-4F1A-85CB-8E79BE651275}"/>
                        </a:ext>
                      </a:extLst>
                    </p:cNvPr>
                    <p:cNvGrpSpPr/>
                    <p:nvPr/>
                  </p:nvGrpSpPr>
                  <p:grpSpPr>
                    <a:xfrm rot="17122200">
                      <a:off x="1187274" y="235013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1086" name="Freeform: Shape 11085">
                        <a:extLst>
                          <a:ext uri="{FF2B5EF4-FFF2-40B4-BE49-F238E27FC236}">
                            <a16:creationId xmlns:a16="http://schemas.microsoft.com/office/drawing/2014/main" id="{6F1E202B-C3E7-4C02-8B90-325628898414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087" name="Rectangle: Rounded Corners 11086">
                        <a:extLst>
                          <a:ext uri="{FF2B5EF4-FFF2-40B4-BE49-F238E27FC236}">
                            <a16:creationId xmlns:a16="http://schemas.microsoft.com/office/drawing/2014/main" id="{B7708B72-3012-47EC-98B7-C109DF7B9E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020" name="Group 11019">
                      <a:extLst>
                        <a:ext uri="{FF2B5EF4-FFF2-40B4-BE49-F238E27FC236}">
                          <a16:creationId xmlns:a16="http://schemas.microsoft.com/office/drawing/2014/main" id="{27740B8D-2090-4B7D-8624-F923A66B2EA3}"/>
                        </a:ext>
                      </a:extLst>
                    </p:cNvPr>
                    <p:cNvGrpSpPr/>
                    <p:nvPr/>
                  </p:nvGrpSpPr>
                  <p:grpSpPr>
                    <a:xfrm rot="658209">
                      <a:off x="2479276" y="3323586"/>
                      <a:ext cx="746642" cy="235253"/>
                      <a:chOff x="2620172" y="2546175"/>
                      <a:chExt cx="834986" cy="143092"/>
                    </a:xfrm>
                  </p:grpSpPr>
                  <p:sp>
                    <p:nvSpPr>
                      <p:cNvPr id="11084" name="Freeform: Shape 11083">
                        <a:extLst>
                          <a:ext uri="{FF2B5EF4-FFF2-40B4-BE49-F238E27FC236}">
                            <a16:creationId xmlns:a16="http://schemas.microsoft.com/office/drawing/2014/main" id="{3D0B655D-3BC4-4A5F-B606-33F07C05A5E4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085" name="Rectangle: Rounded Corners 11084">
                        <a:extLst>
                          <a:ext uri="{FF2B5EF4-FFF2-40B4-BE49-F238E27FC236}">
                            <a16:creationId xmlns:a16="http://schemas.microsoft.com/office/drawing/2014/main" id="{2EA79842-7CD6-466F-A0B6-E1B5C16C83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021" name="Group 11020">
                      <a:extLst>
                        <a:ext uri="{FF2B5EF4-FFF2-40B4-BE49-F238E27FC236}">
                          <a16:creationId xmlns:a16="http://schemas.microsoft.com/office/drawing/2014/main" id="{6CE2B1D8-5932-4A3F-9D73-C1DB9D1682F0}"/>
                        </a:ext>
                      </a:extLst>
                    </p:cNvPr>
                    <p:cNvGrpSpPr/>
                    <p:nvPr/>
                  </p:nvGrpSpPr>
                  <p:grpSpPr>
                    <a:xfrm rot="18837888">
                      <a:off x="1789768" y="223810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1082" name="Freeform: Shape 11081">
                        <a:extLst>
                          <a:ext uri="{FF2B5EF4-FFF2-40B4-BE49-F238E27FC236}">
                            <a16:creationId xmlns:a16="http://schemas.microsoft.com/office/drawing/2014/main" id="{5B2EEDD6-95D5-4BE1-AFEF-181E15BF0E3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083" name="Rectangle: Rounded Corners 11082">
                        <a:extLst>
                          <a:ext uri="{FF2B5EF4-FFF2-40B4-BE49-F238E27FC236}">
                            <a16:creationId xmlns:a16="http://schemas.microsoft.com/office/drawing/2014/main" id="{7FFD11AF-CE7D-4ECE-A9ED-860540CBD2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022" name="Group 11021">
                      <a:extLst>
                        <a:ext uri="{FF2B5EF4-FFF2-40B4-BE49-F238E27FC236}">
                          <a16:creationId xmlns:a16="http://schemas.microsoft.com/office/drawing/2014/main" id="{E6A45433-5A23-4BC7-A10B-CE702409EBEB}"/>
                        </a:ext>
                      </a:extLst>
                    </p:cNvPr>
                    <p:cNvGrpSpPr/>
                    <p:nvPr/>
                  </p:nvGrpSpPr>
                  <p:grpSpPr>
                    <a:xfrm rot="16200000">
                      <a:off x="563034" y="2429570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1080" name="Freeform: Shape 11079">
                        <a:extLst>
                          <a:ext uri="{FF2B5EF4-FFF2-40B4-BE49-F238E27FC236}">
                            <a16:creationId xmlns:a16="http://schemas.microsoft.com/office/drawing/2014/main" id="{9D8B19F7-3C62-4940-B1BC-14804204B0C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081" name="Rectangle: Rounded Corners 11080">
                        <a:extLst>
                          <a:ext uri="{FF2B5EF4-FFF2-40B4-BE49-F238E27FC236}">
                            <a16:creationId xmlns:a16="http://schemas.microsoft.com/office/drawing/2014/main" id="{9B5DE64A-BE19-456B-94EF-7862120AAF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023" name="Group 11022">
                      <a:extLst>
                        <a:ext uri="{FF2B5EF4-FFF2-40B4-BE49-F238E27FC236}">
                          <a16:creationId xmlns:a16="http://schemas.microsoft.com/office/drawing/2014/main" id="{1568EF2F-BFA4-4796-B9E9-0CBFA504D98D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350328" y="442527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1078" name="Freeform: Shape 11077">
                        <a:extLst>
                          <a:ext uri="{FF2B5EF4-FFF2-40B4-BE49-F238E27FC236}">
                            <a16:creationId xmlns:a16="http://schemas.microsoft.com/office/drawing/2014/main" id="{C3EAEDBC-34AC-47F6-AB6B-FDC062EB5A8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079" name="Rectangle: Rounded Corners 11078">
                        <a:extLst>
                          <a:ext uri="{FF2B5EF4-FFF2-40B4-BE49-F238E27FC236}">
                            <a16:creationId xmlns:a16="http://schemas.microsoft.com/office/drawing/2014/main" id="{D85B2392-5FD3-4D09-8EC9-E70C0F4B3C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024" name="Group 11023">
                      <a:extLst>
                        <a:ext uri="{FF2B5EF4-FFF2-40B4-BE49-F238E27FC236}">
                          <a16:creationId xmlns:a16="http://schemas.microsoft.com/office/drawing/2014/main" id="{7B1C6D10-B732-4E56-9C46-06795B2BDD66}"/>
                        </a:ext>
                      </a:extLst>
                    </p:cNvPr>
                    <p:cNvGrpSpPr/>
                    <p:nvPr/>
                  </p:nvGrpSpPr>
                  <p:grpSpPr>
                    <a:xfrm rot="5880914">
                      <a:off x="789613" y="438062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1076" name="Freeform: Shape 11075">
                        <a:extLst>
                          <a:ext uri="{FF2B5EF4-FFF2-40B4-BE49-F238E27FC236}">
                            <a16:creationId xmlns:a16="http://schemas.microsoft.com/office/drawing/2014/main" id="{AF0F3106-BF1B-4287-8F08-7361088FB07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077" name="Rectangle: Rounded Corners 11076">
                        <a:extLst>
                          <a:ext uri="{FF2B5EF4-FFF2-40B4-BE49-F238E27FC236}">
                            <a16:creationId xmlns:a16="http://schemas.microsoft.com/office/drawing/2014/main" id="{FD7F537E-DAA9-4AB9-A9C7-CB9039AEF6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025" name="Group 11024">
                      <a:extLst>
                        <a:ext uri="{FF2B5EF4-FFF2-40B4-BE49-F238E27FC236}">
                          <a16:creationId xmlns:a16="http://schemas.microsoft.com/office/drawing/2014/main" id="{ECB6C805-4790-4A0B-ACBD-9567ED8C5EE2}"/>
                        </a:ext>
                      </a:extLst>
                    </p:cNvPr>
                    <p:cNvGrpSpPr/>
                    <p:nvPr/>
                  </p:nvGrpSpPr>
                  <p:grpSpPr>
                    <a:xfrm rot="13587211">
                      <a:off x="651990" y="2929858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1074" name="Freeform: Shape 11073">
                        <a:extLst>
                          <a:ext uri="{FF2B5EF4-FFF2-40B4-BE49-F238E27FC236}">
                            <a16:creationId xmlns:a16="http://schemas.microsoft.com/office/drawing/2014/main" id="{BE91C13D-85B9-496D-BF4A-50185E74EC3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075" name="Rectangle: Rounded Corners 11074">
                        <a:extLst>
                          <a:ext uri="{FF2B5EF4-FFF2-40B4-BE49-F238E27FC236}">
                            <a16:creationId xmlns:a16="http://schemas.microsoft.com/office/drawing/2014/main" id="{96BE460D-D362-47C3-BF33-0B7DF6BDBE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026" name="Group 11025">
                      <a:extLst>
                        <a:ext uri="{FF2B5EF4-FFF2-40B4-BE49-F238E27FC236}">
                          <a16:creationId xmlns:a16="http://schemas.microsoft.com/office/drawing/2014/main" id="{01F3EDB5-D8F7-43DA-9E53-A4D0DC829B69}"/>
                        </a:ext>
                      </a:extLst>
                    </p:cNvPr>
                    <p:cNvGrpSpPr/>
                    <p:nvPr/>
                  </p:nvGrpSpPr>
                  <p:grpSpPr>
                    <a:xfrm rot="11351284">
                      <a:off x="163719" y="3807693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1072" name="Freeform: Shape 11071">
                        <a:extLst>
                          <a:ext uri="{FF2B5EF4-FFF2-40B4-BE49-F238E27FC236}">
                            <a16:creationId xmlns:a16="http://schemas.microsoft.com/office/drawing/2014/main" id="{54F0C97A-83EE-48E8-ACE9-E195298C29C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073" name="Rectangle: Rounded Corners 11072">
                        <a:extLst>
                          <a:ext uri="{FF2B5EF4-FFF2-40B4-BE49-F238E27FC236}">
                            <a16:creationId xmlns:a16="http://schemas.microsoft.com/office/drawing/2014/main" id="{870CFCEF-D5F5-4B6A-A279-C361C0CFC5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027" name="Group 11026">
                      <a:extLst>
                        <a:ext uri="{FF2B5EF4-FFF2-40B4-BE49-F238E27FC236}">
                          <a16:creationId xmlns:a16="http://schemas.microsoft.com/office/drawing/2014/main" id="{70239E17-87B0-4BA3-80A0-C2FB25762AC9}"/>
                        </a:ext>
                      </a:extLst>
                    </p:cNvPr>
                    <p:cNvGrpSpPr/>
                    <p:nvPr/>
                  </p:nvGrpSpPr>
                  <p:grpSpPr>
                    <a:xfrm rot="4193783">
                      <a:off x="2062756" y="4148262"/>
                      <a:ext cx="706454" cy="171076"/>
                      <a:chOff x="2620172" y="2546175"/>
                      <a:chExt cx="834986" cy="143092"/>
                    </a:xfrm>
                  </p:grpSpPr>
                  <p:sp>
                    <p:nvSpPr>
                      <p:cNvPr id="11070" name="Freeform: Shape 11069">
                        <a:extLst>
                          <a:ext uri="{FF2B5EF4-FFF2-40B4-BE49-F238E27FC236}">
                            <a16:creationId xmlns:a16="http://schemas.microsoft.com/office/drawing/2014/main" id="{52C0D7D6-3689-49B1-8970-3A21CA19669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071" name="Rectangle: Rounded Corners 11070">
                        <a:extLst>
                          <a:ext uri="{FF2B5EF4-FFF2-40B4-BE49-F238E27FC236}">
                            <a16:creationId xmlns:a16="http://schemas.microsoft.com/office/drawing/2014/main" id="{111C1C58-BE5D-4D6A-AE40-4F04241042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028" name="Group 11027">
                      <a:extLst>
                        <a:ext uri="{FF2B5EF4-FFF2-40B4-BE49-F238E27FC236}">
                          <a16:creationId xmlns:a16="http://schemas.microsoft.com/office/drawing/2014/main" id="{E1F78358-28C4-466A-8E34-F7F25FC7246C}"/>
                        </a:ext>
                      </a:extLst>
                    </p:cNvPr>
                    <p:cNvGrpSpPr/>
                    <p:nvPr/>
                  </p:nvGrpSpPr>
                  <p:grpSpPr>
                    <a:xfrm rot="1837203">
                      <a:off x="2331692" y="387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1068" name="Freeform: Shape 11067">
                        <a:extLst>
                          <a:ext uri="{FF2B5EF4-FFF2-40B4-BE49-F238E27FC236}">
                            <a16:creationId xmlns:a16="http://schemas.microsoft.com/office/drawing/2014/main" id="{472534DD-538A-4E28-A446-55A3920F0AC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069" name="Rectangle: Rounded Corners 11068">
                        <a:extLst>
                          <a:ext uri="{FF2B5EF4-FFF2-40B4-BE49-F238E27FC236}">
                            <a16:creationId xmlns:a16="http://schemas.microsoft.com/office/drawing/2014/main" id="{41904ACC-F8AE-4BC4-B960-888A1961F2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029" name="Group 11028">
                      <a:extLst>
                        <a:ext uri="{FF2B5EF4-FFF2-40B4-BE49-F238E27FC236}">
                          <a16:creationId xmlns:a16="http://schemas.microsoft.com/office/drawing/2014/main" id="{459198EE-D3D4-4D03-9BEC-DA7C35E5A46D}"/>
                        </a:ext>
                      </a:extLst>
                    </p:cNvPr>
                    <p:cNvGrpSpPr/>
                    <p:nvPr/>
                  </p:nvGrpSpPr>
                  <p:grpSpPr>
                    <a:xfrm rot="932650">
                      <a:off x="2489621" y="310501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1066" name="Freeform: Shape 11065">
                        <a:extLst>
                          <a:ext uri="{FF2B5EF4-FFF2-40B4-BE49-F238E27FC236}">
                            <a16:creationId xmlns:a16="http://schemas.microsoft.com/office/drawing/2014/main" id="{1C8105A9-9E4C-4376-8DEE-18BFC0F8349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067" name="Rectangle: Rounded Corners 11066">
                        <a:extLst>
                          <a:ext uri="{FF2B5EF4-FFF2-40B4-BE49-F238E27FC236}">
                            <a16:creationId xmlns:a16="http://schemas.microsoft.com/office/drawing/2014/main" id="{3A891B80-EE2F-4A76-9DF2-29A908F119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030" name="Group 11029">
                      <a:extLst>
                        <a:ext uri="{FF2B5EF4-FFF2-40B4-BE49-F238E27FC236}">
                          <a16:creationId xmlns:a16="http://schemas.microsoft.com/office/drawing/2014/main" id="{C3CDF565-2409-439A-86BA-98190BFAC5B1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686489" y="34904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1064" name="Freeform: Shape 11063">
                        <a:extLst>
                          <a:ext uri="{FF2B5EF4-FFF2-40B4-BE49-F238E27FC236}">
                            <a16:creationId xmlns:a16="http://schemas.microsoft.com/office/drawing/2014/main" id="{E2CD4008-3B0F-46DC-88C3-3948023DBA1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065" name="Rectangle: Rounded Corners 11064">
                        <a:extLst>
                          <a:ext uri="{FF2B5EF4-FFF2-40B4-BE49-F238E27FC236}">
                            <a16:creationId xmlns:a16="http://schemas.microsoft.com/office/drawing/2014/main" id="{9E9B24B9-5CA6-4FB2-B305-DC440F375F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031" name="Group 11030">
                      <a:extLst>
                        <a:ext uri="{FF2B5EF4-FFF2-40B4-BE49-F238E27FC236}">
                          <a16:creationId xmlns:a16="http://schemas.microsoft.com/office/drawing/2014/main" id="{7869D1C1-C89C-4B42-A082-CEC954992797}"/>
                        </a:ext>
                      </a:extLst>
                    </p:cNvPr>
                    <p:cNvGrpSpPr/>
                    <p:nvPr/>
                  </p:nvGrpSpPr>
                  <p:grpSpPr>
                    <a:xfrm rot="16924252">
                      <a:off x="1635001" y="2371073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1062" name="Freeform: Shape 11061">
                        <a:extLst>
                          <a:ext uri="{FF2B5EF4-FFF2-40B4-BE49-F238E27FC236}">
                            <a16:creationId xmlns:a16="http://schemas.microsoft.com/office/drawing/2014/main" id="{5479A58B-4A02-445A-AF09-ECE28339221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063" name="Rectangle: Rounded Corners 11062">
                        <a:extLst>
                          <a:ext uri="{FF2B5EF4-FFF2-40B4-BE49-F238E27FC236}">
                            <a16:creationId xmlns:a16="http://schemas.microsoft.com/office/drawing/2014/main" id="{18664D36-2C5E-47C1-A83A-8B105D5A26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032" name="Group 11031">
                      <a:extLst>
                        <a:ext uri="{FF2B5EF4-FFF2-40B4-BE49-F238E27FC236}">
                          <a16:creationId xmlns:a16="http://schemas.microsoft.com/office/drawing/2014/main" id="{485AAADE-0B0B-4439-B274-90AE0810B8FA}"/>
                        </a:ext>
                      </a:extLst>
                    </p:cNvPr>
                    <p:cNvGrpSpPr/>
                    <p:nvPr/>
                  </p:nvGrpSpPr>
                  <p:grpSpPr>
                    <a:xfrm rot="15677156">
                      <a:off x="985517" y="2521255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1060" name="Freeform: Shape 11059">
                        <a:extLst>
                          <a:ext uri="{FF2B5EF4-FFF2-40B4-BE49-F238E27FC236}">
                            <a16:creationId xmlns:a16="http://schemas.microsoft.com/office/drawing/2014/main" id="{415AC5E3-7C9D-4EE4-98AE-4D1FB7E0FB3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061" name="Rectangle: Rounded Corners 11060">
                        <a:extLst>
                          <a:ext uri="{FF2B5EF4-FFF2-40B4-BE49-F238E27FC236}">
                            <a16:creationId xmlns:a16="http://schemas.microsoft.com/office/drawing/2014/main" id="{2720FE50-6650-4503-B96D-EFC27DF419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033" name="Group 11032">
                      <a:extLst>
                        <a:ext uri="{FF2B5EF4-FFF2-40B4-BE49-F238E27FC236}">
                          <a16:creationId xmlns:a16="http://schemas.microsoft.com/office/drawing/2014/main" id="{409B4075-6FEB-4ACD-9B47-CB41D84E0A90}"/>
                        </a:ext>
                      </a:extLst>
                    </p:cNvPr>
                    <p:cNvGrpSpPr/>
                    <p:nvPr/>
                  </p:nvGrpSpPr>
                  <p:grpSpPr>
                    <a:xfrm rot="14354853" flipV="1">
                      <a:off x="976412" y="243847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1058" name="Freeform: Shape 11057">
                        <a:extLst>
                          <a:ext uri="{FF2B5EF4-FFF2-40B4-BE49-F238E27FC236}">
                            <a16:creationId xmlns:a16="http://schemas.microsoft.com/office/drawing/2014/main" id="{BE9A6AC3-64CA-4115-999D-5A07E54C41D4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059" name="Rectangle: Rounded Corners 11058">
                        <a:extLst>
                          <a:ext uri="{FF2B5EF4-FFF2-40B4-BE49-F238E27FC236}">
                            <a16:creationId xmlns:a16="http://schemas.microsoft.com/office/drawing/2014/main" id="{FFB30C59-8FF9-4976-96AD-0C70FE8537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034" name="Group 11033">
                      <a:extLst>
                        <a:ext uri="{FF2B5EF4-FFF2-40B4-BE49-F238E27FC236}">
                          <a16:creationId xmlns:a16="http://schemas.microsoft.com/office/drawing/2014/main" id="{695A3A2C-35CA-4CFE-A41F-EE255BEAFF0B}"/>
                        </a:ext>
                      </a:extLst>
                    </p:cNvPr>
                    <p:cNvGrpSpPr/>
                    <p:nvPr/>
                  </p:nvGrpSpPr>
                  <p:grpSpPr>
                    <a:xfrm rot="9793356" flipV="1">
                      <a:off x="215985" y="323790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1056" name="Freeform: Shape 11055">
                        <a:extLst>
                          <a:ext uri="{FF2B5EF4-FFF2-40B4-BE49-F238E27FC236}">
                            <a16:creationId xmlns:a16="http://schemas.microsoft.com/office/drawing/2014/main" id="{352253D2-C7C8-45F3-AEDF-CA3E1F5D85A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057" name="Rectangle: Rounded Corners 11056">
                        <a:extLst>
                          <a:ext uri="{FF2B5EF4-FFF2-40B4-BE49-F238E27FC236}">
                            <a16:creationId xmlns:a16="http://schemas.microsoft.com/office/drawing/2014/main" id="{D5EEE222-907A-4EFC-8627-AB2EB35041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035" name="Group 11034">
                      <a:extLst>
                        <a:ext uri="{FF2B5EF4-FFF2-40B4-BE49-F238E27FC236}">
                          <a16:creationId xmlns:a16="http://schemas.microsoft.com/office/drawing/2014/main" id="{BF26B440-21D1-4998-9B1E-B20FA58E782D}"/>
                        </a:ext>
                      </a:extLst>
                    </p:cNvPr>
                    <p:cNvGrpSpPr/>
                    <p:nvPr/>
                  </p:nvGrpSpPr>
                  <p:grpSpPr>
                    <a:xfrm rot="6907686" flipV="1">
                      <a:off x="692019" y="393196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1054" name="Freeform: Shape 11053">
                        <a:extLst>
                          <a:ext uri="{FF2B5EF4-FFF2-40B4-BE49-F238E27FC236}">
                            <a16:creationId xmlns:a16="http://schemas.microsoft.com/office/drawing/2014/main" id="{BA913EE8-4B93-4EEF-A1A5-DC0029D346D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055" name="Rectangle: Rounded Corners 11054">
                        <a:extLst>
                          <a:ext uri="{FF2B5EF4-FFF2-40B4-BE49-F238E27FC236}">
                            <a16:creationId xmlns:a16="http://schemas.microsoft.com/office/drawing/2014/main" id="{F2C483D8-6481-45ED-9835-B08D73D600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036" name="Group 11035">
                      <a:extLst>
                        <a:ext uri="{FF2B5EF4-FFF2-40B4-BE49-F238E27FC236}">
                          <a16:creationId xmlns:a16="http://schemas.microsoft.com/office/drawing/2014/main" id="{9D3DC1D0-FB37-4216-BBEE-32D64DB9A608}"/>
                        </a:ext>
                      </a:extLst>
                    </p:cNvPr>
                    <p:cNvGrpSpPr/>
                    <p:nvPr/>
                  </p:nvGrpSpPr>
                  <p:grpSpPr>
                    <a:xfrm rot="1465711" flipV="1">
                      <a:off x="2002734" y="340448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1052" name="Freeform: Shape 11051">
                        <a:extLst>
                          <a:ext uri="{FF2B5EF4-FFF2-40B4-BE49-F238E27FC236}">
                            <a16:creationId xmlns:a16="http://schemas.microsoft.com/office/drawing/2014/main" id="{2DED4955-6442-424E-8740-9EE8DDF959C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053" name="Rectangle: Rounded Corners 11052">
                        <a:extLst>
                          <a:ext uri="{FF2B5EF4-FFF2-40B4-BE49-F238E27FC236}">
                            <a16:creationId xmlns:a16="http://schemas.microsoft.com/office/drawing/2014/main" id="{D515F6F6-69D3-4604-9A96-50C87BA1C5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037" name="Group 11036">
                      <a:extLst>
                        <a:ext uri="{FF2B5EF4-FFF2-40B4-BE49-F238E27FC236}">
                          <a16:creationId xmlns:a16="http://schemas.microsoft.com/office/drawing/2014/main" id="{828D6F27-D2B2-4846-A315-1EC01965F9AD}"/>
                        </a:ext>
                      </a:extLst>
                    </p:cNvPr>
                    <p:cNvGrpSpPr/>
                    <p:nvPr/>
                  </p:nvGrpSpPr>
                  <p:grpSpPr>
                    <a:xfrm rot="19016516">
                      <a:off x="1733273" y="283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1050" name="Freeform: Shape 11049">
                        <a:extLst>
                          <a:ext uri="{FF2B5EF4-FFF2-40B4-BE49-F238E27FC236}">
                            <a16:creationId xmlns:a16="http://schemas.microsoft.com/office/drawing/2014/main" id="{6961F5FB-03CF-4B4C-BF06-0577214B4B6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051" name="Rectangle: Rounded Corners 11050">
                        <a:extLst>
                          <a:ext uri="{FF2B5EF4-FFF2-40B4-BE49-F238E27FC236}">
                            <a16:creationId xmlns:a16="http://schemas.microsoft.com/office/drawing/2014/main" id="{F4ABBC42-13ED-40B5-978B-207FFE0C36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038" name="Group 11037">
                      <a:extLst>
                        <a:ext uri="{FF2B5EF4-FFF2-40B4-BE49-F238E27FC236}">
                          <a16:creationId xmlns:a16="http://schemas.microsoft.com/office/drawing/2014/main" id="{D79081CF-13CB-447C-AAB2-3EA4D7A74261}"/>
                        </a:ext>
                      </a:extLst>
                    </p:cNvPr>
                    <p:cNvGrpSpPr/>
                    <p:nvPr/>
                  </p:nvGrpSpPr>
                  <p:grpSpPr>
                    <a:xfrm rot="19245075">
                      <a:off x="1632068" y="282541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1048" name="Freeform: Shape 11047">
                        <a:extLst>
                          <a:ext uri="{FF2B5EF4-FFF2-40B4-BE49-F238E27FC236}">
                            <a16:creationId xmlns:a16="http://schemas.microsoft.com/office/drawing/2014/main" id="{C90CF5B0-8417-43A1-A137-3E25ABB259E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049" name="Rectangle: Rounded Corners 11048">
                        <a:extLst>
                          <a:ext uri="{FF2B5EF4-FFF2-40B4-BE49-F238E27FC236}">
                            <a16:creationId xmlns:a16="http://schemas.microsoft.com/office/drawing/2014/main" id="{44A5E4C0-4E54-4DE0-A51E-CDB2AE8736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039" name="Group 11038">
                      <a:extLst>
                        <a:ext uri="{FF2B5EF4-FFF2-40B4-BE49-F238E27FC236}">
                          <a16:creationId xmlns:a16="http://schemas.microsoft.com/office/drawing/2014/main" id="{3C29F323-B626-4CC6-B266-D400571B8448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838889" y="36428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1046" name="Freeform: Shape 11045">
                        <a:extLst>
                          <a:ext uri="{FF2B5EF4-FFF2-40B4-BE49-F238E27FC236}">
                            <a16:creationId xmlns:a16="http://schemas.microsoft.com/office/drawing/2014/main" id="{3AB82C9E-2742-4AC1-98F0-9F1A8AB5C06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047" name="Rectangle: Rounded Corners 11046">
                        <a:extLst>
                          <a:ext uri="{FF2B5EF4-FFF2-40B4-BE49-F238E27FC236}">
                            <a16:creationId xmlns:a16="http://schemas.microsoft.com/office/drawing/2014/main" id="{6A655DF1-E3B8-4180-BC0D-C3968AF9E5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040" name="Group 11039">
                      <a:extLst>
                        <a:ext uri="{FF2B5EF4-FFF2-40B4-BE49-F238E27FC236}">
                          <a16:creationId xmlns:a16="http://schemas.microsoft.com/office/drawing/2014/main" id="{62E34BE9-9102-4B18-8995-68B56065DE40}"/>
                        </a:ext>
                      </a:extLst>
                    </p:cNvPr>
                    <p:cNvGrpSpPr/>
                    <p:nvPr/>
                  </p:nvGrpSpPr>
                  <p:grpSpPr>
                    <a:xfrm rot="15824399">
                      <a:off x="1224680" y="281893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1044" name="Freeform: Shape 11043">
                        <a:extLst>
                          <a:ext uri="{FF2B5EF4-FFF2-40B4-BE49-F238E27FC236}">
                            <a16:creationId xmlns:a16="http://schemas.microsoft.com/office/drawing/2014/main" id="{11AFB745-EDE0-4A08-8E8B-F2B5DFDA930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045" name="Rectangle: Rounded Corners 11044">
                        <a:extLst>
                          <a:ext uri="{FF2B5EF4-FFF2-40B4-BE49-F238E27FC236}">
                            <a16:creationId xmlns:a16="http://schemas.microsoft.com/office/drawing/2014/main" id="{BA8045B0-8213-4D67-8F06-F0D1C1668C1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1041" name="Group 11040">
                      <a:extLst>
                        <a:ext uri="{FF2B5EF4-FFF2-40B4-BE49-F238E27FC236}">
                          <a16:creationId xmlns:a16="http://schemas.microsoft.com/office/drawing/2014/main" id="{38BFA354-8F51-41F2-B8D4-AE0188C35ACA}"/>
                        </a:ext>
                      </a:extLst>
                    </p:cNvPr>
                    <p:cNvGrpSpPr/>
                    <p:nvPr/>
                  </p:nvGrpSpPr>
                  <p:grpSpPr>
                    <a:xfrm rot="16697394">
                      <a:off x="1080028" y="2168448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1042" name="Freeform: Shape 11041">
                        <a:extLst>
                          <a:ext uri="{FF2B5EF4-FFF2-40B4-BE49-F238E27FC236}">
                            <a16:creationId xmlns:a16="http://schemas.microsoft.com/office/drawing/2014/main" id="{E134DE8E-73C4-4AAF-B457-8133EA526A6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043" name="Rectangle: Rounded Corners 11042">
                        <a:extLst>
                          <a:ext uri="{FF2B5EF4-FFF2-40B4-BE49-F238E27FC236}">
                            <a16:creationId xmlns:a16="http://schemas.microsoft.com/office/drawing/2014/main" id="{A82EE051-41B1-46D8-9EBE-B356638612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</p:grpSp>
              <p:sp>
                <p:nvSpPr>
                  <p:cNvPr id="11012" name="Freeform: Shape 11011">
                    <a:extLst>
                      <a:ext uri="{FF2B5EF4-FFF2-40B4-BE49-F238E27FC236}">
                        <a16:creationId xmlns:a16="http://schemas.microsoft.com/office/drawing/2014/main" id="{7A051B0D-EE37-42FB-B9BB-42A3535C5DB4}"/>
                      </a:ext>
                    </a:extLst>
                  </p:cNvPr>
                  <p:cNvSpPr/>
                  <p:nvPr/>
                </p:nvSpPr>
                <p:spPr>
                  <a:xfrm rot="6017948" flipV="1">
                    <a:off x="1305755" y="4290452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1013" name="Freeform: Shape 11012">
                    <a:extLst>
                      <a:ext uri="{FF2B5EF4-FFF2-40B4-BE49-F238E27FC236}">
                        <a16:creationId xmlns:a16="http://schemas.microsoft.com/office/drawing/2014/main" id="{1BF568D3-47CD-4ED5-A79E-C666A3DE3B69}"/>
                      </a:ext>
                    </a:extLst>
                  </p:cNvPr>
                  <p:cNvSpPr/>
                  <p:nvPr/>
                </p:nvSpPr>
                <p:spPr>
                  <a:xfrm rot="21277659">
                    <a:off x="2517403" y="2906549"/>
                    <a:ext cx="690584" cy="235253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1014" name="Freeform: Shape 11013">
                    <a:extLst>
                      <a:ext uri="{FF2B5EF4-FFF2-40B4-BE49-F238E27FC236}">
                        <a16:creationId xmlns:a16="http://schemas.microsoft.com/office/drawing/2014/main" id="{76BBEEAE-B2D0-4454-A8B1-A99F6C9A8330}"/>
                      </a:ext>
                    </a:extLst>
                  </p:cNvPr>
                  <p:cNvSpPr/>
                  <p:nvPr/>
                </p:nvSpPr>
                <p:spPr>
                  <a:xfrm rot="11528244" flipV="1">
                    <a:off x="344853" y="2978311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</p:grpSp>
          </p:grpSp>
          <p:grpSp>
            <p:nvGrpSpPr>
              <p:cNvPr id="6611" name="Group 6610">
                <a:extLst>
                  <a:ext uri="{FF2B5EF4-FFF2-40B4-BE49-F238E27FC236}">
                    <a16:creationId xmlns:a16="http://schemas.microsoft.com/office/drawing/2014/main" id="{346AA32A-29EA-48BE-98CF-D76714E3F8E3}"/>
                  </a:ext>
                </a:extLst>
              </p:cNvPr>
              <p:cNvGrpSpPr/>
              <p:nvPr/>
            </p:nvGrpSpPr>
            <p:grpSpPr>
              <a:xfrm>
                <a:off x="3769303" y="1778116"/>
                <a:ext cx="2638807" cy="1369096"/>
                <a:chOff x="3101789" y="1308406"/>
                <a:chExt cx="2638807" cy="1369096"/>
              </a:xfrm>
            </p:grpSpPr>
            <p:grpSp>
              <p:nvGrpSpPr>
                <p:cNvPr id="8809" name="Group 8808">
                  <a:extLst>
                    <a:ext uri="{FF2B5EF4-FFF2-40B4-BE49-F238E27FC236}">
                      <a16:creationId xmlns:a16="http://schemas.microsoft.com/office/drawing/2014/main" id="{CF587837-6A94-487F-A0C3-C1AA56FA31B0}"/>
                    </a:ext>
                  </a:extLst>
                </p:cNvPr>
                <p:cNvGrpSpPr/>
                <p:nvPr/>
              </p:nvGrpSpPr>
              <p:grpSpPr>
                <a:xfrm>
                  <a:off x="3101789" y="2086506"/>
                  <a:ext cx="531923" cy="573923"/>
                  <a:chOff x="163719" y="1822501"/>
                  <a:chExt cx="3062199" cy="3047160"/>
                </a:xfrm>
              </p:grpSpPr>
              <p:grpSp>
                <p:nvGrpSpPr>
                  <p:cNvPr id="10640" name="Group 10639">
                    <a:extLst>
                      <a:ext uri="{FF2B5EF4-FFF2-40B4-BE49-F238E27FC236}">
                        <a16:creationId xmlns:a16="http://schemas.microsoft.com/office/drawing/2014/main" id="{7DB4241E-DF0D-425D-BFC8-21D2AA699F14}"/>
                      </a:ext>
                    </a:extLst>
                  </p:cNvPr>
                  <p:cNvGrpSpPr/>
                  <p:nvPr/>
                </p:nvGrpSpPr>
                <p:grpSpPr>
                  <a:xfrm>
                    <a:off x="163719" y="1822501"/>
                    <a:ext cx="3062199" cy="3047160"/>
                    <a:chOff x="163719" y="1822501"/>
                    <a:chExt cx="3062199" cy="3047160"/>
                  </a:xfrm>
                </p:grpSpPr>
                <p:grpSp>
                  <p:nvGrpSpPr>
                    <p:cNvPr id="10644" name="Group 10643">
                      <a:extLst>
                        <a:ext uri="{FF2B5EF4-FFF2-40B4-BE49-F238E27FC236}">
                          <a16:creationId xmlns:a16="http://schemas.microsoft.com/office/drawing/2014/main" id="{BAF7C718-E5B1-46BA-BD8E-A9EFA89E49E5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683131" y="384412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1003" name="Freeform: Shape 11002">
                        <a:extLst>
                          <a:ext uri="{FF2B5EF4-FFF2-40B4-BE49-F238E27FC236}">
                            <a16:creationId xmlns:a16="http://schemas.microsoft.com/office/drawing/2014/main" id="{EFAF53E9-CE31-4131-9FBB-E268CE343CC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004" name="Rectangle: Rounded Corners 11003">
                        <a:extLst>
                          <a:ext uri="{FF2B5EF4-FFF2-40B4-BE49-F238E27FC236}">
                            <a16:creationId xmlns:a16="http://schemas.microsoft.com/office/drawing/2014/main" id="{F8C204D2-140E-4D0A-89D8-5628F41392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645" name="Group 10644">
                      <a:extLst>
                        <a:ext uri="{FF2B5EF4-FFF2-40B4-BE49-F238E27FC236}">
                          <a16:creationId xmlns:a16="http://schemas.microsoft.com/office/drawing/2014/main" id="{3D7DB369-657C-4D86-AACE-97E5B7707B5A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123013" y="4110752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1001" name="Freeform: Shape 11000">
                        <a:extLst>
                          <a:ext uri="{FF2B5EF4-FFF2-40B4-BE49-F238E27FC236}">
                            <a16:creationId xmlns:a16="http://schemas.microsoft.com/office/drawing/2014/main" id="{4B239622-958D-43BD-9754-89FC8287916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1002" name="Rectangle: Rounded Corners 11001">
                        <a:extLst>
                          <a:ext uri="{FF2B5EF4-FFF2-40B4-BE49-F238E27FC236}">
                            <a16:creationId xmlns:a16="http://schemas.microsoft.com/office/drawing/2014/main" id="{024A5CBE-2941-4F14-AA19-4345B71D096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646" name="Group 10645">
                      <a:extLst>
                        <a:ext uri="{FF2B5EF4-FFF2-40B4-BE49-F238E27FC236}">
                          <a16:creationId xmlns:a16="http://schemas.microsoft.com/office/drawing/2014/main" id="{72C9FF83-0546-4BD1-B3EA-562A0B789DD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0260" y="2440902"/>
                      <a:ext cx="1730523" cy="1839492"/>
                      <a:chOff x="420511" y="1784768"/>
                      <a:chExt cx="1730523" cy="1839492"/>
                    </a:xfrm>
                  </p:grpSpPr>
                  <p:grpSp>
                    <p:nvGrpSpPr>
                      <p:cNvPr id="10719" name="Group 10718">
                        <a:extLst>
                          <a:ext uri="{FF2B5EF4-FFF2-40B4-BE49-F238E27FC236}">
                            <a16:creationId xmlns:a16="http://schemas.microsoft.com/office/drawing/2014/main" id="{45088F08-C3FC-49C8-B2F0-DB1819B59BF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69572" y="1784768"/>
                        <a:ext cx="1081462" cy="1476716"/>
                        <a:chOff x="2089993" y="1523034"/>
                        <a:chExt cx="1081462" cy="1476716"/>
                      </a:xfrm>
                    </p:grpSpPr>
                    <p:grpSp>
                      <p:nvGrpSpPr>
                        <p:cNvPr id="10940" name="Group 10939">
                          <a:extLst>
                            <a:ext uri="{FF2B5EF4-FFF2-40B4-BE49-F238E27FC236}">
                              <a16:creationId xmlns:a16="http://schemas.microsoft.com/office/drawing/2014/main" id="{31967541-B0F3-4E2C-97BB-77BE9C80748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70705"/>
                          <a:ext cx="101484" cy="1016226"/>
                          <a:chOff x="1800622" y="2364951"/>
                          <a:chExt cx="101484" cy="1016226"/>
                        </a:xfrm>
                      </p:grpSpPr>
                      <p:sp>
                        <p:nvSpPr>
                          <p:cNvPr id="10997" name="Flowchart: Connector 10996">
                            <a:extLst>
                              <a:ext uri="{FF2B5EF4-FFF2-40B4-BE49-F238E27FC236}">
                                <a16:creationId xmlns:a16="http://schemas.microsoft.com/office/drawing/2014/main" id="{301D194B-0584-4C94-9D14-74B3F7EFE9E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998" name="Flowchart: Connector 10997">
                            <a:extLst>
                              <a:ext uri="{FF2B5EF4-FFF2-40B4-BE49-F238E27FC236}">
                                <a16:creationId xmlns:a16="http://schemas.microsoft.com/office/drawing/2014/main" id="{9FBEB33E-9431-46BD-9313-F4A068D774B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999" name="Flowchart: Connector 10998">
                            <a:extLst>
                              <a:ext uri="{FF2B5EF4-FFF2-40B4-BE49-F238E27FC236}">
                                <a16:creationId xmlns:a16="http://schemas.microsoft.com/office/drawing/2014/main" id="{13825BEB-C66E-4B4D-B138-7542E9212ED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000" name="Flowchart: Connector 10999">
                            <a:extLst>
                              <a:ext uri="{FF2B5EF4-FFF2-40B4-BE49-F238E27FC236}">
                                <a16:creationId xmlns:a16="http://schemas.microsoft.com/office/drawing/2014/main" id="{0D573C6E-2478-474F-9613-BEE864076B9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649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10941" name="Group 10940">
                          <a:extLst>
                            <a:ext uri="{FF2B5EF4-FFF2-40B4-BE49-F238E27FC236}">
                              <a16:creationId xmlns:a16="http://schemas.microsoft.com/office/drawing/2014/main" id="{F78C3519-23D0-45B5-9C81-BF3D0D6F08F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23034"/>
                          <a:ext cx="1057223" cy="1476716"/>
                          <a:chOff x="2114232" y="1523034"/>
                          <a:chExt cx="1057223" cy="1476716"/>
                        </a:xfrm>
                      </p:grpSpPr>
                      <p:grpSp>
                        <p:nvGrpSpPr>
                          <p:cNvPr id="10942" name="Group 10941">
                            <a:extLst>
                              <a:ext uri="{FF2B5EF4-FFF2-40B4-BE49-F238E27FC236}">
                                <a16:creationId xmlns:a16="http://schemas.microsoft.com/office/drawing/2014/main" id="{3E742BF6-0F8E-443F-B2AC-4B415D1FD70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47544" cy="539639"/>
                            <a:chOff x="3717189" y="1719497"/>
                            <a:chExt cx="1047544" cy="539639"/>
                          </a:xfrm>
                        </p:grpSpPr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990" name="3D Model 10989" descr="Sphere">
                                  <a:extLst>
                                    <a:ext uri="{FF2B5EF4-FFF2-40B4-BE49-F238E27FC236}">
                                      <a16:creationId xmlns:a16="http://schemas.microsoft.com/office/drawing/2014/main" id="{3C38C1DB-5821-41E4-8942-8F8009F5285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200726483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991" name="Flowchart: Connector 10990">
                              <a:extLst>
                                <a:ext uri="{FF2B5EF4-FFF2-40B4-BE49-F238E27FC236}">
                                  <a16:creationId xmlns:a16="http://schemas.microsoft.com/office/drawing/2014/main" id="{2CC795E7-4473-43C1-B8C4-07868B8489A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992" name="3D Model 10991" descr="Sphere">
                                  <a:extLst>
                                    <a:ext uri="{FF2B5EF4-FFF2-40B4-BE49-F238E27FC236}">
                                      <a16:creationId xmlns:a16="http://schemas.microsoft.com/office/drawing/2014/main" id="{A55B6380-4CA5-46BF-B254-8AB8E3753E7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653830723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993" name="Flowchart: Connector 10992">
                              <a:extLst>
                                <a:ext uri="{FF2B5EF4-FFF2-40B4-BE49-F238E27FC236}">
                                  <a16:creationId xmlns:a16="http://schemas.microsoft.com/office/drawing/2014/main" id="{D42C7B74-A4A8-4B88-93BD-A6A55B8DCB2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994" name="3D Model 10993" descr="Sphere">
                                  <a:extLst>
                                    <a:ext uri="{FF2B5EF4-FFF2-40B4-BE49-F238E27FC236}">
                                      <a16:creationId xmlns:a16="http://schemas.microsoft.com/office/drawing/2014/main" id="{2B3C5C0B-BF8C-4B4F-94DA-C0FC1C29447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291553956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995" name="Flowchart: Connector 10994">
                              <a:extLst>
                                <a:ext uri="{FF2B5EF4-FFF2-40B4-BE49-F238E27FC236}">
                                  <a16:creationId xmlns:a16="http://schemas.microsoft.com/office/drawing/2014/main" id="{B7E3C7E8-EC09-4813-B1AD-A41AED0D0CD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996" name="3D Model 10995" descr="Sphere">
                                  <a:extLst>
                                    <a:ext uri="{FF2B5EF4-FFF2-40B4-BE49-F238E27FC236}">
                                      <a16:creationId xmlns:a16="http://schemas.microsoft.com/office/drawing/2014/main" id="{8901949A-D204-47E0-8839-F7712F18E17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366969475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0943" name="Group 10942">
                            <a:extLst>
                              <a:ext uri="{FF2B5EF4-FFF2-40B4-BE49-F238E27FC236}">
                                <a16:creationId xmlns:a16="http://schemas.microsoft.com/office/drawing/2014/main" id="{B5C61015-2A9D-4135-8031-743D242A399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10975" name="Flowchart: Connector 10974">
                              <a:extLst>
                                <a:ext uri="{FF2B5EF4-FFF2-40B4-BE49-F238E27FC236}">
                                  <a16:creationId xmlns:a16="http://schemas.microsoft.com/office/drawing/2014/main" id="{80E0333B-D073-4BC3-85D5-3956064D17A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976" name="Flowchart: Connector 10975">
                              <a:extLst>
                                <a:ext uri="{FF2B5EF4-FFF2-40B4-BE49-F238E27FC236}">
                                  <a16:creationId xmlns:a16="http://schemas.microsoft.com/office/drawing/2014/main" id="{92AE9B45-C7C2-4A9B-A9BF-19C49E2AB27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977" name="Flowchart: Connector 10976">
                              <a:extLst>
                                <a:ext uri="{FF2B5EF4-FFF2-40B4-BE49-F238E27FC236}">
                                  <a16:creationId xmlns:a16="http://schemas.microsoft.com/office/drawing/2014/main" id="{B7072B04-E0BB-4D1B-95B1-564CE13AF91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978" name="Flowchart: Connector 10977">
                              <a:extLst>
                                <a:ext uri="{FF2B5EF4-FFF2-40B4-BE49-F238E27FC236}">
                                  <a16:creationId xmlns:a16="http://schemas.microsoft.com/office/drawing/2014/main" id="{6720D002-E462-4DC3-9915-12B211C8A08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979" name="Flowchart: Connector 10978">
                              <a:extLst>
                                <a:ext uri="{FF2B5EF4-FFF2-40B4-BE49-F238E27FC236}">
                                  <a16:creationId xmlns:a16="http://schemas.microsoft.com/office/drawing/2014/main" id="{7FEEDEAC-D7B7-47B5-B164-6BB8FC0A418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980" name="Flowchart: Connector 10979">
                              <a:extLst>
                                <a:ext uri="{FF2B5EF4-FFF2-40B4-BE49-F238E27FC236}">
                                  <a16:creationId xmlns:a16="http://schemas.microsoft.com/office/drawing/2014/main" id="{411C87ED-C0F3-4C68-99E1-0061F9668DE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981" name="Flowchart: Connector 10980">
                              <a:extLst>
                                <a:ext uri="{FF2B5EF4-FFF2-40B4-BE49-F238E27FC236}">
                                  <a16:creationId xmlns:a16="http://schemas.microsoft.com/office/drawing/2014/main" id="{A1253488-A28D-4C56-91AB-EC1C304B308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982" name="Flowchart: Connector 10981">
                              <a:extLst>
                                <a:ext uri="{FF2B5EF4-FFF2-40B4-BE49-F238E27FC236}">
                                  <a16:creationId xmlns:a16="http://schemas.microsoft.com/office/drawing/2014/main" id="{7FBCFE0A-2CF4-459B-8E9C-B321F7C17C5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983" name="3D Model 10982" descr="Sphere">
                                  <a:extLst>
                                    <a:ext uri="{FF2B5EF4-FFF2-40B4-BE49-F238E27FC236}">
                                      <a16:creationId xmlns:a16="http://schemas.microsoft.com/office/drawing/2014/main" id="{054A4C77-2FBE-4B44-A634-E8DA8B3B85D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968103402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984" name="Flowchart: Connector 10983">
                              <a:extLst>
                                <a:ext uri="{FF2B5EF4-FFF2-40B4-BE49-F238E27FC236}">
                                  <a16:creationId xmlns:a16="http://schemas.microsoft.com/office/drawing/2014/main" id="{E3C07275-C725-471C-BD65-D2E4B324C13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985" name="3D Model 10984" descr="Sphere">
                                  <a:extLst>
                                    <a:ext uri="{FF2B5EF4-FFF2-40B4-BE49-F238E27FC236}">
                                      <a16:creationId xmlns:a16="http://schemas.microsoft.com/office/drawing/2014/main" id="{6551EF9B-C5D7-4D01-9F8C-DFC9976197C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39014144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986" name="Flowchart: Connector 10985">
                              <a:extLst>
                                <a:ext uri="{FF2B5EF4-FFF2-40B4-BE49-F238E27FC236}">
                                  <a16:creationId xmlns:a16="http://schemas.microsoft.com/office/drawing/2014/main" id="{52511091-5DE1-4AED-A4AE-4402A311238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987" name="3D Model 10986" descr="Sphere">
                                  <a:extLst>
                                    <a:ext uri="{FF2B5EF4-FFF2-40B4-BE49-F238E27FC236}">
                                      <a16:creationId xmlns:a16="http://schemas.microsoft.com/office/drawing/2014/main" id="{9650EF67-B2B5-4610-9086-D8084A2B4FB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891256052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988" name="Flowchart: Connector 10987">
                              <a:extLst>
                                <a:ext uri="{FF2B5EF4-FFF2-40B4-BE49-F238E27FC236}">
                                  <a16:creationId xmlns:a16="http://schemas.microsoft.com/office/drawing/2014/main" id="{B32C2975-D1A6-4688-BB9A-7770F14909F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989" name="3D Model 10988" descr="Sphere">
                                  <a:extLst>
                                    <a:ext uri="{FF2B5EF4-FFF2-40B4-BE49-F238E27FC236}">
                                      <a16:creationId xmlns:a16="http://schemas.microsoft.com/office/drawing/2014/main" id="{08103CB1-BA82-4316-958F-7731FDAC0A3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444005053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0944" name="Group 10943">
                            <a:extLst>
                              <a:ext uri="{FF2B5EF4-FFF2-40B4-BE49-F238E27FC236}">
                                <a16:creationId xmlns:a16="http://schemas.microsoft.com/office/drawing/2014/main" id="{7837C097-7035-43E4-8E4A-7E925D70454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10960" name="Flowchart: Connector 10959">
                              <a:extLst>
                                <a:ext uri="{FF2B5EF4-FFF2-40B4-BE49-F238E27FC236}">
                                  <a16:creationId xmlns:a16="http://schemas.microsoft.com/office/drawing/2014/main" id="{3229B393-0346-4F48-9369-D041DE279F4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961" name="Flowchart: Connector 10960">
                              <a:extLst>
                                <a:ext uri="{FF2B5EF4-FFF2-40B4-BE49-F238E27FC236}">
                                  <a16:creationId xmlns:a16="http://schemas.microsoft.com/office/drawing/2014/main" id="{2359E695-F3C7-4BD4-9E16-C4BDBEC9AAF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962" name="Flowchart: Connector 10961">
                              <a:extLst>
                                <a:ext uri="{FF2B5EF4-FFF2-40B4-BE49-F238E27FC236}">
                                  <a16:creationId xmlns:a16="http://schemas.microsoft.com/office/drawing/2014/main" id="{B75F7207-F2AE-4B16-98B9-6941A242CFC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963" name="Flowchart: Connector 10962">
                              <a:extLst>
                                <a:ext uri="{FF2B5EF4-FFF2-40B4-BE49-F238E27FC236}">
                                  <a16:creationId xmlns:a16="http://schemas.microsoft.com/office/drawing/2014/main" id="{D7D58D38-C01C-4040-BFBB-F8B1A2FD38A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964" name="Flowchart: Connector 10963">
                              <a:extLst>
                                <a:ext uri="{FF2B5EF4-FFF2-40B4-BE49-F238E27FC236}">
                                  <a16:creationId xmlns:a16="http://schemas.microsoft.com/office/drawing/2014/main" id="{9D34CC70-300E-4E82-A948-7F51F2DBCB4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965" name="Flowchart: Connector 10964">
                              <a:extLst>
                                <a:ext uri="{FF2B5EF4-FFF2-40B4-BE49-F238E27FC236}">
                                  <a16:creationId xmlns:a16="http://schemas.microsoft.com/office/drawing/2014/main" id="{CA1571C2-BE61-47E4-8955-13488714518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966" name="Flowchart: Connector 10965">
                              <a:extLst>
                                <a:ext uri="{FF2B5EF4-FFF2-40B4-BE49-F238E27FC236}">
                                  <a16:creationId xmlns:a16="http://schemas.microsoft.com/office/drawing/2014/main" id="{4805DE07-7D1E-40DB-8F7B-4A97178E4C1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967" name="Flowchart: Connector 10966">
                              <a:extLst>
                                <a:ext uri="{FF2B5EF4-FFF2-40B4-BE49-F238E27FC236}">
                                  <a16:creationId xmlns:a16="http://schemas.microsoft.com/office/drawing/2014/main" id="{21335B2E-68DB-48C6-A5C1-99C7DB65AC8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968" name="3D Model 10967" descr="Sphere">
                                  <a:extLst>
                                    <a:ext uri="{FF2B5EF4-FFF2-40B4-BE49-F238E27FC236}">
                                      <a16:creationId xmlns:a16="http://schemas.microsoft.com/office/drawing/2014/main" id="{DDB25D6D-4D87-4452-952D-15E3665FA1D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653277876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969" name="Flowchart: Connector 10968">
                              <a:extLst>
                                <a:ext uri="{FF2B5EF4-FFF2-40B4-BE49-F238E27FC236}">
                                  <a16:creationId xmlns:a16="http://schemas.microsoft.com/office/drawing/2014/main" id="{3F2B6C5E-6CCB-4DE7-A3BE-24F4CC69C07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970" name="3D Model 10969" descr="Sphere">
                                  <a:extLst>
                                    <a:ext uri="{FF2B5EF4-FFF2-40B4-BE49-F238E27FC236}">
                                      <a16:creationId xmlns:a16="http://schemas.microsoft.com/office/drawing/2014/main" id="{6062A8E7-9005-4B92-B435-5F1E89911FD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016935088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971" name="Flowchart: Connector 10970">
                              <a:extLst>
                                <a:ext uri="{FF2B5EF4-FFF2-40B4-BE49-F238E27FC236}">
                                  <a16:creationId xmlns:a16="http://schemas.microsoft.com/office/drawing/2014/main" id="{75308B48-1EB9-4D89-AFA5-DC58C970450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972" name="3D Model 10971" descr="Sphere">
                                  <a:extLst>
                                    <a:ext uri="{FF2B5EF4-FFF2-40B4-BE49-F238E27FC236}">
                                      <a16:creationId xmlns:a16="http://schemas.microsoft.com/office/drawing/2014/main" id="{95E882DE-DFC5-4C79-8BA1-448F60CB564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2802175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973" name="Flowchart: Connector 10972">
                              <a:extLst>
                                <a:ext uri="{FF2B5EF4-FFF2-40B4-BE49-F238E27FC236}">
                                  <a16:creationId xmlns:a16="http://schemas.microsoft.com/office/drawing/2014/main" id="{130BE907-0EF4-4F40-A9A3-3CF6EFD7380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974" name="3D Model 10973" descr="Sphere">
                                  <a:extLst>
                                    <a:ext uri="{FF2B5EF4-FFF2-40B4-BE49-F238E27FC236}">
                                      <a16:creationId xmlns:a16="http://schemas.microsoft.com/office/drawing/2014/main" id="{A13C2152-3346-441D-9DBB-80B247C9C4E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96926567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10945" name="Flowchart: Connector 10944">
                            <a:extLst>
                              <a:ext uri="{FF2B5EF4-FFF2-40B4-BE49-F238E27FC236}">
                                <a16:creationId xmlns:a16="http://schemas.microsoft.com/office/drawing/2014/main" id="{021FF561-B821-4258-8895-348DF0016FA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946" name="Flowchart: Connector 10945">
                            <a:extLst>
                              <a:ext uri="{FF2B5EF4-FFF2-40B4-BE49-F238E27FC236}">
                                <a16:creationId xmlns:a16="http://schemas.microsoft.com/office/drawing/2014/main" id="{27E90CA8-09BF-4444-815D-38C26C994D5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947" name="Flowchart: Connector 10946">
                            <a:extLst>
                              <a:ext uri="{FF2B5EF4-FFF2-40B4-BE49-F238E27FC236}">
                                <a16:creationId xmlns:a16="http://schemas.microsoft.com/office/drawing/2014/main" id="{C2207CC1-BF66-4BB3-9D22-AF43E94AB8C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948" name="Flowchart: Connector 10947">
                            <a:extLst>
                              <a:ext uri="{FF2B5EF4-FFF2-40B4-BE49-F238E27FC236}">
                                <a16:creationId xmlns:a16="http://schemas.microsoft.com/office/drawing/2014/main" id="{B677AA27-E271-4075-A104-6900B95CEDD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949" name="Flowchart: Connector 10948">
                            <a:extLst>
                              <a:ext uri="{FF2B5EF4-FFF2-40B4-BE49-F238E27FC236}">
                                <a16:creationId xmlns:a16="http://schemas.microsoft.com/office/drawing/2014/main" id="{15A74A0D-EFAC-42CD-9437-CD4DDB2A0C4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950" name="Flowchart: Connector 10949">
                            <a:extLst>
                              <a:ext uri="{FF2B5EF4-FFF2-40B4-BE49-F238E27FC236}">
                                <a16:creationId xmlns:a16="http://schemas.microsoft.com/office/drawing/2014/main" id="{B988197B-C8A6-409C-B370-EC6F245980E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951" name="Flowchart: Connector 10950">
                            <a:extLst>
                              <a:ext uri="{FF2B5EF4-FFF2-40B4-BE49-F238E27FC236}">
                                <a16:creationId xmlns:a16="http://schemas.microsoft.com/office/drawing/2014/main" id="{4A05E060-A55F-49AB-934C-CEAB58C5F29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952" name="Flowchart: Connector 10951">
                            <a:extLst>
                              <a:ext uri="{FF2B5EF4-FFF2-40B4-BE49-F238E27FC236}">
                                <a16:creationId xmlns:a16="http://schemas.microsoft.com/office/drawing/2014/main" id="{A232C468-ED63-41EF-B07A-E296C75878E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953" name="3D Model 10952" descr="Sphere">
                                <a:extLst>
                                  <a:ext uri="{FF2B5EF4-FFF2-40B4-BE49-F238E27FC236}">
                                    <a16:creationId xmlns:a16="http://schemas.microsoft.com/office/drawing/2014/main" id="{6FA352E7-1EEA-49DB-A2BA-E0E06556F20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022449140"/>
                                  </p:ext>
                                </p:extLst>
                              </p:nvPr>
                            </p:nvGraphicFramePr>
                            <p:xfrm>
                              <a:off x="2134543" y="1523034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87" name="3D Model 686" descr="Sphere">
                                <a:extLst>
                                  <a:ext uri="{FF2B5EF4-FFF2-40B4-BE49-F238E27FC236}">
                                    <a16:creationId xmlns:a16="http://schemas.microsoft.com/office/drawing/2014/main" id="{D779BB84-A6FA-44CC-A6EB-F87228EC6E6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43267" y="2202980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954" name="Flowchart: Connector 10953">
                            <a:extLst>
                              <a:ext uri="{FF2B5EF4-FFF2-40B4-BE49-F238E27FC236}">
                                <a16:creationId xmlns:a16="http://schemas.microsoft.com/office/drawing/2014/main" id="{7A3AC7EC-189D-4F0D-A2A0-277ADF3E7D6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955" name="3D Model 10954" descr="Sphere">
                                <a:extLst>
                                  <a:ext uri="{FF2B5EF4-FFF2-40B4-BE49-F238E27FC236}">
                                    <a16:creationId xmlns:a16="http://schemas.microsoft.com/office/drawing/2014/main" id="{4B89AAF1-C5D6-498B-909B-744B3FC0728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022478679"/>
                                  </p:ext>
                                </p:extLst>
                              </p:nvPr>
                            </p:nvGraphicFramePr>
                            <p:xfrm>
                              <a:off x="2371307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89" name="3D Model 688" descr="Sphere">
                                <a:extLst>
                                  <a:ext uri="{FF2B5EF4-FFF2-40B4-BE49-F238E27FC236}">
                                    <a16:creationId xmlns:a16="http://schemas.microsoft.com/office/drawing/2014/main" id="{87811185-E719-4BE3-9BAB-EE2EEC76861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84395" y="221366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956" name="Flowchart: Connector 10955">
                            <a:extLst>
                              <a:ext uri="{FF2B5EF4-FFF2-40B4-BE49-F238E27FC236}">
                                <a16:creationId xmlns:a16="http://schemas.microsoft.com/office/drawing/2014/main" id="{DA09AF17-2C4C-4748-8760-132101A63B0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4559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957" name="3D Model 10956" descr="Sphere">
                                <a:extLst>
                                  <a:ext uri="{FF2B5EF4-FFF2-40B4-BE49-F238E27FC236}">
                                    <a16:creationId xmlns:a16="http://schemas.microsoft.com/office/drawing/2014/main" id="{626762A2-B6A2-4E27-AC50-A5FFFFC22EB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090454340"/>
                                  </p:ext>
                                </p:extLst>
                              </p:nvPr>
                            </p:nvGraphicFramePr>
                            <p:xfrm>
                              <a:off x="2609177" y="164155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91" name="3D Model 690" descr="Sphere">
                                <a:extLst>
                                  <a:ext uri="{FF2B5EF4-FFF2-40B4-BE49-F238E27FC236}">
                                    <a16:creationId xmlns:a16="http://schemas.microsoft.com/office/drawing/2014/main" id="{CEAEF5D8-CB4C-40C9-886E-F08B5BA0B94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425714" y="222530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958" name="Flowchart: Connector 10957">
                            <a:extLst>
                              <a:ext uri="{FF2B5EF4-FFF2-40B4-BE49-F238E27FC236}">
                                <a16:creationId xmlns:a16="http://schemas.microsoft.com/office/drawing/2014/main" id="{49AB69F3-B2C8-48B6-B503-AD7E09D588B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959" name="3D Model 10958" descr="Sphere">
                                <a:extLst>
                                  <a:ext uri="{FF2B5EF4-FFF2-40B4-BE49-F238E27FC236}">
                                    <a16:creationId xmlns:a16="http://schemas.microsoft.com/office/drawing/2014/main" id="{C77AECA9-6B2C-4BA1-B417-932D8BF44CA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124122197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6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6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93" name="3D Model 692" descr="Sphere">
                                <a:extLst>
                                  <a:ext uri="{FF2B5EF4-FFF2-40B4-BE49-F238E27FC236}">
                                    <a16:creationId xmlns:a16="http://schemas.microsoft.com/office/drawing/2014/main" id="{340B75D1-AAA3-473D-983B-28171957CDB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472340" y="2241696"/>
                                <a:ext cx="51046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10720" name="Group 10719">
                        <a:extLst>
                          <a:ext uri="{FF2B5EF4-FFF2-40B4-BE49-F238E27FC236}">
                            <a16:creationId xmlns:a16="http://schemas.microsoft.com/office/drawing/2014/main" id="{ACDCA259-87A1-403D-98BC-0FDDA6CB2CE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3325" y="2268938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10937" name="Flowchart: Connector 10936">
                          <a:extLst>
                            <a:ext uri="{FF2B5EF4-FFF2-40B4-BE49-F238E27FC236}">
                              <a16:creationId xmlns:a16="http://schemas.microsoft.com/office/drawing/2014/main" id="{26F34ED1-3211-4EAF-83E6-2AE63B51012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938" name="Flowchart: Connector 10937">
                          <a:extLst>
                            <a:ext uri="{FF2B5EF4-FFF2-40B4-BE49-F238E27FC236}">
                              <a16:creationId xmlns:a16="http://schemas.microsoft.com/office/drawing/2014/main" id="{BF427E8D-706E-4729-9F2E-EFD09F57987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939" name="Flowchart: Connector 10938">
                          <a:extLst>
                            <a:ext uri="{FF2B5EF4-FFF2-40B4-BE49-F238E27FC236}">
                              <a16:creationId xmlns:a16="http://schemas.microsoft.com/office/drawing/2014/main" id="{B6AABC79-348D-4739-9DF0-737F1B161B7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10721" name="Flowchart: Connector 10720">
                        <a:extLst>
                          <a:ext uri="{FF2B5EF4-FFF2-40B4-BE49-F238E27FC236}">
                            <a16:creationId xmlns:a16="http://schemas.microsoft.com/office/drawing/2014/main" id="{63ACE578-A5FB-4287-8400-AFFB823A091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37026" y="201261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722" name="Flowchart: Connector 10721">
                        <a:extLst>
                          <a:ext uri="{FF2B5EF4-FFF2-40B4-BE49-F238E27FC236}">
                            <a16:creationId xmlns:a16="http://schemas.microsoft.com/office/drawing/2014/main" id="{C6653D62-F972-47F7-B104-81AA53DD7F4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588002" y="208727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10723" name="Group 10722">
                        <a:extLst>
                          <a:ext uri="{FF2B5EF4-FFF2-40B4-BE49-F238E27FC236}">
                            <a16:creationId xmlns:a16="http://schemas.microsoft.com/office/drawing/2014/main" id="{AF79C1CE-3219-440C-94F5-E5DE6445978F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228750">
                        <a:off x="1171220" y="1918660"/>
                        <a:ext cx="698062" cy="387533"/>
                        <a:chOff x="854933" y="2290871"/>
                        <a:chExt cx="698062" cy="387533"/>
                      </a:xfrm>
                    </p:grpSpPr>
                    <p:sp>
                      <p:nvSpPr>
                        <p:cNvPr id="10934" name="Flowchart: Connector 10933">
                          <a:extLst>
                            <a:ext uri="{FF2B5EF4-FFF2-40B4-BE49-F238E27FC236}">
                              <a16:creationId xmlns:a16="http://schemas.microsoft.com/office/drawing/2014/main" id="{FBABC52A-9662-4F3F-92DE-B8ED087BCF9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3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935" name="Flowchart: Connector 10934">
                          <a:extLst>
                            <a:ext uri="{FF2B5EF4-FFF2-40B4-BE49-F238E27FC236}">
                              <a16:creationId xmlns:a16="http://schemas.microsoft.com/office/drawing/2014/main" id="{54587285-C86E-440E-8CFB-ED871034F87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5206" y="2377897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936" name="Flowchart: Connector 10935">
                          <a:extLst>
                            <a:ext uri="{FF2B5EF4-FFF2-40B4-BE49-F238E27FC236}">
                              <a16:creationId xmlns:a16="http://schemas.microsoft.com/office/drawing/2014/main" id="{4C984658-2247-4666-8A3B-C529AA38D14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41136" y="2462404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0724" name="Group 10723">
                        <a:extLst>
                          <a:ext uri="{FF2B5EF4-FFF2-40B4-BE49-F238E27FC236}">
                            <a16:creationId xmlns:a16="http://schemas.microsoft.com/office/drawing/2014/main" id="{4AE90DDC-CF2F-4029-9FE5-65172279199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49741" y="1890320"/>
                        <a:ext cx="1098636" cy="1497980"/>
                        <a:chOff x="2089993" y="1501770"/>
                        <a:chExt cx="1098636" cy="1497980"/>
                      </a:xfrm>
                    </p:grpSpPr>
                    <p:grpSp>
                      <p:nvGrpSpPr>
                        <p:cNvPr id="10869" name="Group 10868">
                          <a:extLst>
                            <a:ext uri="{FF2B5EF4-FFF2-40B4-BE49-F238E27FC236}">
                              <a16:creationId xmlns:a16="http://schemas.microsoft.com/office/drawing/2014/main" id="{B329E057-E073-4755-9AC9-1D439B83638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34990"/>
                          <a:ext cx="101484" cy="1051941"/>
                          <a:chOff x="1800622" y="2329236"/>
                          <a:chExt cx="101484" cy="1051941"/>
                        </a:xfrm>
                      </p:grpSpPr>
                      <p:sp>
                        <p:nvSpPr>
                          <p:cNvPr id="10930" name="Flowchart: Connector 10929">
                            <a:extLst>
                              <a:ext uri="{FF2B5EF4-FFF2-40B4-BE49-F238E27FC236}">
                                <a16:creationId xmlns:a16="http://schemas.microsoft.com/office/drawing/2014/main" id="{4539ABAF-24AE-4912-8F3F-DDADD61BD5E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931" name="Flowchart: Connector 10930">
                            <a:extLst>
                              <a:ext uri="{FF2B5EF4-FFF2-40B4-BE49-F238E27FC236}">
                                <a16:creationId xmlns:a16="http://schemas.microsoft.com/office/drawing/2014/main" id="{04AA067A-D323-4C1D-9766-314D0F5A737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932" name="Flowchart: Connector 10931">
                            <a:extLst>
                              <a:ext uri="{FF2B5EF4-FFF2-40B4-BE49-F238E27FC236}">
                                <a16:creationId xmlns:a16="http://schemas.microsoft.com/office/drawing/2014/main" id="{D57EA061-EC22-4D85-AAC3-2BCCDAF09B1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933" name="Flowchart: Connector 10932">
                            <a:extLst>
                              <a:ext uri="{FF2B5EF4-FFF2-40B4-BE49-F238E27FC236}">
                                <a16:creationId xmlns:a16="http://schemas.microsoft.com/office/drawing/2014/main" id="{1593E06F-50CE-464F-8D4C-1AF4C44FAE7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2923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10870" name="Group 10869">
                          <a:extLst>
                            <a:ext uri="{FF2B5EF4-FFF2-40B4-BE49-F238E27FC236}">
                              <a16:creationId xmlns:a16="http://schemas.microsoft.com/office/drawing/2014/main" id="{FB61889A-694F-40BF-B074-777B5EA328C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01770"/>
                          <a:ext cx="1074397" cy="1497980"/>
                          <a:chOff x="2114232" y="1501770"/>
                          <a:chExt cx="1074397" cy="1497980"/>
                        </a:xfrm>
                      </p:grpSpPr>
                      <p:grpSp>
                        <p:nvGrpSpPr>
                          <p:cNvPr id="10871" name="Group 10870">
                            <a:extLst>
                              <a:ext uri="{FF2B5EF4-FFF2-40B4-BE49-F238E27FC236}">
                                <a16:creationId xmlns:a16="http://schemas.microsoft.com/office/drawing/2014/main" id="{94695187-8265-4AC8-B8EA-3C28F4ACEE8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10922" name="Flowchart: Connector 10921">
                              <a:extLst>
                                <a:ext uri="{FF2B5EF4-FFF2-40B4-BE49-F238E27FC236}">
                                  <a16:creationId xmlns:a16="http://schemas.microsoft.com/office/drawing/2014/main" id="{40F34B80-65CC-4A07-A60E-39B2EA7FDD4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923" name="3D Model 10922" descr="Sphere">
                                  <a:extLst>
                                    <a:ext uri="{FF2B5EF4-FFF2-40B4-BE49-F238E27FC236}">
                                      <a16:creationId xmlns:a16="http://schemas.microsoft.com/office/drawing/2014/main" id="{7683835A-B7CE-48F2-8CAF-0A5094726E2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013221444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924" name="Flowchart: Connector 10923">
                              <a:extLst>
                                <a:ext uri="{FF2B5EF4-FFF2-40B4-BE49-F238E27FC236}">
                                  <a16:creationId xmlns:a16="http://schemas.microsoft.com/office/drawing/2014/main" id="{F0CB7B76-9297-4B9D-A68D-127F874A6EF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925" name="3D Model 1092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1E84CF-FCF5-41FC-8273-EF2C0D7B65F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88918112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926" name="Flowchart: Connector 10925">
                              <a:extLst>
                                <a:ext uri="{FF2B5EF4-FFF2-40B4-BE49-F238E27FC236}">
                                  <a16:creationId xmlns:a16="http://schemas.microsoft.com/office/drawing/2014/main" id="{46647C75-2EF7-42DC-9D18-36092D8A61D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927" name="3D Model 10926" descr="Sphere">
                                  <a:extLst>
                                    <a:ext uri="{FF2B5EF4-FFF2-40B4-BE49-F238E27FC236}">
                                      <a16:creationId xmlns:a16="http://schemas.microsoft.com/office/drawing/2014/main" id="{3485111E-99D8-4548-AC38-1F8B172E948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87067925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928" name="Flowchart: Connector 10927">
                              <a:extLst>
                                <a:ext uri="{FF2B5EF4-FFF2-40B4-BE49-F238E27FC236}">
                                  <a16:creationId xmlns:a16="http://schemas.microsoft.com/office/drawing/2014/main" id="{BAF42B6B-6DD6-4412-AC28-DCF2978C3D2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929" name="3D Model 10928" descr="Sphere">
                                  <a:extLst>
                                    <a:ext uri="{FF2B5EF4-FFF2-40B4-BE49-F238E27FC236}">
                                      <a16:creationId xmlns:a16="http://schemas.microsoft.com/office/drawing/2014/main" id="{3025F0C3-66E6-4637-9733-626479A52C3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704401524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0872" name="Group 10871">
                            <a:extLst>
                              <a:ext uri="{FF2B5EF4-FFF2-40B4-BE49-F238E27FC236}">
                                <a16:creationId xmlns:a16="http://schemas.microsoft.com/office/drawing/2014/main" id="{8200638C-A24F-4CB1-B05E-43A68F0A0CA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0906" name="Flowchart: Connector 10905">
                              <a:extLst>
                                <a:ext uri="{FF2B5EF4-FFF2-40B4-BE49-F238E27FC236}">
                                  <a16:creationId xmlns:a16="http://schemas.microsoft.com/office/drawing/2014/main" id="{D2EA928E-4BC4-4F11-9520-4A04D49B5A75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907" name="Flowchart: Connector 10906">
                              <a:extLst>
                                <a:ext uri="{FF2B5EF4-FFF2-40B4-BE49-F238E27FC236}">
                                  <a16:creationId xmlns:a16="http://schemas.microsoft.com/office/drawing/2014/main" id="{E30412BF-AA49-4956-967F-4EB8A236F30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908" name="Flowchart: Connector 10907">
                              <a:extLst>
                                <a:ext uri="{FF2B5EF4-FFF2-40B4-BE49-F238E27FC236}">
                                  <a16:creationId xmlns:a16="http://schemas.microsoft.com/office/drawing/2014/main" id="{B2E54336-0B35-481C-9C6E-C13204C2857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909" name="Flowchart: Connector 10908">
                              <a:extLst>
                                <a:ext uri="{FF2B5EF4-FFF2-40B4-BE49-F238E27FC236}">
                                  <a16:creationId xmlns:a16="http://schemas.microsoft.com/office/drawing/2014/main" id="{65D4A4B4-78EC-4093-A1EA-D24213AB2F2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910" name="Flowchart: Connector 10909">
                              <a:extLst>
                                <a:ext uri="{FF2B5EF4-FFF2-40B4-BE49-F238E27FC236}">
                                  <a16:creationId xmlns:a16="http://schemas.microsoft.com/office/drawing/2014/main" id="{73C5E317-B5B8-4BF0-9BFA-DFDD4FD8E0B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911" name="Flowchart: Connector 10910">
                              <a:extLst>
                                <a:ext uri="{FF2B5EF4-FFF2-40B4-BE49-F238E27FC236}">
                                  <a16:creationId xmlns:a16="http://schemas.microsoft.com/office/drawing/2014/main" id="{3D2178C3-0557-4D20-9ADD-46960612D03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912" name="Flowchart: Connector 10911">
                              <a:extLst>
                                <a:ext uri="{FF2B5EF4-FFF2-40B4-BE49-F238E27FC236}">
                                  <a16:creationId xmlns:a16="http://schemas.microsoft.com/office/drawing/2014/main" id="{2B01B24F-8AE8-496E-B8F2-ED025D59A82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913" name="Flowchart: Connector 10912">
                              <a:extLst>
                                <a:ext uri="{FF2B5EF4-FFF2-40B4-BE49-F238E27FC236}">
                                  <a16:creationId xmlns:a16="http://schemas.microsoft.com/office/drawing/2014/main" id="{58A833A1-A99B-419A-B4DE-F3733EDFD2B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914" name="Flowchart: Connector 10913">
                              <a:extLst>
                                <a:ext uri="{FF2B5EF4-FFF2-40B4-BE49-F238E27FC236}">
                                  <a16:creationId xmlns:a16="http://schemas.microsoft.com/office/drawing/2014/main" id="{580C68C0-7A67-4BD3-A0B1-B89CABC8AB9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915" name="3D Model 1091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0C5134-1A4A-4944-8078-8882A9B98D8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65474719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916" name="Flowchart: Connector 10915">
                              <a:extLst>
                                <a:ext uri="{FF2B5EF4-FFF2-40B4-BE49-F238E27FC236}">
                                  <a16:creationId xmlns:a16="http://schemas.microsoft.com/office/drawing/2014/main" id="{4F08B633-289D-49AE-A6E9-5732BA69026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917" name="3D Model 10916" descr="Sphere">
                                  <a:extLst>
                                    <a:ext uri="{FF2B5EF4-FFF2-40B4-BE49-F238E27FC236}">
                                      <a16:creationId xmlns:a16="http://schemas.microsoft.com/office/drawing/2014/main" id="{1EF31085-7515-4E12-8220-91F81B26F41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97342336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918" name="Flowchart: Connector 10917">
                              <a:extLst>
                                <a:ext uri="{FF2B5EF4-FFF2-40B4-BE49-F238E27FC236}">
                                  <a16:creationId xmlns:a16="http://schemas.microsoft.com/office/drawing/2014/main" id="{7EE5ECDB-95C8-45D4-B3A2-BB8B3364C92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919" name="3D Model 10918" descr="Sphere">
                                  <a:extLst>
                                    <a:ext uri="{FF2B5EF4-FFF2-40B4-BE49-F238E27FC236}">
                                      <a16:creationId xmlns:a16="http://schemas.microsoft.com/office/drawing/2014/main" id="{37E1917E-1177-41F4-868B-9ECA901AC23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098136864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920" name="Flowchart: Connector 10919">
                              <a:extLst>
                                <a:ext uri="{FF2B5EF4-FFF2-40B4-BE49-F238E27FC236}">
                                  <a16:creationId xmlns:a16="http://schemas.microsoft.com/office/drawing/2014/main" id="{6AA821E8-C445-4423-AEBE-F339325DB4D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921" name="3D Model 10920" descr="Sphere">
                                  <a:extLst>
                                    <a:ext uri="{FF2B5EF4-FFF2-40B4-BE49-F238E27FC236}">
                                      <a16:creationId xmlns:a16="http://schemas.microsoft.com/office/drawing/2014/main" id="{F45BB1DB-E002-4A3A-BEFA-A071A1AF3B1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578557591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0873" name="Group 10872">
                            <a:extLst>
                              <a:ext uri="{FF2B5EF4-FFF2-40B4-BE49-F238E27FC236}">
                                <a16:creationId xmlns:a16="http://schemas.microsoft.com/office/drawing/2014/main" id="{042949A8-0E30-4276-901E-18EBE9D4D74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0890" name="Flowchart: Connector 10889">
                              <a:extLst>
                                <a:ext uri="{FF2B5EF4-FFF2-40B4-BE49-F238E27FC236}">
                                  <a16:creationId xmlns:a16="http://schemas.microsoft.com/office/drawing/2014/main" id="{7BDDCE82-1122-4000-B63E-CC9EBC8EC1E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891" name="Flowchart: Connector 10890">
                              <a:extLst>
                                <a:ext uri="{FF2B5EF4-FFF2-40B4-BE49-F238E27FC236}">
                                  <a16:creationId xmlns:a16="http://schemas.microsoft.com/office/drawing/2014/main" id="{CB799531-C6E5-4498-A83D-7574813F157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892" name="Flowchart: Connector 10891">
                              <a:extLst>
                                <a:ext uri="{FF2B5EF4-FFF2-40B4-BE49-F238E27FC236}">
                                  <a16:creationId xmlns:a16="http://schemas.microsoft.com/office/drawing/2014/main" id="{AE43C1E5-01BE-499D-8DF0-4DE03238969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893" name="Flowchart: Connector 10892">
                              <a:extLst>
                                <a:ext uri="{FF2B5EF4-FFF2-40B4-BE49-F238E27FC236}">
                                  <a16:creationId xmlns:a16="http://schemas.microsoft.com/office/drawing/2014/main" id="{25FCDFA0-A86A-483D-A129-8F736E85E47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894" name="Flowchart: Connector 10893">
                              <a:extLst>
                                <a:ext uri="{FF2B5EF4-FFF2-40B4-BE49-F238E27FC236}">
                                  <a16:creationId xmlns:a16="http://schemas.microsoft.com/office/drawing/2014/main" id="{C30EE2D5-438F-4321-9C12-D68931E9769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895" name="Flowchart: Connector 10894">
                              <a:extLst>
                                <a:ext uri="{FF2B5EF4-FFF2-40B4-BE49-F238E27FC236}">
                                  <a16:creationId xmlns:a16="http://schemas.microsoft.com/office/drawing/2014/main" id="{EA7E6DAC-2A7A-4009-86F0-3151743EC11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896" name="Flowchart: Connector 10895">
                              <a:extLst>
                                <a:ext uri="{FF2B5EF4-FFF2-40B4-BE49-F238E27FC236}">
                                  <a16:creationId xmlns:a16="http://schemas.microsoft.com/office/drawing/2014/main" id="{BEC5862B-674E-4167-974D-E29164C3F1D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897" name="Flowchart: Connector 10896">
                              <a:extLst>
                                <a:ext uri="{FF2B5EF4-FFF2-40B4-BE49-F238E27FC236}">
                                  <a16:creationId xmlns:a16="http://schemas.microsoft.com/office/drawing/2014/main" id="{80D2BB40-4294-4654-970E-976E865B63A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898" name="Flowchart: Connector 10897">
                              <a:extLst>
                                <a:ext uri="{FF2B5EF4-FFF2-40B4-BE49-F238E27FC236}">
                                  <a16:creationId xmlns:a16="http://schemas.microsoft.com/office/drawing/2014/main" id="{8482E4C8-1827-42C0-B6E6-34506037A83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899" name="3D Model 10898" descr="Sphere">
                                  <a:extLst>
                                    <a:ext uri="{FF2B5EF4-FFF2-40B4-BE49-F238E27FC236}">
                                      <a16:creationId xmlns:a16="http://schemas.microsoft.com/office/drawing/2014/main" id="{D3B62F8E-4871-4DC6-ADFC-672FA53AA2F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622325921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900" name="Flowchart: Connector 10899">
                              <a:extLst>
                                <a:ext uri="{FF2B5EF4-FFF2-40B4-BE49-F238E27FC236}">
                                  <a16:creationId xmlns:a16="http://schemas.microsoft.com/office/drawing/2014/main" id="{EEE97515-3C41-433E-90EA-414437DF73D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901" name="3D Model 10900" descr="Sphere">
                                  <a:extLst>
                                    <a:ext uri="{FF2B5EF4-FFF2-40B4-BE49-F238E27FC236}">
                                      <a16:creationId xmlns:a16="http://schemas.microsoft.com/office/drawing/2014/main" id="{D916FE17-329D-464F-A30F-86523C54675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623554329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902" name="Flowchart: Connector 10901">
                              <a:extLst>
                                <a:ext uri="{FF2B5EF4-FFF2-40B4-BE49-F238E27FC236}">
                                  <a16:creationId xmlns:a16="http://schemas.microsoft.com/office/drawing/2014/main" id="{4DC916CC-E2F6-4505-8B3F-5871C901E08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903" name="3D Model 10902" descr="Sphere">
                                  <a:extLst>
                                    <a:ext uri="{FF2B5EF4-FFF2-40B4-BE49-F238E27FC236}">
                                      <a16:creationId xmlns:a16="http://schemas.microsoft.com/office/drawing/2014/main" id="{E3EEA2AF-7089-4EC8-A81F-C5F3434381C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738084912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904" name="Flowchart: Connector 10903">
                              <a:extLst>
                                <a:ext uri="{FF2B5EF4-FFF2-40B4-BE49-F238E27FC236}">
                                  <a16:creationId xmlns:a16="http://schemas.microsoft.com/office/drawing/2014/main" id="{0EC3A465-9D2F-491E-98C3-D93D623DD06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905" name="3D Model 10904" descr="Sphere">
                                  <a:extLst>
                                    <a:ext uri="{FF2B5EF4-FFF2-40B4-BE49-F238E27FC236}">
                                      <a16:creationId xmlns:a16="http://schemas.microsoft.com/office/drawing/2014/main" id="{7D50B3C4-C31B-4665-AE1C-9DEC6C84F83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164489864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10874" name="Flowchart: Connector 10873">
                            <a:extLst>
                              <a:ext uri="{FF2B5EF4-FFF2-40B4-BE49-F238E27FC236}">
                                <a16:creationId xmlns:a16="http://schemas.microsoft.com/office/drawing/2014/main" id="{5A25320C-273C-4163-9801-7510991BD2F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875" name="Flowchart: Connector 10874">
                            <a:extLst>
                              <a:ext uri="{FF2B5EF4-FFF2-40B4-BE49-F238E27FC236}">
                                <a16:creationId xmlns:a16="http://schemas.microsoft.com/office/drawing/2014/main" id="{02CA50ED-CD4A-49ED-819E-136B7D025EA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876" name="Flowchart: Connector 10875">
                            <a:extLst>
                              <a:ext uri="{FF2B5EF4-FFF2-40B4-BE49-F238E27FC236}">
                                <a16:creationId xmlns:a16="http://schemas.microsoft.com/office/drawing/2014/main" id="{00E8A805-5603-4FA2-A8FF-714773E909A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877" name="Flowchart: Connector 10876">
                            <a:extLst>
                              <a:ext uri="{FF2B5EF4-FFF2-40B4-BE49-F238E27FC236}">
                                <a16:creationId xmlns:a16="http://schemas.microsoft.com/office/drawing/2014/main" id="{C3663D61-ABF4-4165-A6CB-0F9AC334002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878" name="Flowchart: Connector 10877">
                            <a:extLst>
                              <a:ext uri="{FF2B5EF4-FFF2-40B4-BE49-F238E27FC236}">
                                <a16:creationId xmlns:a16="http://schemas.microsoft.com/office/drawing/2014/main" id="{01DDCD17-B8AB-43BD-994B-1D195AEC847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879" name="Flowchart: Connector 10878">
                            <a:extLst>
                              <a:ext uri="{FF2B5EF4-FFF2-40B4-BE49-F238E27FC236}">
                                <a16:creationId xmlns:a16="http://schemas.microsoft.com/office/drawing/2014/main" id="{FEF347EA-696E-47A0-9A01-55F09E9D364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880" name="Flowchart: Connector 10879">
                            <a:extLst>
                              <a:ext uri="{FF2B5EF4-FFF2-40B4-BE49-F238E27FC236}">
                                <a16:creationId xmlns:a16="http://schemas.microsoft.com/office/drawing/2014/main" id="{52E30EF4-5362-4047-A36E-D2557C073DD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881" name="Flowchart: Connector 10880">
                            <a:extLst>
                              <a:ext uri="{FF2B5EF4-FFF2-40B4-BE49-F238E27FC236}">
                                <a16:creationId xmlns:a16="http://schemas.microsoft.com/office/drawing/2014/main" id="{B20D3B67-B8C0-4144-951B-26E84C83FE2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882" name="Flowchart: Connector 10881">
                            <a:extLst>
                              <a:ext uri="{FF2B5EF4-FFF2-40B4-BE49-F238E27FC236}">
                                <a16:creationId xmlns:a16="http://schemas.microsoft.com/office/drawing/2014/main" id="{425D9970-B96C-46DB-9A77-7893A33CE2D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883" name="3D Model 10882" descr="Sphere">
                                <a:extLst>
                                  <a:ext uri="{FF2B5EF4-FFF2-40B4-BE49-F238E27FC236}">
                                    <a16:creationId xmlns:a16="http://schemas.microsoft.com/office/drawing/2014/main" id="{BB8986B1-977D-4BBD-8632-45CABC13FB4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003052080"/>
                                  </p:ext>
                                </p:extLst>
                              </p:nvPr>
                            </p:nvGraphicFramePr>
                            <p:xfrm>
                              <a:off x="2123911" y="1501770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17" name="3D Model 616" descr="Sphere">
                                <a:extLst>
                                  <a:ext uri="{FF2B5EF4-FFF2-40B4-BE49-F238E27FC236}">
                                    <a16:creationId xmlns:a16="http://schemas.microsoft.com/office/drawing/2014/main" id="{AC68C940-5F1F-43C8-B096-655526A747E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03234" y="2222860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884" name="Flowchart: Connector 10883">
                            <a:extLst>
                              <a:ext uri="{FF2B5EF4-FFF2-40B4-BE49-F238E27FC236}">
                                <a16:creationId xmlns:a16="http://schemas.microsoft.com/office/drawing/2014/main" id="{2EDAEDF4-9B85-497E-BBE3-EDB55EA5F26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885" name="3D Model 10884" descr="Sphere">
                                <a:extLst>
                                  <a:ext uri="{FF2B5EF4-FFF2-40B4-BE49-F238E27FC236}">
                                    <a16:creationId xmlns:a16="http://schemas.microsoft.com/office/drawing/2014/main" id="{83FB6ADD-44C4-492B-87CE-65DFA4E622E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226971077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19" name="3D Model 618" descr="Sphere">
                                <a:extLst>
                                  <a:ext uri="{FF2B5EF4-FFF2-40B4-BE49-F238E27FC236}">
                                    <a16:creationId xmlns:a16="http://schemas.microsoft.com/office/drawing/2014/main" id="{CB029D8D-582B-46D9-A1AA-3CD7B3366185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45058" y="2237548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886" name="Flowchart: Connector 10885">
                            <a:extLst>
                              <a:ext uri="{FF2B5EF4-FFF2-40B4-BE49-F238E27FC236}">
                                <a16:creationId xmlns:a16="http://schemas.microsoft.com/office/drawing/2014/main" id="{518A83C3-2D9A-4AAF-B47A-0FAEAB6AE38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93292" y="171776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887" name="3D Model 10886" descr="Sphere">
                                <a:extLst>
                                  <a:ext uri="{FF2B5EF4-FFF2-40B4-BE49-F238E27FC236}">
                                    <a16:creationId xmlns:a16="http://schemas.microsoft.com/office/drawing/2014/main" id="{D8193E57-FA41-44F1-A593-5350B3E42B2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76317529"/>
                                  </p:ext>
                                </p:extLst>
                              </p:nvPr>
                            </p:nvGraphicFramePr>
                            <p:xfrm>
                              <a:off x="2622429" y="163823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21" name="3D Model 620" descr="Sphere">
                                <a:extLst>
                                  <a:ext uri="{FF2B5EF4-FFF2-40B4-BE49-F238E27FC236}">
                                    <a16:creationId xmlns:a16="http://schemas.microsoft.com/office/drawing/2014/main" id="{C00C5F72-38F1-4F9B-B38E-948D1AB1FFB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89830" y="224856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888" name="Flowchart: Connector 10887">
                            <a:extLst>
                              <a:ext uri="{FF2B5EF4-FFF2-40B4-BE49-F238E27FC236}">
                                <a16:creationId xmlns:a16="http://schemas.microsoft.com/office/drawing/2014/main" id="{7E91BF86-5677-4AE1-A67F-DE7F33E6D70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889" name="3D Model 10888" descr="Sphere">
                                <a:extLst>
                                  <a:ext uri="{FF2B5EF4-FFF2-40B4-BE49-F238E27FC236}">
                                    <a16:creationId xmlns:a16="http://schemas.microsoft.com/office/drawing/2014/main" id="{56ED0EDC-D9DB-4388-879D-04B1E446ADF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088677605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23" name="3D Model 622" descr="Sphere">
                                <a:extLst>
                                  <a:ext uri="{FF2B5EF4-FFF2-40B4-BE49-F238E27FC236}">
                                    <a16:creationId xmlns:a16="http://schemas.microsoft.com/office/drawing/2014/main" id="{8B621330-C9CB-4BC0-8038-E231D6DCDA2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434154" y="2265581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10725" name="Group 10724">
                        <a:extLst>
                          <a:ext uri="{FF2B5EF4-FFF2-40B4-BE49-F238E27FC236}">
                            <a16:creationId xmlns:a16="http://schemas.microsoft.com/office/drawing/2014/main" id="{8C37942B-CD0F-483A-AC79-0166FE11322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547436" y="2361226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10866" name="Flowchart: Connector 10865">
                          <a:extLst>
                            <a:ext uri="{FF2B5EF4-FFF2-40B4-BE49-F238E27FC236}">
                              <a16:creationId xmlns:a16="http://schemas.microsoft.com/office/drawing/2014/main" id="{0EF51A62-64B7-4A83-AFC8-EA5684218C9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867" name="Flowchart: Connector 10866">
                          <a:extLst>
                            <a:ext uri="{FF2B5EF4-FFF2-40B4-BE49-F238E27FC236}">
                              <a16:creationId xmlns:a16="http://schemas.microsoft.com/office/drawing/2014/main" id="{146A05E9-8DC8-4B23-98F8-6D691CEF972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868" name="Flowchart: Connector 10867">
                          <a:extLst>
                            <a:ext uri="{FF2B5EF4-FFF2-40B4-BE49-F238E27FC236}">
                              <a16:creationId xmlns:a16="http://schemas.microsoft.com/office/drawing/2014/main" id="{DA42345B-D620-4634-B3C2-AE8114CF2D1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10726" name="Flowchart: Connector 10725">
                        <a:extLst>
                          <a:ext uri="{FF2B5EF4-FFF2-40B4-BE49-F238E27FC236}">
                            <a16:creationId xmlns:a16="http://schemas.microsoft.com/office/drawing/2014/main" id="{4BEFA810-C3B8-4178-8AE1-CDF1E2B3279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19794" y="212254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727" name="Flowchart: Connector 10726">
                        <a:extLst>
                          <a:ext uri="{FF2B5EF4-FFF2-40B4-BE49-F238E27FC236}">
                            <a16:creationId xmlns:a16="http://schemas.microsoft.com/office/drawing/2014/main" id="{70937B16-47F8-439B-8CC4-D914F04B169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74020" y="218539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10728" name="Group 10727">
                        <a:extLst>
                          <a:ext uri="{FF2B5EF4-FFF2-40B4-BE49-F238E27FC236}">
                            <a16:creationId xmlns:a16="http://schemas.microsoft.com/office/drawing/2014/main" id="{40B3A2A9-7D6F-4945-8054-AE17FF5671DD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18957">
                        <a:off x="941432" y="2025443"/>
                        <a:ext cx="710250" cy="369080"/>
                        <a:chOff x="854932" y="2290871"/>
                        <a:chExt cx="710250" cy="369080"/>
                      </a:xfrm>
                    </p:grpSpPr>
                    <p:sp>
                      <p:nvSpPr>
                        <p:cNvPr id="10863" name="Flowchart: Connector 10862">
                          <a:extLst>
                            <a:ext uri="{FF2B5EF4-FFF2-40B4-BE49-F238E27FC236}">
                              <a16:creationId xmlns:a16="http://schemas.microsoft.com/office/drawing/2014/main" id="{556F3FE6-EE52-4BCA-B8D3-6C0637BE598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2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864" name="Flowchart: Connector 10863">
                          <a:extLst>
                            <a:ext uri="{FF2B5EF4-FFF2-40B4-BE49-F238E27FC236}">
                              <a16:creationId xmlns:a16="http://schemas.microsoft.com/office/drawing/2014/main" id="{7851D500-829D-4633-B08B-837954CB8F6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1897" y="2377722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865" name="Flowchart: Connector 10864">
                          <a:extLst>
                            <a:ext uri="{FF2B5EF4-FFF2-40B4-BE49-F238E27FC236}">
                              <a16:creationId xmlns:a16="http://schemas.microsoft.com/office/drawing/2014/main" id="{FF3B13B4-D15E-424B-9781-B41F0F1D707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53323" y="244395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0729" name="Group 10728">
                        <a:extLst>
                          <a:ext uri="{FF2B5EF4-FFF2-40B4-BE49-F238E27FC236}">
                            <a16:creationId xmlns:a16="http://schemas.microsoft.com/office/drawing/2014/main" id="{8005017C-FF45-4DE1-8C10-8D850779634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21287" y="1995259"/>
                        <a:ext cx="1102917" cy="1484052"/>
                        <a:chOff x="2085712" y="1515698"/>
                        <a:chExt cx="1102917" cy="1484052"/>
                      </a:xfrm>
                    </p:grpSpPr>
                    <p:grpSp>
                      <p:nvGrpSpPr>
                        <p:cNvPr id="10798" name="Group 10797">
                          <a:extLst>
                            <a:ext uri="{FF2B5EF4-FFF2-40B4-BE49-F238E27FC236}">
                              <a16:creationId xmlns:a16="http://schemas.microsoft.com/office/drawing/2014/main" id="{43D501BC-967A-49D7-BAD0-9E2490F0D96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5712" y="1648950"/>
                          <a:ext cx="105765" cy="1037981"/>
                          <a:chOff x="1796341" y="2343196"/>
                          <a:chExt cx="105765" cy="1037981"/>
                        </a:xfrm>
                      </p:grpSpPr>
                      <p:sp>
                        <p:nvSpPr>
                          <p:cNvPr id="10859" name="Flowchart: Connector 10858">
                            <a:extLst>
                              <a:ext uri="{FF2B5EF4-FFF2-40B4-BE49-F238E27FC236}">
                                <a16:creationId xmlns:a16="http://schemas.microsoft.com/office/drawing/2014/main" id="{DFD14E94-B0A2-4702-AF9C-7CA22A6C0A1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860" name="Flowchart: Connector 10859">
                            <a:extLst>
                              <a:ext uri="{FF2B5EF4-FFF2-40B4-BE49-F238E27FC236}">
                                <a16:creationId xmlns:a16="http://schemas.microsoft.com/office/drawing/2014/main" id="{A318416F-B522-4831-B2FC-D88931569AF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861" name="Flowchart: Connector 10860">
                            <a:extLst>
                              <a:ext uri="{FF2B5EF4-FFF2-40B4-BE49-F238E27FC236}">
                                <a16:creationId xmlns:a16="http://schemas.microsoft.com/office/drawing/2014/main" id="{C55338B2-800D-481C-AA24-0836EA689AE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862" name="Flowchart: Connector 10861">
                            <a:extLst>
                              <a:ext uri="{FF2B5EF4-FFF2-40B4-BE49-F238E27FC236}">
                                <a16:creationId xmlns:a16="http://schemas.microsoft.com/office/drawing/2014/main" id="{A939E71E-2659-4F42-ADFC-966D68FCA94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796341" y="2343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10799" name="Group 10798">
                          <a:extLst>
                            <a:ext uri="{FF2B5EF4-FFF2-40B4-BE49-F238E27FC236}">
                              <a16:creationId xmlns:a16="http://schemas.microsoft.com/office/drawing/2014/main" id="{5CAC740B-9F40-4795-B435-DAB83592066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15698"/>
                          <a:ext cx="1074397" cy="1484052"/>
                          <a:chOff x="2114232" y="1515698"/>
                          <a:chExt cx="1074397" cy="1484052"/>
                        </a:xfrm>
                      </p:grpSpPr>
                      <p:grpSp>
                        <p:nvGrpSpPr>
                          <p:cNvPr id="10800" name="Group 10799">
                            <a:extLst>
                              <a:ext uri="{FF2B5EF4-FFF2-40B4-BE49-F238E27FC236}">
                                <a16:creationId xmlns:a16="http://schemas.microsoft.com/office/drawing/2014/main" id="{4CFD9E95-E34D-47CB-B81A-1206DB6B685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10851" name="Flowchart: Connector 10850">
                              <a:extLst>
                                <a:ext uri="{FF2B5EF4-FFF2-40B4-BE49-F238E27FC236}">
                                  <a16:creationId xmlns:a16="http://schemas.microsoft.com/office/drawing/2014/main" id="{A6334628-1C0B-41BC-980B-9FC89239721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852" name="3D Model 10851" descr="Sphere">
                                  <a:extLst>
                                    <a:ext uri="{FF2B5EF4-FFF2-40B4-BE49-F238E27FC236}">
                                      <a16:creationId xmlns:a16="http://schemas.microsoft.com/office/drawing/2014/main" id="{110BD1B1-6587-4E1E-B293-44BC3A373A6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974318249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853" name="Flowchart: Connector 10852">
                              <a:extLst>
                                <a:ext uri="{FF2B5EF4-FFF2-40B4-BE49-F238E27FC236}">
                                  <a16:creationId xmlns:a16="http://schemas.microsoft.com/office/drawing/2014/main" id="{CD2F207B-F927-4E1B-AC60-55B6976B57D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854" name="3D Model 10853" descr="Sphere">
                                  <a:extLst>
                                    <a:ext uri="{FF2B5EF4-FFF2-40B4-BE49-F238E27FC236}">
                                      <a16:creationId xmlns:a16="http://schemas.microsoft.com/office/drawing/2014/main" id="{BAB0F601-07FF-4D18-BB16-BCF5339B66A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640218680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855" name="Flowchart: Connector 10854">
                              <a:extLst>
                                <a:ext uri="{FF2B5EF4-FFF2-40B4-BE49-F238E27FC236}">
                                  <a16:creationId xmlns:a16="http://schemas.microsoft.com/office/drawing/2014/main" id="{BC2A2880-D08D-481E-B41B-A92296724BD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856" name="3D Model 10855" descr="Sphere">
                                  <a:extLst>
                                    <a:ext uri="{FF2B5EF4-FFF2-40B4-BE49-F238E27FC236}">
                                      <a16:creationId xmlns:a16="http://schemas.microsoft.com/office/drawing/2014/main" id="{B0314A0E-C606-4730-A113-8FF2A38678A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258379409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857" name="Flowchart: Connector 10856">
                              <a:extLst>
                                <a:ext uri="{FF2B5EF4-FFF2-40B4-BE49-F238E27FC236}">
                                  <a16:creationId xmlns:a16="http://schemas.microsoft.com/office/drawing/2014/main" id="{D72ACD41-3308-4D70-8B0D-FF340E25514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858" name="3D Model 10857" descr="Sphere">
                                  <a:extLst>
                                    <a:ext uri="{FF2B5EF4-FFF2-40B4-BE49-F238E27FC236}">
                                      <a16:creationId xmlns:a16="http://schemas.microsoft.com/office/drawing/2014/main" id="{C2BD4C3B-950C-44C9-8089-BBE4F7F6B6E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190043007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0801" name="Group 10800">
                            <a:extLst>
                              <a:ext uri="{FF2B5EF4-FFF2-40B4-BE49-F238E27FC236}">
                                <a16:creationId xmlns:a16="http://schemas.microsoft.com/office/drawing/2014/main" id="{1ED1B1E3-05CD-4CE2-AE8C-1934BBB61D6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0835" name="Flowchart: Connector 10834">
                              <a:extLst>
                                <a:ext uri="{FF2B5EF4-FFF2-40B4-BE49-F238E27FC236}">
                                  <a16:creationId xmlns:a16="http://schemas.microsoft.com/office/drawing/2014/main" id="{1D6177C1-B137-412A-9DF7-E00982CC698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836" name="Flowchart: Connector 10835">
                              <a:extLst>
                                <a:ext uri="{FF2B5EF4-FFF2-40B4-BE49-F238E27FC236}">
                                  <a16:creationId xmlns:a16="http://schemas.microsoft.com/office/drawing/2014/main" id="{2F178623-F901-43B7-83F5-0CF38758E7D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837" name="Flowchart: Connector 10836">
                              <a:extLst>
                                <a:ext uri="{FF2B5EF4-FFF2-40B4-BE49-F238E27FC236}">
                                  <a16:creationId xmlns:a16="http://schemas.microsoft.com/office/drawing/2014/main" id="{BBC96CCC-6646-44DF-A535-67B287C3348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838" name="Flowchart: Connector 10837">
                              <a:extLst>
                                <a:ext uri="{FF2B5EF4-FFF2-40B4-BE49-F238E27FC236}">
                                  <a16:creationId xmlns:a16="http://schemas.microsoft.com/office/drawing/2014/main" id="{A6B02452-8DAC-4360-9815-3541254A2CD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839" name="Flowchart: Connector 10838">
                              <a:extLst>
                                <a:ext uri="{FF2B5EF4-FFF2-40B4-BE49-F238E27FC236}">
                                  <a16:creationId xmlns:a16="http://schemas.microsoft.com/office/drawing/2014/main" id="{7A689E6B-D7F9-4AB1-94AB-37F65885DFF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840" name="Flowchart: Connector 10839">
                              <a:extLst>
                                <a:ext uri="{FF2B5EF4-FFF2-40B4-BE49-F238E27FC236}">
                                  <a16:creationId xmlns:a16="http://schemas.microsoft.com/office/drawing/2014/main" id="{09B1806A-D6DD-4E87-A21B-27606844836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841" name="Flowchart: Connector 10840">
                              <a:extLst>
                                <a:ext uri="{FF2B5EF4-FFF2-40B4-BE49-F238E27FC236}">
                                  <a16:creationId xmlns:a16="http://schemas.microsoft.com/office/drawing/2014/main" id="{1EE98C20-540D-4F78-AC01-998188DEC2E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842" name="Flowchart: Connector 10841">
                              <a:extLst>
                                <a:ext uri="{FF2B5EF4-FFF2-40B4-BE49-F238E27FC236}">
                                  <a16:creationId xmlns:a16="http://schemas.microsoft.com/office/drawing/2014/main" id="{3D1C2A14-6B5A-495C-B004-5084A8BCC48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843" name="Flowchart: Connector 10842">
                              <a:extLst>
                                <a:ext uri="{FF2B5EF4-FFF2-40B4-BE49-F238E27FC236}">
                                  <a16:creationId xmlns:a16="http://schemas.microsoft.com/office/drawing/2014/main" id="{87688132-AD4C-408E-94D2-378811A4F60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844" name="3D Model 10843" descr="Sphere">
                                  <a:extLst>
                                    <a:ext uri="{FF2B5EF4-FFF2-40B4-BE49-F238E27FC236}">
                                      <a16:creationId xmlns:a16="http://schemas.microsoft.com/office/drawing/2014/main" id="{CA713168-BB15-49EE-9E36-86D0EE343B5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900358322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845" name="Flowchart: Connector 10844">
                              <a:extLst>
                                <a:ext uri="{FF2B5EF4-FFF2-40B4-BE49-F238E27FC236}">
                                  <a16:creationId xmlns:a16="http://schemas.microsoft.com/office/drawing/2014/main" id="{6B3E10E4-3875-4659-9C4F-3A0C06A2240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846" name="3D Model 10845" descr="Sphere">
                                  <a:extLst>
                                    <a:ext uri="{FF2B5EF4-FFF2-40B4-BE49-F238E27FC236}">
                                      <a16:creationId xmlns:a16="http://schemas.microsoft.com/office/drawing/2014/main" id="{DAE486E7-E2AD-4ED2-B3F9-9249E1756D5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16373247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847" name="Flowchart: Connector 10846">
                              <a:extLst>
                                <a:ext uri="{FF2B5EF4-FFF2-40B4-BE49-F238E27FC236}">
                                  <a16:creationId xmlns:a16="http://schemas.microsoft.com/office/drawing/2014/main" id="{93121D3E-809E-4876-BD95-A820FC4483A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848" name="3D Model 10847" descr="Sphere">
                                  <a:extLst>
                                    <a:ext uri="{FF2B5EF4-FFF2-40B4-BE49-F238E27FC236}">
                                      <a16:creationId xmlns:a16="http://schemas.microsoft.com/office/drawing/2014/main" id="{AACAC965-0F68-43C5-AD28-BD35B27CAE4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526032970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849" name="Flowchart: Connector 10848">
                              <a:extLst>
                                <a:ext uri="{FF2B5EF4-FFF2-40B4-BE49-F238E27FC236}">
                                  <a16:creationId xmlns:a16="http://schemas.microsoft.com/office/drawing/2014/main" id="{28A84E6E-22A8-49E2-A2AF-02C02892396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850" name="3D Model 10849" descr="Sphere">
                                  <a:extLst>
                                    <a:ext uri="{FF2B5EF4-FFF2-40B4-BE49-F238E27FC236}">
                                      <a16:creationId xmlns:a16="http://schemas.microsoft.com/office/drawing/2014/main" id="{EB652D75-17A0-406E-8661-9C765889E13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903896894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0802" name="Group 10801">
                            <a:extLst>
                              <a:ext uri="{FF2B5EF4-FFF2-40B4-BE49-F238E27FC236}">
                                <a16:creationId xmlns:a16="http://schemas.microsoft.com/office/drawing/2014/main" id="{EB21EE1D-4793-4683-B76A-661C5405BC6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0819" name="Flowchart: Connector 10818">
                              <a:extLst>
                                <a:ext uri="{FF2B5EF4-FFF2-40B4-BE49-F238E27FC236}">
                                  <a16:creationId xmlns:a16="http://schemas.microsoft.com/office/drawing/2014/main" id="{275B8ED8-2376-4C58-90A8-E5AE7B0EC96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820" name="Flowchart: Connector 10819">
                              <a:extLst>
                                <a:ext uri="{FF2B5EF4-FFF2-40B4-BE49-F238E27FC236}">
                                  <a16:creationId xmlns:a16="http://schemas.microsoft.com/office/drawing/2014/main" id="{F1FE0C21-DA1B-4B4E-A606-AC389FCC397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821" name="Flowchart: Connector 10820">
                              <a:extLst>
                                <a:ext uri="{FF2B5EF4-FFF2-40B4-BE49-F238E27FC236}">
                                  <a16:creationId xmlns:a16="http://schemas.microsoft.com/office/drawing/2014/main" id="{4355CBC5-31A3-4A26-8009-CE59FEFAA06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822" name="Flowchart: Connector 10821">
                              <a:extLst>
                                <a:ext uri="{FF2B5EF4-FFF2-40B4-BE49-F238E27FC236}">
                                  <a16:creationId xmlns:a16="http://schemas.microsoft.com/office/drawing/2014/main" id="{8F8A7B3C-4A24-4E21-B113-3C56AFCB533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823" name="Flowchart: Connector 10822">
                              <a:extLst>
                                <a:ext uri="{FF2B5EF4-FFF2-40B4-BE49-F238E27FC236}">
                                  <a16:creationId xmlns:a16="http://schemas.microsoft.com/office/drawing/2014/main" id="{7D8A4BD8-C950-405C-AA5D-7500434C99D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824" name="Flowchart: Connector 10823">
                              <a:extLst>
                                <a:ext uri="{FF2B5EF4-FFF2-40B4-BE49-F238E27FC236}">
                                  <a16:creationId xmlns:a16="http://schemas.microsoft.com/office/drawing/2014/main" id="{95668996-7448-40DA-A57B-ADC61AF779A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825" name="Flowchart: Connector 10824">
                              <a:extLst>
                                <a:ext uri="{FF2B5EF4-FFF2-40B4-BE49-F238E27FC236}">
                                  <a16:creationId xmlns:a16="http://schemas.microsoft.com/office/drawing/2014/main" id="{D3478521-FB50-4384-84CB-7735652422B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826" name="Flowchart: Connector 10825">
                              <a:extLst>
                                <a:ext uri="{FF2B5EF4-FFF2-40B4-BE49-F238E27FC236}">
                                  <a16:creationId xmlns:a16="http://schemas.microsoft.com/office/drawing/2014/main" id="{5A991481-EB64-44F3-B25F-5A429DF0FC8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827" name="Flowchart: Connector 10826">
                              <a:extLst>
                                <a:ext uri="{FF2B5EF4-FFF2-40B4-BE49-F238E27FC236}">
                                  <a16:creationId xmlns:a16="http://schemas.microsoft.com/office/drawing/2014/main" id="{E5A733C8-ACC3-4DC7-9888-8C5275033FC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828" name="3D Model 10827" descr="Sphere">
                                  <a:extLst>
                                    <a:ext uri="{FF2B5EF4-FFF2-40B4-BE49-F238E27FC236}">
                                      <a16:creationId xmlns:a16="http://schemas.microsoft.com/office/drawing/2014/main" id="{F4DB6BB8-2334-49B9-90B6-638E326ECB2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246310349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829" name="Flowchart: Connector 10828">
                              <a:extLst>
                                <a:ext uri="{FF2B5EF4-FFF2-40B4-BE49-F238E27FC236}">
                                  <a16:creationId xmlns:a16="http://schemas.microsoft.com/office/drawing/2014/main" id="{B29B3B2E-9CF5-4E77-8893-D67814E0DCB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830" name="3D Model 10829" descr="Sphere">
                                  <a:extLst>
                                    <a:ext uri="{FF2B5EF4-FFF2-40B4-BE49-F238E27FC236}">
                                      <a16:creationId xmlns:a16="http://schemas.microsoft.com/office/drawing/2014/main" id="{17C5E6CE-F46E-454E-BA58-81EEA6DB746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628403188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831" name="Flowchart: Connector 10830">
                              <a:extLst>
                                <a:ext uri="{FF2B5EF4-FFF2-40B4-BE49-F238E27FC236}">
                                  <a16:creationId xmlns:a16="http://schemas.microsoft.com/office/drawing/2014/main" id="{DB8E46FE-F482-4B54-965F-78251A1608F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832" name="3D Model 10831" descr="Sphere">
                                  <a:extLst>
                                    <a:ext uri="{FF2B5EF4-FFF2-40B4-BE49-F238E27FC236}">
                                      <a16:creationId xmlns:a16="http://schemas.microsoft.com/office/drawing/2014/main" id="{EF389FEF-C946-4040-9117-08B7C0AEEB4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117236982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833" name="Flowchart: Connector 10832">
                              <a:extLst>
                                <a:ext uri="{FF2B5EF4-FFF2-40B4-BE49-F238E27FC236}">
                                  <a16:creationId xmlns:a16="http://schemas.microsoft.com/office/drawing/2014/main" id="{B66D204E-3BA9-4909-A626-C9BE728E774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834" name="3D Model 10833" descr="Sphere">
                                  <a:extLst>
                                    <a:ext uri="{FF2B5EF4-FFF2-40B4-BE49-F238E27FC236}">
                                      <a16:creationId xmlns:a16="http://schemas.microsoft.com/office/drawing/2014/main" id="{79612FCE-68A4-41E5-9369-6ABE8991BA7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253823817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10803" name="Flowchart: Connector 10802">
                            <a:extLst>
                              <a:ext uri="{FF2B5EF4-FFF2-40B4-BE49-F238E27FC236}">
                                <a16:creationId xmlns:a16="http://schemas.microsoft.com/office/drawing/2014/main" id="{11DC967F-34C4-4CB2-B0AE-47EFC5454FB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804" name="Flowchart: Connector 10803">
                            <a:extLst>
                              <a:ext uri="{FF2B5EF4-FFF2-40B4-BE49-F238E27FC236}">
                                <a16:creationId xmlns:a16="http://schemas.microsoft.com/office/drawing/2014/main" id="{602A157E-168E-4BE0-8C6B-484B416B1D8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805" name="Flowchart: Connector 10804">
                            <a:extLst>
                              <a:ext uri="{FF2B5EF4-FFF2-40B4-BE49-F238E27FC236}">
                                <a16:creationId xmlns:a16="http://schemas.microsoft.com/office/drawing/2014/main" id="{1ABA3D7E-707E-4321-B967-15346806B7A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806" name="Flowchart: Connector 10805">
                            <a:extLst>
                              <a:ext uri="{FF2B5EF4-FFF2-40B4-BE49-F238E27FC236}">
                                <a16:creationId xmlns:a16="http://schemas.microsoft.com/office/drawing/2014/main" id="{086123B8-3141-4BC6-9CA1-1F0D1544FDE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807" name="Flowchart: Connector 10806">
                            <a:extLst>
                              <a:ext uri="{FF2B5EF4-FFF2-40B4-BE49-F238E27FC236}">
                                <a16:creationId xmlns:a16="http://schemas.microsoft.com/office/drawing/2014/main" id="{9141CF2D-1326-4904-B9B0-446908DD12E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808" name="Flowchart: Connector 10807">
                            <a:extLst>
                              <a:ext uri="{FF2B5EF4-FFF2-40B4-BE49-F238E27FC236}">
                                <a16:creationId xmlns:a16="http://schemas.microsoft.com/office/drawing/2014/main" id="{C2E4D6AF-F4D6-4A80-AD21-067A3B22C13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809" name="Flowchart: Connector 10808">
                            <a:extLst>
                              <a:ext uri="{FF2B5EF4-FFF2-40B4-BE49-F238E27FC236}">
                                <a16:creationId xmlns:a16="http://schemas.microsoft.com/office/drawing/2014/main" id="{449862B8-C44C-4D73-8E33-D34CF760B8F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810" name="Flowchart: Connector 10809">
                            <a:extLst>
                              <a:ext uri="{FF2B5EF4-FFF2-40B4-BE49-F238E27FC236}">
                                <a16:creationId xmlns:a16="http://schemas.microsoft.com/office/drawing/2014/main" id="{D253CBAE-47C3-4038-82CC-A1808A5DA1D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811" name="Flowchart: Connector 10810">
                            <a:extLst>
                              <a:ext uri="{FF2B5EF4-FFF2-40B4-BE49-F238E27FC236}">
                                <a16:creationId xmlns:a16="http://schemas.microsoft.com/office/drawing/2014/main" id="{D205C054-79F4-44A5-B605-CF78E8FD463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812" name="3D Model 10811" descr="Sphere">
                                <a:extLst>
                                  <a:ext uri="{FF2B5EF4-FFF2-40B4-BE49-F238E27FC236}">
                                    <a16:creationId xmlns:a16="http://schemas.microsoft.com/office/drawing/2014/main" id="{E989F681-6452-4B83-A402-A3B4FF0F838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921908156"/>
                                  </p:ext>
                                </p:extLst>
                              </p:nvPr>
                            </p:nvGraphicFramePr>
                            <p:xfrm>
                              <a:off x="2127272" y="1515698"/>
                              <a:ext cx="299738" cy="29973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7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4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6" name="3D Model 545" descr="Sphere">
                                <a:extLst>
                                  <a:ext uri="{FF2B5EF4-FFF2-40B4-BE49-F238E27FC236}">
                                    <a16:creationId xmlns:a16="http://schemas.microsoft.com/office/drawing/2014/main" id="{0CD0AE2B-7060-451E-8741-37985044F70A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264878" y="2242625"/>
                                <a:ext cx="52067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813" name="Flowchart: Connector 10812">
                            <a:extLst>
                              <a:ext uri="{FF2B5EF4-FFF2-40B4-BE49-F238E27FC236}">
                                <a16:creationId xmlns:a16="http://schemas.microsoft.com/office/drawing/2014/main" id="{A06C1506-6997-48EC-BCF2-C2B4AB9E638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814" name="3D Model 10813" descr="Sphere">
                                <a:extLst>
                                  <a:ext uri="{FF2B5EF4-FFF2-40B4-BE49-F238E27FC236}">
                                    <a16:creationId xmlns:a16="http://schemas.microsoft.com/office/drawing/2014/main" id="{6E7F07D0-D60A-4768-AA95-51213FB00AC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528200214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8" name="3D Model 547" descr="Sphere">
                                <a:extLst>
                                  <a:ext uri="{FF2B5EF4-FFF2-40B4-BE49-F238E27FC236}">
                                    <a16:creationId xmlns:a16="http://schemas.microsoft.com/office/drawing/2014/main" id="{0AC25DCD-1727-4856-A8A9-94402AE6CBC2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06118" y="2254689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815" name="Flowchart: Connector 10814">
                            <a:extLst>
                              <a:ext uri="{FF2B5EF4-FFF2-40B4-BE49-F238E27FC236}">
                                <a16:creationId xmlns:a16="http://schemas.microsoft.com/office/drawing/2014/main" id="{6DB37B90-378D-4AE6-A454-5444663B3BC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6940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816" name="3D Model 10815" descr="Sphere">
                                <a:extLst>
                                  <a:ext uri="{FF2B5EF4-FFF2-40B4-BE49-F238E27FC236}">
                                    <a16:creationId xmlns:a16="http://schemas.microsoft.com/office/drawing/2014/main" id="{D202D06E-B6EC-4208-A59B-A3DB6B73366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20850576"/>
                                  </p:ext>
                                </p:extLst>
                              </p:nvPr>
                            </p:nvGraphicFramePr>
                            <p:xfrm>
                              <a:off x="2609177" y="164853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0" name="3D Model 549" descr="Sphere">
                                <a:extLst>
                                  <a:ext uri="{FF2B5EF4-FFF2-40B4-BE49-F238E27FC236}">
                                    <a16:creationId xmlns:a16="http://schemas.microsoft.com/office/drawing/2014/main" id="{4EAC2773-26EB-4766-B406-04604BF828A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48588" y="226764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817" name="Flowchart: Connector 10816">
                            <a:extLst>
                              <a:ext uri="{FF2B5EF4-FFF2-40B4-BE49-F238E27FC236}">
                                <a16:creationId xmlns:a16="http://schemas.microsoft.com/office/drawing/2014/main" id="{1AED0786-C561-4264-A998-8F951FE8443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818" name="3D Model 10817" descr="Sphere">
                                <a:extLst>
                                  <a:ext uri="{FF2B5EF4-FFF2-40B4-BE49-F238E27FC236}">
                                    <a16:creationId xmlns:a16="http://schemas.microsoft.com/office/drawing/2014/main" id="{013FCDD3-D479-4B7E-96AE-6FB7D59859D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685917840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2" name="3D Model 551" descr="Sphere">
                                <a:extLst>
                                  <a:ext uri="{FF2B5EF4-FFF2-40B4-BE49-F238E27FC236}">
                                    <a16:creationId xmlns:a16="http://schemas.microsoft.com/office/drawing/2014/main" id="{0A649C7F-F2E3-493F-BCFA-E4B276505982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95214" y="2282723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sp>
                    <p:nvSpPr>
                      <p:cNvPr id="10730" name="Flowchart: Connector 10729">
                        <a:extLst>
                          <a:ext uri="{FF2B5EF4-FFF2-40B4-BE49-F238E27FC236}">
                            <a16:creationId xmlns:a16="http://schemas.microsoft.com/office/drawing/2014/main" id="{AED1FFB3-AA98-4967-8741-DC575378756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06374" y="21384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731" name="Flowchart: Connector 10730">
                        <a:extLst>
                          <a:ext uri="{FF2B5EF4-FFF2-40B4-BE49-F238E27FC236}">
                            <a16:creationId xmlns:a16="http://schemas.microsoft.com/office/drawing/2014/main" id="{16033E6C-0CB0-4D20-8388-C6EAC12B0E3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886236" y="22322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732" name="Flowchart: Connector 10731">
                        <a:extLst>
                          <a:ext uri="{FF2B5EF4-FFF2-40B4-BE49-F238E27FC236}">
                            <a16:creationId xmlns:a16="http://schemas.microsoft.com/office/drawing/2014/main" id="{329C568C-032E-42CD-8470-7571E4EB0B7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952806" y="22254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733" name="Flowchart: Connector 10732">
                        <a:extLst>
                          <a:ext uri="{FF2B5EF4-FFF2-40B4-BE49-F238E27FC236}">
                            <a16:creationId xmlns:a16="http://schemas.microsoft.com/office/drawing/2014/main" id="{9C0A23CD-AF58-4BEB-9DBC-5A5D7192C1F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0272" y="25040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734" name="Flowchart: Connector 10733">
                        <a:extLst>
                          <a:ext uri="{FF2B5EF4-FFF2-40B4-BE49-F238E27FC236}">
                            <a16:creationId xmlns:a16="http://schemas.microsoft.com/office/drawing/2014/main" id="{056357AB-126E-4CE0-A603-2027AEA3751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20633" y="28301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735" name="Flowchart: Connector 10734">
                        <a:extLst>
                          <a:ext uri="{FF2B5EF4-FFF2-40B4-BE49-F238E27FC236}">
                            <a16:creationId xmlns:a16="http://schemas.microsoft.com/office/drawing/2014/main" id="{D4690E13-B696-4918-BCD9-197F813D257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29128" y="231321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736" name="Flowchart: Connector 10735">
                        <a:extLst>
                          <a:ext uri="{FF2B5EF4-FFF2-40B4-BE49-F238E27FC236}">
                            <a16:creationId xmlns:a16="http://schemas.microsoft.com/office/drawing/2014/main" id="{CAE3F213-7EA0-4918-B11F-89F3B6183F5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211385" y="230237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737" name="Flowchart: Connector 10736">
                        <a:extLst>
                          <a:ext uri="{FF2B5EF4-FFF2-40B4-BE49-F238E27FC236}">
                            <a16:creationId xmlns:a16="http://schemas.microsoft.com/office/drawing/2014/main" id="{C44FF92E-0A5B-4E01-9D02-5135E7EE2E9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1097" y="31484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grpSp>
                    <p:nvGrpSpPr>
                      <p:cNvPr id="10738" name="Group 10737">
                        <a:extLst>
                          <a:ext uri="{FF2B5EF4-FFF2-40B4-BE49-F238E27FC236}">
                            <a16:creationId xmlns:a16="http://schemas.microsoft.com/office/drawing/2014/main" id="{DDD66671-AC7F-4CCE-BC97-5E964CA4650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20511" y="2127869"/>
                        <a:ext cx="1073693" cy="1496391"/>
                        <a:chOff x="2114936" y="1503359"/>
                        <a:chExt cx="1073693" cy="1496391"/>
                      </a:xfrm>
                    </p:grpSpPr>
                    <p:grpSp>
                      <p:nvGrpSpPr>
                        <p:cNvPr id="10739" name="Group 10738">
                          <a:extLst>
                            <a:ext uri="{FF2B5EF4-FFF2-40B4-BE49-F238E27FC236}">
                              <a16:creationId xmlns:a16="http://schemas.microsoft.com/office/drawing/2014/main" id="{B354659B-7D49-404A-B4B6-AC070B0ADE4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7974" y="2474038"/>
                          <a:ext cx="1060655" cy="525712"/>
                          <a:chOff x="3721252" y="1733424"/>
                          <a:chExt cx="1060655" cy="525712"/>
                        </a:xfrm>
                      </p:grpSpPr>
                      <p:sp>
                        <p:nvSpPr>
                          <p:cNvPr id="10790" name="Flowchart: Connector 10789">
                            <a:extLst>
                              <a:ext uri="{FF2B5EF4-FFF2-40B4-BE49-F238E27FC236}">
                                <a16:creationId xmlns:a16="http://schemas.microsoft.com/office/drawing/2014/main" id="{914A3598-AD5C-4AA5-BDBD-F3E499DACC9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791" name="3D Model 10790" descr="Sphere">
                                <a:extLst>
                                  <a:ext uri="{FF2B5EF4-FFF2-40B4-BE49-F238E27FC236}">
                                    <a16:creationId xmlns:a16="http://schemas.microsoft.com/office/drawing/2014/main" id="{A3E99DF2-0177-47DA-8FB2-D5762C5EFBD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871020282"/>
                                  </p:ext>
                                </p:extLst>
                              </p:nvPr>
                            </p:nvGraphicFramePr>
                            <p:xfrm>
                              <a:off x="3721252" y="1733424"/>
                              <a:ext cx="299739" cy="299738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6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25" name="3D Model 524" descr="Sphere">
                                <a:extLst>
                                  <a:ext uri="{FF2B5EF4-FFF2-40B4-BE49-F238E27FC236}">
                                    <a16:creationId xmlns:a16="http://schemas.microsoft.com/office/drawing/2014/main" id="{7C296052-BFDD-4E1E-90E9-47DF8A39AA0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225048" y="2450427"/>
                                <a:ext cx="52066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792" name="Flowchart: Connector 10791">
                            <a:extLst>
                              <a:ext uri="{FF2B5EF4-FFF2-40B4-BE49-F238E27FC236}">
                                <a16:creationId xmlns:a16="http://schemas.microsoft.com/office/drawing/2014/main" id="{735CB95C-4058-4F9D-9EE8-5ADF55C4907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793" name="3D Model 10792" descr="Sphere">
                                <a:extLst>
                                  <a:ext uri="{FF2B5EF4-FFF2-40B4-BE49-F238E27FC236}">
                                    <a16:creationId xmlns:a16="http://schemas.microsoft.com/office/drawing/2014/main" id="{F5C22DF5-33CB-4888-A16A-4ED8108A74D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817336851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794" name="Flowchart: Connector 10793">
                            <a:extLst>
                              <a:ext uri="{FF2B5EF4-FFF2-40B4-BE49-F238E27FC236}">
                                <a16:creationId xmlns:a16="http://schemas.microsoft.com/office/drawing/2014/main" id="{346C30E5-CDD1-4F09-BC66-893B2099EEC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795" name="3D Model 10794" descr="Sphere">
                                <a:extLst>
                                  <a:ext uri="{FF2B5EF4-FFF2-40B4-BE49-F238E27FC236}">
                                    <a16:creationId xmlns:a16="http://schemas.microsoft.com/office/drawing/2014/main" id="{A196B9E9-D3B2-4B78-AC28-884B1E09141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013052975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796" name="Flowchart: Connector 10795">
                            <a:extLst>
                              <a:ext uri="{FF2B5EF4-FFF2-40B4-BE49-F238E27FC236}">
                                <a16:creationId xmlns:a16="http://schemas.microsoft.com/office/drawing/2014/main" id="{3D395AB1-D51A-489C-8DB7-77571A22877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797" name="3D Model 10796" descr="Sphere">
                                <a:extLst>
                                  <a:ext uri="{FF2B5EF4-FFF2-40B4-BE49-F238E27FC236}">
                                    <a16:creationId xmlns:a16="http://schemas.microsoft.com/office/drawing/2014/main" id="{579996E3-DF99-4E71-9B43-317161C4A13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113265641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8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0740" name="Group 10739">
                          <a:extLst>
                            <a:ext uri="{FF2B5EF4-FFF2-40B4-BE49-F238E27FC236}">
                              <a16:creationId xmlns:a16="http://schemas.microsoft.com/office/drawing/2014/main" id="{44A8C149-1C01-4357-8DEB-6C4C7E2CCE9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4615" y="2140429"/>
                          <a:ext cx="1064014" cy="637179"/>
                          <a:chOff x="3717893" y="1719497"/>
                          <a:chExt cx="1064014" cy="637179"/>
                        </a:xfrm>
                      </p:grpSpPr>
                      <p:sp>
                        <p:nvSpPr>
                          <p:cNvPr id="10774" name="Flowchart: Connector 10773">
                            <a:extLst>
                              <a:ext uri="{FF2B5EF4-FFF2-40B4-BE49-F238E27FC236}">
                                <a16:creationId xmlns:a16="http://schemas.microsoft.com/office/drawing/2014/main" id="{3CE6126E-CEC8-4B60-88B9-6DC9A58ADFA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775" name="Flowchart: Connector 10774">
                            <a:extLst>
                              <a:ext uri="{FF2B5EF4-FFF2-40B4-BE49-F238E27FC236}">
                                <a16:creationId xmlns:a16="http://schemas.microsoft.com/office/drawing/2014/main" id="{B56470D9-9A28-4AFF-B709-18FEB431E14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776" name="Flowchart: Connector 10775">
                            <a:extLst>
                              <a:ext uri="{FF2B5EF4-FFF2-40B4-BE49-F238E27FC236}">
                                <a16:creationId xmlns:a16="http://schemas.microsoft.com/office/drawing/2014/main" id="{33FECDDF-28D5-4FA6-A7D4-BD9EA647F1A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777" name="Flowchart: Connector 10776">
                            <a:extLst>
                              <a:ext uri="{FF2B5EF4-FFF2-40B4-BE49-F238E27FC236}">
                                <a16:creationId xmlns:a16="http://schemas.microsoft.com/office/drawing/2014/main" id="{050E7142-4DC7-48E2-87A2-F9EC6010D41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778" name="Flowchart: Connector 10777">
                            <a:extLst>
                              <a:ext uri="{FF2B5EF4-FFF2-40B4-BE49-F238E27FC236}">
                                <a16:creationId xmlns:a16="http://schemas.microsoft.com/office/drawing/2014/main" id="{A554D7A5-0E7A-47DD-8029-213D03D7793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779" name="Flowchart: Connector 10778">
                            <a:extLst>
                              <a:ext uri="{FF2B5EF4-FFF2-40B4-BE49-F238E27FC236}">
                                <a16:creationId xmlns:a16="http://schemas.microsoft.com/office/drawing/2014/main" id="{0873821A-2569-4848-B931-D68FE23121B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780" name="Flowchart: Connector 10779">
                            <a:extLst>
                              <a:ext uri="{FF2B5EF4-FFF2-40B4-BE49-F238E27FC236}">
                                <a16:creationId xmlns:a16="http://schemas.microsoft.com/office/drawing/2014/main" id="{B35EC68C-41C3-4FAE-94C6-3665479805D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781" name="Flowchart: Connector 10780">
                            <a:extLst>
                              <a:ext uri="{FF2B5EF4-FFF2-40B4-BE49-F238E27FC236}">
                                <a16:creationId xmlns:a16="http://schemas.microsoft.com/office/drawing/2014/main" id="{2F9F6B17-6F35-4B4F-BE31-A126A8FDD50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782" name="Flowchart: Connector 10781">
                            <a:extLst>
                              <a:ext uri="{FF2B5EF4-FFF2-40B4-BE49-F238E27FC236}">
                                <a16:creationId xmlns:a16="http://schemas.microsoft.com/office/drawing/2014/main" id="{92B76789-8A51-47AD-BE22-75DE1AAFBB6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783" name="3D Model 10782" descr="Sphere">
                                <a:extLst>
                                  <a:ext uri="{FF2B5EF4-FFF2-40B4-BE49-F238E27FC236}">
                                    <a16:creationId xmlns:a16="http://schemas.microsoft.com/office/drawing/2014/main" id="{44FB3C21-EFEA-408A-AEEF-07486BC9AD8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00126349"/>
                                  </p:ext>
                                </p:extLst>
                              </p:nvPr>
                            </p:nvGraphicFramePr>
                            <p:xfrm>
                              <a:off x="3717893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17" name="3D Model 516" descr="Sphere">
                                <a:extLst>
                                  <a:ext uri="{FF2B5EF4-FFF2-40B4-BE49-F238E27FC236}">
                                    <a16:creationId xmlns:a16="http://schemas.microsoft.com/office/drawing/2014/main" id="{EEC73CE8-5EF1-49B8-88DD-6C958365703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224464" y="238759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784" name="Flowchart: Connector 10783">
                            <a:extLst>
                              <a:ext uri="{FF2B5EF4-FFF2-40B4-BE49-F238E27FC236}">
                                <a16:creationId xmlns:a16="http://schemas.microsoft.com/office/drawing/2014/main" id="{C0A3B5C9-4688-4B45-A04A-63C6C083DC6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785" name="3D Model 10784" descr="Sphere">
                                <a:extLst>
                                  <a:ext uri="{FF2B5EF4-FFF2-40B4-BE49-F238E27FC236}">
                                    <a16:creationId xmlns:a16="http://schemas.microsoft.com/office/drawing/2014/main" id="{5E5EC3E1-D269-42F4-9587-C09323976E1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102553169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786" name="Flowchart: Connector 10785">
                            <a:extLst>
                              <a:ext uri="{FF2B5EF4-FFF2-40B4-BE49-F238E27FC236}">
                                <a16:creationId xmlns:a16="http://schemas.microsoft.com/office/drawing/2014/main" id="{4BB90584-0EFD-4A30-8F5E-C36302E22AD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787" name="3D Model 10786" descr="Sphere">
                                <a:extLst>
                                  <a:ext uri="{FF2B5EF4-FFF2-40B4-BE49-F238E27FC236}">
                                    <a16:creationId xmlns:a16="http://schemas.microsoft.com/office/drawing/2014/main" id="{4B12E0FA-1B17-4AD7-8287-3000C0F5000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783919158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788" name="Flowchart: Connector 10787">
                            <a:extLst>
                              <a:ext uri="{FF2B5EF4-FFF2-40B4-BE49-F238E27FC236}">
                                <a16:creationId xmlns:a16="http://schemas.microsoft.com/office/drawing/2014/main" id="{95CD5279-13D6-4000-8CAA-386949F0552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789" name="3D Model 10788" descr="Sphere">
                                <a:extLst>
                                  <a:ext uri="{FF2B5EF4-FFF2-40B4-BE49-F238E27FC236}">
                                    <a16:creationId xmlns:a16="http://schemas.microsoft.com/office/drawing/2014/main" id="{2C0CF488-BB6B-4932-9975-C97037AB198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3875531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0741" name="Group 10740">
                          <a:extLst>
                            <a:ext uri="{FF2B5EF4-FFF2-40B4-BE49-F238E27FC236}">
                              <a16:creationId xmlns:a16="http://schemas.microsoft.com/office/drawing/2014/main" id="{2E30FDF1-D815-41EA-BA35-118A54AF818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936" y="1817250"/>
                          <a:ext cx="1064014" cy="643455"/>
                          <a:chOff x="3717893" y="1713221"/>
                          <a:chExt cx="1064014" cy="643455"/>
                        </a:xfrm>
                      </p:grpSpPr>
                      <p:sp>
                        <p:nvSpPr>
                          <p:cNvPr id="10758" name="Flowchart: Connector 10757">
                            <a:extLst>
                              <a:ext uri="{FF2B5EF4-FFF2-40B4-BE49-F238E27FC236}">
                                <a16:creationId xmlns:a16="http://schemas.microsoft.com/office/drawing/2014/main" id="{AEAA9739-17FA-49B2-B2B4-AE6C2D91F08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759" name="Flowchart: Connector 10758">
                            <a:extLst>
                              <a:ext uri="{FF2B5EF4-FFF2-40B4-BE49-F238E27FC236}">
                                <a16:creationId xmlns:a16="http://schemas.microsoft.com/office/drawing/2014/main" id="{F711ED10-56E5-4159-9BD7-A88BB74F272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760" name="Flowchart: Connector 10759">
                            <a:extLst>
                              <a:ext uri="{FF2B5EF4-FFF2-40B4-BE49-F238E27FC236}">
                                <a16:creationId xmlns:a16="http://schemas.microsoft.com/office/drawing/2014/main" id="{930858E2-2945-4F3A-8E91-19FA71E8E67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761" name="Flowchart: Connector 10760">
                            <a:extLst>
                              <a:ext uri="{FF2B5EF4-FFF2-40B4-BE49-F238E27FC236}">
                                <a16:creationId xmlns:a16="http://schemas.microsoft.com/office/drawing/2014/main" id="{E6A1C838-AF1E-4189-BAD1-CEF54EF7929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762" name="Flowchart: Connector 10761">
                            <a:extLst>
                              <a:ext uri="{FF2B5EF4-FFF2-40B4-BE49-F238E27FC236}">
                                <a16:creationId xmlns:a16="http://schemas.microsoft.com/office/drawing/2014/main" id="{0511A5A2-7956-48F2-BB6E-2EDE933ACC5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763" name="Flowchart: Connector 10762">
                            <a:extLst>
                              <a:ext uri="{FF2B5EF4-FFF2-40B4-BE49-F238E27FC236}">
                                <a16:creationId xmlns:a16="http://schemas.microsoft.com/office/drawing/2014/main" id="{5BFF9003-372D-4A79-A325-10C0C952E50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764" name="Flowchart: Connector 10763">
                            <a:extLst>
                              <a:ext uri="{FF2B5EF4-FFF2-40B4-BE49-F238E27FC236}">
                                <a16:creationId xmlns:a16="http://schemas.microsoft.com/office/drawing/2014/main" id="{1F9D11E8-F5ED-43DC-8374-FDE7666339C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765" name="Flowchart: Connector 10764">
                            <a:extLst>
                              <a:ext uri="{FF2B5EF4-FFF2-40B4-BE49-F238E27FC236}">
                                <a16:creationId xmlns:a16="http://schemas.microsoft.com/office/drawing/2014/main" id="{0E91286C-CEB0-45BF-917B-29CDDD3E629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766" name="Flowchart: Connector 10765">
                            <a:extLst>
                              <a:ext uri="{FF2B5EF4-FFF2-40B4-BE49-F238E27FC236}">
                                <a16:creationId xmlns:a16="http://schemas.microsoft.com/office/drawing/2014/main" id="{D4FF39C2-6466-4108-B0C8-6D89BBF4E06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767" name="3D Model 10766" descr="Sphere">
                                <a:extLst>
                                  <a:ext uri="{FF2B5EF4-FFF2-40B4-BE49-F238E27FC236}">
                                    <a16:creationId xmlns:a16="http://schemas.microsoft.com/office/drawing/2014/main" id="{E08DF856-FA1C-44DF-9083-40186B985C7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18545028"/>
                                  </p:ext>
                                </p:extLst>
                              </p:nvPr>
                            </p:nvGraphicFramePr>
                            <p:xfrm>
                              <a:off x="3717893" y="171322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01" name="3D Model 500" descr="Sphere">
                                <a:extLst>
                                  <a:ext uri="{FF2B5EF4-FFF2-40B4-BE49-F238E27FC236}">
                                    <a16:creationId xmlns:a16="http://schemas.microsoft.com/office/drawing/2014/main" id="{264BA7C0-B138-431D-801E-995913A2B56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222783" y="232672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768" name="Flowchart: Connector 10767">
                            <a:extLst>
                              <a:ext uri="{FF2B5EF4-FFF2-40B4-BE49-F238E27FC236}">
                                <a16:creationId xmlns:a16="http://schemas.microsoft.com/office/drawing/2014/main" id="{23A45F05-B347-4CBA-A70E-FA0D2F8A150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769" name="3D Model 10768" descr="Sphere">
                                <a:extLst>
                                  <a:ext uri="{FF2B5EF4-FFF2-40B4-BE49-F238E27FC236}">
                                    <a16:creationId xmlns:a16="http://schemas.microsoft.com/office/drawing/2014/main" id="{560203D4-FBCB-4FCB-8DDD-58121DB0D96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156665886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03" name="3D Model 502" descr="Sphere">
                                <a:extLst>
                                  <a:ext uri="{FF2B5EF4-FFF2-40B4-BE49-F238E27FC236}">
                                    <a16:creationId xmlns:a16="http://schemas.microsoft.com/office/drawing/2014/main" id="{C6B1DA16-6D44-4BF5-8BBD-CFD9B019426D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264484" y="234259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770" name="Flowchart: Connector 10769">
                            <a:extLst>
                              <a:ext uri="{FF2B5EF4-FFF2-40B4-BE49-F238E27FC236}">
                                <a16:creationId xmlns:a16="http://schemas.microsoft.com/office/drawing/2014/main" id="{B4498D42-6F11-4FD2-95D9-2A0551AA8D3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771" name="3D Model 10770" descr="Sphere">
                                <a:extLst>
                                  <a:ext uri="{FF2B5EF4-FFF2-40B4-BE49-F238E27FC236}">
                                    <a16:creationId xmlns:a16="http://schemas.microsoft.com/office/drawing/2014/main" id="{A0845E90-367D-42EC-8E58-50858B48F9A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293672637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772" name="Flowchart: Connector 10771">
                            <a:extLst>
                              <a:ext uri="{FF2B5EF4-FFF2-40B4-BE49-F238E27FC236}">
                                <a16:creationId xmlns:a16="http://schemas.microsoft.com/office/drawing/2014/main" id="{0106FC5C-4DC5-448D-A6DC-DD7BCE9EB7D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773" name="3D Model 10772" descr="Sphere">
                                <a:extLst>
                                  <a:ext uri="{FF2B5EF4-FFF2-40B4-BE49-F238E27FC236}">
                                    <a16:creationId xmlns:a16="http://schemas.microsoft.com/office/drawing/2014/main" id="{3FADD27B-0050-4017-9EB0-377F5B2EC54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162119118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10742" name="Flowchart: Connector 10741">
                          <a:extLst>
                            <a:ext uri="{FF2B5EF4-FFF2-40B4-BE49-F238E27FC236}">
                              <a16:creationId xmlns:a16="http://schemas.microsoft.com/office/drawing/2014/main" id="{E4419FAA-A727-4630-B02F-FE7B0236C2F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743" name="Flowchart: Connector 10742">
                          <a:extLst>
                            <a:ext uri="{FF2B5EF4-FFF2-40B4-BE49-F238E27FC236}">
                              <a16:creationId xmlns:a16="http://schemas.microsoft.com/office/drawing/2014/main" id="{A5453B28-1496-4C21-B83E-69C1093526A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744" name="Flowchart: Connector 10743">
                          <a:extLst>
                            <a:ext uri="{FF2B5EF4-FFF2-40B4-BE49-F238E27FC236}">
                              <a16:creationId xmlns:a16="http://schemas.microsoft.com/office/drawing/2014/main" id="{CBDABEDB-0D8E-48B7-A10D-BEB3F15C275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26347" y="177334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745" name="Flowchart: Connector 10744">
                          <a:extLst>
                            <a:ext uri="{FF2B5EF4-FFF2-40B4-BE49-F238E27FC236}">
                              <a16:creationId xmlns:a16="http://schemas.microsoft.com/office/drawing/2014/main" id="{A58C94BF-75FD-451D-9616-BA4C072A79B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746" name="Flowchart: Connector 10745">
                          <a:extLst>
                            <a:ext uri="{FF2B5EF4-FFF2-40B4-BE49-F238E27FC236}">
                              <a16:creationId xmlns:a16="http://schemas.microsoft.com/office/drawing/2014/main" id="{87DF0082-E6FC-4DAB-A634-D8507FA4529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747" name="Flowchart: Connector 10746">
                          <a:extLst>
                            <a:ext uri="{FF2B5EF4-FFF2-40B4-BE49-F238E27FC236}">
                              <a16:creationId xmlns:a16="http://schemas.microsoft.com/office/drawing/2014/main" id="{F58E6121-3553-47CF-A6BE-8E9B342FF95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748" name="Flowchart: Connector 10747">
                          <a:extLst>
                            <a:ext uri="{FF2B5EF4-FFF2-40B4-BE49-F238E27FC236}">
                              <a16:creationId xmlns:a16="http://schemas.microsoft.com/office/drawing/2014/main" id="{0AFBA631-F8F3-460C-94A3-A81FB069EB5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749" name="Flowchart: Connector 10748">
                          <a:extLst>
                            <a:ext uri="{FF2B5EF4-FFF2-40B4-BE49-F238E27FC236}">
                              <a16:creationId xmlns:a16="http://schemas.microsoft.com/office/drawing/2014/main" id="{7FA20409-01D3-442F-8038-D9BA440519D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750" name="Flowchart: Connector 10749">
                          <a:extLst>
                            <a:ext uri="{FF2B5EF4-FFF2-40B4-BE49-F238E27FC236}">
                              <a16:creationId xmlns:a16="http://schemas.microsoft.com/office/drawing/2014/main" id="{01E33DFC-BD13-492D-9684-19B11CD31C9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751" name="3D Model 10750" descr="Sphere">
                              <a:extLst>
                                <a:ext uri="{FF2B5EF4-FFF2-40B4-BE49-F238E27FC236}">
                                  <a16:creationId xmlns:a16="http://schemas.microsoft.com/office/drawing/2014/main" id="{C7C24873-2924-45CE-A4E8-D4E49AEE96B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679510888"/>
                                </p:ext>
                              </p:extLst>
                            </p:nvPr>
                          </p:nvGraphicFramePr>
                          <p:xfrm>
                            <a:off x="2122087" y="1503359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433448" ay="1433014" az="-1105299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7"/>
                                </am3d:raster>
                                <am3d:objViewport viewportSz="5757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485" name="3D Model 484" descr="Sphere">
                              <a:extLst>
                                <a:ext uri="{FF2B5EF4-FFF2-40B4-BE49-F238E27FC236}">
                                  <a16:creationId xmlns:a16="http://schemas.microsoft.com/office/drawing/2014/main" id="{E392EAF6-8834-406F-86CA-8AE04F51D4E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224025" y="2267602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752" name="Flowchart: Connector 10751">
                          <a:extLst>
                            <a:ext uri="{FF2B5EF4-FFF2-40B4-BE49-F238E27FC236}">
                              <a16:creationId xmlns:a16="http://schemas.microsoft.com/office/drawing/2014/main" id="{97DD907A-3EDA-4CB9-917C-4102EAC52B8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753" name="3D Model 10752" descr="Sphere">
                              <a:extLst>
                                <a:ext uri="{FF2B5EF4-FFF2-40B4-BE49-F238E27FC236}">
                                  <a16:creationId xmlns:a16="http://schemas.microsoft.com/office/drawing/2014/main" id="{1E0B8B98-43EB-4041-88B6-72CABE09700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583923028"/>
                                </p:ext>
                              </p:extLst>
                            </p:nvPr>
                          </p:nvGraphicFramePr>
                          <p:xfrm>
                            <a:off x="2368043" y="1593681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5"/>
                                </am3d:raster>
                                <am3d:objViewport viewportSz="5886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487" name="3D Model 486" descr="Sphere">
                              <a:extLst>
                                <a:ext uri="{FF2B5EF4-FFF2-40B4-BE49-F238E27FC236}">
                                  <a16:creationId xmlns:a16="http://schemas.microsoft.com/office/drawing/2014/main" id="{7A2DCE6F-9C05-4A7C-B3AF-B30F2B8EA8A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266749" y="2284614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754" name="Flowchart: Connector 10753">
                          <a:extLst>
                            <a:ext uri="{FF2B5EF4-FFF2-40B4-BE49-F238E27FC236}">
                              <a16:creationId xmlns:a16="http://schemas.microsoft.com/office/drawing/2014/main" id="{4E44A7D8-CC87-49A2-88D0-20164454A33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755" name="3D Model 10754" descr="Sphere">
                              <a:extLst>
                                <a:ext uri="{FF2B5EF4-FFF2-40B4-BE49-F238E27FC236}">
                                  <a16:creationId xmlns:a16="http://schemas.microsoft.com/office/drawing/2014/main" id="{7106976C-2BAD-4703-80B1-F79CAC7AA95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164506367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3235" cy="6170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7"/>
                                </am3d:raster>
                                <am3d:objViewport viewportSz="6018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489" name="3D Model 488" descr="Sphere">
                              <a:extLst>
                                <a:ext uri="{FF2B5EF4-FFF2-40B4-BE49-F238E27FC236}">
                                  <a16:creationId xmlns:a16="http://schemas.microsoft.com/office/drawing/2014/main" id="{35E3BD2E-BC4B-4CB6-9E17-43B614D5496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3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308636" y="2293630"/>
                              <a:ext cx="53235" cy="61702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756" name="Flowchart: Connector 10755">
                          <a:extLst>
                            <a:ext uri="{FF2B5EF4-FFF2-40B4-BE49-F238E27FC236}">
                              <a16:creationId xmlns:a16="http://schemas.microsoft.com/office/drawing/2014/main" id="{2BD2CE0C-EB6A-4D86-8567-5B3E9BD72C7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757" name="3D Model 10756" descr="Sphere">
                              <a:extLst>
                                <a:ext uri="{FF2B5EF4-FFF2-40B4-BE49-F238E27FC236}">
                                  <a16:creationId xmlns:a16="http://schemas.microsoft.com/office/drawing/2014/main" id="{B4F2D098-5B1D-455A-A5B8-657F35902F9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35228083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1045" cy="5891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9"/>
                                </am3d:raster>
                                <am3d:objViewport viewportSz="5955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491" name="3D Model 490" descr="Sphere">
                              <a:extLst>
                                <a:ext uri="{FF2B5EF4-FFF2-40B4-BE49-F238E27FC236}">
                                  <a16:creationId xmlns:a16="http://schemas.microsoft.com/office/drawing/2014/main" id="{5DB00BF2-FEF3-4A21-8D32-D13B3D5675F5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355262" y="2310024"/>
                              <a:ext cx="51045" cy="589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10647" name="Group 10646">
                      <a:extLst>
                        <a:ext uri="{FF2B5EF4-FFF2-40B4-BE49-F238E27FC236}">
                          <a16:creationId xmlns:a16="http://schemas.microsoft.com/office/drawing/2014/main" id="{7731E30F-2892-4EB3-90F6-77265C0A678C}"/>
                        </a:ext>
                      </a:extLst>
                    </p:cNvPr>
                    <p:cNvGrpSpPr/>
                    <p:nvPr/>
                  </p:nvGrpSpPr>
                  <p:grpSpPr>
                    <a:xfrm rot="18542409">
                      <a:off x="2257159" y="236280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0717" name="Freeform: Shape 10716">
                        <a:extLst>
                          <a:ext uri="{FF2B5EF4-FFF2-40B4-BE49-F238E27FC236}">
                            <a16:creationId xmlns:a16="http://schemas.microsoft.com/office/drawing/2014/main" id="{590F0FD0-CC4B-4710-B150-A763E9E0202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718" name="Rectangle: Rounded Corners 10717">
                        <a:extLst>
                          <a:ext uri="{FF2B5EF4-FFF2-40B4-BE49-F238E27FC236}">
                            <a16:creationId xmlns:a16="http://schemas.microsoft.com/office/drawing/2014/main" id="{1952E722-203E-461E-A3FA-0D0C575AC4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648" name="Group 10647">
                      <a:extLst>
                        <a:ext uri="{FF2B5EF4-FFF2-40B4-BE49-F238E27FC236}">
                          <a16:creationId xmlns:a16="http://schemas.microsoft.com/office/drawing/2014/main" id="{F13B34ED-FCFC-4A8B-844A-3E451B7BAD46}"/>
                        </a:ext>
                      </a:extLst>
                    </p:cNvPr>
                    <p:cNvGrpSpPr/>
                    <p:nvPr/>
                  </p:nvGrpSpPr>
                  <p:grpSpPr>
                    <a:xfrm rot="17122200">
                      <a:off x="1187274" y="235013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0715" name="Freeform: Shape 10714">
                        <a:extLst>
                          <a:ext uri="{FF2B5EF4-FFF2-40B4-BE49-F238E27FC236}">
                            <a16:creationId xmlns:a16="http://schemas.microsoft.com/office/drawing/2014/main" id="{C770D810-A788-4418-A83E-1B1876BC7C2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716" name="Rectangle: Rounded Corners 10715">
                        <a:extLst>
                          <a:ext uri="{FF2B5EF4-FFF2-40B4-BE49-F238E27FC236}">
                            <a16:creationId xmlns:a16="http://schemas.microsoft.com/office/drawing/2014/main" id="{A832F5C8-FD5B-4570-8493-3CC5632E83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649" name="Group 10648">
                      <a:extLst>
                        <a:ext uri="{FF2B5EF4-FFF2-40B4-BE49-F238E27FC236}">
                          <a16:creationId xmlns:a16="http://schemas.microsoft.com/office/drawing/2014/main" id="{6D42C461-F2FB-49D9-AE90-0A5FF210583F}"/>
                        </a:ext>
                      </a:extLst>
                    </p:cNvPr>
                    <p:cNvGrpSpPr/>
                    <p:nvPr/>
                  </p:nvGrpSpPr>
                  <p:grpSpPr>
                    <a:xfrm rot="658209">
                      <a:off x="2479276" y="3323586"/>
                      <a:ext cx="746642" cy="235253"/>
                      <a:chOff x="2620172" y="2546175"/>
                      <a:chExt cx="834986" cy="143092"/>
                    </a:xfrm>
                  </p:grpSpPr>
                  <p:sp>
                    <p:nvSpPr>
                      <p:cNvPr id="10713" name="Freeform: Shape 10712">
                        <a:extLst>
                          <a:ext uri="{FF2B5EF4-FFF2-40B4-BE49-F238E27FC236}">
                            <a16:creationId xmlns:a16="http://schemas.microsoft.com/office/drawing/2014/main" id="{C6416DFA-96BC-4AF4-ADC1-704B132BE73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714" name="Rectangle: Rounded Corners 10713">
                        <a:extLst>
                          <a:ext uri="{FF2B5EF4-FFF2-40B4-BE49-F238E27FC236}">
                            <a16:creationId xmlns:a16="http://schemas.microsoft.com/office/drawing/2014/main" id="{212C54CB-7526-4EFE-86A7-FA95920693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650" name="Group 10649">
                      <a:extLst>
                        <a:ext uri="{FF2B5EF4-FFF2-40B4-BE49-F238E27FC236}">
                          <a16:creationId xmlns:a16="http://schemas.microsoft.com/office/drawing/2014/main" id="{371F38EC-B417-4288-8E0C-C994F2189BAF}"/>
                        </a:ext>
                      </a:extLst>
                    </p:cNvPr>
                    <p:cNvGrpSpPr/>
                    <p:nvPr/>
                  </p:nvGrpSpPr>
                  <p:grpSpPr>
                    <a:xfrm rot="18837888">
                      <a:off x="1789768" y="223810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0711" name="Freeform: Shape 10710">
                        <a:extLst>
                          <a:ext uri="{FF2B5EF4-FFF2-40B4-BE49-F238E27FC236}">
                            <a16:creationId xmlns:a16="http://schemas.microsoft.com/office/drawing/2014/main" id="{85FBD5DD-5E93-42D9-9C97-36ED626EB4C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712" name="Rectangle: Rounded Corners 10711">
                        <a:extLst>
                          <a:ext uri="{FF2B5EF4-FFF2-40B4-BE49-F238E27FC236}">
                            <a16:creationId xmlns:a16="http://schemas.microsoft.com/office/drawing/2014/main" id="{57D7485D-E6A3-41E8-847D-C398CA1386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651" name="Group 10650">
                      <a:extLst>
                        <a:ext uri="{FF2B5EF4-FFF2-40B4-BE49-F238E27FC236}">
                          <a16:creationId xmlns:a16="http://schemas.microsoft.com/office/drawing/2014/main" id="{5A5087E7-2661-4F64-8F7D-99DBE74550AB}"/>
                        </a:ext>
                      </a:extLst>
                    </p:cNvPr>
                    <p:cNvGrpSpPr/>
                    <p:nvPr/>
                  </p:nvGrpSpPr>
                  <p:grpSpPr>
                    <a:xfrm rot="16200000">
                      <a:off x="563034" y="2429570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0709" name="Freeform: Shape 10708">
                        <a:extLst>
                          <a:ext uri="{FF2B5EF4-FFF2-40B4-BE49-F238E27FC236}">
                            <a16:creationId xmlns:a16="http://schemas.microsoft.com/office/drawing/2014/main" id="{09C86D8F-5BC3-48D3-92F9-94AD8094217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710" name="Rectangle: Rounded Corners 10709">
                        <a:extLst>
                          <a:ext uri="{FF2B5EF4-FFF2-40B4-BE49-F238E27FC236}">
                            <a16:creationId xmlns:a16="http://schemas.microsoft.com/office/drawing/2014/main" id="{F8461165-3CF3-4C91-A8EF-BB96FEE3393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652" name="Group 10651">
                      <a:extLst>
                        <a:ext uri="{FF2B5EF4-FFF2-40B4-BE49-F238E27FC236}">
                          <a16:creationId xmlns:a16="http://schemas.microsoft.com/office/drawing/2014/main" id="{197EE389-0444-469C-942D-001EB10756CB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350328" y="442527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0707" name="Freeform: Shape 10706">
                        <a:extLst>
                          <a:ext uri="{FF2B5EF4-FFF2-40B4-BE49-F238E27FC236}">
                            <a16:creationId xmlns:a16="http://schemas.microsoft.com/office/drawing/2014/main" id="{238507AE-CFD2-4D26-9D7A-9CEA2071828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708" name="Rectangle: Rounded Corners 10707">
                        <a:extLst>
                          <a:ext uri="{FF2B5EF4-FFF2-40B4-BE49-F238E27FC236}">
                            <a16:creationId xmlns:a16="http://schemas.microsoft.com/office/drawing/2014/main" id="{4E593BF3-4E75-40BA-B798-6682193F10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653" name="Group 10652">
                      <a:extLst>
                        <a:ext uri="{FF2B5EF4-FFF2-40B4-BE49-F238E27FC236}">
                          <a16:creationId xmlns:a16="http://schemas.microsoft.com/office/drawing/2014/main" id="{9FB0C754-845B-4F2E-8D5A-F093B169B433}"/>
                        </a:ext>
                      </a:extLst>
                    </p:cNvPr>
                    <p:cNvGrpSpPr/>
                    <p:nvPr/>
                  </p:nvGrpSpPr>
                  <p:grpSpPr>
                    <a:xfrm rot="5880914">
                      <a:off x="789613" y="438062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0705" name="Freeform: Shape 10704">
                        <a:extLst>
                          <a:ext uri="{FF2B5EF4-FFF2-40B4-BE49-F238E27FC236}">
                            <a16:creationId xmlns:a16="http://schemas.microsoft.com/office/drawing/2014/main" id="{22620607-0654-4C41-B5CD-543E1B794E8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706" name="Rectangle: Rounded Corners 10705">
                        <a:extLst>
                          <a:ext uri="{FF2B5EF4-FFF2-40B4-BE49-F238E27FC236}">
                            <a16:creationId xmlns:a16="http://schemas.microsoft.com/office/drawing/2014/main" id="{9D254206-BB1F-4313-A07F-89F2AEBD16A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654" name="Group 10653">
                      <a:extLst>
                        <a:ext uri="{FF2B5EF4-FFF2-40B4-BE49-F238E27FC236}">
                          <a16:creationId xmlns:a16="http://schemas.microsoft.com/office/drawing/2014/main" id="{B5EDB182-F72C-4D77-8C9F-8354C9BB581D}"/>
                        </a:ext>
                      </a:extLst>
                    </p:cNvPr>
                    <p:cNvGrpSpPr/>
                    <p:nvPr/>
                  </p:nvGrpSpPr>
                  <p:grpSpPr>
                    <a:xfrm rot="13587211">
                      <a:off x="651990" y="2929858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0703" name="Freeform: Shape 10702">
                        <a:extLst>
                          <a:ext uri="{FF2B5EF4-FFF2-40B4-BE49-F238E27FC236}">
                            <a16:creationId xmlns:a16="http://schemas.microsoft.com/office/drawing/2014/main" id="{4A73CA79-54E9-425B-B313-E7EE1FA7EE8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704" name="Rectangle: Rounded Corners 10703">
                        <a:extLst>
                          <a:ext uri="{FF2B5EF4-FFF2-40B4-BE49-F238E27FC236}">
                            <a16:creationId xmlns:a16="http://schemas.microsoft.com/office/drawing/2014/main" id="{59466A94-5CBB-41E6-93C8-BD1FE1329D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655" name="Group 10654">
                      <a:extLst>
                        <a:ext uri="{FF2B5EF4-FFF2-40B4-BE49-F238E27FC236}">
                          <a16:creationId xmlns:a16="http://schemas.microsoft.com/office/drawing/2014/main" id="{A848342C-0494-4844-AB98-EB2E5C47E6F2}"/>
                        </a:ext>
                      </a:extLst>
                    </p:cNvPr>
                    <p:cNvGrpSpPr/>
                    <p:nvPr/>
                  </p:nvGrpSpPr>
                  <p:grpSpPr>
                    <a:xfrm rot="11351284">
                      <a:off x="163719" y="3807693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0701" name="Freeform: Shape 10700">
                        <a:extLst>
                          <a:ext uri="{FF2B5EF4-FFF2-40B4-BE49-F238E27FC236}">
                            <a16:creationId xmlns:a16="http://schemas.microsoft.com/office/drawing/2014/main" id="{44181BB8-A122-4786-834A-E0CB5038D23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702" name="Rectangle: Rounded Corners 10701">
                        <a:extLst>
                          <a:ext uri="{FF2B5EF4-FFF2-40B4-BE49-F238E27FC236}">
                            <a16:creationId xmlns:a16="http://schemas.microsoft.com/office/drawing/2014/main" id="{BF02BEBA-2483-47A7-A7F7-AF52C55912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656" name="Group 10655">
                      <a:extLst>
                        <a:ext uri="{FF2B5EF4-FFF2-40B4-BE49-F238E27FC236}">
                          <a16:creationId xmlns:a16="http://schemas.microsoft.com/office/drawing/2014/main" id="{7AB3F1E3-80A4-423C-909F-6800874F4706}"/>
                        </a:ext>
                      </a:extLst>
                    </p:cNvPr>
                    <p:cNvGrpSpPr/>
                    <p:nvPr/>
                  </p:nvGrpSpPr>
                  <p:grpSpPr>
                    <a:xfrm rot="4193783">
                      <a:off x="2062756" y="4148262"/>
                      <a:ext cx="706454" cy="171076"/>
                      <a:chOff x="2620172" y="2546175"/>
                      <a:chExt cx="834986" cy="143092"/>
                    </a:xfrm>
                  </p:grpSpPr>
                  <p:sp>
                    <p:nvSpPr>
                      <p:cNvPr id="10699" name="Freeform: Shape 10698">
                        <a:extLst>
                          <a:ext uri="{FF2B5EF4-FFF2-40B4-BE49-F238E27FC236}">
                            <a16:creationId xmlns:a16="http://schemas.microsoft.com/office/drawing/2014/main" id="{AEAC5B35-5898-4DC9-B645-C2DD702D319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700" name="Rectangle: Rounded Corners 10699">
                        <a:extLst>
                          <a:ext uri="{FF2B5EF4-FFF2-40B4-BE49-F238E27FC236}">
                            <a16:creationId xmlns:a16="http://schemas.microsoft.com/office/drawing/2014/main" id="{8A015A73-6ACE-46ED-92A6-437222E016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657" name="Group 10656">
                      <a:extLst>
                        <a:ext uri="{FF2B5EF4-FFF2-40B4-BE49-F238E27FC236}">
                          <a16:creationId xmlns:a16="http://schemas.microsoft.com/office/drawing/2014/main" id="{9D5698FD-355E-42C6-82A8-B2E9ECCCE2ED}"/>
                        </a:ext>
                      </a:extLst>
                    </p:cNvPr>
                    <p:cNvGrpSpPr/>
                    <p:nvPr/>
                  </p:nvGrpSpPr>
                  <p:grpSpPr>
                    <a:xfrm rot="1837203">
                      <a:off x="2331692" y="387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0697" name="Freeform: Shape 10696">
                        <a:extLst>
                          <a:ext uri="{FF2B5EF4-FFF2-40B4-BE49-F238E27FC236}">
                            <a16:creationId xmlns:a16="http://schemas.microsoft.com/office/drawing/2014/main" id="{B7B8B89B-85EB-4FBD-9F9C-20B6E3B0932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698" name="Rectangle: Rounded Corners 10697">
                        <a:extLst>
                          <a:ext uri="{FF2B5EF4-FFF2-40B4-BE49-F238E27FC236}">
                            <a16:creationId xmlns:a16="http://schemas.microsoft.com/office/drawing/2014/main" id="{088911AB-51FC-48E2-B37C-98B3769132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658" name="Group 10657">
                      <a:extLst>
                        <a:ext uri="{FF2B5EF4-FFF2-40B4-BE49-F238E27FC236}">
                          <a16:creationId xmlns:a16="http://schemas.microsoft.com/office/drawing/2014/main" id="{C1FF330B-B5E1-41D1-841A-621C916920A9}"/>
                        </a:ext>
                      </a:extLst>
                    </p:cNvPr>
                    <p:cNvGrpSpPr/>
                    <p:nvPr/>
                  </p:nvGrpSpPr>
                  <p:grpSpPr>
                    <a:xfrm rot="932650">
                      <a:off x="2489621" y="310501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0695" name="Freeform: Shape 10694">
                        <a:extLst>
                          <a:ext uri="{FF2B5EF4-FFF2-40B4-BE49-F238E27FC236}">
                            <a16:creationId xmlns:a16="http://schemas.microsoft.com/office/drawing/2014/main" id="{C6D345FD-0E84-4545-885C-B713957B51B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696" name="Rectangle: Rounded Corners 10695">
                        <a:extLst>
                          <a:ext uri="{FF2B5EF4-FFF2-40B4-BE49-F238E27FC236}">
                            <a16:creationId xmlns:a16="http://schemas.microsoft.com/office/drawing/2014/main" id="{F411E0EF-0F3C-4E8F-AC42-6B81219059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659" name="Group 10658">
                      <a:extLst>
                        <a:ext uri="{FF2B5EF4-FFF2-40B4-BE49-F238E27FC236}">
                          <a16:creationId xmlns:a16="http://schemas.microsoft.com/office/drawing/2014/main" id="{E6881298-0519-40DA-BE50-1669D4F9E021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686489" y="34904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0693" name="Freeform: Shape 10692">
                        <a:extLst>
                          <a:ext uri="{FF2B5EF4-FFF2-40B4-BE49-F238E27FC236}">
                            <a16:creationId xmlns:a16="http://schemas.microsoft.com/office/drawing/2014/main" id="{F3A42AD4-2DA3-49DD-A679-D1517F896C2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694" name="Rectangle: Rounded Corners 10693">
                        <a:extLst>
                          <a:ext uri="{FF2B5EF4-FFF2-40B4-BE49-F238E27FC236}">
                            <a16:creationId xmlns:a16="http://schemas.microsoft.com/office/drawing/2014/main" id="{7D43AEBF-AA6E-4101-8F07-23F8FC6B3A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660" name="Group 10659">
                      <a:extLst>
                        <a:ext uri="{FF2B5EF4-FFF2-40B4-BE49-F238E27FC236}">
                          <a16:creationId xmlns:a16="http://schemas.microsoft.com/office/drawing/2014/main" id="{5D1CC632-AB9C-49DF-84FB-74AC970578E2}"/>
                        </a:ext>
                      </a:extLst>
                    </p:cNvPr>
                    <p:cNvGrpSpPr/>
                    <p:nvPr/>
                  </p:nvGrpSpPr>
                  <p:grpSpPr>
                    <a:xfrm rot="16924252">
                      <a:off x="1635001" y="2371073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0691" name="Freeform: Shape 10690">
                        <a:extLst>
                          <a:ext uri="{FF2B5EF4-FFF2-40B4-BE49-F238E27FC236}">
                            <a16:creationId xmlns:a16="http://schemas.microsoft.com/office/drawing/2014/main" id="{F6A70013-B59F-4F75-902C-DBE8F169225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692" name="Rectangle: Rounded Corners 10691">
                        <a:extLst>
                          <a:ext uri="{FF2B5EF4-FFF2-40B4-BE49-F238E27FC236}">
                            <a16:creationId xmlns:a16="http://schemas.microsoft.com/office/drawing/2014/main" id="{E20B006E-D4F1-4781-B7AB-9C12A8264D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661" name="Group 10660">
                      <a:extLst>
                        <a:ext uri="{FF2B5EF4-FFF2-40B4-BE49-F238E27FC236}">
                          <a16:creationId xmlns:a16="http://schemas.microsoft.com/office/drawing/2014/main" id="{85427A2D-9EBF-4DCE-BD9E-936E364A0638}"/>
                        </a:ext>
                      </a:extLst>
                    </p:cNvPr>
                    <p:cNvGrpSpPr/>
                    <p:nvPr/>
                  </p:nvGrpSpPr>
                  <p:grpSpPr>
                    <a:xfrm rot="15677156">
                      <a:off x="985517" y="2521255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0689" name="Freeform: Shape 10688">
                        <a:extLst>
                          <a:ext uri="{FF2B5EF4-FFF2-40B4-BE49-F238E27FC236}">
                            <a16:creationId xmlns:a16="http://schemas.microsoft.com/office/drawing/2014/main" id="{5B364D5B-B2E3-497B-A5CE-B8E650EC7F1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690" name="Rectangle: Rounded Corners 10689">
                        <a:extLst>
                          <a:ext uri="{FF2B5EF4-FFF2-40B4-BE49-F238E27FC236}">
                            <a16:creationId xmlns:a16="http://schemas.microsoft.com/office/drawing/2014/main" id="{B5465799-A856-42F7-B46E-E9683849E4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662" name="Group 10661">
                      <a:extLst>
                        <a:ext uri="{FF2B5EF4-FFF2-40B4-BE49-F238E27FC236}">
                          <a16:creationId xmlns:a16="http://schemas.microsoft.com/office/drawing/2014/main" id="{F7861E7D-AA68-4F73-B6CA-F0D461943A6B}"/>
                        </a:ext>
                      </a:extLst>
                    </p:cNvPr>
                    <p:cNvGrpSpPr/>
                    <p:nvPr/>
                  </p:nvGrpSpPr>
                  <p:grpSpPr>
                    <a:xfrm rot="14354853" flipV="1">
                      <a:off x="976412" y="243847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0687" name="Freeform: Shape 10686">
                        <a:extLst>
                          <a:ext uri="{FF2B5EF4-FFF2-40B4-BE49-F238E27FC236}">
                            <a16:creationId xmlns:a16="http://schemas.microsoft.com/office/drawing/2014/main" id="{63613AC3-E2CC-49E5-A9B0-874C9504698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688" name="Rectangle: Rounded Corners 10687">
                        <a:extLst>
                          <a:ext uri="{FF2B5EF4-FFF2-40B4-BE49-F238E27FC236}">
                            <a16:creationId xmlns:a16="http://schemas.microsoft.com/office/drawing/2014/main" id="{9BE0BB04-65DE-4028-B138-26E035911D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663" name="Group 10662">
                      <a:extLst>
                        <a:ext uri="{FF2B5EF4-FFF2-40B4-BE49-F238E27FC236}">
                          <a16:creationId xmlns:a16="http://schemas.microsoft.com/office/drawing/2014/main" id="{2A61CB16-484D-4924-8C9E-CF43843D60B1}"/>
                        </a:ext>
                      </a:extLst>
                    </p:cNvPr>
                    <p:cNvGrpSpPr/>
                    <p:nvPr/>
                  </p:nvGrpSpPr>
                  <p:grpSpPr>
                    <a:xfrm rot="9793356" flipV="1">
                      <a:off x="215985" y="323790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0685" name="Freeform: Shape 10684">
                        <a:extLst>
                          <a:ext uri="{FF2B5EF4-FFF2-40B4-BE49-F238E27FC236}">
                            <a16:creationId xmlns:a16="http://schemas.microsoft.com/office/drawing/2014/main" id="{B1E624DD-2A9E-420E-BF80-B9B7CA5BA9A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686" name="Rectangle: Rounded Corners 10685">
                        <a:extLst>
                          <a:ext uri="{FF2B5EF4-FFF2-40B4-BE49-F238E27FC236}">
                            <a16:creationId xmlns:a16="http://schemas.microsoft.com/office/drawing/2014/main" id="{589797D9-CECE-47FE-A9E2-FF964B5BEB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664" name="Group 10663">
                      <a:extLst>
                        <a:ext uri="{FF2B5EF4-FFF2-40B4-BE49-F238E27FC236}">
                          <a16:creationId xmlns:a16="http://schemas.microsoft.com/office/drawing/2014/main" id="{C6C34950-7B30-4E71-8065-0B8065C339FE}"/>
                        </a:ext>
                      </a:extLst>
                    </p:cNvPr>
                    <p:cNvGrpSpPr/>
                    <p:nvPr/>
                  </p:nvGrpSpPr>
                  <p:grpSpPr>
                    <a:xfrm rot="6907686" flipV="1">
                      <a:off x="692019" y="393196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0683" name="Freeform: Shape 10682">
                        <a:extLst>
                          <a:ext uri="{FF2B5EF4-FFF2-40B4-BE49-F238E27FC236}">
                            <a16:creationId xmlns:a16="http://schemas.microsoft.com/office/drawing/2014/main" id="{858853F2-247D-4882-9C37-DB018D7C95B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684" name="Rectangle: Rounded Corners 10683">
                        <a:extLst>
                          <a:ext uri="{FF2B5EF4-FFF2-40B4-BE49-F238E27FC236}">
                            <a16:creationId xmlns:a16="http://schemas.microsoft.com/office/drawing/2014/main" id="{1E85769A-3E86-4E4E-BB76-2C1A7152E4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665" name="Group 10664">
                      <a:extLst>
                        <a:ext uri="{FF2B5EF4-FFF2-40B4-BE49-F238E27FC236}">
                          <a16:creationId xmlns:a16="http://schemas.microsoft.com/office/drawing/2014/main" id="{C62AB660-CF5C-4DE2-BB3B-CE2643CF75D3}"/>
                        </a:ext>
                      </a:extLst>
                    </p:cNvPr>
                    <p:cNvGrpSpPr/>
                    <p:nvPr/>
                  </p:nvGrpSpPr>
                  <p:grpSpPr>
                    <a:xfrm rot="1465711" flipV="1">
                      <a:off x="2002734" y="340448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0681" name="Freeform: Shape 10680">
                        <a:extLst>
                          <a:ext uri="{FF2B5EF4-FFF2-40B4-BE49-F238E27FC236}">
                            <a16:creationId xmlns:a16="http://schemas.microsoft.com/office/drawing/2014/main" id="{478C22A2-CA3F-477E-A821-E83B3134D4E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682" name="Rectangle: Rounded Corners 10681">
                        <a:extLst>
                          <a:ext uri="{FF2B5EF4-FFF2-40B4-BE49-F238E27FC236}">
                            <a16:creationId xmlns:a16="http://schemas.microsoft.com/office/drawing/2014/main" id="{556A863C-32C3-44A1-8C4F-607ADE2EB2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666" name="Group 10665">
                      <a:extLst>
                        <a:ext uri="{FF2B5EF4-FFF2-40B4-BE49-F238E27FC236}">
                          <a16:creationId xmlns:a16="http://schemas.microsoft.com/office/drawing/2014/main" id="{B50ADA1A-F955-4265-818D-DAA68176E62A}"/>
                        </a:ext>
                      </a:extLst>
                    </p:cNvPr>
                    <p:cNvGrpSpPr/>
                    <p:nvPr/>
                  </p:nvGrpSpPr>
                  <p:grpSpPr>
                    <a:xfrm rot="19016516">
                      <a:off x="1733273" y="283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0679" name="Freeform: Shape 10678">
                        <a:extLst>
                          <a:ext uri="{FF2B5EF4-FFF2-40B4-BE49-F238E27FC236}">
                            <a16:creationId xmlns:a16="http://schemas.microsoft.com/office/drawing/2014/main" id="{FE96B69D-1935-41D5-8259-8DE3A23DDE5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680" name="Rectangle: Rounded Corners 10679">
                        <a:extLst>
                          <a:ext uri="{FF2B5EF4-FFF2-40B4-BE49-F238E27FC236}">
                            <a16:creationId xmlns:a16="http://schemas.microsoft.com/office/drawing/2014/main" id="{63F8FF73-72D5-4CBB-8F75-FDBF81060E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667" name="Group 10666">
                      <a:extLst>
                        <a:ext uri="{FF2B5EF4-FFF2-40B4-BE49-F238E27FC236}">
                          <a16:creationId xmlns:a16="http://schemas.microsoft.com/office/drawing/2014/main" id="{9D72CA73-DFE5-46A9-AD28-F96945E1705D}"/>
                        </a:ext>
                      </a:extLst>
                    </p:cNvPr>
                    <p:cNvGrpSpPr/>
                    <p:nvPr/>
                  </p:nvGrpSpPr>
                  <p:grpSpPr>
                    <a:xfrm rot="19245075">
                      <a:off x="1632068" y="282541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0677" name="Freeform: Shape 10676">
                        <a:extLst>
                          <a:ext uri="{FF2B5EF4-FFF2-40B4-BE49-F238E27FC236}">
                            <a16:creationId xmlns:a16="http://schemas.microsoft.com/office/drawing/2014/main" id="{406C68E8-CF3E-47E9-A18F-A50F041E5F9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678" name="Rectangle: Rounded Corners 10677">
                        <a:extLst>
                          <a:ext uri="{FF2B5EF4-FFF2-40B4-BE49-F238E27FC236}">
                            <a16:creationId xmlns:a16="http://schemas.microsoft.com/office/drawing/2014/main" id="{8C6C06B7-BA0B-4C4D-AE9F-92181F79D7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668" name="Group 10667">
                      <a:extLst>
                        <a:ext uri="{FF2B5EF4-FFF2-40B4-BE49-F238E27FC236}">
                          <a16:creationId xmlns:a16="http://schemas.microsoft.com/office/drawing/2014/main" id="{AC902719-E7BF-4761-9763-C2A2E543109E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838889" y="36428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0675" name="Freeform: Shape 10674">
                        <a:extLst>
                          <a:ext uri="{FF2B5EF4-FFF2-40B4-BE49-F238E27FC236}">
                            <a16:creationId xmlns:a16="http://schemas.microsoft.com/office/drawing/2014/main" id="{6E53025B-98FF-40C0-8C00-513AB91DBB5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676" name="Rectangle: Rounded Corners 10675">
                        <a:extLst>
                          <a:ext uri="{FF2B5EF4-FFF2-40B4-BE49-F238E27FC236}">
                            <a16:creationId xmlns:a16="http://schemas.microsoft.com/office/drawing/2014/main" id="{D4F0DCDE-81EA-4C2E-933C-494E605DD4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669" name="Group 10668">
                      <a:extLst>
                        <a:ext uri="{FF2B5EF4-FFF2-40B4-BE49-F238E27FC236}">
                          <a16:creationId xmlns:a16="http://schemas.microsoft.com/office/drawing/2014/main" id="{9D164664-917F-4E75-BEB9-E4A7972DE08E}"/>
                        </a:ext>
                      </a:extLst>
                    </p:cNvPr>
                    <p:cNvGrpSpPr/>
                    <p:nvPr/>
                  </p:nvGrpSpPr>
                  <p:grpSpPr>
                    <a:xfrm rot="15824399">
                      <a:off x="1224680" y="281893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0673" name="Freeform: Shape 10672">
                        <a:extLst>
                          <a:ext uri="{FF2B5EF4-FFF2-40B4-BE49-F238E27FC236}">
                            <a16:creationId xmlns:a16="http://schemas.microsoft.com/office/drawing/2014/main" id="{5F688EF2-065D-469C-87DC-6B5C91E2B67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674" name="Rectangle: Rounded Corners 10673">
                        <a:extLst>
                          <a:ext uri="{FF2B5EF4-FFF2-40B4-BE49-F238E27FC236}">
                            <a16:creationId xmlns:a16="http://schemas.microsoft.com/office/drawing/2014/main" id="{CF559AD0-2386-41E6-8051-87BEEC8429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670" name="Group 10669">
                      <a:extLst>
                        <a:ext uri="{FF2B5EF4-FFF2-40B4-BE49-F238E27FC236}">
                          <a16:creationId xmlns:a16="http://schemas.microsoft.com/office/drawing/2014/main" id="{D02D3A1E-E258-4A3D-8807-B712AA8821FC}"/>
                        </a:ext>
                      </a:extLst>
                    </p:cNvPr>
                    <p:cNvGrpSpPr/>
                    <p:nvPr/>
                  </p:nvGrpSpPr>
                  <p:grpSpPr>
                    <a:xfrm rot="16697394">
                      <a:off x="1080028" y="2168448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0671" name="Freeform: Shape 10670">
                        <a:extLst>
                          <a:ext uri="{FF2B5EF4-FFF2-40B4-BE49-F238E27FC236}">
                            <a16:creationId xmlns:a16="http://schemas.microsoft.com/office/drawing/2014/main" id="{B80613AB-E51B-4DF9-A152-5ED618D3669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672" name="Rectangle: Rounded Corners 10671">
                        <a:extLst>
                          <a:ext uri="{FF2B5EF4-FFF2-40B4-BE49-F238E27FC236}">
                            <a16:creationId xmlns:a16="http://schemas.microsoft.com/office/drawing/2014/main" id="{EE82402E-5624-4D22-8DDE-4FA654210A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</p:grpSp>
              <p:sp>
                <p:nvSpPr>
                  <p:cNvPr id="10641" name="Freeform: Shape 10640">
                    <a:extLst>
                      <a:ext uri="{FF2B5EF4-FFF2-40B4-BE49-F238E27FC236}">
                        <a16:creationId xmlns:a16="http://schemas.microsoft.com/office/drawing/2014/main" id="{F35ADDAA-1613-4D94-AD73-A99ABC8C8533}"/>
                      </a:ext>
                    </a:extLst>
                  </p:cNvPr>
                  <p:cNvSpPr/>
                  <p:nvPr/>
                </p:nvSpPr>
                <p:spPr>
                  <a:xfrm rot="6017948" flipV="1">
                    <a:off x="1305755" y="4290452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0642" name="Freeform: Shape 10641">
                    <a:extLst>
                      <a:ext uri="{FF2B5EF4-FFF2-40B4-BE49-F238E27FC236}">
                        <a16:creationId xmlns:a16="http://schemas.microsoft.com/office/drawing/2014/main" id="{5C4B2F14-49E4-4E4C-B1B9-D5BB17501ED7}"/>
                      </a:ext>
                    </a:extLst>
                  </p:cNvPr>
                  <p:cNvSpPr/>
                  <p:nvPr/>
                </p:nvSpPr>
                <p:spPr>
                  <a:xfrm rot="21277659">
                    <a:off x="2517403" y="2906549"/>
                    <a:ext cx="690584" cy="235253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0643" name="Freeform: Shape 10642">
                    <a:extLst>
                      <a:ext uri="{FF2B5EF4-FFF2-40B4-BE49-F238E27FC236}">
                        <a16:creationId xmlns:a16="http://schemas.microsoft.com/office/drawing/2014/main" id="{8572D5EC-CBB6-434D-B214-AF9D020AA61F}"/>
                      </a:ext>
                    </a:extLst>
                  </p:cNvPr>
                  <p:cNvSpPr/>
                  <p:nvPr/>
                </p:nvSpPr>
                <p:spPr>
                  <a:xfrm rot="11528244" flipV="1">
                    <a:off x="344853" y="2978311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</p:grpSp>
            <p:grpSp>
              <p:nvGrpSpPr>
                <p:cNvPr id="8810" name="Group 8809">
                  <a:extLst>
                    <a:ext uri="{FF2B5EF4-FFF2-40B4-BE49-F238E27FC236}">
                      <a16:creationId xmlns:a16="http://schemas.microsoft.com/office/drawing/2014/main" id="{504B3AF5-212E-413E-A2F8-13CFDD2465BF}"/>
                    </a:ext>
                  </a:extLst>
                </p:cNvPr>
                <p:cNvGrpSpPr/>
                <p:nvPr/>
              </p:nvGrpSpPr>
              <p:grpSpPr>
                <a:xfrm>
                  <a:off x="3528453" y="2101500"/>
                  <a:ext cx="531923" cy="573923"/>
                  <a:chOff x="163719" y="1822501"/>
                  <a:chExt cx="3062199" cy="3047160"/>
                </a:xfrm>
              </p:grpSpPr>
              <p:grpSp>
                <p:nvGrpSpPr>
                  <p:cNvPr id="10275" name="Group 10274">
                    <a:extLst>
                      <a:ext uri="{FF2B5EF4-FFF2-40B4-BE49-F238E27FC236}">
                        <a16:creationId xmlns:a16="http://schemas.microsoft.com/office/drawing/2014/main" id="{82D0BC0F-AEB6-4B02-88AF-A859B325DED1}"/>
                      </a:ext>
                    </a:extLst>
                  </p:cNvPr>
                  <p:cNvGrpSpPr/>
                  <p:nvPr/>
                </p:nvGrpSpPr>
                <p:grpSpPr>
                  <a:xfrm>
                    <a:off x="163719" y="1822501"/>
                    <a:ext cx="3062199" cy="3047160"/>
                    <a:chOff x="163719" y="1822501"/>
                    <a:chExt cx="3062199" cy="3047160"/>
                  </a:xfrm>
                </p:grpSpPr>
                <p:grpSp>
                  <p:nvGrpSpPr>
                    <p:cNvPr id="10279" name="Group 10278">
                      <a:extLst>
                        <a:ext uri="{FF2B5EF4-FFF2-40B4-BE49-F238E27FC236}">
                          <a16:creationId xmlns:a16="http://schemas.microsoft.com/office/drawing/2014/main" id="{EFEB52E0-E56E-41F2-B55F-A9A2D98681DC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683131" y="384412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0638" name="Freeform: Shape 10637">
                        <a:extLst>
                          <a:ext uri="{FF2B5EF4-FFF2-40B4-BE49-F238E27FC236}">
                            <a16:creationId xmlns:a16="http://schemas.microsoft.com/office/drawing/2014/main" id="{106B49BD-AAE1-4849-A048-3D95880A7E4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639" name="Rectangle: Rounded Corners 10638">
                        <a:extLst>
                          <a:ext uri="{FF2B5EF4-FFF2-40B4-BE49-F238E27FC236}">
                            <a16:creationId xmlns:a16="http://schemas.microsoft.com/office/drawing/2014/main" id="{DCCAEFD7-9DDA-47C7-B6ED-A2EBDC14E9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280" name="Group 10279">
                      <a:extLst>
                        <a:ext uri="{FF2B5EF4-FFF2-40B4-BE49-F238E27FC236}">
                          <a16:creationId xmlns:a16="http://schemas.microsoft.com/office/drawing/2014/main" id="{77E0CB98-23BE-4C96-8B1F-3C79D84C8FC0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123013" y="4110752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0636" name="Freeform: Shape 10635">
                        <a:extLst>
                          <a:ext uri="{FF2B5EF4-FFF2-40B4-BE49-F238E27FC236}">
                            <a16:creationId xmlns:a16="http://schemas.microsoft.com/office/drawing/2014/main" id="{A668FE51-5483-4C4E-BBA9-D93B57F940C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637" name="Rectangle: Rounded Corners 10636">
                        <a:extLst>
                          <a:ext uri="{FF2B5EF4-FFF2-40B4-BE49-F238E27FC236}">
                            <a16:creationId xmlns:a16="http://schemas.microsoft.com/office/drawing/2014/main" id="{6C33402E-DDB0-48E1-B0E6-576C0B8D53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281" name="Group 10280">
                      <a:extLst>
                        <a:ext uri="{FF2B5EF4-FFF2-40B4-BE49-F238E27FC236}">
                          <a16:creationId xmlns:a16="http://schemas.microsoft.com/office/drawing/2014/main" id="{0261589D-113F-46C6-BEC0-CE071B9940C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0260" y="2440902"/>
                      <a:ext cx="1730523" cy="1839492"/>
                      <a:chOff x="420511" y="1784768"/>
                      <a:chExt cx="1730523" cy="1839492"/>
                    </a:xfrm>
                  </p:grpSpPr>
                  <p:grpSp>
                    <p:nvGrpSpPr>
                      <p:cNvPr id="10354" name="Group 10353">
                        <a:extLst>
                          <a:ext uri="{FF2B5EF4-FFF2-40B4-BE49-F238E27FC236}">
                            <a16:creationId xmlns:a16="http://schemas.microsoft.com/office/drawing/2014/main" id="{A6C18E58-CB9B-4D6C-BAA7-B6DA4FEA689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69572" y="1784768"/>
                        <a:ext cx="1081462" cy="1476716"/>
                        <a:chOff x="2089993" y="1523034"/>
                        <a:chExt cx="1081462" cy="1476716"/>
                      </a:xfrm>
                    </p:grpSpPr>
                    <p:grpSp>
                      <p:nvGrpSpPr>
                        <p:cNvPr id="10575" name="Group 10574">
                          <a:extLst>
                            <a:ext uri="{FF2B5EF4-FFF2-40B4-BE49-F238E27FC236}">
                              <a16:creationId xmlns:a16="http://schemas.microsoft.com/office/drawing/2014/main" id="{1642E486-A09E-457A-BC50-14FE2156DAE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70705"/>
                          <a:ext cx="101484" cy="1016226"/>
                          <a:chOff x="1800622" y="2364951"/>
                          <a:chExt cx="101484" cy="1016226"/>
                        </a:xfrm>
                      </p:grpSpPr>
                      <p:sp>
                        <p:nvSpPr>
                          <p:cNvPr id="10632" name="Flowchart: Connector 10631">
                            <a:extLst>
                              <a:ext uri="{FF2B5EF4-FFF2-40B4-BE49-F238E27FC236}">
                                <a16:creationId xmlns:a16="http://schemas.microsoft.com/office/drawing/2014/main" id="{8F93DE77-152B-46D9-9F96-A06F8F0E2AF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633" name="Flowchart: Connector 10632">
                            <a:extLst>
                              <a:ext uri="{FF2B5EF4-FFF2-40B4-BE49-F238E27FC236}">
                                <a16:creationId xmlns:a16="http://schemas.microsoft.com/office/drawing/2014/main" id="{688F7CA6-DB0D-4DD5-903B-E818D03122C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634" name="Flowchart: Connector 10633">
                            <a:extLst>
                              <a:ext uri="{FF2B5EF4-FFF2-40B4-BE49-F238E27FC236}">
                                <a16:creationId xmlns:a16="http://schemas.microsoft.com/office/drawing/2014/main" id="{5BAF9AED-9CDD-4015-8F27-797D65E60E6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635" name="Flowchart: Connector 10634">
                            <a:extLst>
                              <a:ext uri="{FF2B5EF4-FFF2-40B4-BE49-F238E27FC236}">
                                <a16:creationId xmlns:a16="http://schemas.microsoft.com/office/drawing/2014/main" id="{816400F6-074D-405D-9B7B-409E49B11A3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649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10576" name="Group 10575">
                          <a:extLst>
                            <a:ext uri="{FF2B5EF4-FFF2-40B4-BE49-F238E27FC236}">
                              <a16:creationId xmlns:a16="http://schemas.microsoft.com/office/drawing/2014/main" id="{58B08130-CC2A-4E2D-A388-9D9F51DA726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23034"/>
                          <a:ext cx="1057223" cy="1476716"/>
                          <a:chOff x="2114232" y="1523034"/>
                          <a:chExt cx="1057223" cy="1476716"/>
                        </a:xfrm>
                      </p:grpSpPr>
                      <p:grpSp>
                        <p:nvGrpSpPr>
                          <p:cNvPr id="10577" name="Group 10576">
                            <a:extLst>
                              <a:ext uri="{FF2B5EF4-FFF2-40B4-BE49-F238E27FC236}">
                                <a16:creationId xmlns:a16="http://schemas.microsoft.com/office/drawing/2014/main" id="{FF625E0C-6F2C-4603-A71C-E4E4C5918DC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47544" cy="539639"/>
                            <a:chOff x="3717189" y="1719497"/>
                            <a:chExt cx="1047544" cy="539639"/>
                          </a:xfrm>
                        </p:grpSpPr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625" name="3D Model 10624" descr="Sphere">
                                  <a:extLst>
                                    <a:ext uri="{FF2B5EF4-FFF2-40B4-BE49-F238E27FC236}">
                                      <a16:creationId xmlns:a16="http://schemas.microsoft.com/office/drawing/2014/main" id="{782312CC-BDA4-497A-B2E8-2D0A056BEC7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364767012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626" name="Flowchart: Connector 10625">
                              <a:extLst>
                                <a:ext uri="{FF2B5EF4-FFF2-40B4-BE49-F238E27FC236}">
                                  <a16:creationId xmlns:a16="http://schemas.microsoft.com/office/drawing/2014/main" id="{B7541C49-9041-4C68-9346-C1E813CE20B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627" name="3D Model 10626" descr="Sphere">
                                  <a:extLst>
                                    <a:ext uri="{FF2B5EF4-FFF2-40B4-BE49-F238E27FC236}">
                                      <a16:creationId xmlns:a16="http://schemas.microsoft.com/office/drawing/2014/main" id="{D5FB5252-8447-4576-9027-10EF8D4C5AB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228471623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628" name="Flowchart: Connector 10627">
                              <a:extLst>
                                <a:ext uri="{FF2B5EF4-FFF2-40B4-BE49-F238E27FC236}">
                                  <a16:creationId xmlns:a16="http://schemas.microsoft.com/office/drawing/2014/main" id="{1B14668C-C7CE-455C-9F30-6A66FE90BB9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629" name="3D Model 10628" descr="Sphere">
                                  <a:extLst>
                                    <a:ext uri="{FF2B5EF4-FFF2-40B4-BE49-F238E27FC236}">
                                      <a16:creationId xmlns:a16="http://schemas.microsoft.com/office/drawing/2014/main" id="{32FF4CF1-2186-40F2-940F-DF7592E9DAC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611007282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630" name="Flowchart: Connector 10629">
                              <a:extLst>
                                <a:ext uri="{FF2B5EF4-FFF2-40B4-BE49-F238E27FC236}">
                                  <a16:creationId xmlns:a16="http://schemas.microsoft.com/office/drawing/2014/main" id="{FAAFBC7A-B182-43EC-B243-B30EA1D04BD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631" name="3D Model 10630" descr="Sphere">
                                  <a:extLst>
                                    <a:ext uri="{FF2B5EF4-FFF2-40B4-BE49-F238E27FC236}">
                                      <a16:creationId xmlns:a16="http://schemas.microsoft.com/office/drawing/2014/main" id="{F69A4C22-4DE1-4249-A114-0526ED5DD44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359204803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0578" name="Group 10577">
                            <a:extLst>
                              <a:ext uri="{FF2B5EF4-FFF2-40B4-BE49-F238E27FC236}">
                                <a16:creationId xmlns:a16="http://schemas.microsoft.com/office/drawing/2014/main" id="{5771A1FC-87A4-41A0-ABC9-54229E010FD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10610" name="Flowchart: Connector 10609">
                              <a:extLst>
                                <a:ext uri="{FF2B5EF4-FFF2-40B4-BE49-F238E27FC236}">
                                  <a16:creationId xmlns:a16="http://schemas.microsoft.com/office/drawing/2014/main" id="{B44C846F-2AB3-4070-A050-49DDCBC03B1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611" name="Flowchart: Connector 10610">
                              <a:extLst>
                                <a:ext uri="{FF2B5EF4-FFF2-40B4-BE49-F238E27FC236}">
                                  <a16:creationId xmlns:a16="http://schemas.microsoft.com/office/drawing/2014/main" id="{959014E1-71C4-407D-B6EE-30014C63B14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612" name="Flowchart: Connector 10611">
                              <a:extLst>
                                <a:ext uri="{FF2B5EF4-FFF2-40B4-BE49-F238E27FC236}">
                                  <a16:creationId xmlns:a16="http://schemas.microsoft.com/office/drawing/2014/main" id="{6ADCEBF4-C428-40FD-ACC9-E5285892CA5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613" name="Flowchart: Connector 10612">
                              <a:extLst>
                                <a:ext uri="{FF2B5EF4-FFF2-40B4-BE49-F238E27FC236}">
                                  <a16:creationId xmlns:a16="http://schemas.microsoft.com/office/drawing/2014/main" id="{35DFCD25-C094-47B5-946E-F6278870226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614" name="Flowchart: Connector 10613">
                              <a:extLst>
                                <a:ext uri="{FF2B5EF4-FFF2-40B4-BE49-F238E27FC236}">
                                  <a16:creationId xmlns:a16="http://schemas.microsoft.com/office/drawing/2014/main" id="{6E43DFC8-05E5-48C2-A6FC-B10913FAD6D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615" name="Flowchart: Connector 10614">
                              <a:extLst>
                                <a:ext uri="{FF2B5EF4-FFF2-40B4-BE49-F238E27FC236}">
                                  <a16:creationId xmlns:a16="http://schemas.microsoft.com/office/drawing/2014/main" id="{129FAC5F-90C2-453F-A010-52B57FE0CC2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616" name="Flowchart: Connector 10615">
                              <a:extLst>
                                <a:ext uri="{FF2B5EF4-FFF2-40B4-BE49-F238E27FC236}">
                                  <a16:creationId xmlns:a16="http://schemas.microsoft.com/office/drawing/2014/main" id="{1E7D9CBF-73EF-4366-87B9-D82BD0670C5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617" name="Flowchart: Connector 10616">
                              <a:extLst>
                                <a:ext uri="{FF2B5EF4-FFF2-40B4-BE49-F238E27FC236}">
                                  <a16:creationId xmlns:a16="http://schemas.microsoft.com/office/drawing/2014/main" id="{ACA6D52D-4F94-4129-A43E-CC4211F2890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618" name="3D Model 10617" descr="Sphere">
                                  <a:extLst>
                                    <a:ext uri="{FF2B5EF4-FFF2-40B4-BE49-F238E27FC236}">
                                      <a16:creationId xmlns:a16="http://schemas.microsoft.com/office/drawing/2014/main" id="{259A541C-7822-4DB1-8686-A69DAA64445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637569404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619" name="Flowchart: Connector 10618">
                              <a:extLst>
                                <a:ext uri="{FF2B5EF4-FFF2-40B4-BE49-F238E27FC236}">
                                  <a16:creationId xmlns:a16="http://schemas.microsoft.com/office/drawing/2014/main" id="{C524A19B-1FCA-4B73-BF04-0BAD5EFB5E0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620" name="3D Model 10619" descr="Sphere">
                                  <a:extLst>
                                    <a:ext uri="{FF2B5EF4-FFF2-40B4-BE49-F238E27FC236}">
                                      <a16:creationId xmlns:a16="http://schemas.microsoft.com/office/drawing/2014/main" id="{1F3FE32A-EBF4-4B96-B405-F40072CAE1B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24719253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621" name="Flowchart: Connector 10620">
                              <a:extLst>
                                <a:ext uri="{FF2B5EF4-FFF2-40B4-BE49-F238E27FC236}">
                                  <a16:creationId xmlns:a16="http://schemas.microsoft.com/office/drawing/2014/main" id="{78607894-CDD9-4C23-8DE0-37DDE86F2CC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622" name="3D Model 10621" descr="Sphere">
                                  <a:extLst>
                                    <a:ext uri="{FF2B5EF4-FFF2-40B4-BE49-F238E27FC236}">
                                      <a16:creationId xmlns:a16="http://schemas.microsoft.com/office/drawing/2014/main" id="{50E7B473-664C-4384-B0E9-2F49A9B5352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233070714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623" name="Flowchart: Connector 10622">
                              <a:extLst>
                                <a:ext uri="{FF2B5EF4-FFF2-40B4-BE49-F238E27FC236}">
                                  <a16:creationId xmlns:a16="http://schemas.microsoft.com/office/drawing/2014/main" id="{6D0A5D66-00F3-4E04-9483-70FC2584014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624" name="3D Model 10623" descr="Sphere">
                                  <a:extLst>
                                    <a:ext uri="{FF2B5EF4-FFF2-40B4-BE49-F238E27FC236}">
                                      <a16:creationId xmlns:a16="http://schemas.microsoft.com/office/drawing/2014/main" id="{662DF400-D4F2-4803-B163-F42775B2A78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642027022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0579" name="Group 10578">
                            <a:extLst>
                              <a:ext uri="{FF2B5EF4-FFF2-40B4-BE49-F238E27FC236}">
                                <a16:creationId xmlns:a16="http://schemas.microsoft.com/office/drawing/2014/main" id="{F03F0868-F89A-4897-A7FC-0A7ED4A2405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10595" name="Flowchart: Connector 10594">
                              <a:extLst>
                                <a:ext uri="{FF2B5EF4-FFF2-40B4-BE49-F238E27FC236}">
                                  <a16:creationId xmlns:a16="http://schemas.microsoft.com/office/drawing/2014/main" id="{F1F581F8-351B-4DBD-81B8-C4AC08C1004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596" name="Flowchart: Connector 10595">
                              <a:extLst>
                                <a:ext uri="{FF2B5EF4-FFF2-40B4-BE49-F238E27FC236}">
                                  <a16:creationId xmlns:a16="http://schemas.microsoft.com/office/drawing/2014/main" id="{EF91078E-F91D-45EE-B7AF-BEA1AF50028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597" name="Flowchart: Connector 10596">
                              <a:extLst>
                                <a:ext uri="{FF2B5EF4-FFF2-40B4-BE49-F238E27FC236}">
                                  <a16:creationId xmlns:a16="http://schemas.microsoft.com/office/drawing/2014/main" id="{370F4D37-D7A4-4DB3-9479-D6720C9C7D55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598" name="Flowchart: Connector 10597">
                              <a:extLst>
                                <a:ext uri="{FF2B5EF4-FFF2-40B4-BE49-F238E27FC236}">
                                  <a16:creationId xmlns:a16="http://schemas.microsoft.com/office/drawing/2014/main" id="{061B4A54-4383-4742-83B2-0CD33BE7732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599" name="Flowchart: Connector 10598">
                              <a:extLst>
                                <a:ext uri="{FF2B5EF4-FFF2-40B4-BE49-F238E27FC236}">
                                  <a16:creationId xmlns:a16="http://schemas.microsoft.com/office/drawing/2014/main" id="{4D1471AB-A99C-4E54-BA3A-E7955764465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600" name="Flowchart: Connector 10599">
                              <a:extLst>
                                <a:ext uri="{FF2B5EF4-FFF2-40B4-BE49-F238E27FC236}">
                                  <a16:creationId xmlns:a16="http://schemas.microsoft.com/office/drawing/2014/main" id="{36767545-465C-486D-B1CB-318819EE9B8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601" name="Flowchart: Connector 10600">
                              <a:extLst>
                                <a:ext uri="{FF2B5EF4-FFF2-40B4-BE49-F238E27FC236}">
                                  <a16:creationId xmlns:a16="http://schemas.microsoft.com/office/drawing/2014/main" id="{FFA44A9D-33E8-4632-9044-2F73B01B8A1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602" name="Flowchart: Connector 10601">
                              <a:extLst>
                                <a:ext uri="{FF2B5EF4-FFF2-40B4-BE49-F238E27FC236}">
                                  <a16:creationId xmlns:a16="http://schemas.microsoft.com/office/drawing/2014/main" id="{A6AAE823-E83D-4E2A-BC4F-D58D1FE3141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603" name="3D Model 10602" descr="Sphere">
                                  <a:extLst>
                                    <a:ext uri="{FF2B5EF4-FFF2-40B4-BE49-F238E27FC236}">
                                      <a16:creationId xmlns:a16="http://schemas.microsoft.com/office/drawing/2014/main" id="{B14C33E9-FD2B-45FF-952D-A69C6E48A24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948354836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604" name="Flowchart: Connector 10603">
                              <a:extLst>
                                <a:ext uri="{FF2B5EF4-FFF2-40B4-BE49-F238E27FC236}">
                                  <a16:creationId xmlns:a16="http://schemas.microsoft.com/office/drawing/2014/main" id="{1F5C463B-9DDA-4A7D-981F-DF94C598B54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605" name="3D Model 10604" descr="Sphere">
                                  <a:extLst>
                                    <a:ext uri="{FF2B5EF4-FFF2-40B4-BE49-F238E27FC236}">
                                      <a16:creationId xmlns:a16="http://schemas.microsoft.com/office/drawing/2014/main" id="{B2565093-E855-4C91-951E-92424739C6A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112440861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606" name="Flowchart: Connector 10605">
                              <a:extLst>
                                <a:ext uri="{FF2B5EF4-FFF2-40B4-BE49-F238E27FC236}">
                                  <a16:creationId xmlns:a16="http://schemas.microsoft.com/office/drawing/2014/main" id="{014814FD-2049-45DE-B5BD-5D53C9528A9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607" name="3D Model 10606" descr="Sphere">
                                  <a:extLst>
                                    <a:ext uri="{FF2B5EF4-FFF2-40B4-BE49-F238E27FC236}">
                                      <a16:creationId xmlns:a16="http://schemas.microsoft.com/office/drawing/2014/main" id="{946463B1-3D3C-44D7-B145-CF36A72E5DD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46621413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608" name="Flowchart: Connector 10607">
                              <a:extLst>
                                <a:ext uri="{FF2B5EF4-FFF2-40B4-BE49-F238E27FC236}">
                                  <a16:creationId xmlns:a16="http://schemas.microsoft.com/office/drawing/2014/main" id="{08ECEEA4-FDDE-44C9-BCA6-E66E6FD7922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609" name="3D Model 10608" descr="Sphere">
                                  <a:extLst>
                                    <a:ext uri="{FF2B5EF4-FFF2-40B4-BE49-F238E27FC236}">
                                      <a16:creationId xmlns:a16="http://schemas.microsoft.com/office/drawing/2014/main" id="{0DEB390C-4038-4BF2-88A5-D80B01584E4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231206239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10580" name="Flowchart: Connector 10579">
                            <a:extLst>
                              <a:ext uri="{FF2B5EF4-FFF2-40B4-BE49-F238E27FC236}">
                                <a16:creationId xmlns:a16="http://schemas.microsoft.com/office/drawing/2014/main" id="{3BA4C67E-245F-460E-BD5C-6042207BB75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581" name="Flowchart: Connector 10580">
                            <a:extLst>
                              <a:ext uri="{FF2B5EF4-FFF2-40B4-BE49-F238E27FC236}">
                                <a16:creationId xmlns:a16="http://schemas.microsoft.com/office/drawing/2014/main" id="{BFA2DCB4-4158-4D71-B774-A8C3E191B4C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582" name="Flowchart: Connector 10581">
                            <a:extLst>
                              <a:ext uri="{FF2B5EF4-FFF2-40B4-BE49-F238E27FC236}">
                                <a16:creationId xmlns:a16="http://schemas.microsoft.com/office/drawing/2014/main" id="{358731D1-9B12-4998-A475-5FD83BF8A35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583" name="Flowchart: Connector 10582">
                            <a:extLst>
                              <a:ext uri="{FF2B5EF4-FFF2-40B4-BE49-F238E27FC236}">
                                <a16:creationId xmlns:a16="http://schemas.microsoft.com/office/drawing/2014/main" id="{161EC841-4E83-4EC0-8B11-3D4E21CB3C5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584" name="Flowchart: Connector 10583">
                            <a:extLst>
                              <a:ext uri="{FF2B5EF4-FFF2-40B4-BE49-F238E27FC236}">
                                <a16:creationId xmlns:a16="http://schemas.microsoft.com/office/drawing/2014/main" id="{AB293934-5044-4905-A6AB-578A16ACE3F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585" name="Flowchart: Connector 10584">
                            <a:extLst>
                              <a:ext uri="{FF2B5EF4-FFF2-40B4-BE49-F238E27FC236}">
                                <a16:creationId xmlns:a16="http://schemas.microsoft.com/office/drawing/2014/main" id="{39C0A8C6-84F9-4654-A5B2-14CC1735381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586" name="Flowchart: Connector 10585">
                            <a:extLst>
                              <a:ext uri="{FF2B5EF4-FFF2-40B4-BE49-F238E27FC236}">
                                <a16:creationId xmlns:a16="http://schemas.microsoft.com/office/drawing/2014/main" id="{565447C7-49BC-494A-A3F0-B0013A1B3ED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587" name="Flowchart: Connector 10586">
                            <a:extLst>
                              <a:ext uri="{FF2B5EF4-FFF2-40B4-BE49-F238E27FC236}">
                                <a16:creationId xmlns:a16="http://schemas.microsoft.com/office/drawing/2014/main" id="{3A9A64FD-BBC3-44E0-A630-E358F8751CB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588" name="3D Model 10587" descr="Sphere">
                                <a:extLst>
                                  <a:ext uri="{FF2B5EF4-FFF2-40B4-BE49-F238E27FC236}">
                                    <a16:creationId xmlns:a16="http://schemas.microsoft.com/office/drawing/2014/main" id="{9DC7C36C-B04F-46A1-9CA2-373592DD3AA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606523243"/>
                                  </p:ext>
                                </p:extLst>
                              </p:nvPr>
                            </p:nvGraphicFramePr>
                            <p:xfrm>
                              <a:off x="2134543" y="1523034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053" name="3D Model 1052" descr="Sphere">
                                <a:extLst>
                                  <a:ext uri="{FF2B5EF4-FFF2-40B4-BE49-F238E27FC236}">
                                    <a16:creationId xmlns:a16="http://schemas.microsoft.com/office/drawing/2014/main" id="{E185EB93-A5FF-4887-8019-45BC41F007C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769931" y="221797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589" name="Flowchart: Connector 10588">
                            <a:extLst>
                              <a:ext uri="{FF2B5EF4-FFF2-40B4-BE49-F238E27FC236}">
                                <a16:creationId xmlns:a16="http://schemas.microsoft.com/office/drawing/2014/main" id="{DAB972DE-85D7-41B5-9EB5-B302293A44E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590" name="3D Model 10589" descr="Sphere">
                                <a:extLst>
                                  <a:ext uri="{FF2B5EF4-FFF2-40B4-BE49-F238E27FC236}">
                                    <a16:creationId xmlns:a16="http://schemas.microsoft.com/office/drawing/2014/main" id="{762F7019-E4F5-41B6-A280-7E3C929A831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90251253"/>
                                  </p:ext>
                                </p:extLst>
                              </p:nvPr>
                            </p:nvGraphicFramePr>
                            <p:xfrm>
                              <a:off x="2371307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055" name="3D Model 1054" descr="Sphere">
                                <a:extLst>
                                  <a:ext uri="{FF2B5EF4-FFF2-40B4-BE49-F238E27FC236}">
                                    <a16:creationId xmlns:a16="http://schemas.microsoft.com/office/drawing/2014/main" id="{FF50E6D9-E8A3-4B47-BD1E-DB43B9D0075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811059" y="2228657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591" name="Flowchart: Connector 10590">
                            <a:extLst>
                              <a:ext uri="{FF2B5EF4-FFF2-40B4-BE49-F238E27FC236}">
                                <a16:creationId xmlns:a16="http://schemas.microsoft.com/office/drawing/2014/main" id="{CF86B09D-FFA0-4683-87C6-BA79D2D8A08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4559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592" name="3D Model 10591" descr="Sphere">
                                <a:extLst>
                                  <a:ext uri="{FF2B5EF4-FFF2-40B4-BE49-F238E27FC236}">
                                    <a16:creationId xmlns:a16="http://schemas.microsoft.com/office/drawing/2014/main" id="{4960899F-0AC9-467F-B574-5E56A70FD07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716870631"/>
                                  </p:ext>
                                </p:extLst>
                              </p:nvPr>
                            </p:nvGraphicFramePr>
                            <p:xfrm>
                              <a:off x="2609177" y="164155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057" name="3D Model 1056" descr="Sphere">
                                <a:extLst>
                                  <a:ext uri="{FF2B5EF4-FFF2-40B4-BE49-F238E27FC236}">
                                    <a16:creationId xmlns:a16="http://schemas.microsoft.com/office/drawing/2014/main" id="{6A436E4E-5C07-4DFB-A10F-61442DFC805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852378" y="2240296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593" name="Flowchart: Connector 10592">
                            <a:extLst>
                              <a:ext uri="{FF2B5EF4-FFF2-40B4-BE49-F238E27FC236}">
                                <a16:creationId xmlns:a16="http://schemas.microsoft.com/office/drawing/2014/main" id="{06715ED3-06D8-4E5F-BBDE-D70EE061DA2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594" name="3D Model 10593" descr="Sphere">
                                <a:extLst>
                                  <a:ext uri="{FF2B5EF4-FFF2-40B4-BE49-F238E27FC236}">
                                    <a16:creationId xmlns:a16="http://schemas.microsoft.com/office/drawing/2014/main" id="{53D7CEC5-0FF2-4D8B-825F-D95A80792A9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82673057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6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6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059" name="3D Model 1058" descr="Sphere">
                                <a:extLst>
                                  <a:ext uri="{FF2B5EF4-FFF2-40B4-BE49-F238E27FC236}">
                                    <a16:creationId xmlns:a16="http://schemas.microsoft.com/office/drawing/2014/main" id="{1091C89F-AB3F-4E91-A247-7DE232367EF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899004" y="2256690"/>
                                <a:ext cx="51046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10355" name="Group 10354">
                        <a:extLst>
                          <a:ext uri="{FF2B5EF4-FFF2-40B4-BE49-F238E27FC236}">
                            <a16:creationId xmlns:a16="http://schemas.microsoft.com/office/drawing/2014/main" id="{05A40DFA-4173-480C-AECE-B9A820ADF88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3325" y="2268938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10572" name="Flowchart: Connector 10571">
                          <a:extLst>
                            <a:ext uri="{FF2B5EF4-FFF2-40B4-BE49-F238E27FC236}">
                              <a16:creationId xmlns:a16="http://schemas.microsoft.com/office/drawing/2014/main" id="{886E7578-A190-46B1-9F60-07869D39791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573" name="Flowchart: Connector 10572">
                          <a:extLst>
                            <a:ext uri="{FF2B5EF4-FFF2-40B4-BE49-F238E27FC236}">
                              <a16:creationId xmlns:a16="http://schemas.microsoft.com/office/drawing/2014/main" id="{AFAB4985-1F88-4E63-97EA-F7B5F20FC8F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574" name="Flowchart: Connector 10573">
                          <a:extLst>
                            <a:ext uri="{FF2B5EF4-FFF2-40B4-BE49-F238E27FC236}">
                              <a16:creationId xmlns:a16="http://schemas.microsoft.com/office/drawing/2014/main" id="{ACE148DF-0FB3-43FD-A2FE-F78281029A1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10356" name="Flowchart: Connector 10355">
                        <a:extLst>
                          <a:ext uri="{FF2B5EF4-FFF2-40B4-BE49-F238E27FC236}">
                            <a16:creationId xmlns:a16="http://schemas.microsoft.com/office/drawing/2014/main" id="{52CD8600-DA6B-46F9-88D2-BB8AAC63710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37026" y="201261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357" name="Flowchart: Connector 10356">
                        <a:extLst>
                          <a:ext uri="{FF2B5EF4-FFF2-40B4-BE49-F238E27FC236}">
                            <a16:creationId xmlns:a16="http://schemas.microsoft.com/office/drawing/2014/main" id="{F316F1BE-80CA-45A5-949B-71E5240A7E8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588002" y="208727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10358" name="Group 10357">
                        <a:extLst>
                          <a:ext uri="{FF2B5EF4-FFF2-40B4-BE49-F238E27FC236}">
                            <a16:creationId xmlns:a16="http://schemas.microsoft.com/office/drawing/2014/main" id="{EC93A60D-31E7-48EC-9A3B-98891175317B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228750">
                        <a:off x="1171220" y="1918660"/>
                        <a:ext cx="698062" cy="387533"/>
                        <a:chOff x="854933" y="2290871"/>
                        <a:chExt cx="698062" cy="387533"/>
                      </a:xfrm>
                    </p:grpSpPr>
                    <p:sp>
                      <p:nvSpPr>
                        <p:cNvPr id="10569" name="Flowchart: Connector 10568">
                          <a:extLst>
                            <a:ext uri="{FF2B5EF4-FFF2-40B4-BE49-F238E27FC236}">
                              <a16:creationId xmlns:a16="http://schemas.microsoft.com/office/drawing/2014/main" id="{168E4B67-A111-479E-92E0-642CB838809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3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570" name="Flowchart: Connector 10569">
                          <a:extLst>
                            <a:ext uri="{FF2B5EF4-FFF2-40B4-BE49-F238E27FC236}">
                              <a16:creationId xmlns:a16="http://schemas.microsoft.com/office/drawing/2014/main" id="{F6CBE1ED-97B8-41F4-82AE-BB27650B8CC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5206" y="2377897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571" name="Flowchart: Connector 10570">
                          <a:extLst>
                            <a:ext uri="{FF2B5EF4-FFF2-40B4-BE49-F238E27FC236}">
                              <a16:creationId xmlns:a16="http://schemas.microsoft.com/office/drawing/2014/main" id="{D3C8FAA2-D0A0-487D-86AC-7277FADE620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41136" y="2462404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0359" name="Group 10358">
                        <a:extLst>
                          <a:ext uri="{FF2B5EF4-FFF2-40B4-BE49-F238E27FC236}">
                            <a16:creationId xmlns:a16="http://schemas.microsoft.com/office/drawing/2014/main" id="{54EAA2E0-7AB3-45A5-8160-9BBFED0C11D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49741" y="1890320"/>
                        <a:ext cx="1098636" cy="1497980"/>
                        <a:chOff x="2089993" y="1501770"/>
                        <a:chExt cx="1098636" cy="1497980"/>
                      </a:xfrm>
                    </p:grpSpPr>
                    <p:grpSp>
                      <p:nvGrpSpPr>
                        <p:cNvPr id="10504" name="Group 10503">
                          <a:extLst>
                            <a:ext uri="{FF2B5EF4-FFF2-40B4-BE49-F238E27FC236}">
                              <a16:creationId xmlns:a16="http://schemas.microsoft.com/office/drawing/2014/main" id="{DA0AA6AA-5C87-4BE3-A732-93D2D9C14D1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34990"/>
                          <a:ext cx="101484" cy="1051941"/>
                          <a:chOff x="1800622" y="2329236"/>
                          <a:chExt cx="101484" cy="1051941"/>
                        </a:xfrm>
                      </p:grpSpPr>
                      <p:sp>
                        <p:nvSpPr>
                          <p:cNvPr id="10565" name="Flowchart: Connector 10564">
                            <a:extLst>
                              <a:ext uri="{FF2B5EF4-FFF2-40B4-BE49-F238E27FC236}">
                                <a16:creationId xmlns:a16="http://schemas.microsoft.com/office/drawing/2014/main" id="{7CDE56D9-48DF-4AEE-BBFB-338E17FEF0B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566" name="Flowchart: Connector 10565">
                            <a:extLst>
                              <a:ext uri="{FF2B5EF4-FFF2-40B4-BE49-F238E27FC236}">
                                <a16:creationId xmlns:a16="http://schemas.microsoft.com/office/drawing/2014/main" id="{7B59BDB2-4A9D-4815-A358-A50082EA1F7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567" name="Flowchart: Connector 10566">
                            <a:extLst>
                              <a:ext uri="{FF2B5EF4-FFF2-40B4-BE49-F238E27FC236}">
                                <a16:creationId xmlns:a16="http://schemas.microsoft.com/office/drawing/2014/main" id="{13DE48DB-E1E7-4EFF-9F86-4BFDC839171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568" name="Flowchart: Connector 10567">
                            <a:extLst>
                              <a:ext uri="{FF2B5EF4-FFF2-40B4-BE49-F238E27FC236}">
                                <a16:creationId xmlns:a16="http://schemas.microsoft.com/office/drawing/2014/main" id="{26342B0A-AB1D-4406-BD90-1388258BFFF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2923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10505" name="Group 10504">
                          <a:extLst>
                            <a:ext uri="{FF2B5EF4-FFF2-40B4-BE49-F238E27FC236}">
                              <a16:creationId xmlns:a16="http://schemas.microsoft.com/office/drawing/2014/main" id="{6B12D9EE-B611-4B21-8C57-E02FCF9FA9E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01770"/>
                          <a:ext cx="1074397" cy="1497980"/>
                          <a:chOff x="2114232" y="1501770"/>
                          <a:chExt cx="1074397" cy="1497980"/>
                        </a:xfrm>
                      </p:grpSpPr>
                      <p:grpSp>
                        <p:nvGrpSpPr>
                          <p:cNvPr id="10506" name="Group 10505">
                            <a:extLst>
                              <a:ext uri="{FF2B5EF4-FFF2-40B4-BE49-F238E27FC236}">
                                <a16:creationId xmlns:a16="http://schemas.microsoft.com/office/drawing/2014/main" id="{DFA778C3-84BC-441B-8DDB-4AE23AEF4C0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10557" name="Flowchart: Connector 10556">
                              <a:extLst>
                                <a:ext uri="{FF2B5EF4-FFF2-40B4-BE49-F238E27FC236}">
                                  <a16:creationId xmlns:a16="http://schemas.microsoft.com/office/drawing/2014/main" id="{34A7545A-CDE0-4902-8C26-D41423AA79B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558" name="3D Model 10557" descr="Sphere">
                                  <a:extLst>
                                    <a:ext uri="{FF2B5EF4-FFF2-40B4-BE49-F238E27FC236}">
                                      <a16:creationId xmlns:a16="http://schemas.microsoft.com/office/drawing/2014/main" id="{A077E224-12E4-478B-8B5F-8188CD11F86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57418022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559" name="Flowchart: Connector 10558">
                              <a:extLst>
                                <a:ext uri="{FF2B5EF4-FFF2-40B4-BE49-F238E27FC236}">
                                  <a16:creationId xmlns:a16="http://schemas.microsoft.com/office/drawing/2014/main" id="{EC45329A-05EB-42CE-AD7B-DCA3FCD764F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560" name="3D Model 10559" descr="Sphere">
                                  <a:extLst>
                                    <a:ext uri="{FF2B5EF4-FFF2-40B4-BE49-F238E27FC236}">
                                      <a16:creationId xmlns:a16="http://schemas.microsoft.com/office/drawing/2014/main" id="{C013C6DA-35B7-4409-B883-8EBB1DBB88A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514873824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561" name="Flowchart: Connector 10560">
                              <a:extLst>
                                <a:ext uri="{FF2B5EF4-FFF2-40B4-BE49-F238E27FC236}">
                                  <a16:creationId xmlns:a16="http://schemas.microsoft.com/office/drawing/2014/main" id="{B6D784BD-D55E-42C5-9D21-41D1D0B4CAE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562" name="3D Model 10561" descr="Sphere">
                                  <a:extLst>
                                    <a:ext uri="{FF2B5EF4-FFF2-40B4-BE49-F238E27FC236}">
                                      <a16:creationId xmlns:a16="http://schemas.microsoft.com/office/drawing/2014/main" id="{5F93A81A-0338-466E-ABC6-689D227CE57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097489425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563" name="Flowchart: Connector 10562">
                              <a:extLst>
                                <a:ext uri="{FF2B5EF4-FFF2-40B4-BE49-F238E27FC236}">
                                  <a16:creationId xmlns:a16="http://schemas.microsoft.com/office/drawing/2014/main" id="{DF03863B-988C-44FA-8124-98ADC822B84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564" name="3D Model 10563" descr="Sphere">
                                  <a:extLst>
                                    <a:ext uri="{FF2B5EF4-FFF2-40B4-BE49-F238E27FC236}">
                                      <a16:creationId xmlns:a16="http://schemas.microsoft.com/office/drawing/2014/main" id="{8CCAAD13-2CBF-48BC-8E51-0F8592430A6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563972895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0507" name="Group 10506">
                            <a:extLst>
                              <a:ext uri="{FF2B5EF4-FFF2-40B4-BE49-F238E27FC236}">
                                <a16:creationId xmlns:a16="http://schemas.microsoft.com/office/drawing/2014/main" id="{8D2C4BD3-1338-4A66-9F17-A2FF2DC527C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0541" name="Flowchart: Connector 10540">
                              <a:extLst>
                                <a:ext uri="{FF2B5EF4-FFF2-40B4-BE49-F238E27FC236}">
                                  <a16:creationId xmlns:a16="http://schemas.microsoft.com/office/drawing/2014/main" id="{E5A04754-DA3F-4A58-86B5-1FA4D24A2E1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542" name="Flowchart: Connector 10541">
                              <a:extLst>
                                <a:ext uri="{FF2B5EF4-FFF2-40B4-BE49-F238E27FC236}">
                                  <a16:creationId xmlns:a16="http://schemas.microsoft.com/office/drawing/2014/main" id="{4CDDBEE7-D265-4B1F-A874-6AE8E5DA02F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543" name="Flowchart: Connector 10542">
                              <a:extLst>
                                <a:ext uri="{FF2B5EF4-FFF2-40B4-BE49-F238E27FC236}">
                                  <a16:creationId xmlns:a16="http://schemas.microsoft.com/office/drawing/2014/main" id="{3A6F3C1B-2FE2-43E2-B366-CCAD3D33ECC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544" name="Flowchart: Connector 10543">
                              <a:extLst>
                                <a:ext uri="{FF2B5EF4-FFF2-40B4-BE49-F238E27FC236}">
                                  <a16:creationId xmlns:a16="http://schemas.microsoft.com/office/drawing/2014/main" id="{BD41E77A-5D53-41C0-A662-3AD81A32229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545" name="Flowchart: Connector 10544">
                              <a:extLst>
                                <a:ext uri="{FF2B5EF4-FFF2-40B4-BE49-F238E27FC236}">
                                  <a16:creationId xmlns:a16="http://schemas.microsoft.com/office/drawing/2014/main" id="{58564DD4-01DC-4EE4-9060-88E0556FB1C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546" name="Flowchart: Connector 10545">
                              <a:extLst>
                                <a:ext uri="{FF2B5EF4-FFF2-40B4-BE49-F238E27FC236}">
                                  <a16:creationId xmlns:a16="http://schemas.microsoft.com/office/drawing/2014/main" id="{F6EA881D-CB86-468D-BBC3-9D062932728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547" name="Flowchart: Connector 10546">
                              <a:extLst>
                                <a:ext uri="{FF2B5EF4-FFF2-40B4-BE49-F238E27FC236}">
                                  <a16:creationId xmlns:a16="http://schemas.microsoft.com/office/drawing/2014/main" id="{31346222-8E74-43C9-914A-0ABB4AD3CD0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548" name="Flowchart: Connector 10547">
                              <a:extLst>
                                <a:ext uri="{FF2B5EF4-FFF2-40B4-BE49-F238E27FC236}">
                                  <a16:creationId xmlns:a16="http://schemas.microsoft.com/office/drawing/2014/main" id="{552ED030-5EDC-49C0-9165-7966925640A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549" name="Flowchart: Connector 10548">
                              <a:extLst>
                                <a:ext uri="{FF2B5EF4-FFF2-40B4-BE49-F238E27FC236}">
                                  <a16:creationId xmlns:a16="http://schemas.microsoft.com/office/drawing/2014/main" id="{8E47592C-B707-4B0E-9F2C-20664060D26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550" name="3D Model 10549" descr="Sphere">
                                  <a:extLst>
                                    <a:ext uri="{FF2B5EF4-FFF2-40B4-BE49-F238E27FC236}">
                                      <a16:creationId xmlns:a16="http://schemas.microsoft.com/office/drawing/2014/main" id="{D08A9962-511F-4596-AAE9-A3125E82F8C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326197976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551" name="Flowchart: Connector 10550">
                              <a:extLst>
                                <a:ext uri="{FF2B5EF4-FFF2-40B4-BE49-F238E27FC236}">
                                  <a16:creationId xmlns:a16="http://schemas.microsoft.com/office/drawing/2014/main" id="{F691ECA3-8B95-4F95-B0B4-0E1F27F351F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552" name="3D Model 10551" descr="Sphere">
                                  <a:extLst>
                                    <a:ext uri="{FF2B5EF4-FFF2-40B4-BE49-F238E27FC236}">
                                      <a16:creationId xmlns:a16="http://schemas.microsoft.com/office/drawing/2014/main" id="{94653B13-F248-40FE-A1B2-DF9B4BC3F15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805801164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553" name="Flowchart: Connector 10552">
                              <a:extLst>
                                <a:ext uri="{FF2B5EF4-FFF2-40B4-BE49-F238E27FC236}">
                                  <a16:creationId xmlns:a16="http://schemas.microsoft.com/office/drawing/2014/main" id="{6CA4D4A6-31F9-48D5-8A5C-9BC88753C17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554" name="3D Model 10553" descr="Sphere">
                                  <a:extLst>
                                    <a:ext uri="{FF2B5EF4-FFF2-40B4-BE49-F238E27FC236}">
                                      <a16:creationId xmlns:a16="http://schemas.microsoft.com/office/drawing/2014/main" id="{FEBB94BB-11A5-4B6F-B1E4-772C124E5E3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293226660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555" name="Flowchart: Connector 10554">
                              <a:extLst>
                                <a:ext uri="{FF2B5EF4-FFF2-40B4-BE49-F238E27FC236}">
                                  <a16:creationId xmlns:a16="http://schemas.microsoft.com/office/drawing/2014/main" id="{C166925E-52B8-4C6A-A56D-1C1599DB085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556" name="3D Model 10555" descr="Sphere">
                                  <a:extLst>
                                    <a:ext uri="{FF2B5EF4-FFF2-40B4-BE49-F238E27FC236}">
                                      <a16:creationId xmlns:a16="http://schemas.microsoft.com/office/drawing/2014/main" id="{2F69B7F3-E856-4C55-8967-84ED349BEDF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995579062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0508" name="Group 10507">
                            <a:extLst>
                              <a:ext uri="{FF2B5EF4-FFF2-40B4-BE49-F238E27FC236}">
                                <a16:creationId xmlns:a16="http://schemas.microsoft.com/office/drawing/2014/main" id="{5F4B8B47-234A-4ADE-AD1C-5C9584CB988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0525" name="Flowchart: Connector 10524">
                              <a:extLst>
                                <a:ext uri="{FF2B5EF4-FFF2-40B4-BE49-F238E27FC236}">
                                  <a16:creationId xmlns:a16="http://schemas.microsoft.com/office/drawing/2014/main" id="{572660BC-5110-4920-B520-F2A12C75A09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526" name="Flowchart: Connector 10525">
                              <a:extLst>
                                <a:ext uri="{FF2B5EF4-FFF2-40B4-BE49-F238E27FC236}">
                                  <a16:creationId xmlns:a16="http://schemas.microsoft.com/office/drawing/2014/main" id="{6AC3F94E-9133-4964-B0C9-8E42CAA90D0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527" name="Flowchart: Connector 10526">
                              <a:extLst>
                                <a:ext uri="{FF2B5EF4-FFF2-40B4-BE49-F238E27FC236}">
                                  <a16:creationId xmlns:a16="http://schemas.microsoft.com/office/drawing/2014/main" id="{CBF3FDD5-A220-45BD-ACB7-B74E5C39BD6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528" name="Flowchart: Connector 10527">
                              <a:extLst>
                                <a:ext uri="{FF2B5EF4-FFF2-40B4-BE49-F238E27FC236}">
                                  <a16:creationId xmlns:a16="http://schemas.microsoft.com/office/drawing/2014/main" id="{3A9FC2D4-BAD0-4549-8533-EF4D1C06880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529" name="Flowchart: Connector 10528">
                              <a:extLst>
                                <a:ext uri="{FF2B5EF4-FFF2-40B4-BE49-F238E27FC236}">
                                  <a16:creationId xmlns:a16="http://schemas.microsoft.com/office/drawing/2014/main" id="{4D6632B6-C72C-4E8C-AADB-6A1434EC21C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530" name="Flowchart: Connector 10529">
                              <a:extLst>
                                <a:ext uri="{FF2B5EF4-FFF2-40B4-BE49-F238E27FC236}">
                                  <a16:creationId xmlns:a16="http://schemas.microsoft.com/office/drawing/2014/main" id="{9FEDA20B-6BE8-4286-BCEF-D8DC1F46878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531" name="Flowchart: Connector 10530">
                              <a:extLst>
                                <a:ext uri="{FF2B5EF4-FFF2-40B4-BE49-F238E27FC236}">
                                  <a16:creationId xmlns:a16="http://schemas.microsoft.com/office/drawing/2014/main" id="{12A208B6-D64F-4B1A-9A4C-E784C05D69A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532" name="Flowchart: Connector 10531">
                              <a:extLst>
                                <a:ext uri="{FF2B5EF4-FFF2-40B4-BE49-F238E27FC236}">
                                  <a16:creationId xmlns:a16="http://schemas.microsoft.com/office/drawing/2014/main" id="{39627A65-3A81-49D6-B3D8-507FC25FDC9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533" name="Flowchart: Connector 10532">
                              <a:extLst>
                                <a:ext uri="{FF2B5EF4-FFF2-40B4-BE49-F238E27FC236}">
                                  <a16:creationId xmlns:a16="http://schemas.microsoft.com/office/drawing/2014/main" id="{F7C37F55-07C5-4D1F-B785-82C068A25C6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534" name="3D Model 10533" descr="Sphere">
                                  <a:extLst>
                                    <a:ext uri="{FF2B5EF4-FFF2-40B4-BE49-F238E27FC236}">
                                      <a16:creationId xmlns:a16="http://schemas.microsoft.com/office/drawing/2014/main" id="{143AE6D3-834F-47D0-B7B4-F1931490A5D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841889469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535" name="Flowchart: Connector 10534">
                              <a:extLst>
                                <a:ext uri="{FF2B5EF4-FFF2-40B4-BE49-F238E27FC236}">
                                  <a16:creationId xmlns:a16="http://schemas.microsoft.com/office/drawing/2014/main" id="{742C8BC7-E5D3-46B4-8E65-99997A1CEA1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536" name="3D Model 10535" descr="Sphere">
                                  <a:extLst>
                                    <a:ext uri="{FF2B5EF4-FFF2-40B4-BE49-F238E27FC236}">
                                      <a16:creationId xmlns:a16="http://schemas.microsoft.com/office/drawing/2014/main" id="{10FC7DE0-BC21-454A-AE51-C0D6654BA6D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841297539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537" name="Flowchart: Connector 10536">
                              <a:extLst>
                                <a:ext uri="{FF2B5EF4-FFF2-40B4-BE49-F238E27FC236}">
                                  <a16:creationId xmlns:a16="http://schemas.microsoft.com/office/drawing/2014/main" id="{09A16D69-6D28-40C5-AB97-059053EB9B6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538" name="3D Model 10537" descr="Sphere">
                                  <a:extLst>
                                    <a:ext uri="{FF2B5EF4-FFF2-40B4-BE49-F238E27FC236}">
                                      <a16:creationId xmlns:a16="http://schemas.microsoft.com/office/drawing/2014/main" id="{6E776D1F-A4B7-4C6A-A179-7DC166F2C16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262347528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539" name="Flowchart: Connector 10538">
                              <a:extLst>
                                <a:ext uri="{FF2B5EF4-FFF2-40B4-BE49-F238E27FC236}">
                                  <a16:creationId xmlns:a16="http://schemas.microsoft.com/office/drawing/2014/main" id="{9B769ECA-BE9D-49C4-AF67-FA64F33BCFB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540" name="3D Model 10539" descr="Sphere">
                                  <a:extLst>
                                    <a:ext uri="{FF2B5EF4-FFF2-40B4-BE49-F238E27FC236}">
                                      <a16:creationId xmlns:a16="http://schemas.microsoft.com/office/drawing/2014/main" id="{2BC8EB52-2CD6-49F7-BBA2-690BEA34759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10200684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10509" name="Flowchart: Connector 10508">
                            <a:extLst>
                              <a:ext uri="{FF2B5EF4-FFF2-40B4-BE49-F238E27FC236}">
                                <a16:creationId xmlns:a16="http://schemas.microsoft.com/office/drawing/2014/main" id="{D7A73B02-4E76-430D-BAD2-13B1FE25479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510" name="Flowchart: Connector 10509">
                            <a:extLst>
                              <a:ext uri="{FF2B5EF4-FFF2-40B4-BE49-F238E27FC236}">
                                <a16:creationId xmlns:a16="http://schemas.microsoft.com/office/drawing/2014/main" id="{592AE961-73E6-438D-AED8-1D07B9F31DE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511" name="Flowchart: Connector 10510">
                            <a:extLst>
                              <a:ext uri="{FF2B5EF4-FFF2-40B4-BE49-F238E27FC236}">
                                <a16:creationId xmlns:a16="http://schemas.microsoft.com/office/drawing/2014/main" id="{89FA74FE-147E-4ECB-8CE5-1989F16855E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512" name="Flowchart: Connector 10511">
                            <a:extLst>
                              <a:ext uri="{FF2B5EF4-FFF2-40B4-BE49-F238E27FC236}">
                                <a16:creationId xmlns:a16="http://schemas.microsoft.com/office/drawing/2014/main" id="{C5109F60-855B-47F0-BC37-58153F2A233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513" name="Flowchart: Connector 10512">
                            <a:extLst>
                              <a:ext uri="{FF2B5EF4-FFF2-40B4-BE49-F238E27FC236}">
                                <a16:creationId xmlns:a16="http://schemas.microsoft.com/office/drawing/2014/main" id="{7508CF97-F861-42FD-A5E0-ADC6A193E6E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514" name="Flowchart: Connector 10513">
                            <a:extLst>
                              <a:ext uri="{FF2B5EF4-FFF2-40B4-BE49-F238E27FC236}">
                                <a16:creationId xmlns:a16="http://schemas.microsoft.com/office/drawing/2014/main" id="{F9E531A0-8A6A-4EB3-95F3-A55C0888546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515" name="Flowchart: Connector 10514">
                            <a:extLst>
                              <a:ext uri="{FF2B5EF4-FFF2-40B4-BE49-F238E27FC236}">
                                <a16:creationId xmlns:a16="http://schemas.microsoft.com/office/drawing/2014/main" id="{CA2ABC48-893C-4D52-9807-F1AD46ADD85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516" name="Flowchart: Connector 10515">
                            <a:extLst>
                              <a:ext uri="{FF2B5EF4-FFF2-40B4-BE49-F238E27FC236}">
                                <a16:creationId xmlns:a16="http://schemas.microsoft.com/office/drawing/2014/main" id="{B8153CAC-6932-4E9E-9D79-5A1185FBCA6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517" name="Flowchart: Connector 10516">
                            <a:extLst>
                              <a:ext uri="{FF2B5EF4-FFF2-40B4-BE49-F238E27FC236}">
                                <a16:creationId xmlns:a16="http://schemas.microsoft.com/office/drawing/2014/main" id="{3AF861E7-EF1F-4B42-A041-E1B294A4F5C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518" name="3D Model 10517" descr="Sphere">
                                <a:extLst>
                                  <a:ext uri="{FF2B5EF4-FFF2-40B4-BE49-F238E27FC236}">
                                    <a16:creationId xmlns:a16="http://schemas.microsoft.com/office/drawing/2014/main" id="{E5F22C81-6996-4B90-BE6A-0D3D0974E9E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6805716"/>
                                  </p:ext>
                                </p:extLst>
                              </p:nvPr>
                            </p:nvGraphicFramePr>
                            <p:xfrm>
                              <a:off x="2123911" y="1501770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83" name="3D Model 982" descr="Sphere">
                                <a:extLst>
                                  <a:ext uri="{FF2B5EF4-FFF2-40B4-BE49-F238E27FC236}">
                                    <a16:creationId xmlns:a16="http://schemas.microsoft.com/office/drawing/2014/main" id="{FB416F3B-0451-42EE-A1D4-E6FB787E5E4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729898" y="223785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519" name="Flowchart: Connector 10518">
                            <a:extLst>
                              <a:ext uri="{FF2B5EF4-FFF2-40B4-BE49-F238E27FC236}">
                                <a16:creationId xmlns:a16="http://schemas.microsoft.com/office/drawing/2014/main" id="{8435AEC0-8438-489A-A0F5-6D6B3EE6493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520" name="3D Model 10519" descr="Sphere">
                                <a:extLst>
                                  <a:ext uri="{FF2B5EF4-FFF2-40B4-BE49-F238E27FC236}">
                                    <a16:creationId xmlns:a16="http://schemas.microsoft.com/office/drawing/2014/main" id="{F09A6782-984F-425F-95B5-F46CDA852D6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611418667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85" name="3D Model 984" descr="Sphere">
                                <a:extLst>
                                  <a:ext uri="{FF2B5EF4-FFF2-40B4-BE49-F238E27FC236}">
                                    <a16:creationId xmlns:a16="http://schemas.microsoft.com/office/drawing/2014/main" id="{2E9E03F8-8480-42C0-99A1-5F214647DB3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771722" y="225254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521" name="Flowchart: Connector 10520">
                            <a:extLst>
                              <a:ext uri="{FF2B5EF4-FFF2-40B4-BE49-F238E27FC236}">
                                <a16:creationId xmlns:a16="http://schemas.microsoft.com/office/drawing/2014/main" id="{8BBB7E54-D6E6-440D-B2AF-A0814A50A02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93292" y="171776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522" name="3D Model 10521" descr="Sphere">
                                <a:extLst>
                                  <a:ext uri="{FF2B5EF4-FFF2-40B4-BE49-F238E27FC236}">
                                    <a16:creationId xmlns:a16="http://schemas.microsoft.com/office/drawing/2014/main" id="{C9519BC5-3C14-4FB7-A8B2-AB362DEF4E2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533434204"/>
                                  </p:ext>
                                </p:extLst>
                              </p:nvPr>
                            </p:nvGraphicFramePr>
                            <p:xfrm>
                              <a:off x="2622429" y="163823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87" name="3D Model 986" descr="Sphere">
                                <a:extLst>
                                  <a:ext uri="{FF2B5EF4-FFF2-40B4-BE49-F238E27FC236}">
                                    <a16:creationId xmlns:a16="http://schemas.microsoft.com/office/drawing/2014/main" id="{C171328B-1BA7-43BC-AD9C-A4153FC27D2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816494" y="2263557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523" name="Flowchart: Connector 10522">
                            <a:extLst>
                              <a:ext uri="{FF2B5EF4-FFF2-40B4-BE49-F238E27FC236}">
                                <a16:creationId xmlns:a16="http://schemas.microsoft.com/office/drawing/2014/main" id="{5FD1CE8A-F12B-49C2-B355-ED6148D430A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524" name="3D Model 10523" descr="Sphere">
                                <a:extLst>
                                  <a:ext uri="{FF2B5EF4-FFF2-40B4-BE49-F238E27FC236}">
                                    <a16:creationId xmlns:a16="http://schemas.microsoft.com/office/drawing/2014/main" id="{672A3683-18E8-4C88-A89F-45E664888CD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61918749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89" name="3D Model 988" descr="Sphere">
                                <a:extLst>
                                  <a:ext uri="{FF2B5EF4-FFF2-40B4-BE49-F238E27FC236}">
                                    <a16:creationId xmlns:a16="http://schemas.microsoft.com/office/drawing/2014/main" id="{A2B7A9BF-F60A-4BAF-AAC1-A0035A95F75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860818" y="2280575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10360" name="Group 10359">
                        <a:extLst>
                          <a:ext uri="{FF2B5EF4-FFF2-40B4-BE49-F238E27FC236}">
                            <a16:creationId xmlns:a16="http://schemas.microsoft.com/office/drawing/2014/main" id="{4498BF26-FBD7-4E0C-ACAA-0E122D08D34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547436" y="2361226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10501" name="Flowchart: Connector 10500">
                          <a:extLst>
                            <a:ext uri="{FF2B5EF4-FFF2-40B4-BE49-F238E27FC236}">
                              <a16:creationId xmlns:a16="http://schemas.microsoft.com/office/drawing/2014/main" id="{13D63AC3-E131-465C-8E04-8759AE90A54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502" name="Flowchart: Connector 10501">
                          <a:extLst>
                            <a:ext uri="{FF2B5EF4-FFF2-40B4-BE49-F238E27FC236}">
                              <a16:creationId xmlns:a16="http://schemas.microsoft.com/office/drawing/2014/main" id="{831DB3F1-0F6A-4733-9C2E-B079E3167F4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503" name="Flowchart: Connector 10502">
                          <a:extLst>
                            <a:ext uri="{FF2B5EF4-FFF2-40B4-BE49-F238E27FC236}">
                              <a16:creationId xmlns:a16="http://schemas.microsoft.com/office/drawing/2014/main" id="{4D8FD454-C111-4763-99E5-718903D0C71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10361" name="Flowchart: Connector 10360">
                        <a:extLst>
                          <a:ext uri="{FF2B5EF4-FFF2-40B4-BE49-F238E27FC236}">
                            <a16:creationId xmlns:a16="http://schemas.microsoft.com/office/drawing/2014/main" id="{1ADCDCD7-AE2C-47AC-8A4D-C76303DDE0E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19794" y="212254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362" name="Flowchart: Connector 10361">
                        <a:extLst>
                          <a:ext uri="{FF2B5EF4-FFF2-40B4-BE49-F238E27FC236}">
                            <a16:creationId xmlns:a16="http://schemas.microsoft.com/office/drawing/2014/main" id="{10EECDB5-EBC1-4802-99F8-9730C5C2C1B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74020" y="218539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10363" name="Group 10362">
                        <a:extLst>
                          <a:ext uri="{FF2B5EF4-FFF2-40B4-BE49-F238E27FC236}">
                            <a16:creationId xmlns:a16="http://schemas.microsoft.com/office/drawing/2014/main" id="{A4E07BF5-3434-4EF7-A4E4-9A8C50AA7BC9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18957">
                        <a:off x="941432" y="2025443"/>
                        <a:ext cx="710250" cy="369080"/>
                        <a:chOff x="854932" y="2290871"/>
                        <a:chExt cx="710250" cy="369080"/>
                      </a:xfrm>
                    </p:grpSpPr>
                    <p:sp>
                      <p:nvSpPr>
                        <p:cNvPr id="10498" name="Flowchart: Connector 10497">
                          <a:extLst>
                            <a:ext uri="{FF2B5EF4-FFF2-40B4-BE49-F238E27FC236}">
                              <a16:creationId xmlns:a16="http://schemas.microsoft.com/office/drawing/2014/main" id="{01C5AA99-C27F-4462-A4B6-8B9CAA7E0B6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2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499" name="Flowchart: Connector 10498">
                          <a:extLst>
                            <a:ext uri="{FF2B5EF4-FFF2-40B4-BE49-F238E27FC236}">
                              <a16:creationId xmlns:a16="http://schemas.microsoft.com/office/drawing/2014/main" id="{D12420C1-0BAD-4062-A028-3B8B9537603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1897" y="2377722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500" name="Flowchart: Connector 10499">
                          <a:extLst>
                            <a:ext uri="{FF2B5EF4-FFF2-40B4-BE49-F238E27FC236}">
                              <a16:creationId xmlns:a16="http://schemas.microsoft.com/office/drawing/2014/main" id="{B287AD91-4EFE-494C-8A0D-1A6267A6C64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53323" y="244395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0364" name="Group 10363">
                        <a:extLst>
                          <a:ext uri="{FF2B5EF4-FFF2-40B4-BE49-F238E27FC236}">
                            <a16:creationId xmlns:a16="http://schemas.microsoft.com/office/drawing/2014/main" id="{420495DB-50FC-4DD6-94EC-CBB597136DD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21287" y="1995259"/>
                        <a:ext cx="1102917" cy="1484052"/>
                        <a:chOff x="2085712" y="1515698"/>
                        <a:chExt cx="1102917" cy="1484052"/>
                      </a:xfrm>
                    </p:grpSpPr>
                    <p:grpSp>
                      <p:nvGrpSpPr>
                        <p:cNvPr id="10433" name="Group 10432">
                          <a:extLst>
                            <a:ext uri="{FF2B5EF4-FFF2-40B4-BE49-F238E27FC236}">
                              <a16:creationId xmlns:a16="http://schemas.microsoft.com/office/drawing/2014/main" id="{3CBCD377-C39A-4BE1-A64F-DDB9E7FE20D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5712" y="1648950"/>
                          <a:ext cx="105765" cy="1037981"/>
                          <a:chOff x="1796341" y="2343196"/>
                          <a:chExt cx="105765" cy="1037981"/>
                        </a:xfrm>
                      </p:grpSpPr>
                      <p:sp>
                        <p:nvSpPr>
                          <p:cNvPr id="10494" name="Flowchart: Connector 10493">
                            <a:extLst>
                              <a:ext uri="{FF2B5EF4-FFF2-40B4-BE49-F238E27FC236}">
                                <a16:creationId xmlns:a16="http://schemas.microsoft.com/office/drawing/2014/main" id="{5AF47952-DEA4-447E-AD47-DEE879B7F7C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495" name="Flowchart: Connector 10494">
                            <a:extLst>
                              <a:ext uri="{FF2B5EF4-FFF2-40B4-BE49-F238E27FC236}">
                                <a16:creationId xmlns:a16="http://schemas.microsoft.com/office/drawing/2014/main" id="{B6FB1847-AFC4-449A-9C9F-D38B810D510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496" name="Flowchart: Connector 10495">
                            <a:extLst>
                              <a:ext uri="{FF2B5EF4-FFF2-40B4-BE49-F238E27FC236}">
                                <a16:creationId xmlns:a16="http://schemas.microsoft.com/office/drawing/2014/main" id="{3B56C25C-B335-4490-99A3-76DCFD54C72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497" name="Flowchart: Connector 10496">
                            <a:extLst>
                              <a:ext uri="{FF2B5EF4-FFF2-40B4-BE49-F238E27FC236}">
                                <a16:creationId xmlns:a16="http://schemas.microsoft.com/office/drawing/2014/main" id="{87CD325D-AF6E-4C95-AC8D-6AEB11D7F65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796341" y="2343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10434" name="Group 10433">
                          <a:extLst>
                            <a:ext uri="{FF2B5EF4-FFF2-40B4-BE49-F238E27FC236}">
                              <a16:creationId xmlns:a16="http://schemas.microsoft.com/office/drawing/2014/main" id="{913CFE2F-A254-4722-B10E-E6087B96266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15698"/>
                          <a:ext cx="1074397" cy="1484052"/>
                          <a:chOff x="2114232" y="1515698"/>
                          <a:chExt cx="1074397" cy="1484052"/>
                        </a:xfrm>
                      </p:grpSpPr>
                      <p:grpSp>
                        <p:nvGrpSpPr>
                          <p:cNvPr id="10435" name="Group 10434">
                            <a:extLst>
                              <a:ext uri="{FF2B5EF4-FFF2-40B4-BE49-F238E27FC236}">
                                <a16:creationId xmlns:a16="http://schemas.microsoft.com/office/drawing/2014/main" id="{42308342-30C0-44F1-A04D-1EB37147F48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10486" name="Flowchart: Connector 10485">
                              <a:extLst>
                                <a:ext uri="{FF2B5EF4-FFF2-40B4-BE49-F238E27FC236}">
                                  <a16:creationId xmlns:a16="http://schemas.microsoft.com/office/drawing/2014/main" id="{BD82397A-CE19-4415-9C64-A130D47AE51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487" name="3D Model 10486" descr="Sphere">
                                  <a:extLst>
                                    <a:ext uri="{FF2B5EF4-FFF2-40B4-BE49-F238E27FC236}">
                                      <a16:creationId xmlns:a16="http://schemas.microsoft.com/office/drawing/2014/main" id="{E30F4998-F9C4-49A9-9AC2-C72C19F6433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223248111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488" name="Flowchart: Connector 10487">
                              <a:extLst>
                                <a:ext uri="{FF2B5EF4-FFF2-40B4-BE49-F238E27FC236}">
                                  <a16:creationId xmlns:a16="http://schemas.microsoft.com/office/drawing/2014/main" id="{3EA7EA6E-8F9D-4E92-B3CC-B70252C3146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489" name="3D Model 10488" descr="Sphere">
                                  <a:extLst>
                                    <a:ext uri="{FF2B5EF4-FFF2-40B4-BE49-F238E27FC236}">
                                      <a16:creationId xmlns:a16="http://schemas.microsoft.com/office/drawing/2014/main" id="{87B7B3E6-6608-4D4F-84D9-F371F165E82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466436767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490" name="Flowchart: Connector 10489">
                              <a:extLst>
                                <a:ext uri="{FF2B5EF4-FFF2-40B4-BE49-F238E27FC236}">
                                  <a16:creationId xmlns:a16="http://schemas.microsoft.com/office/drawing/2014/main" id="{4DCB1A56-FF25-42B4-B830-1C811AC61AD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491" name="3D Model 10490" descr="Sphere">
                                  <a:extLst>
                                    <a:ext uri="{FF2B5EF4-FFF2-40B4-BE49-F238E27FC236}">
                                      <a16:creationId xmlns:a16="http://schemas.microsoft.com/office/drawing/2014/main" id="{5E721048-A383-444F-8D35-566D9908A64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9735712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492" name="Flowchart: Connector 10491">
                              <a:extLst>
                                <a:ext uri="{FF2B5EF4-FFF2-40B4-BE49-F238E27FC236}">
                                  <a16:creationId xmlns:a16="http://schemas.microsoft.com/office/drawing/2014/main" id="{A668474C-39A9-4644-BDC6-63C66FAE28F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493" name="3D Model 10492" descr="Sphere">
                                  <a:extLst>
                                    <a:ext uri="{FF2B5EF4-FFF2-40B4-BE49-F238E27FC236}">
                                      <a16:creationId xmlns:a16="http://schemas.microsoft.com/office/drawing/2014/main" id="{1E008FA7-4927-4A32-AD25-D087FC19156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71801348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0436" name="Group 10435">
                            <a:extLst>
                              <a:ext uri="{FF2B5EF4-FFF2-40B4-BE49-F238E27FC236}">
                                <a16:creationId xmlns:a16="http://schemas.microsoft.com/office/drawing/2014/main" id="{83ACAF54-E163-4CBF-ACA3-F994AAE3824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0470" name="Flowchart: Connector 10469">
                              <a:extLst>
                                <a:ext uri="{FF2B5EF4-FFF2-40B4-BE49-F238E27FC236}">
                                  <a16:creationId xmlns:a16="http://schemas.microsoft.com/office/drawing/2014/main" id="{8FE0444E-0CC8-4FBA-A4B5-B2E9F00807F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471" name="Flowchart: Connector 10470">
                              <a:extLst>
                                <a:ext uri="{FF2B5EF4-FFF2-40B4-BE49-F238E27FC236}">
                                  <a16:creationId xmlns:a16="http://schemas.microsoft.com/office/drawing/2014/main" id="{DDAC560A-7358-42C7-95E5-A536B2146B7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472" name="Flowchart: Connector 10471">
                              <a:extLst>
                                <a:ext uri="{FF2B5EF4-FFF2-40B4-BE49-F238E27FC236}">
                                  <a16:creationId xmlns:a16="http://schemas.microsoft.com/office/drawing/2014/main" id="{224E4AE3-C476-401A-BB34-D3EE6332AA6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473" name="Flowchart: Connector 10472">
                              <a:extLst>
                                <a:ext uri="{FF2B5EF4-FFF2-40B4-BE49-F238E27FC236}">
                                  <a16:creationId xmlns:a16="http://schemas.microsoft.com/office/drawing/2014/main" id="{A41E828D-23E8-4958-B25E-0D5FCE96D80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474" name="Flowchart: Connector 10473">
                              <a:extLst>
                                <a:ext uri="{FF2B5EF4-FFF2-40B4-BE49-F238E27FC236}">
                                  <a16:creationId xmlns:a16="http://schemas.microsoft.com/office/drawing/2014/main" id="{5B5316D4-7418-446B-AEC6-1D6FD72AF96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475" name="Flowchart: Connector 10474">
                              <a:extLst>
                                <a:ext uri="{FF2B5EF4-FFF2-40B4-BE49-F238E27FC236}">
                                  <a16:creationId xmlns:a16="http://schemas.microsoft.com/office/drawing/2014/main" id="{E187A559-B50B-46C4-8AD3-CAD3653FEA65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476" name="Flowchart: Connector 10475">
                              <a:extLst>
                                <a:ext uri="{FF2B5EF4-FFF2-40B4-BE49-F238E27FC236}">
                                  <a16:creationId xmlns:a16="http://schemas.microsoft.com/office/drawing/2014/main" id="{BA71C076-81E0-4098-B030-C812D092501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477" name="Flowchart: Connector 10476">
                              <a:extLst>
                                <a:ext uri="{FF2B5EF4-FFF2-40B4-BE49-F238E27FC236}">
                                  <a16:creationId xmlns:a16="http://schemas.microsoft.com/office/drawing/2014/main" id="{9EBE4189-91A2-48DB-9FA6-DFC721EA7A3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478" name="Flowchart: Connector 10477">
                              <a:extLst>
                                <a:ext uri="{FF2B5EF4-FFF2-40B4-BE49-F238E27FC236}">
                                  <a16:creationId xmlns:a16="http://schemas.microsoft.com/office/drawing/2014/main" id="{8253542B-80EB-40D4-9F40-7DF76A6B39D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479" name="3D Model 10478" descr="Sphere">
                                  <a:extLst>
                                    <a:ext uri="{FF2B5EF4-FFF2-40B4-BE49-F238E27FC236}">
                                      <a16:creationId xmlns:a16="http://schemas.microsoft.com/office/drawing/2014/main" id="{626C632A-81C6-4541-9EBA-E94796A1D07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239991106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480" name="Flowchart: Connector 10479">
                              <a:extLst>
                                <a:ext uri="{FF2B5EF4-FFF2-40B4-BE49-F238E27FC236}">
                                  <a16:creationId xmlns:a16="http://schemas.microsoft.com/office/drawing/2014/main" id="{0EAEB306-5976-4872-B656-371424B5175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481" name="3D Model 10480" descr="Sphere">
                                  <a:extLst>
                                    <a:ext uri="{FF2B5EF4-FFF2-40B4-BE49-F238E27FC236}">
                                      <a16:creationId xmlns:a16="http://schemas.microsoft.com/office/drawing/2014/main" id="{86DF0860-C2E4-456A-8055-73BF496F579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990059474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482" name="Flowchart: Connector 10481">
                              <a:extLst>
                                <a:ext uri="{FF2B5EF4-FFF2-40B4-BE49-F238E27FC236}">
                                  <a16:creationId xmlns:a16="http://schemas.microsoft.com/office/drawing/2014/main" id="{2517094E-BBAE-4D87-9AC9-E6B0EE53ECD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483" name="3D Model 10482" descr="Sphere">
                                  <a:extLst>
                                    <a:ext uri="{FF2B5EF4-FFF2-40B4-BE49-F238E27FC236}">
                                      <a16:creationId xmlns:a16="http://schemas.microsoft.com/office/drawing/2014/main" id="{97A1E712-1846-479C-92EE-13EFF68D894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066936131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484" name="Flowchart: Connector 10483">
                              <a:extLst>
                                <a:ext uri="{FF2B5EF4-FFF2-40B4-BE49-F238E27FC236}">
                                  <a16:creationId xmlns:a16="http://schemas.microsoft.com/office/drawing/2014/main" id="{C14F796D-2968-4AEC-87B8-8F870AAE1DD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485" name="3D Model 10484" descr="Sphere">
                                  <a:extLst>
                                    <a:ext uri="{FF2B5EF4-FFF2-40B4-BE49-F238E27FC236}">
                                      <a16:creationId xmlns:a16="http://schemas.microsoft.com/office/drawing/2014/main" id="{E7B01133-C144-47ED-BBC0-43CAA0E7A88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61201753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0437" name="Group 10436">
                            <a:extLst>
                              <a:ext uri="{FF2B5EF4-FFF2-40B4-BE49-F238E27FC236}">
                                <a16:creationId xmlns:a16="http://schemas.microsoft.com/office/drawing/2014/main" id="{8885EC40-7342-4A99-8EF7-21E16DCA049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0454" name="Flowchart: Connector 10453">
                              <a:extLst>
                                <a:ext uri="{FF2B5EF4-FFF2-40B4-BE49-F238E27FC236}">
                                  <a16:creationId xmlns:a16="http://schemas.microsoft.com/office/drawing/2014/main" id="{E6E716DB-72E8-4E3F-B022-B3BA333B025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455" name="Flowchart: Connector 10454">
                              <a:extLst>
                                <a:ext uri="{FF2B5EF4-FFF2-40B4-BE49-F238E27FC236}">
                                  <a16:creationId xmlns:a16="http://schemas.microsoft.com/office/drawing/2014/main" id="{D2D9A837-81BC-4CC8-A14A-35B815CC759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456" name="Flowchart: Connector 10455">
                              <a:extLst>
                                <a:ext uri="{FF2B5EF4-FFF2-40B4-BE49-F238E27FC236}">
                                  <a16:creationId xmlns:a16="http://schemas.microsoft.com/office/drawing/2014/main" id="{0F46E647-E761-4667-B5AF-EF0C1DB26DD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457" name="Flowchart: Connector 10456">
                              <a:extLst>
                                <a:ext uri="{FF2B5EF4-FFF2-40B4-BE49-F238E27FC236}">
                                  <a16:creationId xmlns:a16="http://schemas.microsoft.com/office/drawing/2014/main" id="{6673244F-8B39-43C3-BC2D-A631415A2DB5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458" name="Flowchart: Connector 10457">
                              <a:extLst>
                                <a:ext uri="{FF2B5EF4-FFF2-40B4-BE49-F238E27FC236}">
                                  <a16:creationId xmlns:a16="http://schemas.microsoft.com/office/drawing/2014/main" id="{C6254CF2-C3B9-40E8-A756-99D44228E7C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459" name="Flowchart: Connector 10458">
                              <a:extLst>
                                <a:ext uri="{FF2B5EF4-FFF2-40B4-BE49-F238E27FC236}">
                                  <a16:creationId xmlns:a16="http://schemas.microsoft.com/office/drawing/2014/main" id="{95CF2A05-D0E8-4AFD-BBCF-99854E39396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460" name="Flowchart: Connector 10459">
                              <a:extLst>
                                <a:ext uri="{FF2B5EF4-FFF2-40B4-BE49-F238E27FC236}">
                                  <a16:creationId xmlns:a16="http://schemas.microsoft.com/office/drawing/2014/main" id="{08FA4404-BD01-4608-9B3B-1A4FE79CBBD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461" name="Flowchart: Connector 10460">
                              <a:extLst>
                                <a:ext uri="{FF2B5EF4-FFF2-40B4-BE49-F238E27FC236}">
                                  <a16:creationId xmlns:a16="http://schemas.microsoft.com/office/drawing/2014/main" id="{8ACA502B-B7B5-47DB-B723-04C1FB0C6A0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462" name="Flowchart: Connector 10461">
                              <a:extLst>
                                <a:ext uri="{FF2B5EF4-FFF2-40B4-BE49-F238E27FC236}">
                                  <a16:creationId xmlns:a16="http://schemas.microsoft.com/office/drawing/2014/main" id="{98FF44AB-4DDE-4AE9-9F9B-6E9BDADCEFF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463" name="3D Model 10462" descr="Sphere">
                                  <a:extLst>
                                    <a:ext uri="{FF2B5EF4-FFF2-40B4-BE49-F238E27FC236}">
                                      <a16:creationId xmlns:a16="http://schemas.microsoft.com/office/drawing/2014/main" id="{A33CD538-1862-4DC6-9A2E-9867949A1FE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510444190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464" name="Flowchart: Connector 10463">
                              <a:extLst>
                                <a:ext uri="{FF2B5EF4-FFF2-40B4-BE49-F238E27FC236}">
                                  <a16:creationId xmlns:a16="http://schemas.microsoft.com/office/drawing/2014/main" id="{4043FEDD-D0A4-48AF-8599-B0D5952AA2E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465" name="3D Model 10464" descr="Sphere">
                                  <a:extLst>
                                    <a:ext uri="{FF2B5EF4-FFF2-40B4-BE49-F238E27FC236}">
                                      <a16:creationId xmlns:a16="http://schemas.microsoft.com/office/drawing/2014/main" id="{47EE6CFB-5993-4B7F-A0CE-0F3F5AEAC06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2843880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466" name="Flowchart: Connector 10465">
                              <a:extLst>
                                <a:ext uri="{FF2B5EF4-FFF2-40B4-BE49-F238E27FC236}">
                                  <a16:creationId xmlns:a16="http://schemas.microsoft.com/office/drawing/2014/main" id="{05F4BA77-3FCD-47E4-B9EE-065DD62FA71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467" name="3D Model 10466" descr="Sphere">
                                  <a:extLst>
                                    <a:ext uri="{FF2B5EF4-FFF2-40B4-BE49-F238E27FC236}">
                                      <a16:creationId xmlns:a16="http://schemas.microsoft.com/office/drawing/2014/main" id="{7B7B9C43-133B-4C33-9A47-8CD778A2096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869928689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468" name="Flowchart: Connector 10467">
                              <a:extLst>
                                <a:ext uri="{FF2B5EF4-FFF2-40B4-BE49-F238E27FC236}">
                                  <a16:creationId xmlns:a16="http://schemas.microsoft.com/office/drawing/2014/main" id="{E7377F35-7AF3-4480-A6F7-F96094DB260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469" name="3D Model 10468" descr="Sphere">
                                  <a:extLst>
                                    <a:ext uri="{FF2B5EF4-FFF2-40B4-BE49-F238E27FC236}">
                                      <a16:creationId xmlns:a16="http://schemas.microsoft.com/office/drawing/2014/main" id="{A0E1C331-F4F0-4861-91EE-40E6151D0FF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76037799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10438" name="Flowchart: Connector 10437">
                            <a:extLst>
                              <a:ext uri="{FF2B5EF4-FFF2-40B4-BE49-F238E27FC236}">
                                <a16:creationId xmlns:a16="http://schemas.microsoft.com/office/drawing/2014/main" id="{FBC96ABB-2983-451F-8E9B-21128D06C59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439" name="Flowchart: Connector 10438">
                            <a:extLst>
                              <a:ext uri="{FF2B5EF4-FFF2-40B4-BE49-F238E27FC236}">
                                <a16:creationId xmlns:a16="http://schemas.microsoft.com/office/drawing/2014/main" id="{C12A1F94-E087-4D7C-B6C9-DF1EB3EDB90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440" name="Flowchart: Connector 10439">
                            <a:extLst>
                              <a:ext uri="{FF2B5EF4-FFF2-40B4-BE49-F238E27FC236}">
                                <a16:creationId xmlns:a16="http://schemas.microsoft.com/office/drawing/2014/main" id="{DBA9240E-A51C-4765-A727-55DAEEEA66A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441" name="Flowchart: Connector 10440">
                            <a:extLst>
                              <a:ext uri="{FF2B5EF4-FFF2-40B4-BE49-F238E27FC236}">
                                <a16:creationId xmlns:a16="http://schemas.microsoft.com/office/drawing/2014/main" id="{10931A5F-2431-4367-8FF1-31B05C38C96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442" name="Flowchart: Connector 10441">
                            <a:extLst>
                              <a:ext uri="{FF2B5EF4-FFF2-40B4-BE49-F238E27FC236}">
                                <a16:creationId xmlns:a16="http://schemas.microsoft.com/office/drawing/2014/main" id="{3C19A364-58BA-4C00-BED4-F1D927C774C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443" name="Flowchart: Connector 10442">
                            <a:extLst>
                              <a:ext uri="{FF2B5EF4-FFF2-40B4-BE49-F238E27FC236}">
                                <a16:creationId xmlns:a16="http://schemas.microsoft.com/office/drawing/2014/main" id="{512ECE14-54C9-4BE7-B858-F7BF054A964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444" name="Flowchart: Connector 10443">
                            <a:extLst>
                              <a:ext uri="{FF2B5EF4-FFF2-40B4-BE49-F238E27FC236}">
                                <a16:creationId xmlns:a16="http://schemas.microsoft.com/office/drawing/2014/main" id="{75F8353A-C380-4CEA-90D3-367F4113B5D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445" name="Flowchart: Connector 10444">
                            <a:extLst>
                              <a:ext uri="{FF2B5EF4-FFF2-40B4-BE49-F238E27FC236}">
                                <a16:creationId xmlns:a16="http://schemas.microsoft.com/office/drawing/2014/main" id="{1CB608E6-16CC-4576-B45E-C823AC3C7DD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446" name="Flowchart: Connector 10445">
                            <a:extLst>
                              <a:ext uri="{FF2B5EF4-FFF2-40B4-BE49-F238E27FC236}">
                                <a16:creationId xmlns:a16="http://schemas.microsoft.com/office/drawing/2014/main" id="{DE4DF086-A5A2-4176-A0EB-ADCD80DB6ED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447" name="3D Model 10446" descr="Sphere">
                                <a:extLst>
                                  <a:ext uri="{FF2B5EF4-FFF2-40B4-BE49-F238E27FC236}">
                                    <a16:creationId xmlns:a16="http://schemas.microsoft.com/office/drawing/2014/main" id="{57F7D810-4D4D-4947-ABDE-6582A30B78F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978016931"/>
                                  </p:ext>
                                </p:extLst>
                              </p:nvPr>
                            </p:nvGraphicFramePr>
                            <p:xfrm>
                              <a:off x="2127272" y="1515698"/>
                              <a:ext cx="299738" cy="29973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7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4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12" name="3D Model 911" descr="Sphere">
                                <a:extLst>
                                  <a:ext uri="{FF2B5EF4-FFF2-40B4-BE49-F238E27FC236}">
                                    <a16:creationId xmlns:a16="http://schemas.microsoft.com/office/drawing/2014/main" id="{EFF63504-F791-4099-8B09-8ACAE9152D7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691542" y="2257619"/>
                                <a:ext cx="52067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448" name="Flowchart: Connector 10447">
                            <a:extLst>
                              <a:ext uri="{FF2B5EF4-FFF2-40B4-BE49-F238E27FC236}">
                                <a16:creationId xmlns:a16="http://schemas.microsoft.com/office/drawing/2014/main" id="{44558FDB-A4D3-44B0-B1E1-B60B16B13F3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449" name="3D Model 10448" descr="Sphere">
                                <a:extLst>
                                  <a:ext uri="{FF2B5EF4-FFF2-40B4-BE49-F238E27FC236}">
                                    <a16:creationId xmlns:a16="http://schemas.microsoft.com/office/drawing/2014/main" id="{C31D7EEC-A1E5-44CD-A04F-82EB242AB74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180226328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14" name="3D Model 913" descr="Sphere">
                                <a:extLst>
                                  <a:ext uri="{FF2B5EF4-FFF2-40B4-BE49-F238E27FC236}">
                                    <a16:creationId xmlns:a16="http://schemas.microsoft.com/office/drawing/2014/main" id="{BB2A5801-0595-4989-A3CE-F9C2107FA37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732782" y="226968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450" name="Flowchart: Connector 10449">
                            <a:extLst>
                              <a:ext uri="{FF2B5EF4-FFF2-40B4-BE49-F238E27FC236}">
                                <a16:creationId xmlns:a16="http://schemas.microsoft.com/office/drawing/2014/main" id="{E8C42E5C-E526-467D-B50A-53CA71C3BB4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6940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451" name="3D Model 10450" descr="Sphere">
                                <a:extLst>
                                  <a:ext uri="{FF2B5EF4-FFF2-40B4-BE49-F238E27FC236}">
                                    <a16:creationId xmlns:a16="http://schemas.microsoft.com/office/drawing/2014/main" id="{AE1C68D0-040B-4224-A5E0-9C9F91D9DC9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536372883"/>
                                  </p:ext>
                                </p:extLst>
                              </p:nvPr>
                            </p:nvGraphicFramePr>
                            <p:xfrm>
                              <a:off x="2609177" y="164853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16" name="3D Model 915" descr="Sphere">
                                <a:extLst>
                                  <a:ext uri="{FF2B5EF4-FFF2-40B4-BE49-F238E27FC236}">
                                    <a16:creationId xmlns:a16="http://schemas.microsoft.com/office/drawing/2014/main" id="{085EEDE2-4F9B-41F7-9E9E-B5B166BCABD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775252" y="2282638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452" name="Flowchart: Connector 10451">
                            <a:extLst>
                              <a:ext uri="{FF2B5EF4-FFF2-40B4-BE49-F238E27FC236}">
                                <a16:creationId xmlns:a16="http://schemas.microsoft.com/office/drawing/2014/main" id="{AA30C98D-97A8-4527-AB8F-DE1925AF971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453" name="3D Model 10452" descr="Sphere">
                                <a:extLst>
                                  <a:ext uri="{FF2B5EF4-FFF2-40B4-BE49-F238E27FC236}">
                                    <a16:creationId xmlns:a16="http://schemas.microsoft.com/office/drawing/2014/main" id="{231406A5-24AA-459E-8917-380F719775E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76032205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18" name="3D Model 917" descr="Sphere">
                                <a:extLst>
                                  <a:ext uri="{FF2B5EF4-FFF2-40B4-BE49-F238E27FC236}">
                                    <a16:creationId xmlns:a16="http://schemas.microsoft.com/office/drawing/2014/main" id="{2068CB14-7D8F-47FD-955D-7AD0EB5FF67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821878" y="2297717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sp>
                    <p:nvSpPr>
                      <p:cNvPr id="10365" name="Flowchart: Connector 10364">
                        <a:extLst>
                          <a:ext uri="{FF2B5EF4-FFF2-40B4-BE49-F238E27FC236}">
                            <a16:creationId xmlns:a16="http://schemas.microsoft.com/office/drawing/2014/main" id="{9654B904-DB1F-454B-857A-FCB056CE8E2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06374" y="21384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366" name="Flowchart: Connector 10365">
                        <a:extLst>
                          <a:ext uri="{FF2B5EF4-FFF2-40B4-BE49-F238E27FC236}">
                            <a16:creationId xmlns:a16="http://schemas.microsoft.com/office/drawing/2014/main" id="{DEF9592B-A7D0-49F8-B61C-DE74FCAE226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886236" y="22322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367" name="Flowchart: Connector 10366">
                        <a:extLst>
                          <a:ext uri="{FF2B5EF4-FFF2-40B4-BE49-F238E27FC236}">
                            <a16:creationId xmlns:a16="http://schemas.microsoft.com/office/drawing/2014/main" id="{ADAD5D04-1863-46A7-8663-9775ADAB951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952806" y="22254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368" name="Flowchart: Connector 10367">
                        <a:extLst>
                          <a:ext uri="{FF2B5EF4-FFF2-40B4-BE49-F238E27FC236}">
                            <a16:creationId xmlns:a16="http://schemas.microsoft.com/office/drawing/2014/main" id="{03BB30A7-48DC-4AD0-A9DF-382F3BDA626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0272" y="25040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369" name="Flowchart: Connector 10368">
                        <a:extLst>
                          <a:ext uri="{FF2B5EF4-FFF2-40B4-BE49-F238E27FC236}">
                            <a16:creationId xmlns:a16="http://schemas.microsoft.com/office/drawing/2014/main" id="{50902C7D-8950-4582-BED3-D12858E1CD2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20633" y="28301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370" name="Flowchart: Connector 10369">
                        <a:extLst>
                          <a:ext uri="{FF2B5EF4-FFF2-40B4-BE49-F238E27FC236}">
                            <a16:creationId xmlns:a16="http://schemas.microsoft.com/office/drawing/2014/main" id="{88FA28B0-2D4A-4BCB-8C56-1BC46BFF3B6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29128" y="231321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371" name="Flowchart: Connector 10370">
                        <a:extLst>
                          <a:ext uri="{FF2B5EF4-FFF2-40B4-BE49-F238E27FC236}">
                            <a16:creationId xmlns:a16="http://schemas.microsoft.com/office/drawing/2014/main" id="{1BB5D720-440E-4370-B878-FD8F39BD825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211385" y="230237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372" name="Flowchart: Connector 10371">
                        <a:extLst>
                          <a:ext uri="{FF2B5EF4-FFF2-40B4-BE49-F238E27FC236}">
                            <a16:creationId xmlns:a16="http://schemas.microsoft.com/office/drawing/2014/main" id="{17E525DE-7823-472C-89DF-E9E1F85DA49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1097" y="31484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grpSp>
                    <p:nvGrpSpPr>
                      <p:cNvPr id="10373" name="Group 10372">
                        <a:extLst>
                          <a:ext uri="{FF2B5EF4-FFF2-40B4-BE49-F238E27FC236}">
                            <a16:creationId xmlns:a16="http://schemas.microsoft.com/office/drawing/2014/main" id="{8FE69A65-6471-4CAD-85FF-613A64CA62A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20511" y="2127869"/>
                        <a:ext cx="1073693" cy="1496391"/>
                        <a:chOff x="2114936" y="1503359"/>
                        <a:chExt cx="1073693" cy="1496391"/>
                      </a:xfrm>
                    </p:grpSpPr>
                    <p:grpSp>
                      <p:nvGrpSpPr>
                        <p:cNvPr id="10374" name="Group 10373">
                          <a:extLst>
                            <a:ext uri="{FF2B5EF4-FFF2-40B4-BE49-F238E27FC236}">
                              <a16:creationId xmlns:a16="http://schemas.microsoft.com/office/drawing/2014/main" id="{764644F4-1CC6-4B00-AB58-3B2C564CDA8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7974" y="2474038"/>
                          <a:ext cx="1060655" cy="525712"/>
                          <a:chOff x="3721252" y="1733424"/>
                          <a:chExt cx="1060655" cy="525712"/>
                        </a:xfrm>
                      </p:grpSpPr>
                      <p:sp>
                        <p:nvSpPr>
                          <p:cNvPr id="10425" name="Flowchart: Connector 10424">
                            <a:extLst>
                              <a:ext uri="{FF2B5EF4-FFF2-40B4-BE49-F238E27FC236}">
                                <a16:creationId xmlns:a16="http://schemas.microsoft.com/office/drawing/2014/main" id="{EFC2F9BD-4136-4D1D-AF15-655F6C307DF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426" name="3D Model 10425" descr="Sphere">
                                <a:extLst>
                                  <a:ext uri="{FF2B5EF4-FFF2-40B4-BE49-F238E27FC236}">
                                    <a16:creationId xmlns:a16="http://schemas.microsoft.com/office/drawing/2014/main" id="{EF504B51-F42D-4993-BBAB-EAE523044E4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889452752"/>
                                  </p:ext>
                                </p:extLst>
                              </p:nvPr>
                            </p:nvGraphicFramePr>
                            <p:xfrm>
                              <a:off x="3721252" y="1733424"/>
                              <a:ext cx="299739" cy="299738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6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891" name="3D Model 890" descr="Sphere">
                                <a:extLst>
                                  <a:ext uri="{FF2B5EF4-FFF2-40B4-BE49-F238E27FC236}">
                                    <a16:creationId xmlns:a16="http://schemas.microsoft.com/office/drawing/2014/main" id="{7104BA4B-8A96-40B6-B0CF-BD492034CF7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651712" y="2465421"/>
                                <a:ext cx="52066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427" name="Flowchart: Connector 10426">
                            <a:extLst>
                              <a:ext uri="{FF2B5EF4-FFF2-40B4-BE49-F238E27FC236}">
                                <a16:creationId xmlns:a16="http://schemas.microsoft.com/office/drawing/2014/main" id="{149C830F-F978-44FA-83C7-245967D0D59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428" name="3D Model 10427" descr="Sphere">
                                <a:extLst>
                                  <a:ext uri="{FF2B5EF4-FFF2-40B4-BE49-F238E27FC236}">
                                    <a16:creationId xmlns:a16="http://schemas.microsoft.com/office/drawing/2014/main" id="{A5ABCDC0-EBB9-43A6-A274-196426EF7A1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118159066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429" name="Flowchart: Connector 10428">
                            <a:extLst>
                              <a:ext uri="{FF2B5EF4-FFF2-40B4-BE49-F238E27FC236}">
                                <a16:creationId xmlns:a16="http://schemas.microsoft.com/office/drawing/2014/main" id="{4208E800-CD07-42F3-853A-11DE4C970F4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430" name="3D Model 10429" descr="Sphere">
                                <a:extLst>
                                  <a:ext uri="{FF2B5EF4-FFF2-40B4-BE49-F238E27FC236}">
                                    <a16:creationId xmlns:a16="http://schemas.microsoft.com/office/drawing/2014/main" id="{6029BC34-FE84-4339-AB9F-7F109358A37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049705788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431" name="Flowchart: Connector 10430">
                            <a:extLst>
                              <a:ext uri="{FF2B5EF4-FFF2-40B4-BE49-F238E27FC236}">
                                <a16:creationId xmlns:a16="http://schemas.microsoft.com/office/drawing/2014/main" id="{3E4FB212-D6BF-4312-A9F5-11A496A2F38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432" name="3D Model 10431" descr="Sphere">
                                <a:extLst>
                                  <a:ext uri="{FF2B5EF4-FFF2-40B4-BE49-F238E27FC236}">
                                    <a16:creationId xmlns:a16="http://schemas.microsoft.com/office/drawing/2014/main" id="{369C4649-9ECE-4BF8-AA7E-D300503FEB9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904684095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8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0375" name="Group 10374">
                          <a:extLst>
                            <a:ext uri="{FF2B5EF4-FFF2-40B4-BE49-F238E27FC236}">
                              <a16:creationId xmlns:a16="http://schemas.microsoft.com/office/drawing/2014/main" id="{A685F279-24A8-4F37-AEC0-DE551FA686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4615" y="2140429"/>
                          <a:ext cx="1064014" cy="637179"/>
                          <a:chOff x="3717893" y="1719497"/>
                          <a:chExt cx="1064014" cy="637179"/>
                        </a:xfrm>
                      </p:grpSpPr>
                      <p:sp>
                        <p:nvSpPr>
                          <p:cNvPr id="10409" name="Flowchart: Connector 10408">
                            <a:extLst>
                              <a:ext uri="{FF2B5EF4-FFF2-40B4-BE49-F238E27FC236}">
                                <a16:creationId xmlns:a16="http://schemas.microsoft.com/office/drawing/2014/main" id="{8A8E8D02-97D8-4952-90F1-C5DDB81AF9F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410" name="Flowchart: Connector 10409">
                            <a:extLst>
                              <a:ext uri="{FF2B5EF4-FFF2-40B4-BE49-F238E27FC236}">
                                <a16:creationId xmlns:a16="http://schemas.microsoft.com/office/drawing/2014/main" id="{446FAF57-A2A7-425C-B4E7-53C9D93030B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411" name="Flowchart: Connector 10410">
                            <a:extLst>
                              <a:ext uri="{FF2B5EF4-FFF2-40B4-BE49-F238E27FC236}">
                                <a16:creationId xmlns:a16="http://schemas.microsoft.com/office/drawing/2014/main" id="{F530C30E-6DBD-45F7-893E-03569C0C1F7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412" name="Flowchart: Connector 10411">
                            <a:extLst>
                              <a:ext uri="{FF2B5EF4-FFF2-40B4-BE49-F238E27FC236}">
                                <a16:creationId xmlns:a16="http://schemas.microsoft.com/office/drawing/2014/main" id="{1DCB5FC1-ED50-43E6-8580-EB67F03F285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413" name="Flowchart: Connector 10412">
                            <a:extLst>
                              <a:ext uri="{FF2B5EF4-FFF2-40B4-BE49-F238E27FC236}">
                                <a16:creationId xmlns:a16="http://schemas.microsoft.com/office/drawing/2014/main" id="{740B000B-6E7A-48DF-B53B-03DF6C98BB2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414" name="Flowchart: Connector 10413">
                            <a:extLst>
                              <a:ext uri="{FF2B5EF4-FFF2-40B4-BE49-F238E27FC236}">
                                <a16:creationId xmlns:a16="http://schemas.microsoft.com/office/drawing/2014/main" id="{C2E8F1BF-AB17-4E98-96E1-4C713171E1B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415" name="Flowchart: Connector 10414">
                            <a:extLst>
                              <a:ext uri="{FF2B5EF4-FFF2-40B4-BE49-F238E27FC236}">
                                <a16:creationId xmlns:a16="http://schemas.microsoft.com/office/drawing/2014/main" id="{4DFD2FB9-1B0A-4548-A354-B32276E3815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416" name="Flowchart: Connector 10415">
                            <a:extLst>
                              <a:ext uri="{FF2B5EF4-FFF2-40B4-BE49-F238E27FC236}">
                                <a16:creationId xmlns:a16="http://schemas.microsoft.com/office/drawing/2014/main" id="{6EE62861-D107-4BE0-83E4-6B0DB2C393B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417" name="Flowchart: Connector 10416">
                            <a:extLst>
                              <a:ext uri="{FF2B5EF4-FFF2-40B4-BE49-F238E27FC236}">
                                <a16:creationId xmlns:a16="http://schemas.microsoft.com/office/drawing/2014/main" id="{0506BE75-D697-4BA5-BAE5-0DA92B292B5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418" name="3D Model 10417" descr="Sphere">
                                <a:extLst>
                                  <a:ext uri="{FF2B5EF4-FFF2-40B4-BE49-F238E27FC236}">
                                    <a16:creationId xmlns:a16="http://schemas.microsoft.com/office/drawing/2014/main" id="{BEAEFB55-FFEC-4D9C-8781-C49352A8B40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939733913"/>
                                  </p:ext>
                                </p:extLst>
                              </p:nvPr>
                            </p:nvGraphicFramePr>
                            <p:xfrm>
                              <a:off x="3717893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883" name="3D Model 882" descr="Sphere">
                                <a:extLst>
                                  <a:ext uri="{FF2B5EF4-FFF2-40B4-BE49-F238E27FC236}">
                                    <a16:creationId xmlns:a16="http://schemas.microsoft.com/office/drawing/2014/main" id="{34424F11-9FE6-4FB3-B40C-12306578544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651128" y="2402586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419" name="Flowchart: Connector 10418">
                            <a:extLst>
                              <a:ext uri="{FF2B5EF4-FFF2-40B4-BE49-F238E27FC236}">
                                <a16:creationId xmlns:a16="http://schemas.microsoft.com/office/drawing/2014/main" id="{77209769-CA7D-4D92-8C99-224F8E5C717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420" name="3D Model 10419" descr="Sphere">
                                <a:extLst>
                                  <a:ext uri="{FF2B5EF4-FFF2-40B4-BE49-F238E27FC236}">
                                    <a16:creationId xmlns:a16="http://schemas.microsoft.com/office/drawing/2014/main" id="{14E7D531-15D4-47BA-976E-3C64846E6E5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587657859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421" name="Flowchart: Connector 10420">
                            <a:extLst>
                              <a:ext uri="{FF2B5EF4-FFF2-40B4-BE49-F238E27FC236}">
                                <a16:creationId xmlns:a16="http://schemas.microsoft.com/office/drawing/2014/main" id="{2FCEDCED-E817-4518-B83C-6B53132A4C1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422" name="3D Model 10421" descr="Sphere">
                                <a:extLst>
                                  <a:ext uri="{FF2B5EF4-FFF2-40B4-BE49-F238E27FC236}">
                                    <a16:creationId xmlns:a16="http://schemas.microsoft.com/office/drawing/2014/main" id="{0BE3B73B-AE23-40FE-996D-93C5A2FD1AC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309211328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423" name="Flowchart: Connector 10422">
                            <a:extLst>
                              <a:ext uri="{FF2B5EF4-FFF2-40B4-BE49-F238E27FC236}">
                                <a16:creationId xmlns:a16="http://schemas.microsoft.com/office/drawing/2014/main" id="{95BD803F-A4CB-4F07-B4EB-9DD7BF9D083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424" name="3D Model 10423" descr="Sphere">
                                <a:extLst>
                                  <a:ext uri="{FF2B5EF4-FFF2-40B4-BE49-F238E27FC236}">
                                    <a16:creationId xmlns:a16="http://schemas.microsoft.com/office/drawing/2014/main" id="{6DDE85CC-7EC4-40FF-A6CA-D95258EB5DB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212379228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0376" name="Group 10375">
                          <a:extLst>
                            <a:ext uri="{FF2B5EF4-FFF2-40B4-BE49-F238E27FC236}">
                              <a16:creationId xmlns:a16="http://schemas.microsoft.com/office/drawing/2014/main" id="{650E6F82-F12E-49E2-9DEF-A5187CB5025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936" y="1817250"/>
                          <a:ext cx="1064014" cy="643455"/>
                          <a:chOff x="3717893" y="1713221"/>
                          <a:chExt cx="1064014" cy="643455"/>
                        </a:xfrm>
                      </p:grpSpPr>
                      <p:sp>
                        <p:nvSpPr>
                          <p:cNvPr id="10393" name="Flowchart: Connector 10392">
                            <a:extLst>
                              <a:ext uri="{FF2B5EF4-FFF2-40B4-BE49-F238E27FC236}">
                                <a16:creationId xmlns:a16="http://schemas.microsoft.com/office/drawing/2014/main" id="{73ABB6D0-7A0E-4DA8-9498-6E02193C5C9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394" name="Flowchart: Connector 10393">
                            <a:extLst>
                              <a:ext uri="{FF2B5EF4-FFF2-40B4-BE49-F238E27FC236}">
                                <a16:creationId xmlns:a16="http://schemas.microsoft.com/office/drawing/2014/main" id="{18761268-99DC-4C1E-A007-9AC23C6F81E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395" name="Flowchart: Connector 10394">
                            <a:extLst>
                              <a:ext uri="{FF2B5EF4-FFF2-40B4-BE49-F238E27FC236}">
                                <a16:creationId xmlns:a16="http://schemas.microsoft.com/office/drawing/2014/main" id="{1DDC0AC0-F42F-4062-B5C8-E69B88EE063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396" name="Flowchart: Connector 10395">
                            <a:extLst>
                              <a:ext uri="{FF2B5EF4-FFF2-40B4-BE49-F238E27FC236}">
                                <a16:creationId xmlns:a16="http://schemas.microsoft.com/office/drawing/2014/main" id="{7AEC1BF8-141E-4638-B25C-258B23B9940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397" name="Flowchart: Connector 10396">
                            <a:extLst>
                              <a:ext uri="{FF2B5EF4-FFF2-40B4-BE49-F238E27FC236}">
                                <a16:creationId xmlns:a16="http://schemas.microsoft.com/office/drawing/2014/main" id="{55BFA217-B726-4103-9A9E-47AAC047D73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398" name="Flowchart: Connector 10397">
                            <a:extLst>
                              <a:ext uri="{FF2B5EF4-FFF2-40B4-BE49-F238E27FC236}">
                                <a16:creationId xmlns:a16="http://schemas.microsoft.com/office/drawing/2014/main" id="{B4CE0CF0-04BD-4E03-91A2-67456F9B63B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399" name="Flowchart: Connector 10398">
                            <a:extLst>
                              <a:ext uri="{FF2B5EF4-FFF2-40B4-BE49-F238E27FC236}">
                                <a16:creationId xmlns:a16="http://schemas.microsoft.com/office/drawing/2014/main" id="{A2DF4C4D-D4F5-4809-85D3-2AD2F78E592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400" name="Flowchart: Connector 10399">
                            <a:extLst>
                              <a:ext uri="{FF2B5EF4-FFF2-40B4-BE49-F238E27FC236}">
                                <a16:creationId xmlns:a16="http://schemas.microsoft.com/office/drawing/2014/main" id="{2088B33D-1ECE-4B6C-8E3B-F6AB9576D2B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401" name="Flowchart: Connector 10400">
                            <a:extLst>
                              <a:ext uri="{FF2B5EF4-FFF2-40B4-BE49-F238E27FC236}">
                                <a16:creationId xmlns:a16="http://schemas.microsoft.com/office/drawing/2014/main" id="{9BE1B2BF-1676-4C04-8F9E-7CA8AA62E9D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402" name="3D Model 10401" descr="Sphere">
                                <a:extLst>
                                  <a:ext uri="{FF2B5EF4-FFF2-40B4-BE49-F238E27FC236}">
                                    <a16:creationId xmlns:a16="http://schemas.microsoft.com/office/drawing/2014/main" id="{9B2A26EE-93E7-4E3B-99F5-1E4DB999496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181850746"/>
                                  </p:ext>
                                </p:extLst>
                              </p:nvPr>
                            </p:nvGraphicFramePr>
                            <p:xfrm>
                              <a:off x="3717893" y="171322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867" name="3D Model 866" descr="Sphere">
                                <a:extLst>
                                  <a:ext uri="{FF2B5EF4-FFF2-40B4-BE49-F238E27FC236}">
                                    <a16:creationId xmlns:a16="http://schemas.microsoft.com/office/drawing/2014/main" id="{91844925-F6F7-450C-B8D3-E63B7F45C8E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649447" y="2341716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403" name="Flowchart: Connector 10402">
                            <a:extLst>
                              <a:ext uri="{FF2B5EF4-FFF2-40B4-BE49-F238E27FC236}">
                                <a16:creationId xmlns:a16="http://schemas.microsoft.com/office/drawing/2014/main" id="{382541C5-D7A7-4153-88C1-58EF8EEF1D6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404" name="3D Model 10403" descr="Sphere">
                                <a:extLst>
                                  <a:ext uri="{FF2B5EF4-FFF2-40B4-BE49-F238E27FC236}">
                                    <a16:creationId xmlns:a16="http://schemas.microsoft.com/office/drawing/2014/main" id="{714FC111-8F40-4FAE-8E4F-56BDB896A02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553650320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869" name="3D Model 868" descr="Sphere">
                                <a:extLst>
                                  <a:ext uri="{FF2B5EF4-FFF2-40B4-BE49-F238E27FC236}">
                                    <a16:creationId xmlns:a16="http://schemas.microsoft.com/office/drawing/2014/main" id="{FF55A920-C771-44B6-BF72-F840F1842F7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691148" y="2357586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405" name="Flowchart: Connector 10404">
                            <a:extLst>
                              <a:ext uri="{FF2B5EF4-FFF2-40B4-BE49-F238E27FC236}">
                                <a16:creationId xmlns:a16="http://schemas.microsoft.com/office/drawing/2014/main" id="{56230C19-ACFB-42DD-9824-D051EA70C97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406" name="3D Model 10405" descr="Sphere">
                                <a:extLst>
                                  <a:ext uri="{FF2B5EF4-FFF2-40B4-BE49-F238E27FC236}">
                                    <a16:creationId xmlns:a16="http://schemas.microsoft.com/office/drawing/2014/main" id="{0DC9349B-5146-43F5-A18E-9609AD2F7F1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101957466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407" name="Flowchart: Connector 10406">
                            <a:extLst>
                              <a:ext uri="{FF2B5EF4-FFF2-40B4-BE49-F238E27FC236}">
                                <a16:creationId xmlns:a16="http://schemas.microsoft.com/office/drawing/2014/main" id="{CD41795A-86BF-442C-A87C-16B54935332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408" name="3D Model 10407" descr="Sphere">
                                <a:extLst>
                                  <a:ext uri="{FF2B5EF4-FFF2-40B4-BE49-F238E27FC236}">
                                    <a16:creationId xmlns:a16="http://schemas.microsoft.com/office/drawing/2014/main" id="{B88E5139-1EB2-4FB6-B442-C80ADAF9977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208787475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10377" name="Flowchart: Connector 10376">
                          <a:extLst>
                            <a:ext uri="{FF2B5EF4-FFF2-40B4-BE49-F238E27FC236}">
                              <a16:creationId xmlns:a16="http://schemas.microsoft.com/office/drawing/2014/main" id="{7C739503-D519-4F90-BE33-2C0DFE163A5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378" name="Flowchart: Connector 10377">
                          <a:extLst>
                            <a:ext uri="{FF2B5EF4-FFF2-40B4-BE49-F238E27FC236}">
                              <a16:creationId xmlns:a16="http://schemas.microsoft.com/office/drawing/2014/main" id="{15D7A8D6-AED3-4271-8C90-6A20EE5C9CC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379" name="Flowchart: Connector 10378">
                          <a:extLst>
                            <a:ext uri="{FF2B5EF4-FFF2-40B4-BE49-F238E27FC236}">
                              <a16:creationId xmlns:a16="http://schemas.microsoft.com/office/drawing/2014/main" id="{C9A298B6-0F29-41F9-A234-6AF11B9E17F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26347" y="177334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380" name="Flowchart: Connector 10379">
                          <a:extLst>
                            <a:ext uri="{FF2B5EF4-FFF2-40B4-BE49-F238E27FC236}">
                              <a16:creationId xmlns:a16="http://schemas.microsoft.com/office/drawing/2014/main" id="{CEBDB0CF-284F-462C-9442-60484819F83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381" name="Flowchart: Connector 10380">
                          <a:extLst>
                            <a:ext uri="{FF2B5EF4-FFF2-40B4-BE49-F238E27FC236}">
                              <a16:creationId xmlns:a16="http://schemas.microsoft.com/office/drawing/2014/main" id="{7C0767F9-39E9-41F5-A0D6-D736C2BBC2A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382" name="Flowchart: Connector 10381">
                          <a:extLst>
                            <a:ext uri="{FF2B5EF4-FFF2-40B4-BE49-F238E27FC236}">
                              <a16:creationId xmlns:a16="http://schemas.microsoft.com/office/drawing/2014/main" id="{4DE3A541-808D-4188-812C-7C63F52C4EE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383" name="Flowchart: Connector 10382">
                          <a:extLst>
                            <a:ext uri="{FF2B5EF4-FFF2-40B4-BE49-F238E27FC236}">
                              <a16:creationId xmlns:a16="http://schemas.microsoft.com/office/drawing/2014/main" id="{5BCA118E-F1B1-4163-978E-0F76207A144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384" name="Flowchart: Connector 10383">
                          <a:extLst>
                            <a:ext uri="{FF2B5EF4-FFF2-40B4-BE49-F238E27FC236}">
                              <a16:creationId xmlns:a16="http://schemas.microsoft.com/office/drawing/2014/main" id="{0BF32C42-FA34-49C2-8289-6ACF86715B1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385" name="Flowchart: Connector 10384">
                          <a:extLst>
                            <a:ext uri="{FF2B5EF4-FFF2-40B4-BE49-F238E27FC236}">
                              <a16:creationId xmlns:a16="http://schemas.microsoft.com/office/drawing/2014/main" id="{4ED273A1-2853-4F44-91FB-7A5C65B0961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386" name="3D Model 10385" descr="Sphere">
                              <a:extLst>
                                <a:ext uri="{FF2B5EF4-FFF2-40B4-BE49-F238E27FC236}">
                                  <a16:creationId xmlns:a16="http://schemas.microsoft.com/office/drawing/2014/main" id="{0A1B74D5-E1FE-43BC-95D5-6927E5A3843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64305427"/>
                                </p:ext>
                              </p:extLst>
                            </p:nvPr>
                          </p:nvGraphicFramePr>
                          <p:xfrm>
                            <a:off x="2122087" y="1503359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433448" ay="1433014" az="-1105299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7"/>
                                </am3d:raster>
                                <am3d:objViewport viewportSz="5757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851" name="3D Model 850" descr="Sphere">
                              <a:extLst>
                                <a:ext uri="{FF2B5EF4-FFF2-40B4-BE49-F238E27FC236}">
                                  <a16:creationId xmlns:a16="http://schemas.microsoft.com/office/drawing/2014/main" id="{0727A1CA-B6CD-4DAE-99FF-69BB90DD571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650689" y="2282596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387" name="Flowchart: Connector 10386">
                          <a:extLst>
                            <a:ext uri="{FF2B5EF4-FFF2-40B4-BE49-F238E27FC236}">
                              <a16:creationId xmlns:a16="http://schemas.microsoft.com/office/drawing/2014/main" id="{1962A609-EF32-4A2A-8E4B-580063DC595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388" name="3D Model 10387" descr="Sphere">
                              <a:extLst>
                                <a:ext uri="{FF2B5EF4-FFF2-40B4-BE49-F238E27FC236}">
                                  <a16:creationId xmlns:a16="http://schemas.microsoft.com/office/drawing/2014/main" id="{8D741791-62E2-4C75-B8A8-F18ED6EF278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225012378"/>
                                </p:ext>
                              </p:extLst>
                            </p:nvPr>
                          </p:nvGraphicFramePr>
                          <p:xfrm>
                            <a:off x="2368043" y="1593681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5"/>
                                </am3d:raster>
                                <am3d:objViewport viewportSz="5886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853" name="3D Model 852" descr="Sphere">
                              <a:extLst>
                                <a:ext uri="{FF2B5EF4-FFF2-40B4-BE49-F238E27FC236}">
                                  <a16:creationId xmlns:a16="http://schemas.microsoft.com/office/drawing/2014/main" id="{D841DD42-36A5-4623-BE98-E44C0C8B5602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693413" y="2299608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389" name="Flowchart: Connector 10388">
                          <a:extLst>
                            <a:ext uri="{FF2B5EF4-FFF2-40B4-BE49-F238E27FC236}">
                              <a16:creationId xmlns:a16="http://schemas.microsoft.com/office/drawing/2014/main" id="{9CEE52A2-A702-4B61-9B4C-7E6BA302E6B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390" name="3D Model 10389" descr="Sphere">
                              <a:extLst>
                                <a:ext uri="{FF2B5EF4-FFF2-40B4-BE49-F238E27FC236}">
                                  <a16:creationId xmlns:a16="http://schemas.microsoft.com/office/drawing/2014/main" id="{7C220A31-411C-48D6-A95C-EF1B3C110B6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615208201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3235" cy="6170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7"/>
                                </am3d:raster>
                                <am3d:objViewport viewportSz="6018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855" name="3D Model 854" descr="Sphere">
                              <a:extLst>
                                <a:ext uri="{FF2B5EF4-FFF2-40B4-BE49-F238E27FC236}">
                                  <a16:creationId xmlns:a16="http://schemas.microsoft.com/office/drawing/2014/main" id="{AEEBBBBB-6EA1-41E8-A645-A2AC3676D29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3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735300" y="2308624"/>
                              <a:ext cx="53235" cy="61702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391" name="Flowchart: Connector 10390">
                          <a:extLst>
                            <a:ext uri="{FF2B5EF4-FFF2-40B4-BE49-F238E27FC236}">
                              <a16:creationId xmlns:a16="http://schemas.microsoft.com/office/drawing/2014/main" id="{4F1FF909-ED75-47D8-9A86-D16501CF29A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392" name="3D Model 10391" descr="Sphere">
                              <a:extLst>
                                <a:ext uri="{FF2B5EF4-FFF2-40B4-BE49-F238E27FC236}">
                                  <a16:creationId xmlns:a16="http://schemas.microsoft.com/office/drawing/2014/main" id="{2AC424E4-B29E-454A-8F57-C88EC6A8C5E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577132995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1045" cy="5891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9"/>
                                </am3d:raster>
                                <am3d:objViewport viewportSz="5955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857" name="3D Model 856" descr="Sphere">
                              <a:extLst>
                                <a:ext uri="{FF2B5EF4-FFF2-40B4-BE49-F238E27FC236}">
                                  <a16:creationId xmlns:a16="http://schemas.microsoft.com/office/drawing/2014/main" id="{6C1E3FBB-6BE6-4150-AA32-F4B23F79453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781926" y="2325018"/>
                              <a:ext cx="51045" cy="589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10282" name="Group 10281">
                      <a:extLst>
                        <a:ext uri="{FF2B5EF4-FFF2-40B4-BE49-F238E27FC236}">
                          <a16:creationId xmlns:a16="http://schemas.microsoft.com/office/drawing/2014/main" id="{09361DED-6719-4D8D-A8C8-6AE2087D4A24}"/>
                        </a:ext>
                      </a:extLst>
                    </p:cNvPr>
                    <p:cNvGrpSpPr/>
                    <p:nvPr/>
                  </p:nvGrpSpPr>
                  <p:grpSpPr>
                    <a:xfrm rot="18542409">
                      <a:off x="2257159" y="236280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0352" name="Freeform: Shape 10351">
                        <a:extLst>
                          <a:ext uri="{FF2B5EF4-FFF2-40B4-BE49-F238E27FC236}">
                            <a16:creationId xmlns:a16="http://schemas.microsoft.com/office/drawing/2014/main" id="{95CE53FA-19A3-4967-95F5-553158940B2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353" name="Rectangle: Rounded Corners 10352">
                        <a:extLst>
                          <a:ext uri="{FF2B5EF4-FFF2-40B4-BE49-F238E27FC236}">
                            <a16:creationId xmlns:a16="http://schemas.microsoft.com/office/drawing/2014/main" id="{782A2543-8E44-4C3B-90C0-AD3636B46E1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283" name="Group 10282">
                      <a:extLst>
                        <a:ext uri="{FF2B5EF4-FFF2-40B4-BE49-F238E27FC236}">
                          <a16:creationId xmlns:a16="http://schemas.microsoft.com/office/drawing/2014/main" id="{7D601776-DEC0-4A1C-8AB7-5ADCB19CB74B}"/>
                        </a:ext>
                      </a:extLst>
                    </p:cNvPr>
                    <p:cNvGrpSpPr/>
                    <p:nvPr/>
                  </p:nvGrpSpPr>
                  <p:grpSpPr>
                    <a:xfrm rot="17122200">
                      <a:off x="1187274" y="235013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0350" name="Freeform: Shape 10349">
                        <a:extLst>
                          <a:ext uri="{FF2B5EF4-FFF2-40B4-BE49-F238E27FC236}">
                            <a16:creationId xmlns:a16="http://schemas.microsoft.com/office/drawing/2014/main" id="{E25FE962-0B23-40FD-BA66-974ABB33F63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351" name="Rectangle: Rounded Corners 10350">
                        <a:extLst>
                          <a:ext uri="{FF2B5EF4-FFF2-40B4-BE49-F238E27FC236}">
                            <a16:creationId xmlns:a16="http://schemas.microsoft.com/office/drawing/2014/main" id="{70C4F07E-B86F-4ECE-BB00-2315AC8045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284" name="Group 10283">
                      <a:extLst>
                        <a:ext uri="{FF2B5EF4-FFF2-40B4-BE49-F238E27FC236}">
                          <a16:creationId xmlns:a16="http://schemas.microsoft.com/office/drawing/2014/main" id="{D85E62DE-0026-4DDD-9B80-EB1E8F33C7A5}"/>
                        </a:ext>
                      </a:extLst>
                    </p:cNvPr>
                    <p:cNvGrpSpPr/>
                    <p:nvPr/>
                  </p:nvGrpSpPr>
                  <p:grpSpPr>
                    <a:xfrm rot="658209">
                      <a:off x="2479276" y="3323586"/>
                      <a:ext cx="746642" cy="235253"/>
                      <a:chOff x="2620172" y="2546175"/>
                      <a:chExt cx="834986" cy="143092"/>
                    </a:xfrm>
                  </p:grpSpPr>
                  <p:sp>
                    <p:nvSpPr>
                      <p:cNvPr id="10348" name="Freeform: Shape 10347">
                        <a:extLst>
                          <a:ext uri="{FF2B5EF4-FFF2-40B4-BE49-F238E27FC236}">
                            <a16:creationId xmlns:a16="http://schemas.microsoft.com/office/drawing/2014/main" id="{3C08B8B6-F268-49FA-92B8-65860195BEA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349" name="Rectangle: Rounded Corners 10348">
                        <a:extLst>
                          <a:ext uri="{FF2B5EF4-FFF2-40B4-BE49-F238E27FC236}">
                            <a16:creationId xmlns:a16="http://schemas.microsoft.com/office/drawing/2014/main" id="{A38B6C6F-1DFE-449B-917F-0C5F85A596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285" name="Group 10284">
                      <a:extLst>
                        <a:ext uri="{FF2B5EF4-FFF2-40B4-BE49-F238E27FC236}">
                          <a16:creationId xmlns:a16="http://schemas.microsoft.com/office/drawing/2014/main" id="{D74617A7-9081-45FC-A081-29DF1E47091F}"/>
                        </a:ext>
                      </a:extLst>
                    </p:cNvPr>
                    <p:cNvGrpSpPr/>
                    <p:nvPr/>
                  </p:nvGrpSpPr>
                  <p:grpSpPr>
                    <a:xfrm rot="18837888">
                      <a:off x="1789768" y="223810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0346" name="Freeform: Shape 10345">
                        <a:extLst>
                          <a:ext uri="{FF2B5EF4-FFF2-40B4-BE49-F238E27FC236}">
                            <a16:creationId xmlns:a16="http://schemas.microsoft.com/office/drawing/2014/main" id="{F23B347B-0D3F-4D15-AF42-0CDAC3D150C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347" name="Rectangle: Rounded Corners 10346">
                        <a:extLst>
                          <a:ext uri="{FF2B5EF4-FFF2-40B4-BE49-F238E27FC236}">
                            <a16:creationId xmlns:a16="http://schemas.microsoft.com/office/drawing/2014/main" id="{A83640E5-98DF-474F-B68F-E1B4B798BA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286" name="Group 10285">
                      <a:extLst>
                        <a:ext uri="{FF2B5EF4-FFF2-40B4-BE49-F238E27FC236}">
                          <a16:creationId xmlns:a16="http://schemas.microsoft.com/office/drawing/2014/main" id="{0BFFC3F1-8F6D-409F-8417-CDD9226303BC}"/>
                        </a:ext>
                      </a:extLst>
                    </p:cNvPr>
                    <p:cNvGrpSpPr/>
                    <p:nvPr/>
                  </p:nvGrpSpPr>
                  <p:grpSpPr>
                    <a:xfrm rot="16200000">
                      <a:off x="563034" y="2429570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0344" name="Freeform: Shape 10343">
                        <a:extLst>
                          <a:ext uri="{FF2B5EF4-FFF2-40B4-BE49-F238E27FC236}">
                            <a16:creationId xmlns:a16="http://schemas.microsoft.com/office/drawing/2014/main" id="{5099D6C2-B60B-421B-9299-933A94783E1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345" name="Rectangle: Rounded Corners 10344">
                        <a:extLst>
                          <a:ext uri="{FF2B5EF4-FFF2-40B4-BE49-F238E27FC236}">
                            <a16:creationId xmlns:a16="http://schemas.microsoft.com/office/drawing/2014/main" id="{47AAA946-7521-47EE-9DA6-E02A6F2C88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287" name="Group 10286">
                      <a:extLst>
                        <a:ext uri="{FF2B5EF4-FFF2-40B4-BE49-F238E27FC236}">
                          <a16:creationId xmlns:a16="http://schemas.microsoft.com/office/drawing/2014/main" id="{5FF179CA-ECD8-4358-A92C-14B186FA2B96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350328" y="442527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0342" name="Freeform: Shape 10341">
                        <a:extLst>
                          <a:ext uri="{FF2B5EF4-FFF2-40B4-BE49-F238E27FC236}">
                            <a16:creationId xmlns:a16="http://schemas.microsoft.com/office/drawing/2014/main" id="{63E70F0F-C767-4345-9B0B-78013C77DE5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343" name="Rectangle: Rounded Corners 10342">
                        <a:extLst>
                          <a:ext uri="{FF2B5EF4-FFF2-40B4-BE49-F238E27FC236}">
                            <a16:creationId xmlns:a16="http://schemas.microsoft.com/office/drawing/2014/main" id="{44B471E0-A303-44ED-8FE4-ADE4B3C829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288" name="Group 10287">
                      <a:extLst>
                        <a:ext uri="{FF2B5EF4-FFF2-40B4-BE49-F238E27FC236}">
                          <a16:creationId xmlns:a16="http://schemas.microsoft.com/office/drawing/2014/main" id="{77F6C456-E99E-4950-8076-515759E4FFAA}"/>
                        </a:ext>
                      </a:extLst>
                    </p:cNvPr>
                    <p:cNvGrpSpPr/>
                    <p:nvPr/>
                  </p:nvGrpSpPr>
                  <p:grpSpPr>
                    <a:xfrm rot="5880914">
                      <a:off x="789613" y="438062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0340" name="Freeform: Shape 10339">
                        <a:extLst>
                          <a:ext uri="{FF2B5EF4-FFF2-40B4-BE49-F238E27FC236}">
                            <a16:creationId xmlns:a16="http://schemas.microsoft.com/office/drawing/2014/main" id="{3854431A-54DD-406B-8C60-9D117946529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341" name="Rectangle: Rounded Corners 10340">
                        <a:extLst>
                          <a:ext uri="{FF2B5EF4-FFF2-40B4-BE49-F238E27FC236}">
                            <a16:creationId xmlns:a16="http://schemas.microsoft.com/office/drawing/2014/main" id="{308B5F0F-513F-483E-A478-FB4392BC79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289" name="Group 10288">
                      <a:extLst>
                        <a:ext uri="{FF2B5EF4-FFF2-40B4-BE49-F238E27FC236}">
                          <a16:creationId xmlns:a16="http://schemas.microsoft.com/office/drawing/2014/main" id="{3865A9AD-8AB9-4CA0-92EC-4A18BDF20F91}"/>
                        </a:ext>
                      </a:extLst>
                    </p:cNvPr>
                    <p:cNvGrpSpPr/>
                    <p:nvPr/>
                  </p:nvGrpSpPr>
                  <p:grpSpPr>
                    <a:xfrm rot="13587211">
                      <a:off x="651990" y="2929858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0338" name="Freeform: Shape 10337">
                        <a:extLst>
                          <a:ext uri="{FF2B5EF4-FFF2-40B4-BE49-F238E27FC236}">
                            <a16:creationId xmlns:a16="http://schemas.microsoft.com/office/drawing/2014/main" id="{C821D5EF-FB69-4631-8B5E-B15873FCF104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339" name="Rectangle: Rounded Corners 10338">
                        <a:extLst>
                          <a:ext uri="{FF2B5EF4-FFF2-40B4-BE49-F238E27FC236}">
                            <a16:creationId xmlns:a16="http://schemas.microsoft.com/office/drawing/2014/main" id="{27BF7916-1741-49FD-AE03-CB7A5C8F64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290" name="Group 10289">
                      <a:extLst>
                        <a:ext uri="{FF2B5EF4-FFF2-40B4-BE49-F238E27FC236}">
                          <a16:creationId xmlns:a16="http://schemas.microsoft.com/office/drawing/2014/main" id="{90D78B37-100C-4DE4-BAB4-44BF4E0BA210}"/>
                        </a:ext>
                      </a:extLst>
                    </p:cNvPr>
                    <p:cNvGrpSpPr/>
                    <p:nvPr/>
                  </p:nvGrpSpPr>
                  <p:grpSpPr>
                    <a:xfrm rot="11351284">
                      <a:off x="163719" y="3807693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0336" name="Freeform: Shape 10335">
                        <a:extLst>
                          <a:ext uri="{FF2B5EF4-FFF2-40B4-BE49-F238E27FC236}">
                            <a16:creationId xmlns:a16="http://schemas.microsoft.com/office/drawing/2014/main" id="{17A7E23D-F66D-4384-8800-65C657AABA6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337" name="Rectangle: Rounded Corners 10336">
                        <a:extLst>
                          <a:ext uri="{FF2B5EF4-FFF2-40B4-BE49-F238E27FC236}">
                            <a16:creationId xmlns:a16="http://schemas.microsoft.com/office/drawing/2014/main" id="{A0FE5945-C959-4F26-9025-FFA75DEF40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291" name="Group 10290">
                      <a:extLst>
                        <a:ext uri="{FF2B5EF4-FFF2-40B4-BE49-F238E27FC236}">
                          <a16:creationId xmlns:a16="http://schemas.microsoft.com/office/drawing/2014/main" id="{421F2AB3-29BA-4EA6-ABD1-A7C7CC9661B3}"/>
                        </a:ext>
                      </a:extLst>
                    </p:cNvPr>
                    <p:cNvGrpSpPr/>
                    <p:nvPr/>
                  </p:nvGrpSpPr>
                  <p:grpSpPr>
                    <a:xfrm rot="4193783">
                      <a:off x="2062756" y="4148262"/>
                      <a:ext cx="706454" cy="171076"/>
                      <a:chOff x="2620172" y="2546175"/>
                      <a:chExt cx="834986" cy="143092"/>
                    </a:xfrm>
                  </p:grpSpPr>
                  <p:sp>
                    <p:nvSpPr>
                      <p:cNvPr id="10334" name="Freeform: Shape 10333">
                        <a:extLst>
                          <a:ext uri="{FF2B5EF4-FFF2-40B4-BE49-F238E27FC236}">
                            <a16:creationId xmlns:a16="http://schemas.microsoft.com/office/drawing/2014/main" id="{21B473AC-3727-44EA-8CF0-F90BC245BAC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335" name="Rectangle: Rounded Corners 10334">
                        <a:extLst>
                          <a:ext uri="{FF2B5EF4-FFF2-40B4-BE49-F238E27FC236}">
                            <a16:creationId xmlns:a16="http://schemas.microsoft.com/office/drawing/2014/main" id="{4DA55636-A951-48A6-AA37-9CE7977D84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292" name="Group 10291">
                      <a:extLst>
                        <a:ext uri="{FF2B5EF4-FFF2-40B4-BE49-F238E27FC236}">
                          <a16:creationId xmlns:a16="http://schemas.microsoft.com/office/drawing/2014/main" id="{EBE6CED3-C10E-46DB-9DCC-81CC33BB29EB}"/>
                        </a:ext>
                      </a:extLst>
                    </p:cNvPr>
                    <p:cNvGrpSpPr/>
                    <p:nvPr/>
                  </p:nvGrpSpPr>
                  <p:grpSpPr>
                    <a:xfrm rot="1837203">
                      <a:off x="2331692" y="387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0332" name="Freeform: Shape 10331">
                        <a:extLst>
                          <a:ext uri="{FF2B5EF4-FFF2-40B4-BE49-F238E27FC236}">
                            <a16:creationId xmlns:a16="http://schemas.microsoft.com/office/drawing/2014/main" id="{5EB04CE5-F886-4E5D-809E-24B51980810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333" name="Rectangle: Rounded Corners 10332">
                        <a:extLst>
                          <a:ext uri="{FF2B5EF4-FFF2-40B4-BE49-F238E27FC236}">
                            <a16:creationId xmlns:a16="http://schemas.microsoft.com/office/drawing/2014/main" id="{F717C548-9CF8-4536-ACA0-576B5246A5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293" name="Group 10292">
                      <a:extLst>
                        <a:ext uri="{FF2B5EF4-FFF2-40B4-BE49-F238E27FC236}">
                          <a16:creationId xmlns:a16="http://schemas.microsoft.com/office/drawing/2014/main" id="{C5842529-A04A-475D-B629-EE3FEDAF7F98}"/>
                        </a:ext>
                      </a:extLst>
                    </p:cNvPr>
                    <p:cNvGrpSpPr/>
                    <p:nvPr/>
                  </p:nvGrpSpPr>
                  <p:grpSpPr>
                    <a:xfrm rot="932650">
                      <a:off x="2489621" y="310501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0330" name="Freeform: Shape 10329">
                        <a:extLst>
                          <a:ext uri="{FF2B5EF4-FFF2-40B4-BE49-F238E27FC236}">
                            <a16:creationId xmlns:a16="http://schemas.microsoft.com/office/drawing/2014/main" id="{AF5AFC8E-06BD-4DDF-B0FD-9A5D60EB845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331" name="Rectangle: Rounded Corners 10330">
                        <a:extLst>
                          <a:ext uri="{FF2B5EF4-FFF2-40B4-BE49-F238E27FC236}">
                            <a16:creationId xmlns:a16="http://schemas.microsoft.com/office/drawing/2014/main" id="{8F04C09E-1CF2-4BD3-9DB3-4A91B70352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294" name="Group 10293">
                      <a:extLst>
                        <a:ext uri="{FF2B5EF4-FFF2-40B4-BE49-F238E27FC236}">
                          <a16:creationId xmlns:a16="http://schemas.microsoft.com/office/drawing/2014/main" id="{087823A3-CAA4-4000-A7D2-79AD2DC3172D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686489" y="34904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0328" name="Freeform: Shape 10327">
                        <a:extLst>
                          <a:ext uri="{FF2B5EF4-FFF2-40B4-BE49-F238E27FC236}">
                            <a16:creationId xmlns:a16="http://schemas.microsoft.com/office/drawing/2014/main" id="{ACF53C31-BF3C-4B60-9E86-3EC565E8C2E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329" name="Rectangle: Rounded Corners 10328">
                        <a:extLst>
                          <a:ext uri="{FF2B5EF4-FFF2-40B4-BE49-F238E27FC236}">
                            <a16:creationId xmlns:a16="http://schemas.microsoft.com/office/drawing/2014/main" id="{57014F03-E00C-4B63-8323-B22308DA76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295" name="Group 10294">
                      <a:extLst>
                        <a:ext uri="{FF2B5EF4-FFF2-40B4-BE49-F238E27FC236}">
                          <a16:creationId xmlns:a16="http://schemas.microsoft.com/office/drawing/2014/main" id="{34CA4A2E-A25F-4892-ACDD-98421C78CBB1}"/>
                        </a:ext>
                      </a:extLst>
                    </p:cNvPr>
                    <p:cNvGrpSpPr/>
                    <p:nvPr/>
                  </p:nvGrpSpPr>
                  <p:grpSpPr>
                    <a:xfrm rot="16924252">
                      <a:off x="1635001" y="2371073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0326" name="Freeform: Shape 10325">
                        <a:extLst>
                          <a:ext uri="{FF2B5EF4-FFF2-40B4-BE49-F238E27FC236}">
                            <a16:creationId xmlns:a16="http://schemas.microsoft.com/office/drawing/2014/main" id="{BA947BC8-5001-4B33-AE82-700C173E03D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327" name="Rectangle: Rounded Corners 10326">
                        <a:extLst>
                          <a:ext uri="{FF2B5EF4-FFF2-40B4-BE49-F238E27FC236}">
                            <a16:creationId xmlns:a16="http://schemas.microsoft.com/office/drawing/2014/main" id="{76E6D385-366E-4CF0-BE45-A590D7B1FE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296" name="Group 10295">
                      <a:extLst>
                        <a:ext uri="{FF2B5EF4-FFF2-40B4-BE49-F238E27FC236}">
                          <a16:creationId xmlns:a16="http://schemas.microsoft.com/office/drawing/2014/main" id="{010DDA34-51B4-4C7E-B3FE-BAD3A6E6F0B9}"/>
                        </a:ext>
                      </a:extLst>
                    </p:cNvPr>
                    <p:cNvGrpSpPr/>
                    <p:nvPr/>
                  </p:nvGrpSpPr>
                  <p:grpSpPr>
                    <a:xfrm rot="15677156">
                      <a:off x="985517" y="2521255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0324" name="Freeform: Shape 10323">
                        <a:extLst>
                          <a:ext uri="{FF2B5EF4-FFF2-40B4-BE49-F238E27FC236}">
                            <a16:creationId xmlns:a16="http://schemas.microsoft.com/office/drawing/2014/main" id="{FFDE2637-E092-4C80-884D-FC7BC7B667F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325" name="Rectangle: Rounded Corners 10324">
                        <a:extLst>
                          <a:ext uri="{FF2B5EF4-FFF2-40B4-BE49-F238E27FC236}">
                            <a16:creationId xmlns:a16="http://schemas.microsoft.com/office/drawing/2014/main" id="{50B38F2C-2F32-4CB5-9525-54CB991F24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297" name="Group 10296">
                      <a:extLst>
                        <a:ext uri="{FF2B5EF4-FFF2-40B4-BE49-F238E27FC236}">
                          <a16:creationId xmlns:a16="http://schemas.microsoft.com/office/drawing/2014/main" id="{F9DA827E-8162-490B-BE89-D44AB8E12108}"/>
                        </a:ext>
                      </a:extLst>
                    </p:cNvPr>
                    <p:cNvGrpSpPr/>
                    <p:nvPr/>
                  </p:nvGrpSpPr>
                  <p:grpSpPr>
                    <a:xfrm rot="14354853" flipV="1">
                      <a:off x="976412" y="243847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0322" name="Freeform: Shape 10321">
                        <a:extLst>
                          <a:ext uri="{FF2B5EF4-FFF2-40B4-BE49-F238E27FC236}">
                            <a16:creationId xmlns:a16="http://schemas.microsoft.com/office/drawing/2014/main" id="{CD3F2927-EC5D-4CC4-B71E-77583A0F520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323" name="Rectangle: Rounded Corners 10322">
                        <a:extLst>
                          <a:ext uri="{FF2B5EF4-FFF2-40B4-BE49-F238E27FC236}">
                            <a16:creationId xmlns:a16="http://schemas.microsoft.com/office/drawing/2014/main" id="{49C64F95-7D9A-425A-9875-3EAB13D7E5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298" name="Group 10297">
                      <a:extLst>
                        <a:ext uri="{FF2B5EF4-FFF2-40B4-BE49-F238E27FC236}">
                          <a16:creationId xmlns:a16="http://schemas.microsoft.com/office/drawing/2014/main" id="{F6E56002-F5A5-4C68-A6AD-10573F1767A8}"/>
                        </a:ext>
                      </a:extLst>
                    </p:cNvPr>
                    <p:cNvGrpSpPr/>
                    <p:nvPr/>
                  </p:nvGrpSpPr>
                  <p:grpSpPr>
                    <a:xfrm rot="9793356" flipV="1">
                      <a:off x="215985" y="323790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0320" name="Freeform: Shape 10319">
                        <a:extLst>
                          <a:ext uri="{FF2B5EF4-FFF2-40B4-BE49-F238E27FC236}">
                            <a16:creationId xmlns:a16="http://schemas.microsoft.com/office/drawing/2014/main" id="{B295465C-2730-4994-A8C7-AF9F9EBF981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321" name="Rectangle: Rounded Corners 10320">
                        <a:extLst>
                          <a:ext uri="{FF2B5EF4-FFF2-40B4-BE49-F238E27FC236}">
                            <a16:creationId xmlns:a16="http://schemas.microsoft.com/office/drawing/2014/main" id="{642CEF02-15F5-4B77-A38E-574708141D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299" name="Group 10298">
                      <a:extLst>
                        <a:ext uri="{FF2B5EF4-FFF2-40B4-BE49-F238E27FC236}">
                          <a16:creationId xmlns:a16="http://schemas.microsoft.com/office/drawing/2014/main" id="{9B926918-789B-4CBE-8E47-0680E73BF4CD}"/>
                        </a:ext>
                      </a:extLst>
                    </p:cNvPr>
                    <p:cNvGrpSpPr/>
                    <p:nvPr/>
                  </p:nvGrpSpPr>
                  <p:grpSpPr>
                    <a:xfrm rot="6907686" flipV="1">
                      <a:off x="692019" y="393196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0318" name="Freeform: Shape 10317">
                        <a:extLst>
                          <a:ext uri="{FF2B5EF4-FFF2-40B4-BE49-F238E27FC236}">
                            <a16:creationId xmlns:a16="http://schemas.microsoft.com/office/drawing/2014/main" id="{793A5168-6D7C-423F-B46D-8D2286E63D1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319" name="Rectangle: Rounded Corners 10318">
                        <a:extLst>
                          <a:ext uri="{FF2B5EF4-FFF2-40B4-BE49-F238E27FC236}">
                            <a16:creationId xmlns:a16="http://schemas.microsoft.com/office/drawing/2014/main" id="{CFEED351-AA98-4B5A-B15B-6423DA2205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300" name="Group 10299">
                      <a:extLst>
                        <a:ext uri="{FF2B5EF4-FFF2-40B4-BE49-F238E27FC236}">
                          <a16:creationId xmlns:a16="http://schemas.microsoft.com/office/drawing/2014/main" id="{E7E35BBA-9525-49AD-B812-59132A8D6CBC}"/>
                        </a:ext>
                      </a:extLst>
                    </p:cNvPr>
                    <p:cNvGrpSpPr/>
                    <p:nvPr/>
                  </p:nvGrpSpPr>
                  <p:grpSpPr>
                    <a:xfrm rot="1465711" flipV="1">
                      <a:off x="2002734" y="340448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0316" name="Freeform: Shape 10315">
                        <a:extLst>
                          <a:ext uri="{FF2B5EF4-FFF2-40B4-BE49-F238E27FC236}">
                            <a16:creationId xmlns:a16="http://schemas.microsoft.com/office/drawing/2014/main" id="{14FEF83F-9753-47AF-886B-08F1BEB47B5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317" name="Rectangle: Rounded Corners 10316">
                        <a:extLst>
                          <a:ext uri="{FF2B5EF4-FFF2-40B4-BE49-F238E27FC236}">
                            <a16:creationId xmlns:a16="http://schemas.microsoft.com/office/drawing/2014/main" id="{95E01206-203A-4F6C-B935-1A07F33CB4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301" name="Group 10300">
                      <a:extLst>
                        <a:ext uri="{FF2B5EF4-FFF2-40B4-BE49-F238E27FC236}">
                          <a16:creationId xmlns:a16="http://schemas.microsoft.com/office/drawing/2014/main" id="{79A11568-5599-421D-A16B-9638F30CD310}"/>
                        </a:ext>
                      </a:extLst>
                    </p:cNvPr>
                    <p:cNvGrpSpPr/>
                    <p:nvPr/>
                  </p:nvGrpSpPr>
                  <p:grpSpPr>
                    <a:xfrm rot="19016516">
                      <a:off x="1733273" y="283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0314" name="Freeform: Shape 10313">
                        <a:extLst>
                          <a:ext uri="{FF2B5EF4-FFF2-40B4-BE49-F238E27FC236}">
                            <a16:creationId xmlns:a16="http://schemas.microsoft.com/office/drawing/2014/main" id="{321A9E3C-EBD9-4B07-9D1B-F813537033E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315" name="Rectangle: Rounded Corners 10314">
                        <a:extLst>
                          <a:ext uri="{FF2B5EF4-FFF2-40B4-BE49-F238E27FC236}">
                            <a16:creationId xmlns:a16="http://schemas.microsoft.com/office/drawing/2014/main" id="{190ED4F5-A8F6-4F2A-9F80-7FBE963AC0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302" name="Group 10301">
                      <a:extLst>
                        <a:ext uri="{FF2B5EF4-FFF2-40B4-BE49-F238E27FC236}">
                          <a16:creationId xmlns:a16="http://schemas.microsoft.com/office/drawing/2014/main" id="{B95891ED-A499-4D1C-BB98-F8371E2350AF}"/>
                        </a:ext>
                      </a:extLst>
                    </p:cNvPr>
                    <p:cNvGrpSpPr/>
                    <p:nvPr/>
                  </p:nvGrpSpPr>
                  <p:grpSpPr>
                    <a:xfrm rot="19245075">
                      <a:off x="1632068" y="282541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0312" name="Freeform: Shape 10311">
                        <a:extLst>
                          <a:ext uri="{FF2B5EF4-FFF2-40B4-BE49-F238E27FC236}">
                            <a16:creationId xmlns:a16="http://schemas.microsoft.com/office/drawing/2014/main" id="{9F504670-0A9C-42A2-B93E-246F1B9C980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313" name="Rectangle: Rounded Corners 10312">
                        <a:extLst>
                          <a:ext uri="{FF2B5EF4-FFF2-40B4-BE49-F238E27FC236}">
                            <a16:creationId xmlns:a16="http://schemas.microsoft.com/office/drawing/2014/main" id="{6E1BEEDD-DFBD-4E80-B600-1DBBCA0BFCC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303" name="Group 10302">
                      <a:extLst>
                        <a:ext uri="{FF2B5EF4-FFF2-40B4-BE49-F238E27FC236}">
                          <a16:creationId xmlns:a16="http://schemas.microsoft.com/office/drawing/2014/main" id="{9A111E05-9F66-4EB2-99A4-956544875648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838889" y="36428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0310" name="Freeform: Shape 10309">
                        <a:extLst>
                          <a:ext uri="{FF2B5EF4-FFF2-40B4-BE49-F238E27FC236}">
                            <a16:creationId xmlns:a16="http://schemas.microsoft.com/office/drawing/2014/main" id="{54267696-20B2-4712-A9D3-CDCE11503D4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311" name="Rectangle: Rounded Corners 10310">
                        <a:extLst>
                          <a:ext uri="{FF2B5EF4-FFF2-40B4-BE49-F238E27FC236}">
                            <a16:creationId xmlns:a16="http://schemas.microsoft.com/office/drawing/2014/main" id="{D0DD926C-C620-4B88-9B23-7810C2EA61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304" name="Group 10303">
                      <a:extLst>
                        <a:ext uri="{FF2B5EF4-FFF2-40B4-BE49-F238E27FC236}">
                          <a16:creationId xmlns:a16="http://schemas.microsoft.com/office/drawing/2014/main" id="{9BC8947A-CA85-44AD-AE72-6351D8AFE15F}"/>
                        </a:ext>
                      </a:extLst>
                    </p:cNvPr>
                    <p:cNvGrpSpPr/>
                    <p:nvPr/>
                  </p:nvGrpSpPr>
                  <p:grpSpPr>
                    <a:xfrm rot="15824399">
                      <a:off x="1224680" y="281893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10308" name="Freeform: Shape 10307">
                        <a:extLst>
                          <a:ext uri="{FF2B5EF4-FFF2-40B4-BE49-F238E27FC236}">
                            <a16:creationId xmlns:a16="http://schemas.microsoft.com/office/drawing/2014/main" id="{CDAA182D-8963-4305-A058-437A85537A4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309" name="Rectangle: Rounded Corners 10308">
                        <a:extLst>
                          <a:ext uri="{FF2B5EF4-FFF2-40B4-BE49-F238E27FC236}">
                            <a16:creationId xmlns:a16="http://schemas.microsoft.com/office/drawing/2014/main" id="{70E5E642-A6A4-4B96-A1FB-E74AD10F080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10305" name="Group 10304">
                      <a:extLst>
                        <a:ext uri="{FF2B5EF4-FFF2-40B4-BE49-F238E27FC236}">
                          <a16:creationId xmlns:a16="http://schemas.microsoft.com/office/drawing/2014/main" id="{8961D658-5CFD-4956-9190-10A58CBFBBB7}"/>
                        </a:ext>
                      </a:extLst>
                    </p:cNvPr>
                    <p:cNvGrpSpPr/>
                    <p:nvPr/>
                  </p:nvGrpSpPr>
                  <p:grpSpPr>
                    <a:xfrm rot="16697394">
                      <a:off x="1080028" y="2168448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10306" name="Freeform: Shape 10305">
                        <a:extLst>
                          <a:ext uri="{FF2B5EF4-FFF2-40B4-BE49-F238E27FC236}">
                            <a16:creationId xmlns:a16="http://schemas.microsoft.com/office/drawing/2014/main" id="{F78F62C7-1218-44BA-A8D6-AA1B1D4923D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307" name="Rectangle: Rounded Corners 10306">
                        <a:extLst>
                          <a:ext uri="{FF2B5EF4-FFF2-40B4-BE49-F238E27FC236}">
                            <a16:creationId xmlns:a16="http://schemas.microsoft.com/office/drawing/2014/main" id="{E8AA1F35-F668-461D-8063-E456B9989C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</p:grpSp>
              <p:sp>
                <p:nvSpPr>
                  <p:cNvPr id="10276" name="Freeform: Shape 10275">
                    <a:extLst>
                      <a:ext uri="{FF2B5EF4-FFF2-40B4-BE49-F238E27FC236}">
                        <a16:creationId xmlns:a16="http://schemas.microsoft.com/office/drawing/2014/main" id="{689952FF-E0D3-434D-AB2B-228836BE97A1}"/>
                      </a:ext>
                    </a:extLst>
                  </p:cNvPr>
                  <p:cNvSpPr/>
                  <p:nvPr/>
                </p:nvSpPr>
                <p:spPr>
                  <a:xfrm rot="6017948" flipV="1">
                    <a:off x="1000599" y="4290451"/>
                    <a:ext cx="676369" cy="15701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0277" name="Freeform: Shape 10276">
                    <a:extLst>
                      <a:ext uri="{FF2B5EF4-FFF2-40B4-BE49-F238E27FC236}">
                        <a16:creationId xmlns:a16="http://schemas.microsoft.com/office/drawing/2014/main" id="{C987DD4D-2874-44FF-86B4-F975C4601EB0}"/>
                      </a:ext>
                    </a:extLst>
                  </p:cNvPr>
                  <p:cNvSpPr/>
                  <p:nvPr/>
                </p:nvSpPr>
                <p:spPr>
                  <a:xfrm rot="21277659">
                    <a:off x="2517403" y="2906549"/>
                    <a:ext cx="690584" cy="235253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0278" name="Freeform: Shape 10277">
                    <a:extLst>
                      <a:ext uri="{FF2B5EF4-FFF2-40B4-BE49-F238E27FC236}">
                        <a16:creationId xmlns:a16="http://schemas.microsoft.com/office/drawing/2014/main" id="{5A2C889A-65C3-4076-9BCB-47B290189018}"/>
                      </a:ext>
                    </a:extLst>
                  </p:cNvPr>
                  <p:cNvSpPr/>
                  <p:nvPr/>
                </p:nvSpPr>
                <p:spPr>
                  <a:xfrm rot="11528244" flipV="1">
                    <a:off x="344853" y="2978311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</p:grpSp>
            <p:grpSp>
              <p:nvGrpSpPr>
                <p:cNvPr id="8811" name="Group 8810">
                  <a:extLst>
                    <a:ext uri="{FF2B5EF4-FFF2-40B4-BE49-F238E27FC236}">
                      <a16:creationId xmlns:a16="http://schemas.microsoft.com/office/drawing/2014/main" id="{38ACD99A-93A5-4C52-9E47-ADA899090023}"/>
                    </a:ext>
                  </a:extLst>
                </p:cNvPr>
                <p:cNvGrpSpPr/>
                <p:nvPr/>
              </p:nvGrpSpPr>
              <p:grpSpPr>
                <a:xfrm>
                  <a:off x="3962289" y="2103579"/>
                  <a:ext cx="531923" cy="573923"/>
                  <a:chOff x="163719" y="1822501"/>
                  <a:chExt cx="3062199" cy="3047160"/>
                </a:xfrm>
              </p:grpSpPr>
              <p:grpSp>
                <p:nvGrpSpPr>
                  <p:cNvPr id="9910" name="Group 9909">
                    <a:extLst>
                      <a:ext uri="{FF2B5EF4-FFF2-40B4-BE49-F238E27FC236}">
                        <a16:creationId xmlns:a16="http://schemas.microsoft.com/office/drawing/2014/main" id="{0FA52DF1-A60B-4E1D-9A34-9BF6843A106E}"/>
                      </a:ext>
                    </a:extLst>
                  </p:cNvPr>
                  <p:cNvGrpSpPr/>
                  <p:nvPr/>
                </p:nvGrpSpPr>
                <p:grpSpPr>
                  <a:xfrm>
                    <a:off x="163719" y="1822501"/>
                    <a:ext cx="3062199" cy="3047160"/>
                    <a:chOff x="163719" y="1822501"/>
                    <a:chExt cx="3062199" cy="3047160"/>
                  </a:xfrm>
                </p:grpSpPr>
                <p:grpSp>
                  <p:nvGrpSpPr>
                    <p:cNvPr id="9914" name="Group 9913">
                      <a:extLst>
                        <a:ext uri="{FF2B5EF4-FFF2-40B4-BE49-F238E27FC236}">
                          <a16:creationId xmlns:a16="http://schemas.microsoft.com/office/drawing/2014/main" id="{BB18B225-65D4-4B92-A6FF-89982AF73662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683131" y="384412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0273" name="Freeform: Shape 10272">
                        <a:extLst>
                          <a:ext uri="{FF2B5EF4-FFF2-40B4-BE49-F238E27FC236}">
                            <a16:creationId xmlns:a16="http://schemas.microsoft.com/office/drawing/2014/main" id="{D355B015-1C13-48DC-8453-937AED5EBBD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274" name="Rectangle: Rounded Corners 10273">
                        <a:extLst>
                          <a:ext uri="{FF2B5EF4-FFF2-40B4-BE49-F238E27FC236}">
                            <a16:creationId xmlns:a16="http://schemas.microsoft.com/office/drawing/2014/main" id="{FE7DB26D-5069-4A36-B41E-DBA3D19738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915" name="Group 9914">
                      <a:extLst>
                        <a:ext uri="{FF2B5EF4-FFF2-40B4-BE49-F238E27FC236}">
                          <a16:creationId xmlns:a16="http://schemas.microsoft.com/office/drawing/2014/main" id="{F405BBED-EC5E-47DB-A73D-07C5CB8586B7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123013" y="4110752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10271" name="Freeform: Shape 10270">
                        <a:extLst>
                          <a:ext uri="{FF2B5EF4-FFF2-40B4-BE49-F238E27FC236}">
                            <a16:creationId xmlns:a16="http://schemas.microsoft.com/office/drawing/2014/main" id="{FB0413BF-EDEC-4CA7-9F66-DCC3E990B33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272" name="Rectangle: Rounded Corners 10271">
                        <a:extLst>
                          <a:ext uri="{FF2B5EF4-FFF2-40B4-BE49-F238E27FC236}">
                            <a16:creationId xmlns:a16="http://schemas.microsoft.com/office/drawing/2014/main" id="{B94CF1F7-E64A-4B52-8BAB-BC0A1585D2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916" name="Group 9915">
                      <a:extLst>
                        <a:ext uri="{FF2B5EF4-FFF2-40B4-BE49-F238E27FC236}">
                          <a16:creationId xmlns:a16="http://schemas.microsoft.com/office/drawing/2014/main" id="{5B89BD86-A1BA-40AD-AFE2-EC121E45EBA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0260" y="2440902"/>
                      <a:ext cx="1730523" cy="1839492"/>
                      <a:chOff x="420511" y="1784768"/>
                      <a:chExt cx="1730523" cy="1839492"/>
                    </a:xfrm>
                  </p:grpSpPr>
                  <p:grpSp>
                    <p:nvGrpSpPr>
                      <p:cNvPr id="9989" name="Group 9988">
                        <a:extLst>
                          <a:ext uri="{FF2B5EF4-FFF2-40B4-BE49-F238E27FC236}">
                            <a16:creationId xmlns:a16="http://schemas.microsoft.com/office/drawing/2014/main" id="{A2EF02DA-E18C-41B4-B3D4-AB8AC510E2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69572" y="1784768"/>
                        <a:ext cx="1081462" cy="1476716"/>
                        <a:chOff x="2089993" y="1523034"/>
                        <a:chExt cx="1081462" cy="1476716"/>
                      </a:xfrm>
                    </p:grpSpPr>
                    <p:grpSp>
                      <p:nvGrpSpPr>
                        <p:cNvPr id="10210" name="Group 10209">
                          <a:extLst>
                            <a:ext uri="{FF2B5EF4-FFF2-40B4-BE49-F238E27FC236}">
                              <a16:creationId xmlns:a16="http://schemas.microsoft.com/office/drawing/2014/main" id="{86D33E4D-F8C7-4A88-A0A2-35B9CDFD28C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70705"/>
                          <a:ext cx="101484" cy="1016226"/>
                          <a:chOff x="1800622" y="2364951"/>
                          <a:chExt cx="101484" cy="1016226"/>
                        </a:xfrm>
                      </p:grpSpPr>
                      <p:sp>
                        <p:nvSpPr>
                          <p:cNvPr id="10267" name="Flowchart: Connector 10266">
                            <a:extLst>
                              <a:ext uri="{FF2B5EF4-FFF2-40B4-BE49-F238E27FC236}">
                                <a16:creationId xmlns:a16="http://schemas.microsoft.com/office/drawing/2014/main" id="{ED94526B-97E3-4EAF-9836-5244EEED563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268" name="Flowchart: Connector 10267">
                            <a:extLst>
                              <a:ext uri="{FF2B5EF4-FFF2-40B4-BE49-F238E27FC236}">
                                <a16:creationId xmlns:a16="http://schemas.microsoft.com/office/drawing/2014/main" id="{6D988CD1-B286-43BE-AF13-B537BFA933E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269" name="Flowchart: Connector 10268">
                            <a:extLst>
                              <a:ext uri="{FF2B5EF4-FFF2-40B4-BE49-F238E27FC236}">
                                <a16:creationId xmlns:a16="http://schemas.microsoft.com/office/drawing/2014/main" id="{21C5C78A-A99B-4B28-80DD-EFDF3C95850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270" name="Flowchart: Connector 10269">
                            <a:extLst>
                              <a:ext uri="{FF2B5EF4-FFF2-40B4-BE49-F238E27FC236}">
                                <a16:creationId xmlns:a16="http://schemas.microsoft.com/office/drawing/2014/main" id="{1C8B1F82-1D86-4EDA-A7E9-E6F34589ACF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649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10211" name="Group 10210">
                          <a:extLst>
                            <a:ext uri="{FF2B5EF4-FFF2-40B4-BE49-F238E27FC236}">
                              <a16:creationId xmlns:a16="http://schemas.microsoft.com/office/drawing/2014/main" id="{54D504B8-D2E6-491D-BBB9-360D492EA4B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23034"/>
                          <a:ext cx="1057223" cy="1476716"/>
                          <a:chOff x="2114232" y="1523034"/>
                          <a:chExt cx="1057223" cy="1476716"/>
                        </a:xfrm>
                      </p:grpSpPr>
                      <p:grpSp>
                        <p:nvGrpSpPr>
                          <p:cNvPr id="10212" name="Group 10211">
                            <a:extLst>
                              <a:ext uri="{FF2B5EF4-FFF2-40B4-BE49-F238E27FC236}">
                                <a16:creationId xmlns:a16="http://schemas.microsoft.com/office/drawing/2014/main" id="{29A286E8-7BDC-4D89-952A-233AD9AFE75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47544" cy="539639"/>
                            <a:chOff x="3717189" y="1719497"/>
                            <a:chExt cx="1047544" cy="539639"/>
                          </a:xfrm>
                        </p:grpSpPr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260" name="3D Model 10259" descr="Sphere">
                                  <a:extLst>
                                    <a:ext uri="{FF2B5EF4-FFF2-40B4-BE49-F238E27FC236}">
                                      <a16:creationId xmlns:a16="http://schemas.microsoft.com/office/drawing/2014/main" id="{49B7A897-70C1-4000-A886-94F93313114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735087024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261" name="Flowchart: Connector 10260">
                              <a:extLst>
                                <a:ext uri="{FF2B5EF4-FFF2-40B4-BE49-F238E27FC236}">
                                  <a16:creationId xmlns:a16="http://schemas.microsoft.com/office/drawing/2014/main" id="{2A3A9E78-7D11-406C-AE97-829604B6F7E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262" name="3D Model 10261" descr="Sphere">
                                  <a:extLst>
                                    <a:ext uri="{FF2B5EF4-FFF2-40B4-BE49-F238E27FC236}">
                                      <a16:creationId xmlns:a16="http://schemas.microsoft.com/office/drawing/2014/main" id="{D00D79DB-FA15-4240-93AF-225773114ED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216065864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263" name="Flowchart: Connector 10262">
                              <a:extLst>
                                <a:ext uri="{FF2B5EF4-FFF2-40B4-BE49-F238E27FC236}">
                                  <a16:creationId xmlns:a16="http://schemas.microsoft.com/office/drawing/2014/main" id="{FFFA1436-DCB1-4A26-83FC-87D3AA8E22D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264" name="3D Model 10263" descr="Sphere">
                                  <a:extLst>
                                    <a:ext uri="{FF2B5EF4-FFF2-40B4-BE49-F238E27FC236}">
                                      <a16:creationId xmlns:a16="http://schemas.microsoft.com/office/drawing/2014/main" id="{D2F88ED4-8368-4DF5-AC00-C563E3B6292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700698963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265" name="Flowchart: Connector 10264">
                              <a:extLst>
                                <a:ext uri="{FF2B5EF4-FFF2-40B4-BE49-F238E27FC236}">
                                  <a16:creationId xmlns:a16="http://schemas.microsoft.com/office/drawing/2014/main" id="{F278AC42-0B15-4921-8E07-95ADB4DF2D3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266" name="3D Model 10265" descr="Sphere">
                                  <a:extLst>
                                    <a:ext uri="{FF2B5EF4-FFF2-40B4-BE49-F238E27FC236}">
                                      <a16:creationId xmlns:a16="http://schemas.microsoft.com/office/drawing/2014/main" id="{DB4573CE-C993-4A63-9D3A-C3B0F92F84A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709586972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0213" name="Group 10212">
                            <a:extLst>
                              <a:ext uri="{FF2B5EF4-FFF2-40B4-BE49-F238E27FC236}">
                                <a16:creationId xmlns:a16="http://schemas.microsoft.com/office/drawing/2014/main" id="{CBC60548-3AF0-4D10-B51A-4628540CB63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10245" name="Flowchart: Connector 10244">
                              <a:extLst>
                                <a:ext uri="{FF2B5EF4-FFF2-40B4-BE49-F238E27FC236}">
                                  <a16:creationId xmlns:a16="http://schemas.microsoft.com/office/drawing/2014/main" id="{C5FAA86C-3099-4D5A-BA9E-D9CA5478F79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246" name="Flowchart: Connector 10245">
                              <a:extLst>
                                <a:ext uri="{FF2B5EF4-FFF2-40B4-BE49-F238E27FC236}">
                                  <a16:creationId xmlns:a16="http://schemas.microsoft.com/office/drawing/2014/main" id="{D3F95092-FB36-4BC4-A771-F0C8D37EEE2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247" name="Flowchart: Connector 10246">
                              <a:extLst>
                                <a:ext uri="{FF2B5EF4-FFF2-40B4-BE49-F238E27FC236}">
                                  <a16:creationId xmlns:a16="http://schemas.microsoft.com/office/drawing/2014/main" id="{88CFDB1B-FDE0-4FBF-A28B-54EB9BCB5AE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248" name="Flowchart: Connector 10247">
                              <a:extLst>
                                <a:ext uri="{FF2B5EF4-FFF2-40B4-BE49-F238E27FC236}">
                                  <a16:creationId xmlns:a16="http://schemas.microsoft.com/office/drawing/2014/main" id="{72BBC6CE-D37B-42F3-A150-42E581F26B7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249" name="Flowchart: Connector 10248">
                              <a:extLst>
                                <a:ext uri="{FF2B5EF4-FFF2-40B4-BE49-F238E27FC236}">
                                  <a16:creationId xmlns:a16="http://schemas.microsoft.com/office/drawing/2014/main" id="{08765325-8C59-465C-AA36-11E7AA165B8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250" name="Flowchart: Connector 10249">
                              <a:extLst>
                                <a:ext uri="{FF2B5EF4-FFF2-40B4-BE49-F238E27FC236}">
                                  <a16:creationId xmlns:a16="http://schemas.microsoft.com/office/drawing/2014/main" id="{FC62512A-2415-4708-8542-55815FE9C88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251" name="Flowchart: Connector 10250">
                              <a:extLst>
                                <a:ext uri="{FF2B5EF4-FFF2-40B4-BE49-F238E27FC236}">
                                  <a16:creationId xmlns:a16="http://schemas.microsoft.com/office/drawing/2014/main" id="{CFF9F51A-EBB3-4417-AA18-3727B57A184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252" name="Flowchart: Connector 10251">
                              <a:extLst>
                                <a:ext uri="{FF2B5EF4-FFF2-40B4-BE49-F238E27FC236}">
                                  <a16:creationId xmlns:a16="http://schemas.microsoft.com/office/drawing/2014/main" id="{CA717707-2A7C-4348-A8E7-290E34E2FF2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253" name="3D Model 10252" descr="Sphere">
                                  <a:extLst>
                                    <a:ext uri="{FF2B5EF4-FFF2-40B4-BE49-F238E27FC236}">
                                      <a16:creationId xmlns:a16="http://schemas.microsoft.com/office/drawing/2014/main" id="{6E0CC538-6870-437E-BD9F-6A226F8BBF2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16913791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254" name="Flowchart: Connector 10253">
                              <a:extLst>
                                <a:ext uri="{FF2B5EF4-FFF2-40B4-BE49-F238E27FC236}">
                                  <a16:creationId xmlns:a16="http://schemas.microsoft.com/office/drawing/2014/main" id="{0FC07250-975D-45D3-AEE2-45AF25C4133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255" name="3D Model 10254" descr="Sphere">
                                  <a:extLst>
                                    <a:ext uri="{FF2B5EF4-FFF2-40B4-BE49-F238E27FC236}">
                                      <a16:creationId xmlns:a16="http://schemas.microsoft.com/office/drawing/2014/main" id="{D4FDEC31-4082-486F-9A76-83370455E2E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351110284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256" name="Flowchart: Connector 10255">
                              <a:extLst>
                                <a:ext uri="{FF2B5EF4-FFF2-40B4-BE49-F238E27FC236}">
                                  <a16:creationId xmlns:a16="http://schemas.microsoft.com/office/drawing/2014/main" id="{0AB2BE75-A375-416B-9BFF-11BE72010A2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257" name="3D Model 10256" descr="Sphere">
                                  <a:extLst>
                                    <a:ext uri="{FF2B5EF4-FFF2-40B4-BE49-F238E27FC236}">
                                      <a16:creationId xmlns:a16="http://schemas.microsoft.com/office/drawing/2014/main" id="{31A4E23F-A0C3-4858-A5D1-38FA5CE5ACC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106290623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258" name="Flowchart: Connector 10257">
                              <a:extLst>
                                <a:ext uri="{FF2B5EF4-FFF2-40B4-BE49-F238E27FC236}">
                                  <a16:creationId xmlns:a16="http://schemas.microsoft.com/office/drawing/2014/main" id="{DAF485FD-5664-421E-8479-A7F363CF2AA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259" name="3D Model 10258" descr="Sphere">
                                  <a:extLst>
                                    <a:ext uri="{FF2B5EF4-FFF2-40B4-BE49-F238E27FC236}">
                                      <a16:creationId xmlns:a16="http://schemas.microsoft.com/office/drawing/2014/main" id="{9C64F495-C3DB-4120-AC4D-AA5E2DAD6FD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619540045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0214" name="Group 10213">
                            <a:extLst>
                              <a:ext uri="{FF2B5EF4-FFF2-40B4-BE49-F238E27FC236}">
                                <a16:creationId xmlns:a16="http://schemas.microsoft.com/office/drawing/2014/main" id="{E825A9EA-B9B8-4EB7-B8DC-4A65EBBBC2E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10230" name="Flowchart: Connector 10229">
                              <a:extLst>
                                <a:ext uri="{FF2B5EF4-FFF2-40B4-BE49-F238E27FC236}">
                                  <a16:creationId xmlns:a16="http://schemas.microsoft.com/office/drawing/2014/main" id="{B9019056-FA3F-4031-9316-5528B5E79BC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231" name="Flowchart: Connector 10230">
                              <a:extLst>
                                <a:ext uri="{FF2B5EF4-FFF2-40B4-BE49-F238E27FC236}">
                                  <a16:creationId xmlns:a16="http://schemas.microsoft.com/office/drawing/2014/main" id="{23750AD9-A438-435E-AFE4-0CBFEF4014F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232" name="Flowchart: Connector 10231">
                              <a:extLst>
                                <a:ext uri="{FF2B5EF4-FFF2-40B4-BE49-F238E27FC236}">
                                  <a16:creationId xmlns:a16="http://schemas.microsoft.com/office/drawing/2014/main" id="{FF366FC9-E1A4-492E-940F-457101AF5E8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233" name="Flowchart: Connector 10232">
                              <a:extLst>
                                <a:ext uri="{FF2B5EF4-FFF2-40B4-BE49-F238E27FC236}">
                                  <a16:creationId xmlns:a16="http://schemas.microsoft.com/office/drawing/2014/main" id="{4116BBFA-B8E0-4DD5-8D2A-6BA953F3473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234" name="Flowchart: Connector 10233">
                              <a:extLst>
                                <a:ext uri="{FF2B5EF4-FFF2-40B4-BE49-F238E27FC236}">
                                  <a16:creationId xmlns:a16="http://schemas.microsoft.com/office/drawing/2014/main" id="{283E9589-184D-410F-BEED-E20498D6FE2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235" name="Flowchart: Connector 10234">
                              <a:extLst>
                                <a:ext uri="{FF2B5EF4-FFF2-40B4-BE49-F238E27FC236}">
                                  <a16:creationId xmlns:a16="http://schemas.microsoft.com/office/drawing/2014/main" id="{5C5F3152-D262-411D-8A54-0B6821B2E3D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236" name="Flowchart: Connector 10235">
                              <a:extLst>
                                <a:ext uri="{FF2B5EF4-FFF2-40B4-BE49-F238E27FC236}">
                                  <a16:creationId xmlns:a16="http://schemas.microsoft.com/office/drawing/2014/main" id="{E9F5029C-471A-4178-A941-12BCA6EF52C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237" name="Flowchart: Connector 10236">
                              <a:extLst>
                                <a:ext uri="{FF2B5EF4-FFF2-40B4-BE49-F238E27FC236}">
                                  <a16:creationId xmlns:a16="http://schemas.microsoft.com/office/drawing/2014/main" id="{B893799A-72C8-4F39-9400-D1CF9BAD5DB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238" name="3D Model 10237" descr="Sphere">
                                  <a:extLst>
                                    <a:ext uri="{FF2B5EF4-FFF2-40B4-BE49-F238E27FC236}">
                                      <a16:creationId xmlns:a16="http://schemas.microsoft.com/office/drawing/2014/main" id="{E38298BF-8BD7-4059-8D48-77D07A57FDB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4160127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239" name="Flowchart: Connector 10238">
                              <a:extLst>
                                <a:ext uri="{FF2B5EF4-FFF2-40B4-BE49-F238E27FC236}">
                                  <a16:creationId xmlns:a16="http://schemas.microsoft.com/office/drawing/2014/main" id="{6902AA1A-F0F2-4935-901D-74D7A27EEDD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240" name="3D Model 10239" descr="Sphere">
                                  <a:extLst>
                                    <a:ext uri="{FF2B5EF4-FFF2-40B4-BE49-F238E27FC236}">
                                      <a16:creationId xmlns:a16="http://schemas.microsoft.com/office/drawing/2014/main" id="{9EA12CD4-EFEF-46D3-9E94-BB424AB482B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334511757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241" name="Flowchart: Connector 10240">
                              <a:extLst>
                                <a:ext uri="{FF2B5EF4-FFF2-40B4-BE49-F238E27FC236}">
                                  <a16:creationId xmlns:a16="http://schemas.microsoft.com/office/drawing/2014/main" id="{C74A792F-350A-48DA-8CC4-0ACBB00405F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242" name="3D Model 10241" descr="Sphere">
                                  <a:extLst>
                                    <a:ext uri="{FF2B5EF4-FFF2-40B4-BE49-F238E27FC236}">
                                      <a16:creationId xmlns:a16="http://schemas.microsoft.com/office/drawing/2014/main" id="{62B65F9E-EF48-4883-A370-EAFF70BD9FD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622141249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243" name="Flowchart: Connector 10242">
                              <a:extLst>
                                <a:ext uri="{FF2B5EF4-FFF2-40B4-BE49-F238E27FC236}">
                                  <a16:creationId xmlns:a16="http://schemas.microsoft.com/office/drawing/2014/main" id="{77169E71-5C0D-4620-9F4B-997AED043F6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244" name="3D Model 10243" descr="Sphere">
                                  <a:extLst>
                                    <a:ext uri="{FF2B5EF4-FFF2-40B4-BE49-F238E27FC236}">
                                      <a16:creationId xmlns:a16="http://schemas.microsoft.com/office/drawing/2014/main" id="{4AF1F97A-8327-43C6-9AC8-B1BB450093F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765983118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10215" name="Flowchart: Connector 10214">
                            <a:extLst>
                              <a:ext uri="{FF2B5EF4-FFF2-40B4-BE49-F238E27FC236}">
                                <a16:creationId xmlns:a16="http://schemas.microsoft.com/office/drawing/2014/main" id="{B90F5F9C-9887-46B0-A108-51E751CE5AF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216" name="Flowchart: Connector 10215">
                            <a:extLst>
                              <a:ext uri="{FF2B5EF4-FFF2-40B4-BE49-F238E27FC236}">
                                <a16:creationId xmlns:a16="http://schemas.microsoft.com/office/drawing/2014/main" id="{6ED49B4E-B4F8-4424-8166-8099296C7EA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217" name="Flowchart: Connector 10216">
                            <a:extLst>
                              <a:ext uri="{FF2B5EF4-FFF2-40B4-BE49-F238E27FC236}">
                                <a16:creationId xmlns:a16="http://schemas.microsoft.com/office/drawing/2014/main" id="{597C1A75-0555-4A4C-A3EF-A68B9E85EAA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218" name="Flowchart: Connector 10217">
                            <a:extLst>
                              <a:ext uri="{FF2B5EF4-FFF2-40B4-BE49-F238E27FC236}">
                                <a16:creationId xmlns:a16="http://schemas.microsoft.com/office/drawing/2014/main" id="{D3D4F618-F227-4C32-9525-BC66DECDF55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219" name="Flowchart: Connector 10218">
                            <a:extLst>
                              <a:ext uri="{FF2B5EF4-FFF2-40B4-BE49-F238E27FC236}">
                                <a16:creationId xmlns:a16="http://schemas.microsoft.com/office/drawing/2014/main" id="{5051B9D5-DE6B-42FB-855C-BA98F56FA8F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220" name="Flowchart: Connector 10219">
                            <a:extLst>
                              <a:ext uri="{FF2B5EF4-FFF2-40B4-BE49-F238E27FC236}">
                                <a16:creationId xmlns:a16="http://schemas.microsoft.com/office/drawing/2014/main" id="{17963B43-59DB-4149-9457-662530AEB4E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221" name="Flowchart: Connector 10220">
                            <a:extLst>
                              <a:ext uri="{FF2B5EF4-FFF2-40B4-BE49-F238E27FC236}">
                                <a16:creationId xmlns:a16="http://schemas.microsoft.com/office/drawing/2014/main" id="{A5DF9EC2-93D5-416B-A00B-20F69E148B6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222" name="Flowchart: Connector 10221">
                            <a:extLst>
                              <a:ext uri="{FF2B5EF4-FFF2-40B4-BE49-F238E27FC236}">
                                <a16:creationId xmlns:a16="http://schemas.microsoft.com/office/drawing/2014/main" id="{774902FE-8C28-4C37-AF2F-C0235B99F36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223" name="3D Model 10222" descr="Sphere">
                                <a:extLst>
                                  <a:ext uri="{FF2B5EF4-FFF2-40B4-BE49-F238E27FC236}">
                                    <a16:creationId xmlns:a16="http://schemas.microsoft.com/office/drawing/2014/main" id="{9CD83340-30DA-49AE-8206-32698551AB0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594112930"/>
                                  </p:ext>
                                </p:extLst>
                              </p:nvPr>
                            </p:nvGraphicFramePr>
                            <p:xfrm>
                              <a:off x="2134543" y="1523034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419" name="3D Model 1418" descr="Sphere">
                                <a:extLst>
                                  <a:ext uri="{FF2B5EF4-FFF2-40B4-BE49-F238E27FC236}">
                                    <a16:creationId xmlns:a16="http://schemas.microsoft.com/office/drawing/2014/main" id="{7229CE40-5DC5-4D9D-A7D9-859629ED0F1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03767" y="222005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224" name="Flowchart: Connector 10223">
                            <a:extLst>
                              <a:ext uri="{FF2B5EF4-FFF2-40B4-BE49-F238E27FC236}">
                                <a16:creationId xmlns:a16="http://schemas.microsoft.com/office/drawing/2014/main" id="{3E73B302-840D-41E6-AAD7-335D8A34198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225" name="3D Model 10224" descr="Sphere">
                                <a:extLst>
                                  <a:ext uri="{FF2B5EF4-FFF2-40B4-BE49-F238E27FC236}">
                                    <a16:creationId xmlns:a16="http://schemas.microsoft.com/office/drawing/2014/main" id="{1AB2BF9B-5706-480D-B99F-5E713566D51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307947099"/>
                                  </p:ext>
                                </p:extLst>
                              </p:nvPr>
                            </p:nvGraphicFramePr>
                            <p:xfrm>
                              <a:off x="2371307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421" name="3D Model 1420" descr="Sphere">
                                <a:extLst>
                                  <a:ext uri="{FF2B5EF4-FFF2-40B4-BE49-F238E27FC236}">
                                    <a16:creationId xmlns:a16="http://schemas.microsoft.com/office/drawing/2014/main" id="{97350ED2-333A-46EE-AD93-D7BDDBE739F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44895" y="2230736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226" name="Flowchart: Connector 10225">
                            <a:extLst>
                              <a:ext uri="{FF2B5EF4-FFF2-40B4-BE49-F238E27FC236}">
                                <a16:creationId xmlns:a16="http://schemas.microsoft.com/office/drawing/2014/main" id="{47FA311C-720E-454A-B9DA-A00D5582916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4559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227" name="3D Model 10226" descr="Sphere">
                                <a:extLst>
                                  <a:ext uri="{FF2B5EF4-FFF2-40B4-BE49-F238E27FC236}">
                                    <a16:creationId xmlns:a16="http://schemas.microsoft.com/office/drawing/2014/main" id="{0597E01E-88A1-42AC-B52A-CCB6F6DADC5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59409390"/>
                                  </p:ext>
                                </p:extLst>
                              </p:nvPr>
                            </p:nvGraphicFramePr>
                            <p:xfrm>
                              <a:off x="2609177" y="164155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423" name="3D Model 1422" descr="Sphere">
                                <a:extLst>
                                  <a:ext uri="{FF2B5EF4-FFF2-40B4-BE49-F238E27FC236}">
                                    <a16:creationId xmlns:a16="http://schemas.microsoft.com/office/drawing/2014/main" id="{4127809F-7720-42F3-8F40-EDE8E5BBA65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86214" y="2242375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228" name="Flowchart: Connector 10227">
                            <a:extLst>
                              <a:ext uri="{FF2B5EF4-FFF2-40B4-BE49-F238E27FC236}">
                                <a16:creationId xmlns:a16="http://schemas.microsoft.com/office/drawing/2014/main" id="{37DEDFDF-6DEC-4A5C-B9DC-78C8CAFE581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229" name="3D Model 10228" descr="Sphere">
                                <a:extLst>
                                  <a:ext uri="{FF2B5EF4-FFF2-40B4-BE49-F238E27FC236}">
                                    <a16:creationId xmlns:a16="http://schemas.microsoft.com/office/drawing/2014/main" id="{4D907B49-24C7-4519-AD6D-DD53CB79CE2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994999973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6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6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425" name="3D Model 1424" descr="Sphere">
                                <a:extLst>
                                  <a:ext uri="{FF2B5EF4-FFF2-40B4-BE49-F238E27FC236}">
                                    <a16:creationId xmlns:a16="http://schemas.microsoft.com/office/drawing/2014/main" id="{7A7252BE-764A-422C-BF13-66AACF3A455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332840" y="2258769"/>
                                <a:ext cx="51046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9990" name="Group 9989">
                        <a:extLst>
                          <a:ext uri="{FF2B5EF4-FFF2-40B4-BE49-F238E27FC236}">
                            <a16:creationId xmlns:a16="http://schemas.microsoft.com/office/drawing/2014/main" id="{A5708ED4-1A2D-4CDF-97D3-768FA866E6E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3325" y="2268938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10207" name="Flowchart: Connector 10206">
                          <a:extLst>
                            <a:ext uri="{FF2B5EF4-FFF2-40B4-BE49-F238E27FC236}">
                              <a16:creationId xmlns:a16="http://schemas.microsoft.com/office/drawing/2014/main" id="{A8854669-D6D7-489D-ABFF-C385B972122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208" name="Flowchart: Connector 10207">
                          <a:extLst>
                            <a:ext uri="{FF2B5EF4-FFF2-40B4-BE49-F238E27FC236}">
                              <a16:creationId xmlns:a16="http://schemas.microsoft.com/office/drawing/2014/main" id="{9AA6D5DE-AA4C-4991-9BD0-1B9BEC43EE5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209" name="Flowchart: Connector 10208">
                          <a:extLst>
                            <a:ext uri="{FF2B5EF4-FFF2-40B4-BE49-F238E27FC236}">
                              <a16:creationId xmlns:a16="http://schemas.microsoft.com/office/drawing/2014/main" id="{1FB2B359-7C66-4BE0-8ED5-3E8E60B7BEB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9991" name="Flowchart: Connector 9990">
                        <a:extLst>
                          <a:ext uri="{FF2B5EF4-FFF2-40B4-BE49-F238E27FC236}">
                            <a16:creationId xmlns:a16="http://schemas.microsoft.com/office/drawing/2014/main" id="{16F0D4B0-B794-4ECE-A5F1-CD4E7469F49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37026" y="201261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992" name="Flowchart: Connector 9991">
                        <a:extLst>
                          <a:ext uri="{FF2B5EF4-FFF2-40B4-BE49-F238E27FC236}">
                            <a16:creationId xmlns:a16="http://schemas.microsoft.com/office/drawing/2014/main" id="{6B685ED6-5674-4854-B282-B0D8C3F1709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588002" y="208727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9993" name="Group 9992">
                        <a:extLst>
                          <a:ext uri="{FF2B5EF4-FFF2-40B4-BE49-F238E27FC236}">
                            <a16:creationId xmlns:a16="http://schemas.microsoft.com/office/drawing/2014/main" id="{D45EBA7E-E566-448A-B034-BF38994E566F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228750">
                        <a:off x="1171220" y="1918660"/>
                        <a:ext cx="698062" cy="387533"/>
                        <a:chOff x="854933" y="2290871"/>
                        <a:chExt cx="698062" cy="387533"/>
                      </a:xfrm>
                    </p:grpSpPr>
                    <p:sp>
                      <p:nvSpPr>
                        <p:cNvPr id="10204" name="Flowchart: Connector 10203">
                          <a:extLst>
                            <a:ext uri="{FF2B5EF4-FFF2-40B4-BE49-F238E27FC236}">
                              <a16:creationId xmlns:a16="http://schemas.microsoft.com/office/drawing/2014/main" id="{5A332725-0B25-48DA-A928-173CE59C704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3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205" name="Flowchart: Connector 10204">
                          <a:extLst>
                            <a:ext uri="{FF2B5EF4-FFF2-40B4-BE49-F238E27FC236}">
                              <a16:creationId xmlns:a16="http://schemas.microsoft.com/office/drawing/2014/main" id="{E050B960-1B48-4A72-8B9D-E53B0A0D0E0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5206" y="2377897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206" name="Flowchart: Connector 10205">
                          <a:extLst>
                            <a:ext uri="{FF2B5EF4-FFF2-40B4-BE49-F238E27FC236}">
                              <a16:creationId xmlns:a16="http://schemas.microsoft.com/office/drawing/2014/main" id="{C3E03669-5256-4407-97FD-54D4F31F0A0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41136" y="2462404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9994" name="Group 9993">
                        <a:extLst>
                          <a:ext uri="{FF2B5EF4-FFF2-40B4-BE49-F238E27FC236}">
                            <a16:creationId xmlns:a16="http://schemas.microsoft.com/office/drawing/2014/main" id="{1458A42B-C439-44A1-90A3-7744EA66B5E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49741" y="1890320"/>
                        <a:ext cx="1098636" cy="1497980"/>
                        <a:chOff x="2089993" y="1501770"/>
                        <a:chExt cx="1098636" cy="1497980"/>
                      </a:xfrm>
                    </p:grpSpPr>
                    <p:grpSp>
                      <p:nvGrpSpPr>
                        <p:cNvPr id="10139" name="Group 10138">
                          <a:extLst>
                            <a:ext uri="{FF2B5EF4-FFF2-40B4-BE49-F238E27FC236}">
                              <a16:creationId xmlns:a16="http://schemas.microsoft.com/office/drawing/2014/main" id="{8583DF42-FC5B-46FF-A8B2-BD8F15CDE3A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34990"/>
                          <a:ext cx="101484" cy="1051941"/>
                          <a:chOff x="1800622" y="2329236"/>
                          <a:chExt cx="101484" cy="1051941"/>
                        </a:xfrm>
                      </p:grpSpPr>
                      <p:sp>
                        <p:nvSpPr>
                          <p:cNvPr id="10200" name="Flowchart: Connector 10199">
                            <a:extLst>
                              <a:ext uri="{FF2B5EF4-FFF2-40B4-BE49-F238E27FC236}">
                                <a16:creationId xmlns:a16="http://schemas.microsoft.com/office/drawing/2014/main" id="{2B488C13-4B12-4922-8008-3C7F0F57F6C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201" name="Flowchart: Connector 10200">
                            <a:extLst>
                              <a:ext uri="{FF2B5EF4-FFF2-40B4-BE49-F238E27FC236}">
                                <a16:creationId xmlns:a16="http://schemas.microsoft.com/office/drawing/2014/main" id="{DAF62B68-5FB3-4078-A176-E36B3113427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202" name="Flowchart: Connector 10201">
                            <a:extLst>
                              <a:ext uri="{FF2B5EF4-FFF2-40B4-BE49-F238E27FC236}">
                                <a16:creationId xmlns:a16="http://schemas.microsoft.com/office/drawing/2014/main" id="{0394FCAF-29D7-4F04-A816-A5F7014CBD9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203" name="Flowchart: Connector 10202">
                            <a:extLst>
                              <a:ext uri="{FF2B5EF4-FFF2-40B4-BE49-F238E27FC236}">
                                <a16:creationId xmlns:a16="http://schemas.microsoft.com/office/drawing/2014/main" id="{A16A8887-08DC-48CA-836C-CD28E8782EB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2923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10140" name="Group 10139">
                          <a:extLst>
                            <a:ext uri="{FF2B5EF4-FFF2-40B4-BE49-F238E27FC236}">
                              <a16:creationId xmlns:a16="http://schemas.microsoft.com/office/drawing/2014/main" id="{7DE8FFB3-4D0A-42D3-AE8B-162D61C2516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01770"/>
                          <a:ext cx="1074397" cy="1497980"/>
                          <a:chOff x="2114232" y="1501770"/>
                          <a:chExt cx="1074397" cy="1497980"/>
                        </a:xfrm>
                      </p:grpSpPr>
                      <p:grpSp>
                        <p:nvGrpSpPr>
                          <p:cNvPr id="10141" name="Group 10140">
                            <a:extLst>
                              <a:ext uri="{FF2B5EF4-FFF2-40B4-BE49-F238E27FC236}">
                                <a16:creationId xmlns:a16="http://schemas.microsoft.com/office/drawing/2014/main" id="{B9B06A2B-4131-4394-95A3-FB8BAB02B6E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10192" name="Flowchart: Connector 10191">
                              <a:extLst>
                                <a:ext uri="{FF2B5EF4-FFF2-40B4-BE49-F238E27FC236}">
                                  <a16:creationId xmlns:a16="http://schemas.microsoft.com/office/drawing/2014/main" id="{0178F68D-879A-4690-94F1-5C5AB5C9ABE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193" name="3D Model 10192" descr="Sphere">
                                  <a:extLst>
                                    <a:ext uri="{FF2B5EF4-FFF2-40B4-BE49-F238E27FC236}">
                                      <a16:creationId xmlns:a16="http://schemas.microsoft.com/office/drawing/2014/main" id="{ECF72435-4F86-49B9-BCDC-6A5EF1C1DC0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233147013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194" name="Flowchart: Connector 10193">
                              <a:extLst>
                                <a:ext uri="{FF2B5EF4-FFF2-40B4-BE49-F238E27FC236}">
                                  <a16:creationId xmlns:a16="http://schemas.microsoft.com/office/drawing/2014/main" id="{515E3BA1-9A67-4EE3-8C35-FF871FE9ED7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195" name="3D Model 10194" descr="Sphere">
                                  <a:extLst>
                                    <a:ext uri="{FF2B5EF4-FFF2-40B4-BE49-F238E27FC236}">
                                      <a16:creationId xmlns:a16="http://schemas.microsoft.com/office/drawing/2014/main" id="{B47FD32F-9619-4971-B737-87B2AE6D1E2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342859951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196" name="Flowchart: Connector 10195">
                              <a:extLst>
                                <a:ext uri="{FF2B5EF4-FFF2-40B4-BE49-F238E27FC236}">
                                  <a16:creationId xmlns:a16="http://schemas.microsoft.com/office/drawing/2014/main" id="{87A883CA-6A85-4B24-8EDB-E186C8B26E6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197" name="3D Model 10196" descr="Sphere">
                                  <a:extLst>
                                    <a:ext uri="{FF2B5EF4-FFF2-40B4-BE49-F238E27FC236}">
                                      <a16:creationId xmlns:a16="http://schemas.microsoft.com/office/drawing/2014/main" id="{C2180A45-0F70-43A9-A216-997EAB7A72C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255194238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198" name="Flowchart: Connector 10197">
                              <a:extLst>
                                <a:ext uri="{FF2B5EF4-FFF2-40B4-BE49-F238E27FC236}">
                                  <a16:creationId xmlns:a16="http://schemas.microsoft.com/office/drawing/2014/main" id="{81D45BF8-C124-4C9D-8CD9-6472665DBD1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199" name="3D Model 10198" descr="Sphere">
                                  <a:extLst>
                                    <a:ext uri="{FF2B5EF4-FFF2-40B4-BE49-F238E27FC236}">
                                      <a16:creationId xmlns:a16="http://schemas.microsoft.com/office/drawing/2014/main" id="{34625950-42F0-4C0B-9CA9-5882112FA11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699583387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0142" name="Group 10141">
                            <a:extLst>
                              <a:ext uri="{FF2B5EF4-FFF2-40B4-BE49-F238E27FC236}">
                                <a16:creationId xmlns:a16="http://schemas.microsoft.com/office/drawing/2014/main" id="{989F0126-265C-437F-BC0D-C19C33C32D6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0176" name="Flowchart: Connector 10175">
                              <a:extLst>
                                <a:ext uri="{FF2B5EF4-FFF2-40B4-BE49-F238E27FC236}">
                                  <a16:creationId xmlns:a16="http://schemas.microsoft.com/office/drawing/2014/main" id="{757BEFA1-7789-4941-AE36-B790DD5EC57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177" name="Flowchart: Connector 10176">
                              <a:extLst>
                                <a:ext uri="{FF2B5EF4-FFF2-40B4-BE49-F238E27FC236}">
                                  <a16:creationId xmlns:a16="http://schemas.microsoft.com/office/drawing/2014/main" id="{FFB7222F-7E2E-4E16-B36E-F728E570DA7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178" name="Flowchart: Connector 10177">
                              <a:extLst>
                                <a:ext uri="{FF2B5EF4-FFF2-40B4-BE49-F238E27FC236}">
                                  <a16:creationId xmlns:a16="http://schemas.microsoft.com/office/drawing/2014/main" id="{0B3C43D7-5674-44E8-B330-93FB3345D9F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179" name="Flowchart: Connector 10178">
                              <a:extLst>
                                <a:ext uri="{FF2B5EF4-FFF2-40B4-BE49-F238E27FC236}">
                                  <a16:creationId xmlns:a16="http://schemas.microsoft.com/office/drawing/2014/main" id="{1781831E-F595-44C7-A8EF-B33BEFB7DCC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180" name="Flowchart: Connector 10179">
                              <a:extLst>
                                <a:ext uri="{FF2B5EF4-FFF2-40B4-BE49-F238E27FC236}">
                                  <a16:creationId xmlns:a16="http://schemas.microsoft.com/office/drawing/2014/main" id="{E1BCA2A6-AC56-47F6-88AE-7E5BDF31104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181" name="Flowchart: Connector 10180">
                              <a:extLst>
                                <a:ext uri="{FF2B5EF4-FFF2-40B4-BE49-F238E27FC236}">
                                  <a16:creationId xmlns:a16="http://schemas.microsoft.com/office/drawing/2014/main" id="{5268B9DA-15F6-4611-8C4F-EB7A52F18D7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182" name="Flowchart: Connector 10181">
                              <a:extLst>
                                <a:ext uri="{FF2B5EF4-FFF2-40B4-BE49-F238E27FC236}">
                                  <a16:creationId xmlns:a16="http://schemas.microsoft.com/office/drawing/2014/main" id="{BCB07AA8-D07A-4EB4-8088-D2D5FFC7C1E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183" name="Flowchart: Connector 10182">
                              <a:extLst>
                                <a:ext uri="{FF2B5EF4-FFF2-40B4-BE49-F238E27FC236}">
                                  <a16:creationId xmlns:a16="http://schemas.microsoft.com/office/drawing/2014/main" id="{91B2231E-3B05-43FC-802F-61F27693A3D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184" name="Flowchart: Connector 10183">
                              <a:extLst>
                                <a:ext uri="{FF2B5EF4-FFF2-40B4-BE49-F238E27FC236}">
                                  <a16:creationId xmlns:a16="http://schemas.microsoft.com/office/drawing/2014/main" id="{58E5140B-9D9F-4278-83D8-F644F7F7A13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185" name="3D Model 10184" descr="Sphere">
                                  <a:extLst>
                                    <a:ext uri="{FF2B5EF4-FFF2-40B4-BE49-F238E27FC236}">
                                      <a16:creationId xmlns:a16="http://schemas.microsoft.com/office/drawing/2014/main" id="{2DA389F7-CA1B-4F27-BB02-2434094016C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141087571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186" name="Flowchart: Connector 10185">
                              <a:extLst>
                                <a:ext uri="{FF2B5EF4-FFF2-40B4-BE49-F238E27FC236}">
                                  <a16:creationId xmlns:a16="http://schemas.microsoft.com/office/drawing/2014/main" id="{EDE4CDA3-C7F8-450D-A177-77FF01C2F34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187" name="3D Model 10186" descr="Sphere">
                                  <a:extLst>
                                    <a:ext uri="{FF2B5EF4-FFF2-40B4-BE49-F238E27FC236}">
                                      <a16:creationId xmlns:a16="http://schemas.microsoft.com/office/drawing/2014/main" id="{4262686F-0564-4342-964B-AA59098E3E8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619973353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188" name="Flowchart: Connector 10187">
                              <a:extLst>
                                <a:ext uri="{FF2B5EF4-FFF2-40B4-BE49-F238E27FC236}">
                                  <a16:creationId xmlns:a16="http://schemas.microsoft.com/office/drawing/2014/main" id="{AC0AB351-EAB3-41BB-983D-ED6909D2936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189" name="3D Model 10188" descr="Sphere">
                                  <a:extLst>
                                    <a:ext uri="{FF2B5EF4-FFF2-40B4-BE49-F238E27FC236}">
                                      <a16:creationId xmlns:a16="http://schemas.microsoft.com/office/drawing/2014/main" id="{B5688EDE-D81B-4F0C-A875-1F706AC9040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09056281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190" name="Flowchart: Connector 10189">
                              <a:extLst>
                                <a:ext uri="{FF2B5EF4-FFF2-40B4-BE49-F238E27FC236}">
                                  <a16:creationId xmlns:a16="http://schemas.microsoft.com/office/drawing/2014/main" id="{4419B53E-3718-49F0-A298-632C6E52864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191" name="3D Model 10190" descr="Sphere">
                                  <a:extLst>
                                    <a:ext uri="{FF2B5EF4-FFF2-40B4-BE49-F238E27FC236}">
                                      <a16:creationId xmlns:a16="http://schemas.microsoft.com/office/drawing/2014/main" id="{5B2061F5-27DA-4A41-BC5F-C784D386D21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785359172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0143" name="Group 10142">
                            <a:extLst>
                              <a:ext uri="{FF2B5EF4-FFF2-40B4-BE49-F238E27FC236}">
                                <a16:creationId xmlns:a16="http://schemas.microsoft.com/office/drawing/2014/main" id="{B8A97983-88F2-48E5-88A9-CEB218995A8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0160" name="Flowchart: Connector 10159">
                              <a:extLst>
                                <a:ext uri="{FF2B5EF4-FFF2-40B4-BE49-F238E27FC236}">
                                  <a16:creationId xmlns:a16="http://schemas.microsoft.com/office/drawing/2014/main" id="{9F990DB6-E5EA-4FDC-A445-8A1DE2116E7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161" name="Flowchart: Connector 10160">
                              <a:extLst>
                                <a:ext uri="{FF2B5EF4-FFF2-40B4-BE49-F238E27FC236}">
                                  <a16:creationId xmlns:a16="http://schemas.microsoft.com/office/drawing/2014/main" id="{ACE445F1-3F6A-4E40-8591-46A2E5646ED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162" name="Flowchart: Connector 10161">
                              <a:extLst>
                                <a:ext uri="{FF2B5EF4-FFF2-40B4-BE49-F238E27FC236}">
                                  <a16:creationId xmlns:a16="http://schemas.microsoft.com/office/drawing/2014/main" id="{AEEFA3A5-C746-4207-9042-0F7402DA5C2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163" name="Flowchart: Connector 10162">
                              <a:extLst>
                                <a:ext uri="{FF2B5EF4-FFF2-40B4-BE49-F238E27FC236}">
                                  <a16:creationId xmlns:a16="http://schemas.microsoft.com/office/drawing/2014/main" id="{8A4864E7-3057-4568-B998-C7E172319A9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164" name="Flowchart: Connector 10163">
                              <a:extLst>
                                <a:ext uri="{FF2B5EF4-FFF2-40B4-BE49-F238E27FC236}">
                                  <a16:creationId xmlns:a16="http://schemas.microsoft.com/office/drawing/2014/main" id="{9FB168FD-4C05-4F86-B650-43FFBF6F8B2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165" name="Flowchart: Connector 10164">
                              <a:extLst>
                                <a:ext uri="{FF2B5EF4-FFF2-40B4-BE49-F238E27FC236}">
                                  <a16:creationId xmlns:a16="http://schemas.microsoft.com/office/drawing/2014/main" id="{3E1B669C-EC21-45A9-9E9E-0C2E7F20272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166" name="Flowchart: Connector 10165">
                              <a:extLst>
                                <a:ext uri="{FF2B5EF4-FFF2-40B4-BE49-F238E27FC236}">
                                  <a16:creationId xmlns:a16="http://schemas.microsoft.com/office/drawing/2014/main" id="{447A25A6-0ECF-4845-ABE7-55B2DA3D975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167" name="Flowchart: Connector 10166">
                              <a:extLst>
                                <a:ext uri="{FF2B5EF4-FFF2-40B4-BE49-F238E27FC236}">
                                  <a16:creationId xmlns:a16="http://schemas.microsoft.com/office/drawing/2014/main" id="{4DF9DD42-61CC-4A3D-9AE0-A42230C346F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168" name="Flowchart: Connector 10167">
                              <a:extLst>
                                <a:ext uri="{FF2B5EF4-FFF2-40B4-BE49-F238E27FC236}">
                                  <a16:creationId xmlns:a16="http://schemas.microsoft.com/office/drawing/2014/main" id="{2C991B68-AC5E-44C9-BC2F-61C23829581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169" name="3D Model 10168" descr="Sphere">
                                  <a:extLst>
                                    <a:ext uri="{FF2B5EF4-FFF2-40B4-BE49-F238E27FC236}">
                                      <a16:creationId xmlns:a16="http://schemas.microsoft.com/office/drawing/2014/main" id="{9BD3B14F-B3D7-47E2-96A7-F5B01B2AAAD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62716664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170" name="Flowchart: Connector 10169">
                              <a:extLst>
                                <a:ext uri="{FF2B5EF4-FFF2-40B4-BE49-F238E27FC236}">
                                  <a16:creationId xmlns:a16="http://schemas.microsoft.com/office/drawing/2014/main" id="{9553FA7F-322D-465E-A6F0-9CDF4F96AA0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171" name="3D Model 10170" descr="Sphere">
                                  <a:extLst>
                                    <a:ext uri="{FF2B5EF4-FFF2-40B4-BE49-F238E27FC236}">
                                      <a16:creationId xmlns:a16="http://schemas.microsoft.com/office/drawing/2014/main" id="{AA7E885C-31DD-4D6F-BB33-E1A0C123884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46169153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172" name="Flowchart: Connector 10171">
                              <a:extLst>
                                <a:ext uri="{FF2B5EF4-FFF2-40B4-BE49-F238E27FC236}">
                                  <a16:creationId xmlns:a16="http://schemas.microsoft.com/office/drawing/2014/main" id="{D3FF6949-4B57-4E95-9AB3-FD0FB1C5248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173" name="3D Model 10172" descr="Sphere">
                                  <a:extLst>
                                    <a:ext uri="{FF2B5EF4-FFF2-40B4-BE49-F238E27FC236}">
                                      <a16:creationId xmlns:a16="http://schemas.microsoft.com/office/drawing/2014/main" id="{66E6EDF6-B83E-4979-88E7-FB6399081FE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809157418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174" name="Flowchart: Connector 10173">
                              <a:extLst>
                                <a:ext uri="{FF2B5EF4-FFF2-40B4-BE49-F238E27FC236}">
                                  <a16:creationId xmlns:a16="http://schemas.microsoft.com/office/drawing/2014/main" id="{48482440-0C7F-4FE9-B0EC-2E5C2500422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175" name="3D Model 10174" descr="Sphere">
                                  <a:extLst>
                                    <a:ext uri="{FF2B5EF4-FFF2-40B4-BE49-F238E27FC236}">
                                      <a16:creationId xmlns:a16="http://schemas.microsoft.com/office/drawing/2014/main" id="{FA254F61-6241-4B32-ABC9-82C226B11E1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67599225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10144" name="Flowchart: Connector 10143">
                            <a:extLst>
                              <a:ext uri="{FF2B5EF4-FFF2-40B4-BE49-F238E27FC236}">
                                <a16:creationId xmlns:a16="http://schemas.microsoft.com/office/drawing/2014/main" id="{9868CF3A-8C4E-4B7D-A941-53A6867DB69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145" name="Flowchart: Connector 10144">
                            <a:extLst>
                              <a:ext uri="{FF2B5EF4-FFF2-40B4-BE49-F238E27FC236}">
                                <a16:creationId xmlns:a16="http://schemas.microsoft.com/office/drawing/2014/main" id="{8A9A5A6E-1C35-4119-94DD-6FEF78AD1A9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146" name="Flowchart: Connector 10145">
                            <a:extLst>
                              <a:ext uri="{FF2B5EF4-FFF2-40B4-BE49-F238E27FC236}">
                                <a16:creationId xmlns:a16="http://schemas.microsoft.com/office/drawing/2014/main" id="{2C8CC2A1-C3D8-41A4-B40F-7AC22C699BF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147" name="Flowchart: Connector 10146">
                            <a:extLst>
                              <a:ext uri="{FF2B5EF4-FFF2-40B4-BE49-F238E27FC236}">
                                <a16:creationId xmlns:a16="http://schemas.microsoft.com/office/drawing/2014/main" id="{1F610944-4C07-41B3-9476-85970329FEE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148" name="Flowchart: Connector 10147">
                            <a:extLst>
                              <a:ext uri="{FF2B5EF4-FFF2-40B4-BE49-F238E27FC236}">
                                <a16:creationId xmlns:a16="http://schemas.microsoft.com/office/drawing/2014/main" id="{5DB9CB1B-61CA-43A5-80A3-D0EBFDD9A10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149" name="Flowchart: Connector 10148">
                            <a:extLst>
                              <a:ext uri="{FF2B5EF4-FFF2-40B4-BE49-F238E27FC236}">
                                <a16:creationId xmlns:a16="http://schemas.microsoft.com/office/drawing/2014/main" id="{C0A17B87-C22D-4F16-9C14-9E8B7B485E0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150" name="Flowchart: Connector 10149">
                            <a:extLst>
                              <a:ext uri="{FF2B5EF4-FFF2-40B4-BE49-F238E27FC236}">
                                <a16:creationId xmlns:a16="http://schemas.microsoft.com/office/drawing/2014/main" id="{F398638D-9BA3-483B-AD62-D7A94CF5C7A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151" name="Flowchart: Connector 10150">
                            <a:extLst>
                              <a:ext uri="{FF2B5EF4-FFF2-40B4-BE49-F238E27FC236}">
                                <a16:creationId xmlns:a16="http://schemas.microsoft.com/office/drawing/2014/main" id="{D2E89646-B67C-47AB-A59D-5B0256DD4EA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152" name="Flowchart: Connector 10151">
                            <a:extLst>
                              <a:ext uri="{FF2B5EF4-FFF2-40B4-BE49-F238E27FC236}">
                                <a16:creationId xmlns:a16="http://schemas.microsoft.com/office/drawing/2014/main" id="{518386C0-E6CB-4477-A8F1-12B26189612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153" name="3D Model 10152" descr="Sphere">
                                <a:extLst>
                                  <a:ext uri="{FF2B5EF4-FFF2-40B4-BE49-F238E27FC236}">
                                    <a16:creationId xmlns:a16="http://schemas.microsoft.com/office/drawing/2014/main" id="{640216B8-F16F-4D7D-AF6E-D86A412CA78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658979093"/>
                                  </p:ext>
                                </p:extLst>
                              </p:nvPr>
                            </p:nvGraphicFramePr>
                            <p:xfrm>
                              <a:off x="2123911" y="1501770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349" name="3D Model 1348" descr="Sphere">
                                <a:extLst>
                                  <a:ext uri="{FF2B5EF4-FFF2-40B4-BE49-F238E27FC236}">
                                    <a16:creationId xmlns:a16="http://schemas.microsoft.com/office/drawing/2014/main" id="{4395919B-9E14-47A0-ADC7-DA1EAA2D3C0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163734" y="223993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154" name="Flowchart: Connector 10153">
                            <a:extLst>
                              <a:ext uri="{FF2B5EF4-FFF2-40B4-BE49-F238E27FC236}">
                                <a16:creationId xmlns:a16="http://schemas.microsoft.com/office/drawing/2014/main" id="{80271570-E528-4ECF-9DDE-5DBC93974E3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155" name="3D Model 10154" descr="Sphere">
                                <a:extLst>
                                  <a:ext uri="{FF2B5EF4-FFF2-40B4-BE49-F238E27FC236}">
                                    <a16:creationId xmlns:a16="http://schemas.microsoft.com/office/drawing/2014/main" id="{4D811CCE-401B-4841-AB5A-9EDEE7F470D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47798580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351" name="3D Model 1350" descr="Sphere">
                                <a:extLst>
                                  <a:ext uri="{FF2B5EF4-FFF2-40B4-BE49-F238E27FC236}">
                                    <a16:creationId xmlns:a16="http://schemas.microsoft.com/office/drawing/2014/main" id="{47A1AE26-2079-4736-9E83-4305685E21D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05558" y="2254621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156" name="Flowchart: Connector 10155">
                            <a:extLst>
                              <a:ext uri="{FF2B5EF4-FFF2-40B4-BE49-F238E27FC236}">
                                <a16:creationId xmlns:a16="http://schemas.microsoft.com/office/drawing/2014/main" id="{A43A7E65-1BBB-420C-AE99-CCC4CA69D33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93292" y="171776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157" name="3D Model 10156" descr="Sphere">
                                <a:extLst>
                                  <a:ext uri="{FF2B5EF4-FFF2-40B4-BE49-F238E27FC236}">
                                    <a16:creationId xmlns:a16="http://schemas.microsoft.com/office/drawing/2014/main" id="{584490CF-DABF-4CB3-8ECA-20939FB7CFC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932448376"/>
                                  </p:ext>
                                </p:extLst>
                              </p:nvPr>
                            </p:nvGraphicFramePr>
                            <p:xfrm>
                              <a:off x="2622429" y="163823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353" name="3D Model 1352" descr="Sphere">
                                <a:extLst>
                                  <a:ext uri="{FF2B5EF4-FFF2-40B4-BE49-F238E27FC236}">
                                    <a16:creationId xmlns:a16="http://schemas.microsoft.com/office/drawing/2014/main" id="{E2505DDD-37A8-4CA9-B315-7854E04DEBE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50330" y="2265636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158" name="Flowchart: Connector 10157">
                            <a:extLst>
                              <a:ext uri="{FF2B5EF4-FFF2-40B4-BE49-F238E27FC236}">
                                <a16:creationId xmlns:a16="http://schemas.microsoft.com/office/drawing/2014/main" id="{722F7966-8B1E-4327-9772-442A212B54D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159" name="3D Model 10158" descr="Sphere">
                                <a:extLst>
                                  <a:ext uri="{FF2B5EF4-FFF2-40B4-BE49-F238E27FC236}">
                                    <a16:creationId xmlns:a16="http://schemas.microsoft.com/office/drawing/2014/main" id="{3F5D77E4-764A-4F73-950D-CA488F779E8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583614546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355" name="3D Model 1354" descr="Sphere">
                                <a:extLst>
                                  <a:ext uri="{FF2B5EF4-FFF2-40B4-BE49-F238E27FC236}">
                                    <a16:creationId xmlns:a16="http://schemas.microsoft.com/office/drawing/2014/main" id="{E21BD0D0-B373-436E-BAAD-FEE3FBB8CE95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94654" y="2282654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9995" name="Group 9994">
                        <a:extLst>
                          <a:ext uri="{FF2B5EF4-FFF2-40B4-BE49-F238E27FC236}">
                            <a16:creationId xmlns:a16="http://schemas.microsoft.com/office/drawing/2014/main" id="{569AD4AB-E852-4F8A-ACA1-8456D78E47C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547436" y="2361226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10136" name="Flowchart: Connector 10135">
                          <a:extLst>
                            <a:ext uri="{FF2B5EF4-FFF2-40B4-BE49-F238E27FC236}">
                              <a16:creationId xmlns:a16="http://schemas.microsoft.com/office/drawing/2014/main" id="{B4523BFD-63CC-406C-8C78-931C93C5C62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137" name="Flowchart: Connector 10136">
                          <a:extLst>
                            <a:ext uri="{FF2B5EF4-FFF2-40B4-BE49-F238E27FC236}">
                              <a16:creationId xmlns:a16="http://schemas.microsoft.com/office/drawing/2014/main" id="{1F352D4C-E6DD-4355-AEB3-56B4C8691F7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138" name="Flowchart: Connector 10137">
                          <a:extLst>
                            <a:ext uri="{FF2B5EF4-FFF2-40B4-BE49-F238E27FC236}">
                              <a16:creationId xmlns:a16="http://schemas.microsoft.com/office/drawing/2014/main" id="{D4AA5B3C-8142-466E-B96F-3EA6333EEDD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9996" name="Flowchart: Connector 9995">
                        <a:extLst>
                          <a:ext uri="{FF2B5EF4-FFF2-40B4-BE49-F238E27FC236}">
                            <a16:creationId xmlns:a16="http://schemas.microsoft.com/office/drawing/2014/main" id="{CAD0A3A7-C703-4E78-9CEA-477D1B01090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19794" y="212254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997" name="Flowchart: Connector 9996">
                        <a:extLst>
                          <a:ext uri="{FF2B5EF4-FFF2-40B4-BE49-F238E27FC236}">
                            <a16:creationId xmlns:a16="http://schemas.microsoft.com/office/drawing/2014/main" id="{714BAC1E-84E2-4108-AD98-1F4BC45CF1D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74020" y="218539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9998" name="Group 9997">
                        <a:extLst>
                          <a:ext uri="{FF2B5EF4-FFF2-40B4-BE49-F238E27FC236}">
                            <a16:creationId xmlns:a16="http://schemas.microsoft.com/office/drawing/2014/main" id="{A757843A-4DFA-4D6A-B72B-6CF583A1A2C2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18957">
                        <a:off x="941432" y="2025443"/>
                        <a:ext cx="710250" cy="369080"/>
                        <a:chOff x="854932" y="2290871"/>
                        <a:chExt cx="710250" cy="369080"/>
                      </a:xfrm>
                    </p:grpSpPr>
                    <p:sp>
                      <p:nvSpPr>
                        <p:cNvPr id="10133" name="Flowchart: Connector 10132">
                          <a:extLst>
                            <a:ext uri="{FF2B5EF4-FFF2-40B4-BE49-F238E27FC236}">
                              <a16:creationId xmlns:a16="http://schemas.microsoft.com/office/drawing/2014/main" id="{334A85B0-BA0E-4625-BC12-21183D87A52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2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134" name="Flowchart: Connector 10133">
                          <a:extLst>
                            <a:ext uri="{FF2B5EF4-FFF2-40B4-BE49-F238E27FC236}">
                              <a16:creationId xmlns:a16="http://schemas.microsoft.com/office/drawing/2014/main" id="{46698CC7-F233-4F52-9557-7D77DCEC6A9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1897" y="2377722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135" name="Flowchart: Connector 10134">
                          <a:extLst>
                            <a:ext uri="{FF2B5EF4-FFF2-40B4-BE49-F238E27FC236}">
                              <a16:creationId xmlns:a16="http://schemas.microsoft.com/office/drawing/2014/main" id="{52D44730-83CE-46FD-8E1F-4DC35B486D6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53323" y="244395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9999" name="Group 9998">
                        <a:extLst>
                          <a:ext uri="{FF2B5EF4-FFF2-40B4-BE49-F238E27FC236}">
                            <a16:creationId xmlns:a16="http://schemas.microsoft.com/office/drawing/2014/main" id="{23985DFD-B359-4326-84E3-858A3D4D727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21287" y="1995259"/>
                        <a:ext cx="1102917" cy="1484052"/>
                        <a:chOff x="2085712" y="1515698"/>
                        <a:chExt cx="1102917" cy="1484052"/>
                      </a:xfrm>
                    </p:grpSpPr>
                    <p:grpSp>
                      <p:nvGrpSpPr>
                        <p:cNvPr id="10068" name="Group 10067">
                          <a:extLst>
                            <a:ext uri="{FF2B5EF4-FFF2-40B4-BE49-F238E27FC236}">
                              <a16:creationId xmlns:a16="http://schemas.microsoft.com/office/drawing/2014/main" id="{761AB326-8507-49F0-B701-6F95E869AE2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5712" y="1648950"/>
                          <a:ext cx="105765" cy="1037981"/>
                          <a:chOff x="1796341" y="2343196"/>
                          <a:chExt cx="105765" cy="1037981"/>
                        </a:xfrm>
                      </p:grpSpPr>
                      <p:sp>
                        <p:nvSpPr>
                          <p:cNvPr id="10129" name="Flowchart: Connector 10128">
                            <a:extLst>
                              <a:ext uri="{FF2B5EF4-FFF2-40B4-BE49-F238E27FC236}">
                                <a16:creationId xmlns:a16="http://schemas.microsoft.com/office/drawing/2014/main" id="{E4425F35-6EB1-4FC8-9D90-D3C406C71DB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130" name="Flowchart: Connector 10129">
                            <a:extLst>
                              <a:ext uri="{FF2B5EF4-FFF2-40B4-BE49-F238E27FC236}">
                                <a16:creationId xmlns:a16="http://schemas.microsoft.com/office/drawing/2014/main" id="{D4CA7900-DA94-4CE1-957C-9A23F3CE291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131" name="Flowchart: Connector 10130">
                            <a:extLst>
                              <a:ext uri="{FF2B5EF4-FFF2-40B4-BE49-F238E27FC236}">
                                <a16:creationId xmlns:a16="http://schemas.microsoft.com/office/drawing/2014/main" id="{DFBFD228-C2F9-4906-94AF-9DE15870E97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132" name="Flowchart: Connector 10131">
                            <a:extLst>
                              <a:ext uri="{FF2B5EF4-FFF2-40B4-BE49-F238E27FC236}">
                                <a16:creationId xmlns:a16="http://schemas.microsoft.com/office/drawing/2014/main" id="{77B06AC8-31FE-4BB8-A20C-17B01C0E6EA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796341" y="2343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10069" name="Group 10068">
                          <a:extLst>
                            <a:ext uri="{FF2B5EF4-FFF2-40B4-BE49-F238E27FC236}">
                              <a16:creationId xmlns:a16="http://schemas.microsoft.com/office/drawing/2014/main" id="{6BF4AA6D-58F2-4346-82CF-7A68907CB56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15698"/>
                          <a:ext cx="1074397" cy="1484052"/>
                          <a:chOff x="2114232" y="1515698"/>
                          <a:chExt cx="1074397" cy="1484052"/>
                        </a:xfrm>
                      </p:grpSpPr>
                      <p:grpSp>
                        <p:nvGrpSpPr>
                          <p:cNvPr id="10070" name="Group 10069">
                            <a:extLst>
                              <a:ext uri="{FF2B5EF4-FFF2-40B4-BE49-F238E27FC236}">
                                <a16:creationId xmlns:a16="http://schemas.microsoft.com/office/drawing/2014/main" id="{36132316-F68C-4470-AF9A-DA01B62EA62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10121" name="Flowchart: Connector 10120">
                              <a:extLst>
                                <a:ext uri="{FF2B5EF4-FFF2-40B4-BE49-F238E27FC236}">
                                  <a16:creationId xmlns:a16="http://schemas.microsoft.com/office/drawing/2014/main" id="{7328AD24-1F9A-4FA0-B2CE-FBFCC2F56E0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122" name="3D Model 10121" descr="Sphere">
                                  <a:extLst>
                                    <a:ext uri="{FF2B5EF4-FFF2-40B4-BE49-F238E27FC236}">
                                      <a16:creationId xmlns:a16="http://schemas.microsoft.com/office/drawing/2014/main" id="{C25E3EEB-E163-4D9A-BEF7-3042CCCDAB8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99524305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123" name="Flowchart: Connector 10122">
                              <a:extLst>
                                <a:ext uri="{FF2B5EF4-FFF2-40B4-BE49-F238E27FC236}">
                                  <a16:creationId xmlns:a16="http://schemas.microsoft.com/office/drawing/2014/main" id="{F1B5F422-C341-453C-8262-B0CBBCCC622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124" name="3D Model 10123" descr="Sphere">
                                  <a:extLst>
                                    <a:ext uri="{FF2B5EF4-FFF2-40B4-BE49-F238E27FC236}">
                                      <a16:creationId xmlns:a16="http://schemas.microsoft.com/office/drawing/2014/main" id="{6CE4B100-2B57-47BA-8227-CB42343D011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11907241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125" name="Flowchart: Connector 10124">
                              <a:extLst>
                                <a:ext uri="{FF2B5EF4-FFF2-40B4-BE49-F238E27FC236}">
                                  <a16:creationId xmlns:a16="http://schemas.microsoft.com/office/drawing/2014/main" id="{7F360CCF-AB27-4297-8E58-BCBFFB8A767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126" name="3D Model 10125" descr="Sphere">
                                  <a:extLst>
                                    <a:ext uri="{FF2B5EF4-FFF2-40B4-BE49-F238E27FC236}">
                                      <a16:creationId xmlns:a16="http://schemas.microsoft.com/office/drawing/2014/main" id="{D719CAE8-7E1E-4678-ACD8-9F07FED215E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560557732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127" name="Flowchart: Connector 10126">
                              <a:extLst>
                                <a:ext uri="{FF2B5EF4-FFF2-40B4-BE49-F238E27FC236}">
                                  <a16:creationId xmlns:a16="http://schemas.microsoft.com/office/drawing/2014/main" id="{65B32367-C48A-4964-B1D8-44077D9EA5D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128" name="3D Model 10127" descr="Sphere">
                                  <a:extLst>
                                    <a:ext uri="{FF2B5EF4-FFF2-40B4-BE49-F238E27FC236}">
                                      <a16:creationId xmlns:a16="http://schemas.microsoft.com/office/drawing/2014/main" id="{157A1239-FD13-4062-BBA8-3BB295177BB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782899224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0071" name="Group 10070">
                            <a:extLst>
                              <a:ext uri="{FF2B5EF4-FFF2-40B4-BE49-F238E27FC236}">
                                <a16:creationId xmlns:a16="http://schemas.microsoft.com/office/drawing/2014/main" id="{C92DA753-63CA-48C0-92BD-CB88721F931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0105" name="Flowchart: Connector 10104">
                              <a:extLst>
                                <a:ext uri="{FF2B5EF4-FFF2-40B4-BE49-F238E27FC236}">
                                  <a16:creationId xmlns:a16="http://schemas.microsoft.com/office/drawing/2014/main" id="{D0CA4130-B6A1-471A-B429-A15B6368579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106" name="Flowchart: Connector 10105">
                              <a:extLst>
                                <a:ext uri="{FF2B5EF4-FFF2-40B4-BE49-F238E27FC236}">
                                  <a16:creationId xmlns:a16="http://schemas.microsoft.com/office/drawing/2014/main" id="{9BD10751-61AF-43C5-BADF-4FDC2EF03AB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107" name="Flowchart: Connector 10106">
                              <a:extLst>
                                <a:ext uri="{FF2B5EF4-FFF2-40B4-BE49-F238E27FC236}">
                                  <a16:creationId xmlns:a16="http://schemas.microsoft.com/office/drawing/2014/main" id="{0558CA5D-B7D1-45D7-BC90-E37C213379C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108" name="Flowchart: Connector 10107">
                              <a:extLst>
                                <a:ext uri="{FF2B5EF4-FFF2-40B4-BE49-F238E27FC236}">
                                  <a16:creationId xmlns:a16="http://schemas.microsoft.com/office/drawing/2014/main" id="{A220E86B-31A2-4D68-A627-CDBEBCE4E60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109" name="Flowchart: Connector 10108">
                              <a:extLst>
                                <a:ext uri="{FF2B5EF4-FFF2-40B4-BE49-F238E27FC236}">
                                  <a16:creationId xmlns:a16="http://schemas.microsoft.com/office/drawing/2014/main" id="{1BBA2ED6-999F-4CA2-A8E1-2CC0060A331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110" name="Flowchart: Connector 10109">
                              <a:extLst>
                                <a:ext uri="{FF2B5EF4-FFF2-40B4-BE49-F238E27FC236}">
                                  <a16:creationId xmlns:a16="http://schemas.microsoft.com/office/drawing/2014/main" id="{AB0E172D-A93C-4AA9-805D-EBCDF5E8971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111" name="Flowchart: Connector 10110">
                              <a:extLst>
                                <a:ext uri="{FF2B5EF4-FFF2-40B4-BE49-F238E27FC236}">
                                  <a16:creationId xmlns:a16="http://schemas.microsoft.com/office/drawing/2014/main" id="{609E2F55-6F91-4FFD-94E1-CC9A62D28CB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112" name="Flowchart: Connector 10111">
                              <a:extLst>
                                <a:ext uri="{FF2B5EF4-FFF2-40B4-BE49-F238E27FC236}">
                                  <a16:creationId xmlns:a16="http://schemas.microsoft.com/office/drawing/2014/main" id="{77EA0D38-64E4-4148-856A-7E1CE743F1B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113" name="Flowchart: Connector 10112">
                              <a:extLst>
                                <a:ext uri="{FF2B5EF4-FFF2-40B4-BE49-F238E27FC236}">
                                  <a16:creationId xmlns:a16="http://schemas.microsoft.com/office/drawing/2014/main" id="{40BD8777-918C-4CD6-9930-E631EE1A67B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114" name="3D Model 10113" descr="Sphere">
                                  <a:extLst>
                                    <a:ext uri="{FF2B5EF4-FFF2-40B4-BE49-F238E27FC236}">
                                      <a16:creationId xmlns:a16="http://schemas.microsoft.com/office/drawing/2014/main" id="{F17ADA86-78A4-4EAC-8CF7-F8C1BCF4D62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243296605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115" name="Flowchart: Connector 10114">
                              <a:extLst>
                                <a:ext uri="{FF2B5EF4-FFF2-40B4-BE49-F238E27FC236}">
                                  <a16:creationId xmlns:a16="http://schemas.microsoft.com/office/drawing/2014/main" id="{F064864B-07DE-46BB-A723-89B0AF7EBEB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116" name="3D Model 10115" descr="Sphere">
                                  <a:extLst>
                                    <a:ext uri="{FF2B5EF4-FFF2-40B4-BE49-F238E27FC236}">
                                      <a16:creationId xmlns:a16="http://schemas.microsoft.com/office/drawing/2014/main" id="{6202526B-C8B9-438E-80BB-5AAF89C6EB1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800013374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117" name="Flowchart: Connector 10116">
                              <a:extLst>
                                <a:ext uri="{FF2B5EF4-FFF2-40B4-BE49-F238E27FC236}">
                                  <a16:creationId xmlns:a16="http://schemas.microsoft.com/office/drawing/2014/main" id="{DCEBD618-D7E6-4CB9-B86F-D72BC78BDA8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118" name="3D Model 10117" descr="Sphere">
                                  <a:extLst>
                                    <a:ext uri="{FF2B5EF4-FFF2-40B4-BE49-F238E27FC236}">
                                      <a16:creationId xmlns:a16="http://schemas.microsoft.com/office/drawing/2014/main" id="{DC3ECD01-9615-4362-BF28-2BF23EB4786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03961570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119" name="Flowchart: Connector 10118">
                              <a:extLst>
                                <a:ext uri="{FF2B5EF4-FFF2-40B4-BE49-F238E27FC236}">
                                  <a16:creationId xmlns:a16="http://schemas.microsoft.com/office/drawing/2014/main" id="{F06AEC5D-CF6C-4312-9C70-29529B040FC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120" name="3D Model 10119" descr="Sphere">
                                  <a:extLst>
                                    <a:ext uri="{FF2B5EF4-FFF2-40B4-BE49-F238E27FC236}">
                                      <a16:creationId xmlns:a16="http://schemas.microsoft.com/office/drawing/2014/main" id="{608109B9-5A17-4030-8E79-35D3BC2981D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720966766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10072" name="Group 10071">
                            <a:extLst>
                              <a:ext uri="{FF2B5EF4-FFF2-40B4-BE49-F238E27FC236}">
                                <a16:creationId xmlns:a16="http://schemas.microsoft.com/office/drawing/2014/main" id="{9741859C-10E2-4486-9788-398D4F9D4C2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10089" name="Flowchart: Connector 10088">
                              <a:extLst>
                                <a:ext uri="{FF2B5EF4-FFF2-40B4-BE49-F238E27FC236}">
                                  <a16:creationId xmlns:a16="http://schemas.microsoft.com/office/drawing/2014/main" id="{A0864ECC-8F54-4947-9F55-4A6678E8AA3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090" name="Flowchart: Connector 10089">
                              <a:extLst>
                                <a:ext uri="{FF2B5EF4-FFF2-40B4-BE49-F238E27FC236}">
                                  <a16:creationId xmlns:a16="http://schemas.microsoft.com/office/drawing/2014/main" id="{7DE737B2-579D-448D-BE80-5835BDF1238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091" name="Flowchart: Connector 10090">
                              <a:extLst>
                                <a:ext uri="{FF2B5EF4-FFF2-40B4-BE49-F238E27FC236}">
                                  <a16:creationId xmlns:a16="http://schemas.microsoft.com/office/drawing/2014/main" id="{5FB3562A-059F-4EE7-B338-493457FA194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092" name="Flowchart: Connector 10091">
                              <a:extLst>
                                <a:ext uri="{FF2B5EF4-FFF2-40B4-BE49-F238E27FC236}">
                                  <a16:creationId xmlns:a16="http://schemas.microsoft.com/office/drawing/2014/main" id="{F6646849-81CE-4892-AD4D-5CFCD150320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093" name="Flowchart: Connector 10092">
                              <a:extLst>
                                <a:ext uri="{FF2B5EF4-FFF2-40B4-BE49-F238E27FC236}">
                                  <a16:creationId xmlns:a16="http://schemas.microsoft.com/office/drawing/2014/main" id="{F3D85AE4-5C0A-46B2-BD14-3E0998FCB87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094" name="Flowchart: Connector 10093">
                              <a:extLst>
                                <a:ext uri="{FF2B5EF4-FFF2-40B4-BE49-F238E27FC236}">
                                  <a16:creationId xmlns:a16="http://schemas.microsoft.com/office/drawing/2014/main" id="{09B8F78A-421D-4CB2-8C7C-69E767818C1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095" name="Flowchart: Connector 10094">
                              <a:extLst>
                                <a:ext uri="{FF2B5EF4-FFF2-40B4-BE49-F238E27FC236}">
                                  <a16:creationId xmlns:a16="http://schemas.microsoft.com/office/drawing/2014/main" id="{00B9B86B-A03B-479C-B6AE-4666DEDDE94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096" name="Flowchart: Connector 10095">
                              <a:extLst>
                                <a:ext uri="{FF2B5EF4-FFF2-40B4-BE49-F238E27FC236}">
                                  <a16:creationId xmlns:a16="http://schemas.microsoft.com/office/drawing/2014/main" id="{388EBC59-762D-4FE4-87F9-1B188CDF838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10097" name="Flowchart: Connector 10096">
                              <a:extLst>
                                <a:ext uri="{FF2B5EF4-FFF2-40B4-BE49-F238E27FC236}">
                                  <a16:creationId xmlns:a16="http://schemas.microsoft.com/office/drawing/2014/main" id="{35C00E68-EC4A-442D-8680-23B659FD820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098" name="3D Model 10097" descr="Sphere">
                                  <a:extLst>
                                    <a:ext uri="{FF2B5EF4-FFF2-40B4-BE49-F238E27FC236}">
                                      <a16:creationId xmlns:a16="http://schemas.microsoft.com/office/drawing/2014/main" id="{3F6C91F7-C975-4E36-A593-D8B3E87030D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028486364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099" name="Flowchart: Connector 10098">
                              <a:extLst>
                                <a:ext uri="{FF2B5EF4-FFF2-40B4-BE49-F238E27FC236}">
                                  <a16:creationId xmlns:a16="http://schemas.microsoft.com/office/drawing/2014/main" id="{C77A060C-6F66-40B7-8594-6F5C9FD0148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100" name="3D Model 10099" descr="Sphere">
                                  <a:extLst>
                                    <a:ext uri="{FF2B5EF4-FFF2-40B4-BE49-F238E27FC236}">
                                      <a16:creationId xmlns:a16="http://schemas.microsoft.com/office/drawing/2014/main" id="{D0EF8CF3-114A-44BA-9679-588673565F6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31775204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101" name="Flowchart: Connector 10100">
                              <a:extLst>
                                <a:ext uri="{FF2B5EF4-FFF2-40B4-BE49-F238E27FC236}">
                                  <a16:creationId xmlns:a16="http://schemas.microsoft.com/office/drawing/2014/main" id="{175CCE70-927A-4986-AF3F-BEE443D50D1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102" name="3D Model 10101" descr="Sphere">
                                  <a:extLst>
                                    <a:ext uri="{FF2B5EF4-FFF2-40B4-BE49-F238E27FC236}">
                                      <a16:creationId xmlns:a16="http://schemas.microsoft.com/office/drawing/2014/main" id="{70763342-67AA-426E-BF70-6AEC877CF36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376438424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10103" name="Flowchart: Connector 10102">
                              <a:extLst>
                                <a:ext uri="{FF2B5EF4-FFF2-40B4-BE49-F238E27FC236}">
                                  <a16:creationId xmlns:a16="http://schemas.microsoft.com/office/drawing/2014/main" id="{B68D2F96-E19D-4A20-8021-F33EE317E17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10104" name="3D Model 10103" descr="Sphere">
                                  <a:extLst>
                                    <a:ext uri="{FF2B5EF4-FFF2-40B4-BE49-F238E27FC236}">
                                      <a16:creationId xmlns:a16="http://schemas.microsoft.com/office/drawing/2014/main" id="{D2314D1B-6473-46D6-BC77-5C8BB6E0CC5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27390484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10073" name="Flowchart: Connector 10072">
                            <a:extLst>
                              <a:ext uri="{FF2B5EF4-FFF2-40B4-BE49-F238E27FC236}">
                                <a16:creationId xmlns:a16="http://schemas.microsoft.com/office/drawing/2014/main" id="{AAB7715A-EF5A-45B9-AE9D-5A2FB188426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074" name="Flowchart: Connector 10073">
                            <a:extLst>
                              <a:ext uri="{FF2B5EF4-FFF2-40B4-BE49-F238E27FC236}">
                                <a16:creationId xmlns:a16="http://schemas.microsoft.com/office/drawing/2014/main" id="{6E837F00-2C4D-4615-8C59-61C0E1360FD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075" name="Flowchart: Connector 10074">
                            <a:extLst>
                              <a:ext uri="{FF2B5EF4-FFF2-40B4-BE49-F238E27FC236}">
                                <a16:creationId xmlns:a16="http://schemas.microsoft.com/office/drawing/2014/main" id="{37747FD4-FBBF-405E-A218-18EE83B7F87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076" name="Flowchart: Connector 10075">
                            <a:extLst>
                              <a:ext uri="{FF2B5EF4-FFF2-40B4-BE49-F238E27FC236}">
                                <a16:creationId xmlns:a16="http://schemas.microsoft.com/office/drawing/2014/main" id="{7DA2135C-5D3E-4B79-A6A7-F6F297082C1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077" name="Flowchart: Connector 10076">
                            <a:extLst>
                              <a:ext uri="{FF2B5EF4-FFF2-40B4-BE49-F238E27FC236}">
                                <a16:creationId xmlns:a16="http://schemas.microsoft.com/office/drawing/2014/main" id="{45387577-773D-4173-8437-56E9F638E6F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078" name="Flowchart: Connector 10077">
                            <a:extLst>
                              <a:ext uri="{FF2B5EF4-FFF2-40B4-BE49-F238E27FC236}">
                                <a16:creationId xmlns:a16="http://schemas.microsoft.com/office/drawing/2014/main" id="{0EC3E17A-1ABA-4A7F-98BF-6051E910F1E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079" name="Flowchart: Connector 10078">
                            <a:extLst>
                              <a:ext uri="{FF2B5EF4-FFF2-40B4-BE49-F238E27FC236}">
                                <a16:creationId xmlns:a16="http://schemas.microsoft.com/office/drawing/2014/main" id="{2918A04A-8056-437E-9DA2-2039BE3138F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080" name="Flowchart: Connector 10079">
                            <a:extLst>
                              <a:ext uri="{FF2B5EF4-FFF2-40B4-BE49-F238E27FC236}">
                                <a16:creationId xmlns:a16="http://schemas.microsoft.com/office/drawing/2014/main" id="{929D8BDB-4998-452C-8388-9D3B38BB42B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081" name="Flowchart: Connector 10080">
                            <a:extLst>
                              <a:ext uri="{FF2B5EF4-FFF2-40B4-BE49-F238E27FC236}">
                                <a16:creationId xmlns:a16="http://schemas.microsoft.com/office/drawing/2014/main" id="{BE73A033-8485-4B7C-BF04-CBF202670B1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082" name="3D Model 10081" descr="Sphere">
                                <a:extLst>
                                  <a:ext uri="{FF2B5EF4-FFF2-40B4-BE49-F238E27FC236}">
                                    <a16:creationId xmlns:a16="http://schemas.microsoft.com/office/drawing/2014/main" id="{B6ABCAD6-A63B-487B-80DB-7589C294F56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943453538"/>
                                  </p:ext>
                                </p:extLst>
                              </p:nvPr>
                            </p:nvGraphicFramePr>
                            <p:xfrm>
                              <a:off x="2127272" y="1515698"/>
                              <a:ext cx="299738" cy="29973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7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4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78" name="3D Model 1277" descr="Sphere">
                                <a:extLst>
                                  <a:ext uri="{FF2B5EF4-FFF2-40B4-BE49-F238E27FC236}">
                                    <a16:creationId xmlns:a16="http://schemas.microsoft.com/office/drawing/2014/main" id="{72F01E67-6938-498B-8F3A-4826869DB5D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125378" y="2259698"/>
                                <a:ext cx="52067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083" name="Flowchart: Connector 10082">
                            <a:extLst>
                              <a:ext uri="{FF2B5EF4-FFF2-40B4-BE49-F238E27FC236}">
                                <a16:creationId xmlns:a16="http://schemas.microsoft.com/office/drawing/2014/main" id="{35CE0A0C-AC7F-4928-BA5D-4DC09F5C522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084" name="3D Model 10083" descr="Sphere">
                                <a:extLst>
                                  <a:ext uri="{FF2B5EF4-FFF2-40B4-BE49-F238E27FC236}">
                                    <a16:creationId xmlns:a16="http://schemas.microsoft.com/office/drawing/2014/main" id="{FFBB3B31-0849-4CC6-8425-793850B641F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946518943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80" name="3D Model 1279" descr="Sphere">
                                <a:extLst>
                                  <a:ext uri="{FF2B5EF4-FFF2-40B4-BE49-F238E27FC236}">
                                    <a16:creationId xmlns:a16="http://schemas.microsoft.com/office/drawing/2014/main" id="{4C124C0B-3F81-4B37-AB15-0E5E4374124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166618" y="227176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085" name="Flowchart: Connector 10084">
                            <a:extLst>
                              <a:ext uri="{FF2B5EF4-FFF2-40B4-BE49-F238E27FC236}">
                                <a16:creationId xmlns:a16="http://schemas.microsoft.com/office/drawing/2014/main" id="{360A8BB2-4615-4D39-843A-6778A4F61E0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6940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086" name="3D Model 10085" descr="Sphere">
                                <a:extLst>
                                  <a:ext uri="{FF2B5EF4-FFF2-40B4-BE49-F238E27FC236}">
                                    <a16:creationId xmlns:a16="http://schemas.microsoft.com/office/drawing/2014/main" id="{7EED4B07-2D5B-40AC-BA01-1F395F6793F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457482782"/>
                                  </p:ext>
                                </p:extLst>
                              </p:nvPr>
                            </p:nvGraphicFramePr>
                            <p:xfrm>
                              <a:off x="2609177" y="164853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82" name="3D Model 1281" descr="Sphere">
                                <a:extLst>
                                  <a:ext uri="{FF2B5EF4-FFF2-40B4-BE49-F238E27FC236}">
                                    <a16:creationId xmlns:a16="http://schemas.microsoft.com/office/drawing/2014/main" id="{4FAEA037-38E5-4411-8709-FD4C9E435B0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09088" y="2284717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087" name="Flowchart: Connector 10086">
                            <a:extLst>
                              <a:ext uri="{FF2B5EF4-FFF2-40B4-BE49-F238E27FC236}">
                                <a16:creationId xmlns:a16="http://schemas.microsoft.com/office/drawing/2014/main" id="{F2E26A76-E4CB-4ED5-AC68-ACAA64AC1D9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088" name="3D Model 10087" descr="Sphere">
                                <a:extLst>
                                  <a:ext uri="{FF2B5EF4-FFF2-40B4-BE49-F238E27FC236}">
                                    <a16:creationId xmlns:a16="http://schemas.microsoft.com/office/drawing/2014/main" id="{9F0E6DCE-A541-47C4-B0C3-518F6842A7D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205008432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84" name="3D Model 1283" descr="Sphere">
                                <a:extLst>
                                  <a:ext uri="{FF2B5EF4-FFF2-40B4-BE49-F238E27FC236}">
                                    <a16:creationId xmlns:a16="http://schemas.microsoft.com/office/drawing/2014/main" id="{B24FD411-785C-4B35-A110-7DE7E3C7EC2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55714" y="2299796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sp>
                    <p:nvSpPr>
                      <p:cNvPr id="10000" name="Flowchart: Connector 9999">
                        <a:extLst>
                          <a:ext uri="{FF2B5EF4-FFF2-40B4-BE49-F238E27FC236}">
                            <a16:creationId xmlns:a16="http://schemas.microsoft.com/office/drawing/2014/main" id="{497A3007-4F98-4F57-83C0-F8BC79FC224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06374" y="21384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001" name="Flowchart: Connector 10000">
                        <a:extLst>
                          <a:ext uri="{FF2B5EF4-FFF2-40B4-BE49-F238E27FC236}">
                            <a16:creationId xmlns:a16="http://schemas.microsoft.com/office/drawing/2014/main" id="{A394823E-04C7-46A9-89FA-958F4891E00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886236" y="22322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002" name="Flowchart: Connector 10001">
                        <a:extLst>
                          <a:ext uri="{FF2B5EF4-FFF2-40B4-BE49-F238E27FC236}">
                            <a16:creationId xmlns:a16="http://schemas.microsoft.com/office/drawing/2014/main" id="{5D387A4E-4343-4030-B5F7-3EFA5DCC9EF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952806" y="22254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003" name="Flowchart: Connector 10002">
                        <a:extLst>
                          <a:ext uri="{FF2B5EF4-FFF2-40B4-BE49-F238E27FC236}">
                            <a16:creationId xmlns:a16="http://schemas.microsoft.com/office/drawing/2014/main" id="{8C79460A-309B-4EFC-8892-051D7C6996C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0272" y="25040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004" name="Flowchart: Connector 10003">
                        <a:extLst>
                          <a:ext uri="{FF2B5EF4-FFF2-40B4-BE49-F238E27FC236}">
                            <a16:creationId xmlns:a16="http://schemas.microsoft.com/office/drawing/2014/main" id="{61410E46-3FA7-4C6B-A370-48647C92435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20633" y="28301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005" name="Flowchart: Connector 10004">
                        <a:extLst>
                          <a:ext uri="{FF2B5EF4-FFF2-40B4-BE49-F238E27FC236}">
                            <a16:creationId xmlns:a16="http://schemas.microsoft.com/office/drawing/2014/main" id="{BA7B26A9-321D-4743-A97F-2330B4D9837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29128" y="231321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10006" name="Flowchart: Connector 10005">
                        <a:extLst>
                          <a:ext uri="{FF2B5EF4-FFF2-40B4-BE49-F238E27FC236}">
                            <a16:creationId xmlns:a16="http://schemas.microsoft.com/office/drawing/2014/main" id="{162EE1F3-CA99-403A-BC81-029E91D0705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211385" y="230237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007" name="Flowchart: Connector 10006">
                        <a:extLst>
                          <a:ext uri="{FF2B5EF4-FFF2-40B4-BE49-F238E27FC236}">
                            <a16:creationId xmlns:a16="http://schemas.microsoft.com/office/drawing/2014/main" id="{FC4EAAFE-4ECC-4385-B7D2-67C337981B6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1097" y="31484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grpSp>
                    <p:nvGrpSpPr>
                      <p:cNvPr id="10008" name="Group 10007">
                        <a:extLst>
                          <a:ext uri="{FF2B5EF4-FFF2-40B4-BE49-F238E27FC236}">
                            <a16:creationId xmlns:a16="http://schemas.microsoft.com/office/drawing/2014/main" id="{1F97B40C-5B8A-403F-BE99-CCC1F0704B5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20511" y="2127869"/>
                        <a:ext cx="1073693" cy="1496391"/>
                        <a:chOff x="2114936" y="1503359"/>
                        <a:chExt cx="1073693" cy="1496391"/>
                      </a:xfrm>
                    </p:grpSpPr>
                    <p:grpSp>
                      <p:nvGrpSpPr>
                        <p:cNvPr id="10009" name="Group 10008">
                          <a:extLst>
                            <a:ext uri="{FF2B5EF4-FFF2-40B4-BE49-F238E27FC236}">
                              <a16:creationId xmlns:a16="http://schemas.microsoft.com/office/drawing/2014/main" id="{0FB67B79-7247-4EAA-8516-7C620429C01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7974" y="2474038"/>
                          <a:ext cx="1060655" cy="525712"/>
                          <a:chOff x="3721252" y="1733424"/>
                          <a:chExt cx="1060655" cy="525712"/>
                        </a:xfrm>
                      </p:grpSpPr>
                      <p:sp>
                        <p:nvSpPr>
                          <p:cNvPr id="10060" name="Flowchart: Connector 10059">
                            <a:extLst>
                              <a:ext uri="{FF2B5EF4-FFF2-40B4-BE49-F238E27FC236}">
                                <a16:creationId xmlns:a16="http://schemas.microsoft.com/office/drawing/2014/main" id="{853A950E-F560-43A1-85A2-6A74556C2FD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061" name="3D Model 10060" descr="Sphere">
                                <a:extLst>
                                  <a:ext uri="{FF2B5EF4-FFF2-40B4-BE49-F238E27FC236}">
                                    <a16:creationId xmlns:a16="http://schemas.microsoft.com/office/drawing/2014/main" id="{A14D2799-95B9-4002-8CD2-A40959DFEC3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128151600"/>
                                  </p:ext>
                                </p:extLst>
                              </p:nvPr>
                            </p:nvGraphicFramePr>
                            <p:xfrm>
                              <a:off x="3721252" y="1733424"/>
                              <a:ext cx="299739" cy="299738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6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57" name="3D Model 1256" descr="Sphere">
                                <a:extLst>
                                  <a:ext uri="{FF2B5EF4-FFF2-40B4-BE49-F238E27FC236}">
                                    <a16:creationId xmlns:a16="http://schemas.microsoft.com/office/drawing/2014/main" id="{EDCB272C-0163-435C-B639-6C211B09FA3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085548" y="2467500"/>
                                <a:ext cx="52066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062" name="Flowchart: Connector 10061">
                            <a:extLst>
                              <a:ext uri="{FF2B5EF4-FFF2-40B4-BE49-F238E27FC236}">
                                <a16:creationId xmlns:a16="http://schemas.microsoft.com/office/drawing/2014/main" id="{F3891C4A-1813-4C3F-9C86-7A7B31EF796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063" name="3D Model 10062" descr="Sphere">
                                <a:extLst>
                                  <a:ext uri="{FF2B5EF4-FFF2-40B4-BE49-F238E27FC236}">
                                    <a16:creationId xmlns:a16="http://schemas.microsoft.com/office/drawing/2014/main" id="{58A91F85-419B-411A-B7E9-A2906A22A87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704301492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064" name="Flowchart: Connector 10063">
                            <a:extLst>
                              <a:ext uri="{FF2B5EF4-FFF2-40B4-BE49-F238E27FC236}">
                                <a16:creationId xmlns:a16="http://schemas.microsoft.com/office/drawing/2014/main" id="{91EAD17B-320A-4FB8-973E-6BFCB4298C3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065" name="3D Model 10064" descr="Sphere">
                                <a:extLst>
                                  <a:ext uri="{FF2B5EF4-FFF2-40B4-BE49-F238E27FC236}">
                                    <a16:creationId xmlns:a16="http://schemas.microsoft.com/office/drawing/2014/main" id="{81D4801A-B824-48FD-8DC0-59971610F20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57950618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066" name="Flowchart: Connector 10065">
                            <a:extLst>
                              <a:ext uri="{FF2B5EF4-FFF2-40B4-BE49-F238E27FC236}">
                                <a16:creationId xmlns:a16="http://schemas.microsoft.com/office/drawing/2014/main" id="{22322717-140B-4B24-9DDD-67819B83B3B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067" name="3D Model 10066" descr="Sphere">
                                <a:extLst>
                                  <a:ext uri="{FF2B5EF4-FFF2-40B4-BE49-F238E27FC236}">
                                    <a16:creationId xmlns:a16="http://schemas.microsoft.com/office/drawing/2014/main" id="{A9B05AB7-81E9-414D-9DBB-C3E290253F1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783982445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8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0010" name="Group 10009">
                          <a:extLst>
                            <a:ext uri="{FF2B5EF4-FFF2-40B4-BE49-F238E27FC236}">
                              <a16:creationId xmlns:a16="http://schemas.microsoft.com/office/drawing/2014/main" id="{1EE2CFC0-3438-42C6-9C11-354BF172430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4615" y="2140429"/>
                          <a:ext cx="1064014" cy="637179"/>
                          <a:chOff x="3717893" y="1719497"/>
                          <a:chExt cx="1064014" cy="637179"/>
                        </a:xfrm>
                      </p:grpSpPr>
                      <p:sp>
                        <p:nvSpPr>
                          <p:cNvPr id="10044" name="Flowchart: Connector 10043">
                            <a:extLst>
                              <a:ext uri="{FF2B5EF4-FFF2-40B4-BE49-F238E27FC236}">
                                <a16:creationId xmlns:a16="http://schemas.microsoft.com/office/drawing/2014/main" id="{928EBE6F-9565-48BC-AB88-8B1E37F11FB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045" name="Flowchart: Connector 10044">
                            <a:extLst>
                              <a:ext uri="{FF2B5EF4-FFF2-40B4-BE49-F238E27FC236}">
                                <a16:creationId xmlns:a16="http://schemas.microsoft.com/office/drawing/2014/main" id="{FA8DF1D8-C2F3-4B05-BCCA-3BF54A12F0C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046" name="Flowchart: Connector 10045">
                            <a:extLst>
                              <a:ext uri="{FF2B5EF4-FFF2-40B4-BE49-F238E27FC236}">
                                <a16:creationId xmlns:a16="http://schemas.microsoft.com/office/drawing/2014/main" id="{79C5DFC0-FA66-4C7F-80CE-BD472AE0D30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047" name="Flowchart: Connector 10046">
                            <a:extLst>
                              <a:ext uri="{FF2B5EF4-FFF2-40B4-BE49-F238E27FC236}">
                                <a16:creationId xmlns:a16="http://schemas.microsoft.com/office/drawing/2014/main" id="{2B221EE4-E923-4BBB-9767-5ED13576506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048" name="Flowchart: Connector 10047">
                            <a:extLst>
                              <a:ext uri="{FF2B5EF4-FFF2-40B4-BE49-F238E27FC236}">
                                <a16:creationId xmlns:a16="http://schemas.microsoft.com/office/drawing/2014/main" id="{271A38DC-667C-4610-BD7E-B910176E002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049" name="Flowchart: Connector 10048">
                            <a:extLst>
                              <a:ext uri="{FF2B5EF4-FFF2-40B4-BE49-F238E27FC236}">
                                <a16:creationId xmlns:a16="http://schemas.microsoft.com/office/drawing/2014/main" id="{80113464-3E1E-4CC0-95AF-C432FF6C082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050" name="Flowchart: Connector 10049">
                            <a:extLst>
                              <a:ext uri="{FF2B5EF4-FFF2-40B4-BE49-F238E27FC236}">
                                <a16:creationId xmlns:a16="http://schemas.microsoft.com/office/drawing/2014/main" id="{3993061C-818C-4047-BC3A-E2E0F775145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051" name="Flowchart: Connector 10050">
                            <a:extLst>
                              <a:ext uri="{FF2B5EF4-FFF2-40B4-BE49-F238E27FC236}">
                                <a16:creationId xmlns:a16="http://schemas.microsoft.com/office/drawing/2014/main" id="{EFD4A586-1CE7-4EC9-AF54-D37890290B9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052" name="Flowchart: Connector 10051">
                            <a:extLst>
                              <a:ext uri="{FF2B5EF4-FFF2-40B4-BE49-F238E27FC236}">
                                <a16:creationId xmlns:a16="http://schemas.microsoft.com/office/drawing/2014/main" id="{CDC92C3F-B2F8-4683-9726-BD60479B78C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053" name="3D Model 10052" descr="Sphere">
                                <a:extLst>
                                  <a:ext uri="{FF2B5EF4-FFF2-40B4-BE49-F238E27FC236}">
                                    <a16:creationId xmlns:a16="http://schemas.microsoft.com/office/drawing/2014/main" id="{FB646DE4-AFD5-4414-B627-3C44AC775C2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088576139"/>
                                  </p:ext>
                                </p:extLst>
                              </p:nvPr>
                            </p:nvGraphicFramePr>
                            <p:xfrm>
                              <a:off x="3717893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49" name="3D Model 1248" descr="Sphere">
                                <a:extLst>
                                  <a:ext uri="{FF2B5EF4-FFF2-40B4-BE49-F238E27FC236}">
                                    <a16:creationId xmlns:a16="http://schemas.microsoft.com/office/drawing/2014/main" id="{197D1DF2-ACD5-4650-B13F-20E00FAF0CE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084964" y="2404665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054" name="Flowchart: Connector 10053">
                            <a:extLst>
                              <a:ext uri="{FF2B5EF4-FFF2-40B4-BE49-F238E27FC236}">
                                <a16:creationId xmlns:a16="http://schemas.microsoft.com/office/drawing/2014/main" id="{D5FFA06B-E9ED-4DFE-AC1B-E93D40993F0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055" name="3D Model 10054" descr="Sphere">
                                <a:extLst>
                                  <a:ext uri="{FF2B5EF4-FFF2-40B4-BE49-F238E27FC236}">
                                    <a16:creationId xmlns:a16="http://schemas.microsoft.com/office/drawing/2014/main" id="{3450E161-248D-4C1F-A0D8-96495A02BA1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480798363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056" name="Flowchart: Connector 10055">
                            <a:extLst>
                              <a:ext uri="{FF2B5EF4-FFF2-40B4-BE49-F238E27FC236}">
                                <a16:creationId xmlns:a16="http://schemas.microsoft.com/office/drawing/2014/main" id="{C94E1115-3B32-418F-AC32-81D5216B544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057" name="3D Model 10056" descr="Sphere">
                                <a:extLst>
                                  <a:ext uri="{FF2B5EF4-FFF2-40B4-BE49-F238E27FC236}">
                                    <a16:creationId xmlns:a16="http://schemas.microsoft.com/office/drawing/2014/main" id="{8E664716-98BF-4E8B-B498-ECA44DABA22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501232740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058" name="Flowchart: Connector 10057">
                            <a:extLst>
                              <a:ext uri="{FF2B5EF4-FFF2-40B4-BE49-F238E27FC236}">
                                <a16:creationId xmlns:a16="http://schemas.microsoft.com/office/drawing/2014/main" id="{5645CE71-5F77-47E5-82CA-1E888122D54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059" name="3D Model 10058" descr="Sphere">
                                <a:extLst>
                                  <a:ext uri="{FF2B5EF4-FFF2-40B4-BE49-F238E27FC236}">
                                    <a16:creationId xmlns:a16="http://schemas.microsoft.com/office/drawing/2014/main" id="{5D82D8D9-A082-4F10-9137-5383FAAC0C0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0621715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0011" name="Group 10010">
                          <a:extLst>
                            <a:ext uri="{FF2B5EF4-FFF2-40B4-BE49-F238E27FC236}">
                              <a16:creationId xmlns:a16="http://schemas.microsoft.com/office/drawing/2014/main" id="{446F4802-A37F-405F-83F9-58822005E0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936" y="1817250"/>
                          <a:ext cx="1064014" cy="643455"/>
                          <a:chOff x="3717893" y="1713221"/>
                          <a:chExt cx="1064014" cy="643455"/>
                        </a:xfrm>
                      </p:grpSpPr>
                      <p:sp>
                        <p:nvSpPr>
                          <p:cNvPr id="10028" name="Flowchart: Connector 10027">
                            <a:extLst>
                              <a:ext uri="{FF2B5EF4-FFF2-40B4-BE49-F238E27FC236}">
                                <a16:creationId xmlns:a16="http://schemas.microsoft.com/office/drawing/2014/main" id="{AB8C5EAF-0D1A-42F3-929F-4C98A3722A4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029" name="Flowchart: Connector 10028">
                            <a:extLst>
                              <a:ext uri="{FF2B5EF4-FFF2-40B4-BE49-F238E27FC236}">
                                <a16:creationId xmlns:a16="http://schemas.microsoft.com/office/drawing/2014/main" id="{D04BB85F-D523-4B70-B710-29328F82C43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030" name="Flowchart: Connector 10029">
                            <a:extLst>
                              <a:ext uri="{FF2B5EF4-FFF2-40B4-BE49-F238E27FC236}">
                                <a16:creationId xmlns:a16="http://schemas.microsoft.com/office/drawing/2014/main" id="{4372749B-57AC-446D-9331-B8B12B69C49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031" name="Flowchart: Connector 10030">
                            <a:extLst>
                              <a:ext uri="{FF2B5EF4-FFF2-40B4-BE49-F238E27FC236}">
                                <a16:creationId xmlns:a16="http://schemas.microsoft.com/office/drawing/2014/main" id="{0E8647BD-8C36-48C9-A512-09A16DCDEF4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032" name="Flowchart: Connector 10031">
                            <a:extLst>
                              <a:ext uri="{FF2B5EF4-FFF2-40B4-BE49-F238E27FC236}">
                                <a16:creationId xmlns:a16="http://schemas.microsoft.com/office/drawing/2014/main" id="{3B8C42EF-E3C4-4654-942B-E0CCAC27FC2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033" name="Flowchart: Connector 10032">
                            <a:extLst>
                              <a:ext uri="{FF2B5EF4-FFF2-40B4-BE49-F238E27FC236}">
                                <a16:creationId xmlns:a16="http://schemas.microsoft.com/office/drawing/2014/main" id="{4E2BD339-761A-4BC1-B27A-CB8FE99BF68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034" name="Flowchart: Connector 10033">
                            <a:extLst>
                              <a:ext uri="{FF2B5EF4-FFF2-40B4-BE49-F238E27FC236}">
                                <a16:creationId xmlns:a16="http://schemas.microsoft.com/office/drawing/2014/main" id="{1B95B3A6-BE60-4D92-AB58-BD59EAA79FF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035" name="Flowchart: Connector 10034">
                            <a:extLst>
                              <a:ext uri="{FF2B5EF4-FFF2-40B4-BE49-F238E27FC236}">
                                <a16:creationId xmlns:a16="http://schemas.microsoft.com/office/drawing/2014/main" id="{5AFF1C93-19A8-4008-9425-896A7559CB4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036" name="Flowchart: Connector 10035">
                            <a:extLst>
                              <a:ext uri="{FF2B5EF4-FFF2-40B4-BE49-F238E27FC236}">
                                <a16:creationId xmlns:a16="http://schemas.microsoft.com/office/drawing/2014/main" id="{3434CF4E-25B9-4B7C-A0F6-337AD0DB4F5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037" name="3D Model 10036" descr="Sphere">
                                <a:extLst>
                                  <a:ext uri="{FF2B5EF4-FFF2-40B4-BE49-F238E27FC236}">
                                    <a16:creationId xmlns:a16="http://schemas.microsoft.com/office/drawing/2014/main" id="{534074B2-C1C6-4AB1-97E2-362FE5D2A4D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558846032"/>
                                  </p:ext>
                                </p:extLst>
                              </p:nvPr>
                            </p:nvGraphicFramePr>
                            <p:xfrm>
                              <a:off x="3717893" y="171322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33" name="3D Model 1232" descr="Sphere">
                                <a:extLst>
                                  <a:ext uri="{FF2B5EF4-FFF2-40B4-BE49-F238E27FC236}">
                                    <a16:creationId xmlns:a16="http://schemas.microsoft.com/office/drawing/2014/main" id="{A8E59417-29E1-4DD1-AC6E-A49D1AB44B0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083283" y="2343795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038" name="Flowchart: Connector 10037">
                            <a:extLst>
                              <a:ext uri="{FF2B5EF4-FFF2-40B4-BE49-F238E27FC236}">
                                <a16:creationId xmlns:a16="http://schemas.microsoft.com/office/drawing/2014/main" id="{420712A3-C1DB-486E-A99B-3D94BCC5748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039" name="3D Model 10038" descr="Sphere">
                                <a:extLst>
                                  <a:ext uri="{FF2B5EF4-FFF2-40B4-BE49-F238E27FC236}">
                                    <a16:creationId xmlns:a16="http://schemas.microsoft.com/office/drawing/2014/main" id="{2B00A44C-4250-42A4-B2CA-4CC14E31EDE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951889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35" name="3D Model 1234" descr="Sphere">
                                <a:extLst>
                                  <a:ext uri="{FF2B5EF4-FFF2-40B4-BE49-F238E27FC236}">
                                    <a16:creationId xmlns:a16="http://schemas.microsoft.com/office/drawing/2014/main" id="{B02DFBF3-1E21-4D61-864E-0A94457DB315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124984" y="2359665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040" name="Flowchart: Connector 10039">
                            <a:extLst>
                              <a:ext uri="{FF2B5EF4-FFF2-40B4-BE49-F238E27FC236}">
                                <a16:creationId xmlns:a16="http://schemas.microsoft.com/office/drawing/2014/main" id="{9987BC42-E304-4A79-87D2-5615DD98B8E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041" name="3D Model 10040" descr="Sphere">
                                <a:extLst>
                                  <a:ext uri="{FF2B5EF4-FFF2-40B4-BE49-F238E27FC236}">
                                    <a16:creationId xmlns:a16="http://schemas.microsoft.com/office/drawing/2014/main" id="{F2C5A64B-363B-49EE-907D-FB35A830BA0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848154436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042" name="Flowchart: Connector 10041">
                            <a:extLst>
                              <a:ext uri="{FF2B5EF4-FFF2-40B4-BE49-F238E27FC236}">
                                <a16:creationId xmlns:a16="http://schemas.microsoft.com/office/drawing/2014/main" id="{FEB8F7F1-4338-4680-81BD-7ECE6BA87F7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043" name="3D Model 10042" descr="Sphere">
                                <a:extLst>
                                  <a:ext uri="{FF2B5EF4-FFF2-40B4-BE49-F238E27FC236}">
                                    <a16:creationId xmlns:a16="http://schemas.microsoft.com/office/drawing/2014/main" id="{EA9267CD-5C62-4587-8C72-034E6E333B5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633231087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10012" name="Flowchart: Connector 10011">
                          <a:extLst>
                            <a:ext uri="{FF2B5EF4-FFF2-40B4-BE49-F238E27FC236}">
                              <a16:creationId xmlns:a16="http://schemas.microsoft.com/office/drawing/2014/main" id="{4382906C-ED1D-4B93-99E5-170BC1D7484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013" name="Flowchart: Connector 10012">
                          <a:extLst>
                            <a:ext uri="{FF2B5EF4-FFF2-40B4-BE49-F238E27FC236}">
                              <a16:creationId xmlns:a16="http://schemas.microsoft.com/office/drawing/2014/main" id="{ACE2800D-FA32-4C32-BA5C-77691A82F40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014" name="Flowchart: Connector 10013">
                          <a:extLst>
                            <a:ext uri="{FF2B5EF4-FFF2-40B4-BE49-F238E27FC236}">
                              <a16:creationId xmlns:a16="http://schemas.microsoft.com/office/drawing/2014/main" id="{B13B1588-6832-49BC-AC51-E324AF3264E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26347" y="177334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015" name="Flowchart: Connector 10014">
                          <a:extLst>
                            <a:ext uri="{FF2B5EF4-FFF2-40B4-BE49-F238E27FC236}">
                              <a16:creationId xmlns:a16="http://schemas.microsoft.com/office/drawing/2014/main" id="{4DACFCDA-EF74-41A9-A720-73423B5CC81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016" name="Flowchart: Connector 10015">
                          <a:extLst>
                            <a:ext uri="{FF2B5EF4-FFF2-40B4-BE49-F238E27FC236}">
                              <a16:creationId xmlns:a16="http://schemas.microsoft.com/office/drawing/2014/main" id="{9C5FE847-C0AF-4829-90E2-113EC5304CC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017" name="Flowchart: Connector 10016">
                          <a:extLst>
                            <a:ext uri="{FF2B5EF4-FFF2-40B4-BE49-F238E27FC236}">
                              <a16:creationId xmlns:a16="http://schemas.microsoft.com/office/drawing/2014/main" id="{7F8A5120-DEF2-4A75-BBA2-8B762999CE3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018" name="Flowchart: Connector 10017">
                          <a:extLst>
                            <a:ext uri="{FF2B5EF4-FFF2-40B4-BE49-F238E27FC236}">
                              <a16:creationId xmlns:a16="http://schemas.microsoft.com/office/drawing/2014/main" id="{AC9B6A7D-D514-4B94-A8B0-5AE5D7D274E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019" name="Flowchart: Connector 10018">
                          <a:extLst>
                            <a:ext uri="{FF2B5EF4-FFF2-40B4-BE49-F238E27FC236}">
                              <a16:creationId xmlns:a16="http://schemas.microsoft.com/office/drawing/2014/main" id="{021C8125-7C13-414E-8273-3A2B3C33A8B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020" name="Flowchart: Connector 10019">
                          <a:extLst>
                            <a:ext uri="{FF2B5EF4-FFF2-40B4-BE49-F238E27FC236}">
                              <a16:creationId xmlns:a16="http://schemas.microsoft.com/office/drawing/2014/main" id="{D50F032E-E757-43EE-BF29-55336F0ED1F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021" name="3D Model 10020" descr="Sphere">
                              <a:extLst>
                                <a:ext uri="{FF2B5EF4-FFF2-40B4-BE49-F238E27FC236}">
                                  <a16:creationId xmlns:a16="http://schemas.microsoft.com/office/drawing/2014/main" id="{BC802025-681A-4578-BC50-70208B95958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334173048"/>
                                </p:ext>
                              </p:extLst>
                            </p:nvPr>
                          </p:nvGraphicFramePr>
                          <p:xfrm>
                            <a:off x="2122087" y="1503359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433448" ay="1433014" az="-1105299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7"/>
                                </am3d:raster>
                                <am3d:objViewport viewportSz="5757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217" name="3D Model 1216" descr="Sphere">
                              <a:extLst>
                                <a:ext uri="{FF2B5EF4-FFF2-40B4-BE49-F238E27FC236}">
                                  <a16:creationId xmlns:a16="http://schemas.microsoft.com/office/drawing/2014/main" id="{A6D9624E-C48A-4E30-BD09-824167EDBFDA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084525" y="2284675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022" name="Flowchart: Connector 10021">
                          <a:extLst>
                            <a:ext uri="{FF2B5EF4-FFF2-40B4-BE49-F238E27FC236}">
                              <a16:creationId xmlns:a16="http://schemas.microsoft.com/office/drawing/2014/main" id="{36B3D0D3-0FB2-48C2-B49B-A391DFD3663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023" name="3D Model 10022" descr="Sphere">
                              <a:extLst>
                                <a:ext uri="{FF2B5EF4-FFF2-40B4-BE49-F238E27FC236}">
                                  <a16:creationId xmlns:a16="http://schemas.microsoft.com/office/drawing/2014/main" id="{18E0DA2C-E53F-48E9-B15F-ACF1197E359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590734692"/>
                                </p:ext>
                              </p:extLst>
                            </p:nvPr>
                          </p:nvGraphicFramePr>
                          <p:xfrm>
                            <a:off x="2368043" y="1593681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5"/>
                                </am3d:raster>
                                <am3d:objViewport viewportSz="5886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219" name="3D Model 1218" descr="Sphere">
                              <a:extLst>
                                <a:ext uri="{FF2B5EF4-FFF2-40B4-BE49-F238E27FC236}">
                                  <a16:creationId xmlns:a16="http://schemas.microsoft.com/office/drawing/2014/main" id="{2DAF861D-7B81-46B2-A855-CCFD59252CFE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127249" y="2301687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024" name="Flowchart: Connector 10023">
                          <a:extLst>
                            <a:ext uri="{FF2B5EF4-FFF2-40B4-BE49-F238E27FC236}">
                              <a16:creationId xmlns:a16="http://schemas.microsoft.com/office/drawing/2014/main" id="{C3051AC4-840D-4358-A31D-1DE19DE5943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025" name="3D Model 10024" descr="Sphere">
                              <a:extLst>
                                <a:ext uri="{FF2B5EF4-FFF2-40B4-BE49-F238E27FC236}">
                                  <a16:creationId xmlns:a16="http://schemas.microsoft.com/office/drawing/2014/main" id="{FF91AE63-9A9B-49CE-9DB2-114D6C0CC91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713198009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3235" cy="6170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7"/>
                                </am3d:raster>
                                <am3d:objViewport viewportSz="6018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221" name="3D Model 1220" descr="Sphere">
                              <a:extLst>
                                <a:ext uri="{FF2B5EF4-FFF2-40B4-BE49-F238E27FC236}">
                                  <a16:creationId xmlns:a16="http://schemas.microsoft.com/office/drawing/2014/main" id="{58E82894-324A-4F57-BF30-11B8CD0D10C0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3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169136" y="2310703"/>
                              <a:ext cx="53235" cy="61702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026" name="Flowchart: Connector 10025">
                          <a:extLst>
                            <a:ext uri="{FF2B5EF4-FFF2-40B4-BE49-F238E27FC236}">
                              <a16:creationId xmlns:a16="http://schemas.microsoft.com/office/drawing/2014/main" id="{A9F74284-99D1-468C-B65F-68444A4E3B5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027" name="3D Model 10026" descr="Sphere">
                              <a:extLst>
                                <a:ext uri="{FF2B5EF4-FFF2-40B4-BE49-F238E27FC236}">
                                  <a16:creationId xmlns:a16="http://schemas.microsoft.com/office/drawing/2014/main" id="{A9577542-9948-4F35-A618-7332328CA4B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564724007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1045" cy="5891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9"/>
                                </am3d:raster>
                                <am3d:objViewport viewportSz="5955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223" name="3D Model 1222" descr="Sphere">
                              <a:extLst>
                                <a:ext uri="{FF2B5EF4-FFF2-40B4-BE49-F238E27FC236}">
                                  <a16:creationId xmlns:a16="http://schemas.microsoft.com/office/drawing/2014/main" id="{F1E59886-226A-42D2-AAB9-75EE9C1A6512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215762" y="2327097"/>
                              <a:ext cx="51045" cy="589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9917" name="Group 9916">
                      <a:extLst>
                        <a:ext uri="{FF2B5EF4-FFF2-40B4-BE49-F238E27FC236}">
                          <a16:creationId xmlns:a16="http://schemas.microsoft.com/office/drawing/2014/main" id="{2DDEE8F5-6B6F-404E-8C5C-377DF0CB058A}"/>
                        </a:ext>
                      </a:extLst>
                    </p:cNvPr>
                    <p:cNvGrpSpPr/>
                    <p:nvPr/>
                  </p:nvGrpSpPr>
                  <p:grpSpPr>
                    <a:xfrm rot="18542409">
                      <a:off x="2257159" y="236280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9987" name="Freeform: Shape 9986">
                        <a:extLst>
                          <a:ext uri="{FF2B5EF4-FFF2-40B4-BE49-F238E27FC236}">
                            <a16:creationId xmlns:a16="http://schemas.microsoft.com/office/drawing/2014/main" id="{E76FFA4F-5114-4331-9BBF-FEAE4CE0F9A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988" name="Rectangle: Rounded Corners 9987">
                        <a:extLst>
                          <a:ext uri="{FF2B5EF4-FFF2-40B4-BE49-F238E27FC236}">
                            <a16:creationId xmlns:a16="http://schemas.microsoft.com/office/drawing/2014/main" id="{B8921214-C27C-44F1-B00B-0B50AAA167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918" name="Group 9917">
                      <a:extLst>
                        <a:ext uri="{FF2B5EF4-FFF2-40B4-BE49-F238E27FC236}">
                          <a16:creationId xmlns:a16="http://schemas.microsoft.com/office/drawing/2014/main" id="{DE347A75-A270-4267-9238-1069035CCA94}"/>
                        </a:ext>
                      </a:extLst>
                    </p:cNvPr>
                    <p:cNvGrpSpPr/>
                    <p:nvPr/>
                  </p:nvGrpSpPr>
                  <p:grpSpPr>
                    <a:xfrm rot="17122200">
                      <a:off x="1187274" y="235013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9985" name="Freeform: Shape 9984">
                        <a:extLst>
                          <a:ext uri="{FF2B5EF4-FFF2-40B4-BE49-F238E27FC236}">
                            <a16:creationId xmlns:a16="http://schemas.microsoft.com/office/drawing/2014/main" id="{34069133-E7C9-4006-AA42-4AD67A56FF5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986" name="Rectangle: Rounded Corners 9985">
                        <a:extLst>
                          <a:ext uri="{FF2B5EF4-FFF2-40B4-BE49-F238E27FC236}">
                            <a16:creationId xmlns:a16="http://schemas.microsoft.com/office/drawing/2014/main" id="{0382D8F0-541F-4E89-AEA5-922B917EA7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919" name="Group 9918">
                      <a:extLst>
                        <a:ext uri="{FF2B5EF4-FFF2-40B4-BE49-F238E27FC236}">
                          <a16:creationId xmlns:a16="http://schemas.microsoft.com/office/drawing/2014/main" id="{2A729EA9-F92B-4EC0-8EDB-01321629B11B}"/>
                        </a:ext>
                      </a:extLst>
                    </p:cNvPr>
                    <p:cNvGrpSpPr/>
                    <p:nvPr/>
                  </p:nvGrpSpPr>
                  <p:grpSpPr>
                    <a:xfrm rot="658209">
                      <a:off x="2479276" y="3323586"/>
                      <a:ext cx="746642" cy="235253"/>
                      <a:chOff x="2620172" y="2546175"/>
                      <a:chExt cx="834986" cy="143092"/>
                    </a:xfrm>
                  </p:grpSpPr>
                  <p:sp>
                    <p:nvSpPr>
                      <p:cNvPr id="9983" name="Freeform: Shape 9982">
                        <a:extLst>
                          <a:ext uri="{FF2B5EF4-FFF2-40B4-BE49-F238E27FC236}">
                            <a16:creationId xmlns:a16="http://schemas.microsoft.com/office/drawing/2014/main" id="{65A4F170-2D48-414F-8751-1D93C86F5A2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984" name="Rectangle: Rounded Corners 9983">
                        <a:extLst>
                          <a:ext uri="{FF2B5EF4-FFF2-40B4-BE49-F238E27FC236}">
                            <a16:creationId xmlns:a16="http://schemas.microsoft.com/office/drawing/2014/main" id="{1649370D-B8E9-4E64-A1EF-7B504B8002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920" name="Group 9919">
                      <a:extLst>
                        <a:ext uri="{FF2B5EF4-FFF2-40B4-BE49-F238E27FC236}">
                          <a16:creationId xmlns:a16="http://schemas.microsoft.com/office/drawing/2014/main" id="{2E0EBCBD-B0FD-43A0-B7D9-62B048B1C8FC}"/>
                        </a:ext>
                      </a:extLst>
                    </p:cNvPr>
                    <p:cNvGrpSpPr/>
                    <p:nvPr/>
                  </p:nvGrpSpPr>
                  <p:grpSpPr>
                    <a:xfrm rot="18837888">
                      <a:off x="1789768" y="223810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9981" name="Freeform: Shape 9980">
                        <a:extLst>
                          <a:ext uri="{FF2B5EF4-FFF2-40B4-BE49-F238E27FC236}">
                            <a16:creationId xmlns:a16="http://schemas.microsoft.com/office/drawing/2014/main" id="{974B7565-77FF-4F5B-B08F-F17778ADDE7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982" name="Rectangle: Rounded Corners 9981">
                        <a:extLst>
                          <a:ext uri="{FF2B5EF4-FFF2-40B4-BE49-F238E27FC236}">
                            <a16:creationId xmlns:a16="http://schemas.microsoft.com/office/drawing/2014/main" id="{5F0B9A27-A690-47E1-9EF2-2821096B6E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921" name="Group 9920">
                      <a:extLst>
                        <a:ext uri="{FF2B5EF4-FFF2-40B4-BE49-F238E27FC236}">
                          <a16:creationId xmlns:a16="http://schemas.microsoft.com/office/drawing/2014/main" id="{B22CDCD4-DD16-4EE0-84FB-D01107A992AC}"/>
                        </a:ext>
                      </a:extLst>
                    </p:cNvPr>
                    <p:cNvGrpSpPr/>
                    <p:nvPr/>
                  </p:nvGrpSpPr>
                  <p:grpSpPr>
                    <a:xfrm rot="16200000">
                      <a:off x="563034" y="2429570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9979" name="Freeform: Shape 9978">
                        <a:extLst>
                          <a:ext uri="{FF2B5EF4-FFF2-40B4-BE49-F238E27FC236}">
                            <a16:creationId xmlns:a16="http://schemas.microsoft.com/office/drawing/2014/main" id="{D17260DD-D5FE-4333-BC16-ED454F71C3C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980" name="Rectangle: Rounded Corners 9979">
                        <a:extLst>
                          <a:ext uri="{FF2B5EF4-FFF2-40B4-BE49-F238E27FC236}">
                            <a16:creationId xmlns:a16="http://schemas.microsoft.com/office/drawing/2014/main" id="{8401843E-CBF9-4481-B9AF-85836D83333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922" name="Group 9921">
                      <a:extLst>
                        <a:ext uri="{FF2B5EF4-FFF2-40B4-BE49-F238E27FC236}">
                          <a16:creationId xmlns:a16="http://schemas.microsoft.com/office/drawing/2014/main" id="{AADBB4C6-68D0-46A2-BB58-4E37FF3BE4DB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350328" y="442527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9977" name="Freeform: Shape 9976">
                        <a:extLst>
                          <a:ext uri="{FF2B5EF4-FFF2-40B4-BE49-F238E27FC236}">
                            <a16:creationId xmlns:a16="http://schemas.microsoft.com/office/drawing/2014/main" id="{1B9F9158-57AB-4B4E-BDEE-39E4EEEB94B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978" name="Rectangle: Rounded Corners 9977">
                        <a:extLst>
                          <a:ext uri="{FF2B5EF4-FFF2-40B4-BE49-F238E27FC236}">
                            <a16:creationId xmlns:a16="http://schemas.microsoft.com/office/drawing/2014/main" id="{D2CD344D-185F-47F2-A7A4-1D8204165A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923" name="Group 9922">
                      <a:extLst>
                        <a:ext uri="{FF2B5EF4-FFF2-40B4-BE49-F238E27FC236}">
                          <a16:creationId xmlns:a16="http://schemas.microsoft.com/office/drawing/2014/main" id="{D811FBFD-78EB-45FF-BAA4-829B69C1CCCC}"/>
                        </a:ext>
                      </a:extLst>
                    </p:cNvPr>
                    <p:cNvGrpSpPr/>
                    <p:nvPr/>
                  </p:nvGrpSpPr>
                  <p:grpSpPr>
                    <a:xfrm rot="5880914">
                      <a:off x="789613" y="438062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9975" name="Freeform: Shape 9974">
                        <a:extLst>
                          <a:ext uri="{FF2B5EF4-FFF2-40B4-BE49-F238E27FC236}">
                            <a16:creationId xmlns:a16="http://schemas.microsoft.com/office/drawing/2014/main" id="{0C216931-5EB0-434A-AE14-0400765CDA44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976" name="Rectangle: Rounded Corners 9975">
                        <a:extLst>
                          <a:ext uri="{FF2B5EF4-FFF2-40B4-BE49-F238E27FC236}">
                            <a16:creationId xmlns:a16="http://schemas.microsoft.com/office/drawing/2014/main" id="{4FB4F030-0F9E-47BA-A9D6-BD30B847A8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924" name="Group 9923">
                      <a:extLst>
                        <a:ext uri="{FF2B5EF4-FFF2-40B4-BE49-F238E27FC236}">
                          <a16:creationId xmlns:a16="http://schemas.microsoft.com/office/drawing/2014/main" id="{8370230F-938B-4F26-A14E-075ECBF91167}"/>
                        </a:ext>
                      </a:extLst>
                    </p:cNvPr>
                    <p:cNvGrpSpPr/>
                    <p:nvPr/>
                  </p:nvGrpSpPr>
                  <p:grpSpPr>
                    <a:xfrm rot="13587211">
                      <a:off x="651990" y="2929858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9973" name="Freeform: Shape 9972">
                        <a:extLst>
                          <a:ext uri="{FF2B5EF4-FFF2-40B4-BE49-F238E27FC236}">
                            <a16:creationId xmlns:a16="http://schemas.microsoft.com/office/drawing/2014/main" id="{3E3DF18B-C4A7-42DA-840C-16DBA2C080F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974" name="Rectangle: Rounded Corners 9973">
                        <a:extLst>
                          <a:ext uri="{FF2B5EF4-FFF2-40B4-BE49-F238E27FC236}">
                            <a16:creationId xmlns:a16="http://schemas.microsoft.com/office/drawing/2014/main" id="{EF353129-D7A6-4DFB-B29D-68D93C215E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925" name="Group 9924">
                      <a:extLst>
                        <a:ext uri="{FF2B5EF4-FFF2-40B4-BE49-F238E27FC236}">
                          <a16:creationId xmlns:a16="http://schemas.microsoft.com/office/drawing/2014/main" id="{641D9850-0092-4DD2-98E5-C674A5232BDD}"/>
                        </a:ext>
                      </a:extLst>
                    </p:cNvPr>
                    <p:cNvGrpSpPr/>
                    <p:nvPr/>
                  </p:nvGrpSpPr>
                  <p:grpSpPr>
                    <a:xfrm rot="11351284">
                      <a:off x="163719" y="3807693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9971" name="Freeform: Shape 9970">
                        <a:extLst>
                          <a:ext uri="{FF2B5EF4-FFF2-40B4-BE49-F238E27FC236}">
                            <a16:creationId xmlns:a16="http://schemas.microsoft.com/office/drawing/2014/main" id="{8110408F-C913-4575-8188-0A88C3CCDDE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972" name="Rectangle: Rounded Corners 9971">
                        <a:extLst>
                          <a:ext uri="{FF2B5EF4-FFF2-40B4-BE49-F238E27FC236}">
                            <a16:creationId xmlns:a16="http://schemas.microsoft.com/office/drawing/2014/main" id="{C19E4BED-ECD3-44D9-9AD6-3A9E8C5808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926" name="Group 9925">
                      <a:extLst>
                        <a:ext uri="{FF2B5EF4-FFF2-40B4-BE49-F238E27FC236}">
                          <a16:creationId xmlns:a16="http://schemas.microsoft.com/office/drawing/2014/main" id="{971194D8-1991-421D-83DD-9CD443E970F5}"/>
                        </a:ext>
                      </a:extLst>
                    </p:cNvPr>
                    <p:cNvGrpSpPr/>
                    <p:nvPr/>
                  </p:nvGrpSpPr>
                  <p:grpSpPr>
                    <a:xfrm rot="4193783">
                      <a:off x="2062756" y="4148262"/>
                      <a:ext cx="706454" cy="171076"/>
                      <a:chOff x="2620172" y="2546175"/>
                      <a:chExt cx="834986" cy="143092"/>
                    </a:xfrm>
                  </p:grpSpPr>
                  <p:sp>
                    <p:nvSpPr>
                      <p:cNvPr id="9969" name="Freeform: Shape 9968">
                        <a:extLst>
                          <a:ext uri="{FF2B5EF4-FFF2-40B4-BE49-F238E27FC236}">
                            <a16:creationId xmlns:a16="http://schemas.microsoft.com/office/drawing/2014/main" id="{04B683E4-9DB1-4E3A-8AB1-E1925BDDB1D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970" name="Rectangle: Rounded Corners 9969">
                        <a:extLst>
                          <a:ext uri="{FF2B5EF4-FFF2-40B4-BE49-F238E27FC236}">
                            <a16:creationId xmlns:a16="http://schemas.microsoft.com/office/drawing/2014/main" id="{B8ADEB7C-3EC8-4C54-8F55-4E4FAC4B37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927" name="Group 9926">
                      <a:extLst>
                        <a:ext uri="{FF2B5EF4-FFF2-40B4-BE49-F238E27FC236}">
                          <a16:creationId xmlns:a16="http://schemas.microsoft.com/office/drawing/2014/main" id="{E88DF33E-CE58-4E8E-8D32-C4A95676846A}"/>
                        </a:ext>
                      </a:extLst>
                    </p:cNvPr>
                    <p:cNvGrpSpPr/>
                    <p:nvPr/>
                  </p:nvGrpSpPr>
                  <p:grpSpPr>
                    <a:xfrm rot="1837203">
                      <a:off x="2331692" y="387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9967" name="Freeform: Shape 9966">
                        <a:extLst>
                          <a:ext uri="{FF2B5EF4-FFF2-40B4-BE49-F238E27FC236}">
                            <a16:creationId xmlns:a16="http://schemas.microsoft.com/office/drawing/2014/main" id="{4255B646-1418-4C1C-AE7E-08C244326D9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968" name="Rectangle: Rounded Corners 9967">
                        <a:extLst>
                          <a:ext uri="{FF2B5EF4-FFF2-40B4-BE49-F238E27FC236}">
                            <a16:creationId xmlns:a16="http://schemas.microsoft.com/office/drawing/2014/main" id="{F743BA5A-3FEA-498B-8505-D1D30AFD4A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928" name="Group 9927">
                      <a:extLst>
                        <a:ext uri="{FF2B5EF4-FFF2-40B4-BE49-F238E27FC236}">
                          <a16:creationId xmlns:a16="http://schemas.microsoft.com/office/drawing/2014/main" id="{518CD656-BDC2-4B1D-8B3B-103B029C266E}"/>
                        </a:ext>
                      </a:extLst>
                    </p:cNvPr>
                    <p:cNvGrpSpPr/>
                    <p:nvPr/>
                  </p:nvGrpSpPr>
                  <p:grpSpPr>
                    <a:xfrm rot="932650">
                      <a:off x="2489621" y="310501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9965" name="Freeform: Shape 9964">
                        <a:extLst>
                          <a:ext uri="{FF2B5EF4-FFF2-40B4-BE49-F238E27FC236}">
                            <a16:creationId xmlns:a16="http://schemas.microsoft.com/office/drawing/2014/main" id="{8C13641F-75D5-4DB7-A1CE-0DC71D9625F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966" name="Rectangle: Rounded Corners 9965">
                        <a:extLst>
                          <a:ext uri="{FF2B5EF4-FFF2-40B4-BE49-F238E27FC236}">
                            <a16:creationId xmlns:a16="http://schemas.microsoft.com/office/drawing/2014/main" id="{049AD60F-ADE1-47C9-92B0-FD7968980A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929" name="Group 9928">
                      <a:extLst>
                        <a:ext uri="{FF2B5EF4-FFF2-40B4-BE49-F238E27FC236}">
                          <a16:creationId xmlns:a16="http://schemas.microsoft.com/office/drawing/2014/main" id="{EF12D797-74EB-445A-A917-F87C1087A938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686489" y="34904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9963" name="Freeform: Shape 9962">
                        <a:extLst>
                          <a:ext uri="{FF2B5EF4-FFF2-40B4-BE49-F238E27FC236}">
                            <a16:creationId xmlns:a16="http://schemas.microsoft.com/office/drawing/2014/main" id="{86B04F91-F2E2-45D6-A00C-1FD4D405E25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964" name="Rectangle: Rounded Corners 9963">
                        <a:extLst>
                          <a:ext uri="{FF2B5EF4-FFF2-40B4-BE49-F238E27FC236}">
                            <a16:creationId xmlns:a16="http://schemas.microsoft.com/office/drawing/2014/main" id="{5158FEF3-7779-41AA-B896-09678C04AD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930" name="Group 9929">
                      <a:extLst>
                        <a:ext uri="{FF2B5EF4-FFF2-40B4-BE49-F238E27FC236}">
                          <a16:creationId xmlns:a16="http://schemas.microsoft.com/office/drawing/2014/main" id="{105AAAA7-3EF2-4A0A-A776-0A4C83B01AD3}"/>
                        </a:ext>
                      </a:extLst>
                    </p:cNvPr>
                    <p:cNvGrpSpPr/>
                    <p:nvPr/>
                  </p:nvGrpSpPr>
                  <p:grpSpPr>
                    <a:xfrm rot="16924252">
                      <a:off x="1635001" y="2371073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9961" name="Freeform: Shape 9960">
                        <a:extLst>
                          <a:ext uri="{FF2B5EF4-FFF2-40B4-BE49-F238E27FC236}">
                            <a16:creationId xmlns:a16="http://schemas.microsoft.com/office/drawing/2014/main" id="{0E5CB958-66F2-42FA-8474-0CF4B73EE94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962" name="Rectangle: Rounded Corners 9961">
                        <a:extLst>
                          <a:ext uri="{FF2B5EF4-FFF2-40B4-BE49-F238E27FC236}">
                            <a16:creationId xmlns:a16="http://schemas.microsoft.com/office/drawing/2014/main" id="{B3285561-0572-46E8-9F32-CA58B9C643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931" name="Group 9930">
                      <a:extLst>
                        <a:ext uri="{FF2B5EF4-FFF2-40B4-BE49-F238E27FC236}">
                          <a16:creationId xmlns:a16="http://schemas.microsoft.com/office/drawing/2014/main" id="{7700279C-6E29-42BD-92E7-BAF5FB601235}"/>
                        </a:ext>
                      </a:extLst>
                    </p:cNvPr>
                    <p:cNvGrpSpPr/>
                    <p:nvPr/>
                  </p:nvGrpSpPr>
                  <p:grpSpPr>
                    <a:xfrm rot="15677156">
                      <a:off x="985517" y="2521255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9959" name="Freeform: Shape 9958">
                        <a:extLst>
                          <a:ext uri="{FF2B5EF4-FFF2-40B4-BE49-F238E27FC236}">
                            <a16:creationId xmlns:a16="http://schemas.microsoft.com/office/drawing/2014/main" id="{D1D26C21-10D5-44D5-9072-279CEB9FBFF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960" name="Rectangle: Rounded Corners 9959">
                        <a:extLst>
                          <a:ext uri="{FF2B5EF4-FFF2-40B4-BE49-F238E27FC236}">
                            <a16:creationId xmlns:a16="http://schemas.microsoft.com/office/drawing/2014/main" id="{E18EBC69-43D8-4EE2-B3DD-8850AD71CE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932" name="Group 9931">
                      <a:extLst>
                        <a:ext uri="{FF2B5EF4-FFF2-40B4-BE49-F238E27FC236}">
                          <a16:creationId xmlns:a16="http://schemas.microsoft.com/office/drawing/2014/main" id="{9F32BDA7-FBFD-415B-8F14-43AD7CC2534C}"/>
                        </a:ext>
                      </a:extLst>
                    </p:cNvPr>
                    <p:cNvGrpSpPr/>
                    <p:nvPr/>
                  </p:nvGrpSpPr>
                  <p:grpSpPr>
                    <a:xfrm rot="14354853" flipV="1">
                      <a:off x="976412" y="243847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9957" name="Freeform: Shape 9956">
                        <a:extLst>
                          <a:ext uri="{FF2B5EF4-FFF2-40B4-BE49-F238E27FC236}">
                            <a16:creationId xmlns:a16="http://schemas.microsoft.com/office/drawing/2014/main" id="{1A680F22-C329-4CAB-BD75-DDFB8B5ABCB4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958" name="Rectangle: Rounded Corners 9957">
                        <a:extLst>
                          <a:ext uri="{FF2B5EF4-FFF2-40B4-BE49-F238E27FC236}">
                            <a16:creationId xmlns:a16="http://schemas.microsoft.com/office/drawing/2014/main" id="{D334406D-526E-4038-BD10-6AE0E87827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933" name="Group 9932">
                      <a:extLst>
                        <a:ext uri="{FF2B5EF4-FFF2-40B4-BE49-F238E27FC236}">
                          <a16:creationId xmlns:a16="http://schemas.microsoft.com/office/drawing/2014/main" id="{D3528C0C-1ED3-493D-8FFA-46DF58FD0835}"/>
                        </a:ext>
                      </a:extLst>
                    </p:cNvPr>
                    <p:cNvGrpSpPr/>
                    <p:nvPr/>
                  </p:nvGrpSpPr>
                  <p:grpSpPr>
                    <a:xfrm rot="9793356" flipV="1">
                      <a:off x="215985" y="323790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9955" name="Freeform: Shape 9954">
                        <a:extLst>
                          <a:ext uri="{FF2B5EF4-FFF2-40B4-BE49-F238E27FC236}">
                            <a16:creationId xmlns:a16="http://schemas.microsoft.com/office/drawing/2014/main" id="{4917F102-AB8D-416C-BB1A-D8AE696B72D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956" name="Rectangle: Rounded Corners 9955">
                        <a:extLst>
                          <a:ext uri="{FF2B5EF4-FFF2-40B4-BE49-F238E27FC236}">
                            <a16:creationId xmlns:a16="http://schemas.microsoft.com/office/drawing/2014/main" id="{719A42E4-F41A-457D-AF20-E9AA5C0EFC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934" name="Group 9933">
                      <a:extLst>
                        <a:ext uri="{FF2B5EF4-FFF2-40B4-BE49-F238E27FC236}">
                          <a16:creationId xmlns:a16="http://schemas.microsoft.com/office/drawing/2014/main" id="{4AC346C7-2C93-4401-8945-21F9A1AA9168}"/>
                        </a:ext>
                      </a:extLst>
                    </p:cNvPr>
                    <p:cNvGrpSpPr/>
                    <p:nvPr/>
                  </p:nvGrpSpPr>
                  <p:grpSpPr>
                    <a:xfrm rot="6907686" flipV="1">
                      <a:off x="692019" y="393196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9953" name="Freeform: Shape 9952">
                        <a:extLst>
                          <a:ext uri="{FF2B5EF4-FFF2-40B4-BE49-F238E27FC236}">
                            <a16:creationId xmlns:a16="http://schemas.microsoft.com/office/drawing/2014/main" id="{486BD52E-8A1B-4B63-95F3-F30C152FA28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954" name="Rectangle: Rounded Corners 9953">
                        <a:extLst>
                          <a:ext uri="{FF2B5EF4-FFF2-40B4-BE49-F238E27FC236}">
                            <a16:creationId xmlns:a16="http://schemas.microsoft.com/office/drawing/2014/main" id="{A6C4D128-1C8B-4B9E-9EB4-281DD606F1A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935" name="Group 9934">
                      <a:extLst>
                        <a:ext uri="{FF2B5EF4-FFF2-40B4-BE49-F238E27FC236}">
                          <a16:creationId xmlns:a16="http://schemas.microsoft.com/office/drawing/2014/main" id="{F6DF8402-5F4E-4067-9AE0-3231F96A6911}"/>
                        </a:ext>
                      </a:extLst>
                    </p:cNvPr>
                    <p:cNvGrpSpPr/>
                    <p:nvPr/>
                  </p:nvGrpSpPr>
                  <p:grpSpPr>
                    <a:xfrm rot="1465711" flipV="1">
                      <a:off x="2002734" y="340448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9951" name="Freeform: Shape 9950">
                        <a:extLst>
                          <a:ext uri="{FF2B5EF4-FFF2-40B4-BE49-F238E27FC236}">
                            <a16:creationId xmlns:a16="http://schemas.microsoft.com/office/drawing/2014/main" id="{4C6BEAB7-BB1B-486B-B1C0-78B41AFE7A9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952" name="Rectangle: Rounded Corners 9951">
                        <a:extLst>
                          <a:ext uri="{FF2B5EF4-FFF2-40B4-BE49-F238E27FC236}">
                            <a16:creationId xmlns:a16="http://schemas.microsoft.com/office/drawing/2014/main" id="{958BFCB6-C0F5-49EB-AF25-C8A27FF111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936" name="Group 9935">
                      <a:extLst>
                        <a:ext uri="{FF2B5EF4-FFF2-40B4-BE49-F238E27FC236}">
                          <a16:creationId xmlns:a16="http://schemas.microsoft.com/office/drawing/2014/main" id="{36EC7D42-3D09-43CE-A456-5F616E652E15}"/>
                        </a:ext>
                      </a:extLst>
                    </p:cNvPr>
                    <p:cNvGrpSpPr/>
                    <p:nvPr/>
                  </p:nvGrpSpPr>
                  <p:grpSpPr>
                    <a:xfrm rot="19016516">
                      <a:off x="1733273" y="283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9949" name="Freeform: Shape 9948">
                        <a:extLst>
                          <a:ext uri="{FF2B5EF4-FFF2-40B4-BE49-F238E27FC236}">
                            <a16:creationId xmlns:a16="http://schemas.microsoft.com/office/drawing/2014/main" id="{6A1DD5CA-7F30-4D33-B4D8-D9916A4E243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950" name="Rectangle: Rounded Corners 9949">
                        <a:extLst>
                          <a:ext uri="{FF2B5EF4-FFF2-40B4-BE49-F238E27FC236}">
                            <a16:creationId xmlns:a16="http://schemas.microsoft.com/office/drawing/2014/main" id="{9D7E3249-5662-444F-8884-12C8912BD1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937" name="Group 9936">
                      <a:extLst>
                        <a:ext uri="{FF2B5EF4-FFF2-40B4-BE49-F238E27FC236}">
                          <a16:creationId xmlns:a16="http://schemas.microsoft.com/office/drawing/2014/main" id="{1ED5C070-46D6-41B1-A1E7-9076627201D7}"/>
                        </a:ext>
                      </a:extLst>
                    </p:cNvPr>
                    <p:cNvGrpSpPr/>
                    <p:nvPr/>
                  </p:nvGrpSpPr>
                  <p:grpSpPr>
                    <a:xfrm rot="19245075">
                      <a:off x="1632068" y="282541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9947" name="Freeform: Shape 9946">
                        <a:extLst>
                          <a:ext uri="{FF2B5EF4-FFF2-40B4-BE49-F238E27FC236}">
                            <a16:creationId xmlns:a16="http://schemas.microsoft.com/office/drawing/2014/main" id="{69AF77BB-1BF8-4B3F-9AB8-E4269BE7405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948" name="Rectangle: Rounded Corners 9947">
                        <a:extLst>
                          <a:ext uri="{FF2B5EF4-FFF2-40B4-BE49-F238E27FC236}">
                            <a16:creationId xmlns:a16="http://schemas.microsoft.com/office/drawing/2014/main" id="{37CAAB00-FF3D-4A2A-805E-A234EEA1D9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938" name="Group 9937">
                      <a:extLst>
                        <a:ext uri="{FF2B5EF4-FFF2-40B4-BE49-F238E27FC236}">
                          <a16:creationId xmlns:a16="http://schemas.microsoft.com/office/drawing/2014/main" id="{69A0443D-B6C5-48D7-8211-F412ABE2A402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838889" y="36428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9945" name="Freeform: Shape 9944">
                        <a:extLst>
                          <a:ext uri="{FF2B5EF4-FFF2-40B4-BE49-F238E27FC236}">
                            <a16:creationId xmlns:a16="http://schemas.microsoft.com/office/drawing/2014/main" id="{B50E9D6E-6274-46E4-96C5-B5DE89AE5BB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946" name="Rectangle: Rounded Corners 9945">
                        <a:extLst>
                          <a:ext uri="{FF2B5EF4-FFF2-40B4-BE49-F238E27FC236}">
                            <a16:creationId xmlns:a16="http://schemas.microsoft.com/office/drawing/2014/main" id="{341E88F4-E1FE-4959-A8E1-D47DF91EAE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939" name="Group 9938">
                      <a:extLst>
                        <a:ext uri="{FF2B5EF4-FFF2-40B4-BE49-F238E27FC236}">
                          <a16:creationId xmlns:a16="http://schemas.microsoft.com/office/drawing/2014/main" id="{49870B49-134B-4553-A82B-9B2EF5341685}"/>
                        </a:ext>
                      </a:extLst>
                    </p:cNvPr>
                    <p:cNvGrpSpPr/>
                    <p:nvPr/>
                  </p:nvGrpSpPr>
                  <p:grpSpPr>
                    <a:xfrm rot="15824399">
                      <a:off x="1224680" y="281893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9943" name="Freeform: Shape 9942">
                        <a:extLst>
                          <a:ext uri="{FF2B5EF4-FFF2-40B4-BE49-F238E27FC236}">
                            <a16:creationId xmlns:a16="http://schemas.microsoft.com/office/drawing/2014/main" id="{4FD2D87E-3708-40F7-8BC7-868E38FCD38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944" name="Rectangle: Rounded Corners 9943">
                        <a:extLst>
                          <a:ext uri="{FF2B5EF4-FFF2-40B4-BE49-F238E27FC236}">
                            <a16:creationId xmlns:a16="http://schemas.microsoft.com/office/drawing/2014/main" id="{4EBC8BF5-74B9-48DB-898D-741B367D92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940" name="Group 9939">
                      <a:extLst>
                        <a:ext uri="{FF2B5EF4-FFF2-40B4-BE49-F238E27FC236}">
                          <a16:creationId xmlns:a16="http://schemas.microsoft.com/office/drawing/2014/main" id="{6416D24F-0C89-4ABC-BDAC-B95B5EA5F92A}"/>
                        </a:ext>
                      </a:extLst>
                    </p:cNvPr>
                    <p:cNvGrpSpPr/>
                    <p:nvPr/>
                  </p:nvGrpSpPr>
                  <p:grpSpPr>
                    <a:xfrm rot="16697394">
                      <a:off x="1080028" y="2168448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9941" name="Freeform: Shape 9940">
                        <a:extLst>
                          <a:ext uri="{FF2B5EF4-FFF2-40B4-BE49-F238E27FC236}">
                            <a16:creationId xmlns:a16="http://schemas.microsoft.com/office/drawing/2014/main" id="{47CAF74F-E026-4A28-B805-E5B26204915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942" name="Rectangle: Rounded Corners 9941">
                        <a:extLst>
                          <a:ext uri="{FF2B5EF4-FFF2-40B4-BE49-F238E27FC236}">
                            <a16:creationId xmlns:a16="http://schemas.microsoft.com/office/drawing/2014/main" id="{20F7E7FF-C9B4-414E-8F2E-5AE0F23A18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</p:grpSp>
              <p:sp>
                <p:nvSpPr>
                  <p:cNvPr id="9911" name="Freeform: Shape 9910">
                    <a:extLst>
                      <a:ext uri="{FF2B5EF4-FFF2-40B4-BE49-F238E27FC236}">
                        <a16:creationId xmlns:a16="http://schemas.microsoft.com/office/drawing/2014/main" id="{5745DAC3-3C5F-4DB6-9EF3-D0F784941914}"/>
                      </a:ext>
                    </a:extLst>
                  </p:cNvPr>
                  <p:cNvSpPr/>
                  <p:nvPr/>
                </p:nvSpPr>
                <p:spPr>
                  <a:xfrm rot="6017948" flipV="1">
                    <a:off x="1305755" y="4290452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9912" name="Freeform: Shape 9911">
                    <a:extLst>
                      <a:ext uri="{FF2B5EF4-FFF2-40B4-BE49-F238E27FC236}">
                        <a16:creationId xmlns:a16="http://schemas.microsoft.com/office/drawing/2014/main" id="{6398B964-C4D9-4382-B23A-F6967DBEB703}"/>
                      </a:ext>
                    </a:extLst>
                  </p:cNvPr>
                  <p:cNvSpPr/>
                  <p:nvPr/>
                </p:nvSpPr>
                <p:spPr>
                  <a:xfrm rot="21277659">
                    <a:off x="2517403" y="2906549"/>
                    <a:ext cx="690584" cy="235253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9913" name="Freeform: Shape 9912">
                    <a:extLst>
                      <a:ext uri="{FF2B5EF4-FFF2-40B4-BE49-F238E27FC236}">
                        <a16:creationId xmlns:a16="http://schemas.microsoft.com/office/drawing/2014/main" id="{EAD1FFF0-7587-4252-AABB-70249C725444}"/>
                      </a:ext>
                    </a:extLst>
                  </p:cNvPr>
                  <p:cNvSpPr/>
                  <p:nvPr/>
                </p:nvSpPr>
                <p:spPr>
                  <a:xfrm rot="11528244" flipV="1">
                    <a:off x="344853" y="2978311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</p:grpSp>
            <p:grpSp>
              <p:nvGrpSpPr>
                <p:cNvPr id="8812" name="Group 8811">
                  <a:extLst>
                    <a:ext uri="{FF2B5EF4-FFF2-40B4-BE49-F238E27FC236}">
                      <a16:creationId xmlns:a16="http://schemas.microsoft.com/office/drawing/2014/main" id="{174FF35D-75DE-4F6F-AF94-641F43C724F6}"/>
                    </a:ext>
                  </a:extLst>
                </p:cNvPr>
                <p:cNvGrpSpPr/>
                <p:nvPr/>
              </p:nvGrpSpPr>
              <p:grpSpPr>
                <a:xfrm>
                  <a:off x="4334528" y="1308406"/>
                  <a:ext cx="531923" cy="1361182"/>
                  <a:chOff x="163719" y="-2357334"/>
                  <a:chExt cx="3062199" cy="7226995"/>
                </a:xfrm>
              </p:grpSpPr>
              <p:grpSp>
                <p:nvGrpSpPr>
                  <p:cNvPr id="9545" name="Group 9544">
                    <a:extLst>
                      <a:ext uri="{FF2B5EF4-FFF2-40B4-BE49-F238E27FC236}">
                        <a16:creationId xmlns:a16="http://schemas.microsoft.com/office/drawing/2014/main" id="{4F4243EF-140B-444B-ADB9-441F954F9F3C}"/>
                      </a:ext>
                    </a:extLst>
                  </p:cNvPr>
                  <p:cNvGrpSpPr/>
                  <p:nvPr/>
                </p:nvGrpSpPr>
                <p:grpSpPr>
                  <a:xfrm>
                    <a:off x="163719" y="-2357334"/>
                    <a:ext cx="3062199" cy="7226995"/>
                    <a:chOff x="163719" y="-2357334"/>
                    <a:chExt cx="3062199" cy="7226995"/>
                  </a:xfrm>
                </p:grpSpPr>
                <p:grpSp>
                  <p:nvGrpSpPr>
                    <p:cNvPr id="9549" name="Group 9548">
                      <a:extLst>
                        <a:ext uri="{FF2B5EF4-FFF2-40B4-BE49-F238E27FC236}">
                          <a16:creationId xmlns:a16="http://schemas.microsoft.com/office/drawing/2014/main" id="{76E56D00-3E0D-408D-892B-801B35CCAD68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683131" y="384412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9908" name="Freeform: Shape 9907">
                        <a:extLst>
                          <a:ext uri="{FF2B5EF4-FFF2-40B4-BE49-F238E27FC236}">
                            <a16:creationId xmlns:a16="http://schemas.microsoft.com/office/drawing/2014/main" id="{08E9964E-48B1-467B-8165-CCDF504C69A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909" name="Rectangle: Rounded Corners 9908">
                        <a:extLst>
                          <a:ext uri="{FF2B5EF4-FFF2-40B4-BE49-F238E27FC236}">
                            <a16:creationId xmlns:a16="http://schemas.microsoft.com/office/drawing/2014/main" id="{B08DCB7A-80B2-4D95-AEC4-6BD8A8934D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550" name="Group 9549">
                      <a:extLst>
                        <a:ext uri="{FF2B5EF4-FFF2-40B4-BE49-F238E27FC236}">
                          <a16:creationId xmlns:a16="http://schemas.microsoft.com/office/drawing/2014/main" id="{501992CE-A57C-494B-BDD7-4E34C3C74596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123013" y="4110752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9906" name="Freeform: Shape 9905">
                        <a:extLst>
                          <a:ext uri="{FF2B5EF4-FFF2-40B4-BE49-F238E27FC236}">
                            <a16:creationId xmlns:a16="http://schemas.microsoft.com/office/drawing/2014/main" id="{63560A45-46FA-4668-9BAF-08949D9521B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907" name="Rectangle: Rounded Corners 9906">
                        <a:extLst>
                          <a:ext uri="{FF2B5EF4-FFF2-40B4-BE49-F238E27FC236}">
                            <a16:creationId xmlns:a16="http://schemas.microsoft.com/office/drawing/2014/main" id="{0552943F-CA94-4037-8806-2031E3465C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551" name="Group 9550">
                      <a:extLst>
                        <a:ext uri="{FF2B5EF4-FFF2-40B4-BE49-F238E27FC236}">
                          <a16:creationId xmlns:a16="http://schemas.microsoft.com/office/drawing/2014/main" id="{7B4B1289-D7E2-4EB5-88FE-F99E6B8D260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0260" y="2440902"/>
                      <a:ext cx="1730523" cy="1839492"/>
                      <a:chOff x="420511" y="1784768"/>
                      <a:chExt cx="1730523" cy="1839492"/>
                    </a:xfrm>
                  </p:grpSpPr>
                  <p:grpSp>
                    <p:nvGrpSpPr>
                      <p:cNvPr id="9624" name="Group 9623">
                        <a:extLst>
                          <a:ext uri="{FF2B5EF4-FFF2-40B4-BE49-F238E27FC236}">
                            <a16:creationId xmlns:a16="http://schemas.microsoft.com/office/drawing/2014/main" id="{D0CD17BC-B6B3-49DB-81EB-33F9F35E762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69572" y="1784768"/>
                        <a:ext cx="1081462" cy="1476716"/>
                        <a:chOff x="2089993" y="1523034"/>
                        <a:chExt cx="1081462" cy="1476716"/>
                      </a:xfrm>
                    </p:grpSpPr>
                    <p:grpSp>
                      <p:nvGrpSpPr>
                        <p:cNvPr id="9845" name="Group 9844">
                          <a:extLst>
                            <a:ext uri="{FF2B5EF4-FFF2-40B4-BE49-F238E27FC236}">
                              <a16:creationId xmlns:a16="http://schemas.microsoft.com/office/drawing/2014/main" id="{616D6154-1DD7-4512-A03F-1E75A158020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70705"/>
                          <a:ext cx="101484" cy="1016226"/>
                          <a:chOff x="1800622" y="2364951"/>
                          <a:chExt cx="101484" cy="1016226"/>
                        </a:xfrm>
                      </p:grpSpPr>
                      <p:sp>
                        <p:nvSpPr>
                          <p:cNvPr id="9902" name="Flowchart: Connector 9901">
                            <a:extLst>
                              <a:ext uri="{FF2B5EF4-FFF2-40B4-BE49-F238E27FC236}">
                                <a16:creationId xmlns:a16="http://schemas.microsoft.com/office/drawing/2014/main" id="{CA35CE1C-2E01-4A5F-A9EC-81CF8A573E6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903" name="Flowchart: Connector 9902">
                            <a:extLst>
                              <a:ext uri="{FF2B5EF4-FFF2-40B4-BE49-F238E27FC236}">
                                <a16:creationId xmlns:a16="http://schemas.microsoft.com/office/drawing/2014/main" id="{261F1D87-E7A7-487B-8B4B-CD82A60B8E9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904" name="Flowchart: Connector 9903">
                            <a:extLst>
                              <a:ext uri="{FF2B5EF4-FFF2-40B4-BE49-F238E27FC236}">
                                <a16:creationId xmlns:a16="http://schemas.microsoft.com/office/drawing/2014/main" id="{9FB4C566-2212-4C95-AC54-AE1379D8866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905" name="Flowchart: Connector 9904">
                            <a:extLst>
                              <a:ext uri="{FF2B5EF4-FFF2-40B4-BE49-F238E27FC236}">
                                <a16:creationId xmlns:a16="http://schemas.microsoft.com/office/drawing/2014/main" id="{36A17C88-1E41-483D-9CED-4039CFDB1E5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649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9846" name="Group 9845">
                          <a:extLst>
                            <a:ext uri="{FF2B5EF4-FFF2-40B4-BE49-F238E27FC236}">
                              <a16:creationId xmlns:a16="http://schemas.microsoft.com/office/drawing/2014/main" id="{52A0B7E5-D364-43D7-80F5-F4E41018301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23034"/>
                          <a:ext cx="1057223" cy="1476716"/>
                          <a:chOff x="2114232" y="1523034"/>
                          <a:chExt cx="1057223" cy="1476716"/>
                        </a:xfrm>
                      </p:grpSpPr>
                      <p:grpSp>
                        <p:nvGrpSpPr>
                          <p:cNvPr id="9847" name="Group 9846">
                            <a:extLst>
                              <a:ext uri="{FF2B5EF4-FFF2-40B4-BE49-F238E27FC236}">
                                <a16:creationId xmlns:a16="http://schemas.microsoft.com/office/drawing/2014/main" id="{41EE58A7-F644-4406-97C7-C0C404DC2D4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47544" cy="539639"/>
                            <a:chOff x="3717189" y="1719497"/>
                            <a:chExt cx="1047544" cy="539639"/>
                          </a:xfrm>
                        </p:grpSpPr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895" name="3D Model 9894" descr="Sphere">
                                  <a:extLst>
                                    <a:ext uri="{FF2B5EF4-FFF2-40B4-BE49-F238E27FC236}">
                                      <a16:creationId xmlns:a16="http://schemas.microsoft.com/office/drawing/2014/main" id="{91900C2F-19CA-439F-AADB-ED20604D39E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40567756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896" name="Flowchart: Connector 9895">
                              <a:extLst>
                                <a:ext uri="{FF2B5EF4-FFF2-40B4-BE49-F238E27FC236}">
                                  <a16:creationId xmlns:a16="http://schemas.microsoft.com/office/drawing/2014/main" id="{3592F31F-7178-4B40-884B-AFE936ECFFA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897" name="3D Model 9896" descr="Sphere">
                                  <a:extLst>
                                    <a:ext uri="{FF2B5EF4-FFF2-40B4-BE49-F238E27FC236}">
                                      <a16:creationId xmlns:a16="http://schemas.microsoft.com/office/drawing/2014/main" id="{7D7011BF-3A6E-4411-9316-E95DCE3A31B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883327514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898" name="Flowchart: Connector 9897">
                              <a:extLst>
                                <a:ext uri="{FF2B5EF4-FFF2-40B4-BE49-F238E27FC236}">
                                  <a16:creationId xmlns:a16="http://schemas.microsoft.com/office/drawing/2014/main" id="{7073C9EE-F8D3-4DF5-9D94-58FCCF3E18E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899" name="3D Model 9898" descr="Sphere">
                                  <a:extLst>
                                    <a:ext uri="{FF2B5EF4-FFF2-40B4-BE49-F238E27FC236}">
                                      <a16:creationId xmlns:a16="http://schemas.microsoft.com/office/drawing/2014/main" id="{9D00F7DE-5C9D-4AB0-8482-9B8E120AE04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56123081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900" name="Flowchart: Connector 9899">
                              <a:extLst>
                                <a:ext uri="{FF2B5EF4-FFF2-40B4-BE49-F238E27FC236}">
                                  <a16:creationId xmlns:a16="http://schemas.microsoft.com/office/drawing/2014/main" id="{6514981E-8B74-4BD3-A3AF-AD2E31035D9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901" name="3D Model 9900" descr="Sphere">
                                  <a:extLst>
                                    <a:ext uri="{FF2B5EF4-FFF2-40B4-BE49-F238E27FC236}">
                                      <a16:creationId xmlns:a16="http://schemas.microsoft.com/office/drawing/2014/main" id="{6B057EE8-4A97-4A9C-BC1D-381062B6890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92824971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9848" name="Group 9847">
                            <a:extLst>
                              <a:ext uri="{FF2B5EF4-FFF2-40B4-BE49-F238E27FC236}">
                                <a16:creationId xmlns:a16="http://schemas.microsoft.com/office/drawing/2014/main" id="{303E7321-C929-4485-8793-05F35226B87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9880" name="Flowchart: Connector 9879">
                              <a:extLst>
                                <a:ext uri="{FF2B5EF4-FFF2-40B4-BE49-F238E27FC236}">
                                  <a16:creationId xmlns:a16="http://schemas.microsoft.com/office/drawing/2014/main" id="{9B7D5DC7-B4D6-4C85-BB90-6011766552B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881" name="Flowchart: Connector 9880">
                              <a:extLst>
                                <a:ext uri="{FF2B5EF4-FFF2-40B4-BE49-F238E27FC236}">
                                  <a16:creationId xmlns:a16="http://schemas.microsoft.com/office/drawing/2014/main" id="{FC0C85A0-E0C5-4F86-962C-9E37A3E7086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882" name="Flowchart: Connector 9881">
                              <a:extLst>
                                <a:ext uri="{FF2B5EF4-FFF2-40B4-BE49-F238E27FC236}">
                                  <a16:creationId xmlns:a16="http://schemas.microsoft.com/office/drawing/2014/main" id="{9569C7DC-A114-41DA-B789-0FEBF5F17285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883" name="Flowchart: Connector 9882">
                              <a:extLst>
                                <a:ext uri="{FF2B5EF4-FFF2-40B4-BE49-F238E27FC236}">
                                  <a16:creationId xmlns:a16="http://schemas.microsoft.com/office/drawing/2014/main" id="{089BFB87-E252-4AC5-BC11-8BBA36CEE85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884" name="Flowchart: Connector 9883">
                              <a:extLst>
                                <a:ext uri="{FF2B5EF4-FFF2-40B4-BE49-F238E27FC236}">
                                  <a16:creationId xmlns:a16="http://schemas.microsoft.com/office/drawing/2014/main" id="{B2B9A32B-784A-4FC6-BA31-DE332A43398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885" name="Flowchart: Connector 9884">
                              <a:extLst>
                                <a:ext uri="{FF2B5EF4-FFF2-40B4-BE49-F238E27FC236}">
                                  <a16:creationId xmlns:a16="http://schemas.microsoft.com/office/drawing/2014/main" id="{9612E8BF-167D-400A-AC4C-E92BEA390E6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886" name="Flowchart: Connector 9885">
                              <a:extLst>
                                <a:ext uri="{FF2B5EF4-FFF2-40B4-BE49-F238E27FC236}">
                                  <a16:creationId xmlns:a16="http://schemas.microsoft.com/office/drawing/2014/main" id="{4EEA40A3-759F-4E06-A683-DCE7C43B9B8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887" name="Flowchart: Connector 9886">
                              <a:extLst>
                                <a:ext uri="{FF2B5EF4-FFF2-40B4-BE49-F238E27FC236}">
                                  <a16:creationId xmlns:a16="http://schemas.microsoft.com/office/drawing/2014/main" id="{59C0EAAE-C297-424D-8B25-BE5FEE287F3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888" name="3D Model 9887" descr="Sphere">
                                  <a:extLst>
                                    <a:ext uri="{FF2B5EF4-FFF2-40B4-BE49-F238E27FC236}">
                                      <a16:creationId xmlns:a16="http://schemas.microsoft.com/office/drawing/2014/main" id="{33ADD9C9-1E66-4B1E-98D1-C661BA6AAEE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928199822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889" name="Flowchart: Connector 9888">
                              <a:extLst>
                                <a:ext uri="{FF2B5EF4-FFF2-40B4-BE49-F238E27FC236}">
                                  <a16:creationId xmlns:a16="http://schemas.microsoft.com/office/drawing/2014/main" id="{B910D06E-EB60-4587-940F-3804C8050DF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890" name="3D Model 9889" descr="Sphere">
                                  <a:extLst>
                                    <a:ext uri="{FF2B5EF4-FFF2-40B4-BE49-F238E27FC236}">
                                      <a16:creationId xmlns:a16="http://schemas.microsoft.com/office/drawing/2014/main" id="{0437B92C-37A3-4859-B041-395AB07030F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913591536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891" name="Flowchart: Connector 9890">
                              <a:extLst>
                                <a:ext uri="{FF2B5EF4-FFF2-40B4-BE49-F238E27FC236}">
                                  <a16:creationId xmlns:a16="http://schemas.microsoft.com/office/drawing/2014/main" id="{6C021F2A-E098-48FD-98DB-F1414DA5384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892" name="3D Model 9891" descr="Sphere">
                                  <a:extLst>
                                    <a:ext uri="{FF2B5EF4-FFF2-40B4-BE49-F238E27FC236}">
                                      <a16:creationId xmlns:a16="http://schemas.microsoft.com/office/drawing/2014/main" id="{FC802801-CF73-4358-8780-570193E113B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198611805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893" name="Flowchart: Connector 9892">
                              <a:extLst>
                                <a:ext uri="{FF2B5EF4-FFF2-40B4-BE49-F238E27FC236}">
                                  <a16:creationId xmlns:a16="http://schemas.microsoft.com/office/drawing/2014/main" id="{7DBB25F3-BBBB-4979-AF9D-83A60B80140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894" name="3D Model 9893" descr="Sphere">
                                  <a:extLst>
                                    <a:ext uri="{FF2B5EF4-FFF2-40B4-BE49-F238E27FC236}">
                                      <a16:creationId xmlns:a16="http://schemas.microsoft.com/office/drawing/2014/main" id="{E33BB616-3375-42FF-A8BB-8ED27445F5F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53213926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9849" name="Group 9848">
                            <a:extLst>
                              <a:ext uri="{FF2B5EF4-FFF2-40B4-BE49-F238E27FC236}">
                                <a16:creationId xmlns:a16="http://schemas.microsoft.com/office/drawing/2014/main" id="{65B4B042-0421-454D-B211-BAD5C430495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9865" name="Flowchart: Connector 9864">
                              <a:extLst>
                                <a:ext uri="{FF2B5EF4-FFF2-40B4-BE49-F238E27FC236}">
                                  <a16:creationId xmlns:a16="http://schemas.microsoft.com/office/drawing/2014/main" id="{426AB165-E785-48C9-A6C6-DC7D13C112E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866" name="Flowchart: Connector 9865">
                              <a:extLst>
                                <a:ext uri="{FF2B5EF4-FFF2-40B4-BE49-F238E27FC236}">
                                  <a16:creationId xmlns:a16="http://schemas.microsoft.com/office/drawing/2014/main" id="{58D9E2CA-B3F5-444A-BB62-FB75033A07E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867" name="Flowchart: Connector 9866">
                              <a:extLst>
                                <a:ext uri="{FF2B5EF4-FFF2-40B4-BE49-F238E27FC236}">
                                  <a16:creationId xmlns:a16="http://schemas.microsoft.com/office/drawing/2014/main" id="{EA78B28A-2B46-4588-B71C-81BE589AC50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868" name="Flowchart: Connector 9867">
                              <a:extLst>
                                <a:ext uri="{FF2B5EF4-FFF2-40B4-BE49-F238E27FC236}">
                                  <a16:creationId xmlns:a16="http://schemas.microsoft.com/office/drawing/2014/main" id="{3C2F5A11-C92B-4D2D-9EA1-767A9C3C23E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869" name="Flowchart: Connector 9868">
                              <a:extLst>
                                <a:ext uri="{FF2B5EF4-FFF2-40B4-BE49-F238E27FC236}">
                                  <a16:creationId xmlns:a16="http://schemas.microsoft.com/office/drawing/2014/main" id="{C45EE58B-1089-40B3-A0CD-7629C638989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870" name="Flowchart: Connector 9869">
                              <a:extLst>
                                <a:ext uri="{FF2B5EF4-FFF2-40B4-BE49-F238E27FC236}">
                                  <a16:creationId xmlns:a16="http://schemas.microsoft.com/office/drawing/2014/main" id="{FB2AEC24-DD9F-4CFE-BF58-F625DBF4A6E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871" name="Flowchart: Connector 9870">
                              <a:extLst>
                                <a:ext uri="{FF2B5EF4-FFF2-40B4-BE49-F238E27FC236}">
                                  <a16:creationId xmlns:a16="http://schemas.microsoft.com/office/drawing/2014/main" id="{2B1EE7CF-5B35-403D-B6F6-EBBFE133DF5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872" name="Flowchart: Connector 9871">
                              <a:extLst>
                                <a:ext uri="{FF2B5EF4-FFF2-40B4-BE49-F238E27FC236}">
                                  <a16:creationId xmlns:a16="http://schemas.microsoft.com/office/drawing/2014/main" id="{DAFDCBE9-E5D9-40DC-998A-1C18A53CF37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873" name="3D Model 98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14DDC14-EA1A-4E39-A305-1CF10B51657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334256492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874" name="Flowchart: Connector 9873">
                              <a:extLst>
                                <a:ext uri="{FF2B5EF4-FFF2-40B4-BE49-F238E27FC236}">
                                  <a16:creationId xmlns:a16="http://schemas.microsoft.com/office/drawing/2014/main" id="{EB392D25-ED11-43F7-A645-219AC2B11F4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875" name="3D Model 9874" descr="Sphere">
                                  <a:extLst>
                                    <a:ext uri="{FF2B5EF4-FFF2-40B4-BE49-F238E27FC236}">
                                      <a16:creationId xmlns:a16="http://schemas.microsoft.com/office/drawing/2014/main" id="{CDB59BA0-EF1D-4669-ADDC-1ED266AB5AE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309302560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876" name="Flowchart: Connector 9875">
                              <a:extLst>
                                <a:ext uri="{FF2B5EF4-FFF2-40B4-BE49-F238E27FC236}">
                                  <a16:creationId xmlns:a16="http://schemas.microsoft.com/office/drawing/2014/main" id="{6E246D04-902D-4A5B-930F-2DB996D9DD1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877" name="3D Model 9876" descr="Sphere">
                                  <a:extLst>
                                    <a:ext uri="{FF2B5EF4-FFF2-40B4-BE49-F238E27FC236}">
                                      <a16:creationId xmlns:a16="http://schemas.microsoft.com/office/drawing/2014/main" id="{DB5F1A52-48F9-428A-ADE2-62F994C1A0F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064645812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878" name="Flowchart: Connector 9877">
                              <a:extLst>
                                <a:ext uri="{FF2B5EF4-FFF2-40B4-BE49-F238E27FC236}">
                                  <a16:creationId xmlns:a16="http://schemas.microsoft.com/office/drawing/2014/main" id="{32D1A721-349F-4450-9A50-043F540C1F0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879" name="3D Model 9878" descr="Sphere">
                                  <a:extLst>
                                    <a:ext uri="{FF2B5EF4-FFF2-40B4-BE49-F238E27FC236}">
                                      <a16:creationId xmlns:a16="http://schemas.microsoft.com/office/drawing/2014/main" id="{2EF8D6E4-6537-4439-9FF3-794F448362E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784178402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9850" name="Flowchart: Connector 9849">
                            <a:extLst>
                              <a:ext uri="{FF2B5EF4-FFF2-40B4-BE49-F238E27FC236}">
                                <a16:creationId xmlns:a16="http://schemas.microsoft.com/office/drawing/2014/main" id="{CACFC44F-DF84-4FCB-95DA-87E02AEF81A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851" name="Flowchart: Connector 9850">
                            <a:extLst>
                              <a:ext uri="{FF2B5EF4-FFF2-40B4-BE49-F238E27FC236}">
                                <a16:creationId xmlns:a16="http://schemas.microsoft.com/office/drawing/2014/main" id="{24D53191-BC49-4D00-807B-0B904F577F2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852" name="Flowchart: Connector 9851">
                            <a:extLst>
                              <a:ext uri="{FF2B5EF4-FFF2-40B4-BE49-F238E27FC236}">
                                <a16:creationId xmlns:a16="http://schemas.microsoft.com/office/drawing/2014/main" id="{39E363C2-C8C3-4DB9-A63B-7C8993346E4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853" name="Flowchart: Connector 9852">
                            <a:extLst>
                              <a:ext uri="{FF2B5EF4-FFF2-40B4-BE49-F238E27FC236}">
                                <a16:creationId xmlns:a16="http://schemas.microsoft.com/office/drawing/2014/main" id="{C8E7CA17-1954-44BC-8562-2C8078CF131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854" name="Flowchart: Connector 9853">
                            <a:extLst>
                              <a:ext uri="{FF2B5EF4-FFF2-40B4-BE49-F238E27FC236}">
                                <a16:creationId xmlns:a16="http://schemas.microsoft.com/office/drawing/2014/main" id="{11B6AC83-7A2D-4060-A6D8-942F3252EC8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855" name="Flowchart: Connector 9854">
                            <a:extLst>
                              <a:ext uri="{FF2B5EF4-FFF2-40B4-BE49-F238E27FC236}">
                                <a16:creationId xmlns:a16="http://schemas.microsoft.com/office/drawing/2014/main" id="{60BBA239-FA31-48C9-9D37-668962F0A3C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856" name="Flowchart: Connector 9855">
                            <a:extLst>
                              <a:ext uri="{FF2B5EF4-FFF2-40B4-BE49-F238E27FC236}">
                                <a16:creationId xmlns:a16="http://schemas.microsoft.com/office/drawing/2014/main" id="{DF850C8D-4B7D-44C7-977C-CD9A5AAD5E7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857" name="Flowchart: Connector 9856">
                            <a:extLst>
                              <a:ext uri="{FF2B5EF4-FFF2-40B4-BE49-F238E27FC236}">
                                <a16:creationId xmlns:a16="http://schemas.microsoft.com/office/drawing/2014/main" id="{EBF9273E-8D9F-4453-B8A6-C74A48B8BAE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858" name="3D Model 9857" descr="Sphere">
                                <a:extLst>
                                  <a:ext uri="{FF2B5EF4-FFF2-40B4-BE49-F238E27FC236}">
                                    <a16:creationId xmlns:a16="http://schemas.microsoft.com/office/drawing/2014/main" id="{D966EC67-E054-4CF7-B417-1ED90E636E8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429434632"/>
                                  </p:ext>
                                </p:extLst>
                              </p:nvPr>
                            </p:nvGraphicFramePr>
                            <p:xfrm>
                              <a:off x="2134543" y="1523034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85" name="3D Model 1784" descr="Sphere">
                                <a:extLst>
                                  <a:ext uri="{FF2B5EF4-FFF2-40B4-BE49-F238E27FC236}">
                                    <a16:creationId xmlns:a16="http://schemas.microsoft.com/office/drawing/2014/main" id="{6D8D156A-9212-40F8-AB71-FD05DB2D441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576006" y="2212139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859" name="Flowchart: Connector 9858">
                            <a:extLst>
                              <a:ext uri="{FF2B5EF4-FFF2-40B4-BE49-F238E27FC236}">
                                <a16:creationId xmlns:a16="http://schemas.microsoft.com/office/drawing/2014/main" id="{10B98C2D-81CC-4B8C-99EA-03692D5A11C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860" name="3D Model 9859" descr="Sphere">
                                <a:extLst>
                                  <a:ext uri="{FF2B5EF4-FFF2-40B4-BE49-F238E27FC236}">
                                    <a16:creationId xmlns:a16="http://schemas.microsoft.com/office/drawing/2014/main" id="{E373204C-5462-4A35-B849-E23B3B0D203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048976621"/>
                                  </p:ext>
                                </p:extLst>
                              </p:nvPr>
                            </p:nvGraphicFramePr>
                            <p:xfrm>
                              <a:off x="2371307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87" name="3D Model 1786" descr="Sphere">
                                <a:extLst>
                                  <a:ext uri="{FF2B5EF4-FFF2-40B4-BE49-F238E27FC236}">
                                    <a16:creationId xmlns:a16="http://schemas.microsoft.com/office/drawing/2014/main" id="{5B9C11A0-A5EB-48E5-9C99-D6CC523E7C05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617134" y="222282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861" name="Flowchart: Connector 9860">
                            <a:extLst>
                              <a:ext uri="{FF2B5EF4-FFF2-40B4-BE49-F238E27FC236}">
                                <a16:creationId xmlns:a16="http://schemas.microsoft.com/office/drawing/2014/main" id="{728AD192-BD9D-4CB5-AF12-A6B6A1E618C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4559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862" name="3D Model 9861" descr="Sphere">
                                <a:extLst>
                                  <a:ext uri="{FF2B5EF4-FFF2-40B4-BE49-F238E27FC236}">
                                    <a16:creationId xmlns:a16="http://schemas.microsoft.com/office/drawing/2014/main" id="{41D2E7F9-0BD3-4DE0-8B5F-72800636741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585768965"/>
                                  </p:ext>
                                </p:extLst>
                              </p:nvPr>
                            </p:nvGraphicFramePr>
                            <p:xfrm>
                              <a:off x="2609177" y="164155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89" name="3D Model 1788" descr="Sphere">
                                <a:extLst>
                                  <a:ext uri="{FF2B5EF4-FFF2-40B4-BE49-F238E27FC236}">
                                    <a16:creationId xmlns:a16="http://schemas.microsoft.com/office/drawing/2014/main" id="{1680DC85-ABFE-4B62-A3FF-460277F0C2B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658453" y="2234461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863" name="Flowchart: Connector 9862">
                            <a:extLst>
                              <a:ext uri="{FF2B5EF4-FFF2-40B4-BE49-F238E27FC236}">
                                <a16:creationId xmlns:a16="http://schemas.microsoft.com/office/drawing/2014/main" id="{10A24478-11AE-4A71-AE68-2A9F19AF785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864" name="3D Model 9863" descr="Sphere">
                                <a:extLst>
                                  <a:ext uri="{FF2B5EF4-FFF2-40B4-BE49-F238E27FC236}">
                                    <a16:creationId xmlns:a16="http://schemas.microsoft.com/office/drawing/2014/main" id="{86B99074-C08D-48F9-980D-108380CE50B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727817746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6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6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91" name="3D Model 1790" descr="Sphere">
                                <a:extLst>
                                  <a:ext uri="{FF2B5EF4-FFF2-40B4-BE49-F238E27FC236}">
                                    <a16:creationId xmlns:a16="http://schemas.microsoft.com/office/drawing/2014/main" id="{B554EB58-415D-4816-A746-1959796105FD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705079" y="2250855"/>
                                <a:ext cx="51046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9625" name="Group 9624">
                        <a:extLst>
                          <a:ext uri="{FF2B5EF4-FFF2-40B4-BE49-F238E27FC236}">
                            <a16:creationId xmlns:a16="http://schemas.microsoft.com/office/drawing/2014/main" id="{F0F37927-0136-4BFE-B29A-F7828E73234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3325" y="2268938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9842" name="Flowchart: Connector 9841">
                          <a:extLst>
                            <a:ext uri="{FF2B5EF4-FFF2-40B4-BE49-F238E27FC236}">
                              <a16:creationId xmlns:a16="http://schemas.microsoft.com/office/drawing/2014/main" id="{54D031E6-813F-4957-92CE-758BC980BBE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843" name="Flowchart: Connector 9842">
                          <a:extLst>
                            <a:ext uri="{FF2B5EF4-FFF2-40B4-BE49-F238E27FC236}">
                              <a16:creationId xmlns:a16="http://schemas.microsoft.com/office/drawing/2014/main" id="{FEFAB546-9630-42A8-9A2E-02B928AC880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844" name="Flowchart: Connector 9843">
                          <a:extLst>
                            <a:ext uri="{FF2B5EF4-FFF2-40B4-BE49-F238E27FC236}">
                              <a16:creationId xmlns:a16="http://schemas.microsoft.com/office/drawing/2014/main" id="{9647BB5E-D594-4A63-8E4E-1F1681EB72F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9626" name="Flowchart: Connector 9625">
                        <a:extLst>
                          <a:ext uri="{FF2B5EF4-FFF2-40B4-BE49-F238E27FC236}">
                            <a16:creationId xmlns:a16="http://schemas.microsoft.com/office/drawing/2014/main" id="{9B4240A3-D9D5-449A-AC93-06E866A29B2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37026" y="201261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627" name="Flowchart: Connector 9626">
                        <a:extLst>
                          <a:ext uri="{FF2B5EF4-FFF2-40B4-BE49-F238E27FC236}">
                            <a16:creationId xmlns:a16="http://schemas.microsoft.com/office/drawing/2014/main" id="{0BE2CA12-99A2-4A4A-919E-903BE0A1FE4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588002" y="208727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9628" name="Group 9627">
                        <a:extLst>
                          <a:ext uri="{FF2B5EF4-FFF2-40B4-BE49-F238E27FC236}">
                            <a16:creationId xmlns:a16="http://schemas.microsoft.com/office/drawing/2014/main" id="{B9FF98F7-606A-4EE9-9E13-6B377A8234D1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228750">
                        <a:off x="1171220" y="1918660"/>
                        <a:ext cx="698062" cy="387533"/>
                        <a:chOff x="854933" y="2290871"/>
                        <a:chExt cx="698062" cy="387533"/>
                      </a:xfrm>
                    </p:grpSpPr>
                    <p:sp>
                      <p:nvSpPr>
                        <p:cNvPr id="9839" name="Flowchart: Connector 9838">
                          <a:extLst>
                            <a:ext uri="{FF2B5EF4-FFF2-40B4-BE49-F238E27FC236}">
                              <a16:creationId xmlns:a16="http://schemas.microsoft.com/office/drawing/2014/main" id="{EC7926A6-AE93-49D3-8A60-26D7D530E62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3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840" name="Flowchart: Connector 9839">
                          <a:extLst>
                            <a:ext uri="{FF2B5EF4-FFF2-40B4-BE49-F238E27FC236}">
                              <a16:creationId xmlns:a16="http://schemas.microsoft.com/office/drawing/2014/main" id="{69189EF8-2685-44F9-B87E-A977B79C761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5206" y="2377897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841" name="Flowchart: Connector 9840">
                          <a:extLst>
                            <a:ext uri="{FF2B5EF4-FFF2-40B4-BE49-F238E27FC236}">
                              <a16:creationId xmlns:a16="http://schemas.microsoft.com/office/drawing/2014/main" id="{13560BA5-BB57-42FF-8202-555FDB3B374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41136" y="2462404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9629" name="Group 9628">
                        <a:extLst>
                          <a:ext uri="{FF2B5EF4-FFF2-40B4-BE49-F238E27FC236}">
                            <a16:creationId xmlns:a16="http://schemas.microsoft.com/office/drawing/2014/main" id="{F7EC6A05-68E0-4AFB-ADD1-A105C3A985F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49741" y="1890320"/>
                        <a:ext cx="1098636" cy="1497980"/>
                        <a:chOff x="2089993" y="1501770"/>
                        <a:chExt cx="1098636" cy="1497980"/>
                      </a:xfrm>
                    </p:grpSpPr>
                    <p:grpSp>
                      <p:nvGrpSpPr>
                        <p:cNvPr id="9774" name="Group 9773">
                          <a:extLst>
                            <a:ext uri="{FF2B5EF4-FFF2-40B4-BE49-F238E27FC236}">
                              <a16:creationId xmlns:a16="http://schemas.microsoft.com/office/drawing/2014/main" id="{4E73C4EE-C8CF-484E-8687-87AD6831AC8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34990"/>
                          <a:ext cx="101484" cy="1051941"/>
                          <a:chOff x="1800622" y="2329236"/>
                          <a:chExt cx="101484" cy="1051941"/>
                        </a:xfrm>
                      </p:grpSpPr>
                      <p:sp>
                        <p:nvSpPr>
                          <p:cNvPr id="9835" name="Flowchart: Connector 9834">
                            <a:extLst>
                              <a:ext uri="{FF2B5EF4-FFF2-40B4-BE49-F238E27FC236}">
                                <a16:creationId xmlns:a16="http://schemas.microsoft.com/office/drawing/2014/main" id="{DBC88D35-373B-4D78-98E0-1E162B7EA37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836" name="Flowchart: Connector 9835">
                            <a:extLst>
                              <a:ext uri="{FF2B5EF4-FFF2-40B4-BE49-F238E27FC236}">
                                <a16:creationId xmlns:a16="http://schemas.microsoft.com/office/drawing/2014/main" id="{E4082AC7-2D25-4B05-A417-02580C12E70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837" name="Flowchart: Connector 9836">
                            <a:extLst>
                              <a:ext uri="{FF2B5EF4-FFF2-40B4-BE49-F238E27FC236}">
                                <a16:creationId xmlns:a16="http://schemas.microsoft.com/office/drawing/2014/main" id="{EF6CAABF-935B-457B-A2E8-B0E181411C0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838" name="Flowchart: Connector 9837">
                            <a:extLst>
                              <a:ext uri="{FF2B5EF4-FFF2-40B4-BE49-F238E27FC236}">
                                <a16:creationId xmlns:a16="http://schemas.microsoft.com/office/drawing/2014/main" id="{118E364D-6FA3-4565-9CB8-C79E1FEBAE6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2923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9775" name="Group 9774">
                          <a:extLst>
                            <a:ext uri="{FF2B5EF4-FFF2-40B4-BE49-F238E27FC236}">
                              <a16:creationId xmlns:a16="http://schemas.microsoft.com/office/drawing/2014/main" id="{F3506307-1171-45F5-946B-814B35D3B02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01770"/>
                          <a:ext cx="1074397" cy="1497980"/>
                          <a:chOff x="2114232" y="1501770"/>
                          <a:chExt cx="1074397" cy="1497980"/>
                        </a:xfrm>
                      </p:grpSpPr>
                      <p:grpSp>
                        <p:nvGrpSpPr>
                          <p:cNvPr id="9776" name="Group 9775">
                            <a:extLst>
                              <a:ext uri="{FF2B5EF4-FFF2-40B4-BE49-F238E27FC236}">
                                <a16:creationId xmlns:a16="http://schemas.microsoft.com/office/drawing/2014/main" id="{B9B8B5E4-8D8A-4E0F-A8E7-CEEB2BC2688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9827" name="Flowchart: Connector 9826">
                              <a:extLst>
                                <a:ext uri="{FF2B5EF4-FFF2-40B4-BE49-F238E27FC236}">
                                  <a16:creationId xmlns:a16="http://schemas.microsoft.com/office/drawing/2014/main" id="{68D82F81-0762-4826-A787-C61FD46D238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828" name="3D Model 9827" descr="Sphere">
                                  <a:extLst>
                                    <a:ext uri="{FF2B5EF4-FFF2-40B4-BE49-F238E27FC236}">
                                      <a16:creationId xmlns:a16="http://schemas.microsoft.com/office/drawing/2014/main" id="{B04B00B1-D917-458C-BBDC-F0CCC5C0E33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299296989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829" name="Flowchart: Connector 9828">
                              <a:extLst>
                                <a:ext uri="{FF2B5EF4-FFF2-40B4-BE49-F238E27FC236}">
                                  <a16:creationId xmlns:a16="http://schemas.microsoft.com/office/drawing/2014/main" id="{D0C5858B-1A58-4DD8-881A-CE74B4B015C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830" name="3D Model 9829" descr="Sphere">
                                  <a:extLst>
                                    <a:ext uri="{FF2B5EF4-FFF2-40B4-BE49-F238E27FC236}">
                                      <a16:creationId xmlns:a16="http://schemas.microsoft.com/office/drawing/2014/main" id="{6FF0DEBE-FAD1-4259-918F-4DB52A4CB38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881071927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831" name="Flowchart: Connector 9830">
                              <a:extLst>
                                <a:ext uri="{FF2B5EF4-FFF2-40B4-BE49-F238E27FC236}">
                                  <a16:creationId xmlns:a16="http://schemas.microsoft.com/office/drawing/2014/main" id="{A5BCB08B-C5F8-44A3-A542-C6247CA448E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832" name="3D Model 9831" descr="Sphere">
                                  <a:extLst>
                                    <a:ext uri="{FF2B5EF4-FFF2-40B4-BE49-F238E27FC236}">
                                      <a16:creationId xmlns:a16="http://schemas.microsoft.com/office/drawing/2014/main" id="{4FFFDE2F-BA5E-4227-A2C6-3129119F04D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88903224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833" name="Flowchart: Connector 9832">
                              <a:extLst>
                                <a:ext uri="{FF2B5EF4-FFF2-40B4-BE49-F238E27FC236}">
                                  <a16:creationId xmlns:a16="http://schemas.microsoft.com/office/drawing/2014/main" id="{E426EA63-ED5A-46A0-91F3-98FFB881AA4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834" name="3D Model 9833" descr="Sphere">
                                  <a:extLst>
                                    <a:ext uri="{FF2B5EF4-FFF2-40B4-BE49-F238E27FC236}">
                                      <a16:creationId xmlns:a16="http://schemas.microsoft.com/office/drawing/2014/main" id="{894A61F6-05EF-4DA8-9B6B-64866C0E87B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384638943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9777" name="Group 9776">
                            <a:extLst>
                              <a:ext uri="{FF2B5EF4-FFF2-40B4-BE49-F238E27FC236}">
                                <a16:creationId xmlns:a16="http://schemas.microsoft.com/office/drawing/2014/main" id="{438A3525-870F-461F-B747-89A82153E93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9811" name="Flowchart: Connector 9810">
                              <a:extLst>
                                <a:ext uri="{FF2B5EF4-FFF2-40B4-BE49-F238E27FC236}">
                                  <a16:creationId xmlns:a16="http://schemas.microsoft.com/office/drawing/2014/main" id="{D9ECBC5D-81EE-41EB-B5DB-ED6F457DDCA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812" name="Flowchart: Connector 9811">
                              <a:extLst>
                                <a:ext uri="{FF2B5EF4-FFF2-40B4-BE49-F238E27FC236}">
                                  <a16:creationId xmlns:a16="http://schemas.microsoft.com/office/drawing/2014/main" id="{A6B7D301-D58D-4BDF-BA56-ECC49506411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813" name="Flowchart: Connector 9812">
                              <a:extLst>
                                <a:ext uri="{FF2B5EF4-FFF2-40B4-BE49-F238E27FC236}">
                                  <a16:creationId xmlns:a16="http://schemas.microsoft.com/office/drawing/2014/main" id="{C1DFBE90-5E2D-4CAB-B4F7-A415D93EDD9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814" name="Flowchart: Connector 9813">
                              <a:extLst>
                                <a:ext uri="{FF2B5EF4-FFF2-40B4-BE49-F238E27FC236}">
                                  <a16:creationId xmlns:a16="http://schemas.microsoft.com/office/drawing/2014/main" id="{0A6ABE73-BEC7-4868-9F2D-000897D6F23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815" name="Flowchart: Connector 9814">
                              <a:extLst>
                                <a:ext uri="{FF2B5EF4-FFF2-40B4-BE49-F238E27FC236}">
                                  <a16:creationId xmlns:a16="http://schemas.microsoft.com/office/drawing/2014/main" id="{01797BB2-255D-4811-8E8F-AAE805AAE55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816" name="Flowchart: Connector 9815">
                              <a:extLst>
                                <a:ext uri="{FF2B5EF4-FFF2-40B4-BE49-F238E27FC236}">
                                  <a16:creationId xmlns:a16="http://schemas.microsoft.com/office/drawing/2014/main" id="{3650DFCF-C453-4E35-A188-B326262FD0D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817" name="Flowchart: Connector 9816">
                              <a:extLst>
                                <a:ext uri="{FF2B5EF4-FFF2-40B4-BE49-F238E27FC236}">
                                  <a16:creationId xmlns:a16="http://schemas.microsoft.com/office/drawing/2014/main" id="{10637CAD-8069-41DD-83EF-190E3B58454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818" name="Flowchart: Connector 9817">
                              <a:extLst>
                                <a:ext uri="{FF2B5EF4-FFF2-40B4-BE49-F238E27FC236}">
                                  <a16:creationId xmlns:a16="http://schemas.microsoft.com/office/drawing/2014/main" id="{9237BB58-BA75-4CDF-9C7E-2E377C4BD62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819" name="Flowchart: Connector 9818">
                              <a:extLst>
                                <a:ext uri="{FF2B5EF4-FFF2-40B4-BE49-F238E27FC236}">
                                  <a16:creationId xmlns:a16="http://schemas.microsoft.com/office/drawing/2014/main" id="{4218B0F6-8400-479A-8490-A2CEC8E6B01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820" name="3D Model 9819" descr="Sphere">
                                  <a:extLst>
                                    <a:ext uri="{FF2B5EF4-FFF2-40B4-BE49-F238E27FC236}">
                                      <a16:creationId xmlns:a16="http://schemas.microsoft.com/office/drawing/2014/main" id="{D21040E1-C341-4D48-8779-9DD8FFC6301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06085111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821" name="Flowchart: Connector 9820">
                              <a:extLst>
                                <a:ext uri="{FF2B5EF4-FFF2-40B4-BE49-F238E27FC236}">
                                  <a16:creationId xmlns:a16="http://schemas.microsoft.com/office/drawing/2014/main" id="{40B8FE8A-3889-4C85-BCE5-95BB2D96B1F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822" name="3D Model 9821" descr="Sphere">
                                  <a:extLst>
                                    <a:ext uri="{FF2B5EF4-FFF2-40B4-BE49-F238E27FC236}">
                                      <a16:creationId xmlns:a16="http://schemas.microsoft.com/office/drawing/2014/main" id="{73E0CA61-6D95-4136-A1A9-B8CA17AD211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88601436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823" name="Flowchart: Connector 9822">
                              <a:extLst>
                                <a:ext uri="{FF2B5EF4-FFF2-40B4-BE49-F238E27FC236}">
                                  <a16:creationId xmlns:a16="http://schemas.microsoft.com/office/drawing/2014/main" id="{E65B7E54-90F5-41AA-8CE1-92CA309A5B3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824" name="3D Model 9823" descr="Sphere">
                                  <a:extLst>
                                    <a:ext uri="{FF2B5EF4-FFF2-40B4-BE49-F238E27FC236}">
                                      <a16:creationId xmlns:a16="http://schemas.microsoft.com/office/drawing/2014/main" id="{4B5BEE07-64F2-4739-87DA-A023E98421B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437021676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825" name="Flowchart: Connector 9824">
                              <a:extLst>
                                <a:ext uri="{FF2B5EF4-FFF2-40B4-BE49-F238E27FC236}">
                                  <a16:creationId xmlns:a16="http://schemas.microsoft.com/office/drawing/2014/main" id="{F179F5E4-2F8E-4471-A135-B8A57D30682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826" name="3D Model 9825" descr="Sphere">
                                  <a:extLst>
                                    <a:ext uri="{FF2B5EF4-FFF2-40B4-BE49-F238E27FC236}">
                                      <a16:creationId xmlns:a16="http://schemas.microsoft.com/office/drawing/2014/main" id="{A3740926-6671-49ED-B2B9-558BB434BAC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713560264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9778" name="Group 9777">
                            <a:extLst>
                              <a:ext uri="{FF2B5EF4-FFF2-40B4-BE49-F238E27FC236}">
                                <a16:creationId xmlns:a16="http://schemas.microsoft.com/office/drawing/2014/main" id="{55E13781-55F0-4CE0-B385-5052239A6F7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9795" name="Flowchart: Connector 9794">
                              <a:extLst>
                                <a:ext uri="{FF2B5EF4-FFF2-40B4-BE49-F238E27FC236}">
                                  <a16:creationId xmlns:a16="http://schemas.microsoft.com/office/drawing/2014/main" id="{40C4C416-890B-4094-8558-CCEB34767EB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796" name="Flowchart: Connector 9795">
                              <a:extLst>
                                <a:ext uri="{FF2B5EF4-FFF2-40B4-BE49-F238E27FC236}">
                                  <a16:creationId xmlns:a16="http://schemas.microsoft.com/office/drawing/2014/main" id="{3B339BE5-C858-4E2B-8CDB-690424B1F02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797" name="Flowchart: Connector 9796">
                              <a:extLst>
                                <a:ext uri="{FF2B5EF4-FFF2-40B4-BE49-F238E27FC236}">
                                  <a16:creationId xmlns:a16="http://schemas.microsoft.com/office/drawing/2014/main" id="{A628AC17-0C2F-4735-B7B1-A02DF436382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798" name="Flowchart: Connector 9797">
                              <a:extLst>
                                <a:ext uri="{FF2B5EF4-FFF2-40B4-BE49-F238E27FC236}">
                                  <a16:creationId xmlns:a16="http://schemas.microsoft.com/office/drawing/2014/main" id="{342D4CF2-1A81-4E4E-9394-8E99649D299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799" name="Flowchart: Connector 9798">
                              <a:extLst>
                                <a:ext uri="{FF2B5EF4-FFF2-40B4-BE49-F238E27FC236}">
                                  <a16:creationId xmlns:a16="http://schemas.microsoft.com/office/drawing/2014/main" id="{51283EB4-2991-456A-9405-C4159D41DE1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800" name="Flowchart: Connector 9799">
                              <a:extLst>
                                <a:ext uri="{FF2B5EF4-FFF2-40B4-BE49-F238E27FC236}">
                                  <a16:creationId xmlns:a16="http://schemas.microsoft.com/office/drawing/2014/main" id="{89897C0E-BCE5-4BC6-AC84-503E48BFF64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801" name="Flowchart: Connector 9800">
                              <a:extLst>
                                <a:ext uri="{FF2B5EF4-FFF2-40B4-BE49-F238E27FC236}">
                                  <a16:creationId xmlns:a16="http://schemas.microsoft.com/office/drawing/2014/main" id="{802D66C3-6A53-4849-9A42-56384E41933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802" name="Flowchart: Connector 9801">
                              <a:extLst>
                                <a:ext uri="{FF2B5EF4-FFF2-40B4-BE49-F238E27FC236}">
                                  <a16:creationId xmlns:a16="http://schemas.microsoft.com/office/drawing/2014/main" id="{66976877-357C-4333-B034-AA11A1F51A6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803" name="Flowchart: Connector 9802">
                              <a:extLst>
                                <a:ext uri="{FF2B5EF4-FFF2-40B4-BE49-F238E27FC236}">
                                  <a16:creationId xmlns:a16="http://schemas.microsoft.com/office/drawing/2014/main" id="{67ED62D1-CA42-4B25-A857-6A7B44F125A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804" name="3D Model 9803" descr="Sphere">
                                  <a:extLst>
                                    <a:ext uri="{FF2B5EF4-FFF2-40B4-BE49-F238E27FC236}">
                                      <a16:creationId xmlns:a16="http://schemas.microsoft.com/office/drawing/2014/main" id="{8EB5DCBA-CD3D-4312-9B21-A7401413362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458119787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805" name="Flowchart: Connector 9804">
                              <a:extLst>
                                <a:ext uri="{FF2B5EF4-FFF2-40B4-BE49-F238E27FC236}">
                                  <a16:creationId xmlns:a16="http://schemas.microsoft.com/office/drawing/2014/main" id="{9F0E45B1-B474-4B04-B508-9CCBA1AC7DD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806" name="3D Model 9805" descr="Sphere">
                                  <a:extLst>
                                    <a:ext uri="{FF2B5EF4-FFF2-40B4-BE49-F238E27FC236}">
                                      <a16:creationId xmlns:a16="http://schemas.microsoft.com/office/drawing/2014/main" id="{66F84ECB-5AFF-4DBE-9458-C0DCEA43894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74652661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807" name="Flowchart: Connector 9806">
                              <a:extLst>
                                <a:ext uri="{FF2B5EF4-FFF2-40B4-BE49-F238E27FC236}">
                                  <a16:creationId xmlns:a16="http://schemas.microsoft.com/office/drawing/2014/main" id="{5C218C89-46C4-4CAE-A342-9ADBBA60662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808" name="3D Model 9807" descr="Sphere">
                                  <a:extLst>
                                    <a:ext uri="{FF2B5EF4-FFF2-40B4-BE49-F238E27FC236}">
                                      <a16:creationId xmlns:a16="http://schemas.microsoft.com/office/drawing/2014/main" id="{A2F7BB20-4FF4-465F-A8DD-B277F91A358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92404811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809" name="Flowchart: Connector 9808">
                              <a:extLst>
                                <a:ext uri="{FF2B5EF4-FFF2-40B4-BE49-F238E27FC236}">
                                  <a16:creationId xmlns:a16="http://schemas.microsoft.com/office/drawing/2014/main" id="{78D9562B-6FDA-456D-9240-06878E89E7E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810" name="3D Model 9809" descr="Sphere">
                                  <a:extLst>
                                    <a:ext uri="{FF2B5EF4-FFF2-40B4-BE49-F238E27FC236}">
                                      <a16:creationId xmlns:a16="http://schemas.microsoft.com/office/drawing/2014/main" id="{9D18C5FF-ACC1-4E4F-976E-6DA92464AEC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690870662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9779" name="Flowchart: Connector 9778">
                            <a:extLst>
                              <a:ext uri="{FF2B5EF4-FFF2-40B4-BE49-F238E27FC236}">
                                <a16:creationId xmlns:a16="http://schemas.microsoft.com/office/drawing/2014/main" id="{D53C07EE-D7FE-4C3C-B0A5-911BD2A1EDC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780" name="Flowchart: Connector 9779">
                            <a:extLst>
                              <a:ext uri="{FF2B5EF4-FFF2-40B4-BE49-F238E27FC236}">
                                <a16:creationId xmlns:a16="http://schemas.microsoft.com/office/drawing/2014/main" id="{ABE8DF34-322C-4EF6-8AE0-9EFE3100853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781" name="Flowchart: Connector 9780">
                            <a:extLst>
                              <a:ext uri="{FF2B5EF4-FFF2-40B4-BE49-F238E27FC236}">
                                <a16:creationId xmlns:a16="http://schemas.microsoft.com/office/drawing/2014/main" id="{C8D97148-EF22-40A8-A926-351BA9A36E9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782" name="Flowchart: Connector 9781">
                            <a:extLst>
                              <a:ext uri="{FF2B5EF4-FFF2-40B4-BE49-F238E27FC236}">
                                <a16:creationId xmlns:a16="http://schemas.microsoft.com/office/drawing/2014/main" id="{AF0109D2-E1D6-469D-9771-612350886C7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783" name="Flowchart: Connector 9782">
                            <a:extLst>
                              <a:ext uri="{FF2B5EF4-FFF2-40B4-BE49-F238E27FC236}">
                                <a16:creationId xmlns:a16="http://schemas.microsoft.com/office/drawing/2014/main" id="{5FC5C31F-D5C1-4EC9-B1E8-9A7FC33C22E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784" name="Flowchart: Connector 9783">
                            <a:extLst>
                              <a:ext uri="{FF2B5EF4-FFF2-40B4-BE49-F238E27FC236}">
                                <a16:creationId xmlns:a16="http://schemas.microsoft.com/office/drawing/2014/main" id="{747F9E8D-5EB1-41E7-82BD-AA9BA6CA8D4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785" name="Flowchart: Connector 9784">
                            <a:extLst>
                              <a:ext uri="{FF2B5EF4-FFF2-40B4-BE49-F238E27FC236}">
                                <a16:creationId xmlns:a16="http://schemas.microsoft.com/office/drawing/2014/main" id="{0100B865-7E13-4789-AE52-C1D03B5BDF9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786" name="Flowchart: Connector 9785">
                            <a:extLst>
                              <a:ext uri="{FF2B5EF4-FFF2-40B4-BE49-F238E27FC236}">
                                <a16:creationId xmlns:a16="http://schemas.microsoft.com/office/drawing/2014/main" id="{94EB8560-C2B3-443F-8EDF-434B1DC85A5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787" name="Flowchart: Connector 9786">
                            <a:extLst>
                              <a:ext uri="{FF2B5EF4-FFF2-40B4-BE49-F238E27FC236}">
                                <a16:creationId xmlns:a16="http://schemas.microsoft.com/office/drawing/2014/main" id="{6E0200AF-C2A8-4936-B499-3F41CECE8F8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788" name="3D Model 9787" descr="Sphere">
                                <a:extLst>
                                  <a:ext uri="{FF2B5EF4-FFF2-40B4-BE49-F238E27FC236}">
                                    <a16:creationId xmlns:a16="http://schemas.microsoft.com/office/drawing/2014/main" id="{A15DB63C-5A9A-4566-B0CA-D14B39F0172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644045796"/>
                                  </p:ext>
                                </p:extLst>
                              </p:nvPr>
                            </p:nvGraphicFramePr>
                            <p:xfrm>
                              <a:off x="2123911" y="1501770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15" name="3D Model 1714" descr="Sphere">
                                <a:extLst>
                                  <a:ext uri="{FF2B5EF4-FFF2-40B4-BE49-F238E27FC236}">
                                    <a16:creationId xmlns:a16="http://schemas.microsoft.com/office/drawing/2014/main" id="{56C87A35-5B49-4097-84FB-F186523AEA9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535973" y="2232019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789" name="Flowchart: Connector 9788">
                            <a:extLst>
                              <a:ext uri="{FF2B5EF4-FFF2-40B4-BE49-F238E27FC236}">
                                <a16:creationId xmlns:a16="http://schemas.microsoft.com/office/drawing/2014/main" id="{B2C66A76-9496-4AE3-8229-514C5C222DE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790" name="3D Model 9789" descr="Sphere">
                                <a:extLst>
                                  <a:ext uri="{FF2B5EF4-FFF2-40B4-BE49-F238E27FC236}">
                                    <a16:creationId xmlns:a16="http://schemas.microsoft.com/office/drawing/2014/main" id="{947F0846-9F77-431F-A5D1-B5CE7E22BDE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533686346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17" name="3D Model 1716" descr="Sphere">
                                <a:extLst>
                                  <a:ext uri="{FF2B5EF4-FFF2-40B4-BE49-F238E27FC236}">
                                    <a16:creationId xmlns:a16="http://schemas.microsoft.com/office/drawing/2014/main" id="{228A2B2A-4558-4B76-8BB0-230EBFC70EC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577797" y="2246707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791" name="Flowchart: Connector 9790">
                            <a:extLst>
                              <a:ext uri="{FF2B5EF4-FFF2-40B4-BE49-F238E27FC236}">
                                <a16:creationId xmlns:a16="http://schemas.microsoft.com/office/drawing/2014/main" id="{309B99EC-26A8-407B-922C-A6C1617756E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93292" y="171776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792" name="3D Model 9791" descr="Sphere">
                                <a:extLst>
                                  <a:ext uri="{FF2B5EF4-FFF2-40B4-BE49-F238E27FC236}">
                                    <a16:creationId xmlns:a16="http://schemas.microsoft.com/office/drawing/2014/main" id="{23A68AE2-E715-43DD-90C1-62DB75F8186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317183779"/>
                                  </p:ext>
                                </p:extLst>
                              </p:nvPr>
                            </p:nvGraphicFramePr>
                            <p:xfrm>
                              <a:off x="2622429" y="163823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19" name="3D Model 1718" descr="Sphere">
                                <a:extLst>
                                  <a:ext uri="{FF2B5EF4-FFF2-40B4-BE49-F238E27FC236}">
                                    <a16:creationId xmlns:a16="http://schemas.microsoft.com/office/drawing/2014/main" id="{B745126E-C299-43E0-9008-F78BF3B1276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622569" y="225772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793" name="Flowchart: Connector 9792">
                            <a:extLst>
                              <a:ext uri="{FF2B5EF4-FFF2-40B4-BE49-F238E27FC236}">
                                <a16:creationId xmlns:a16="http://schemas.microsoft.com/office/drawing/2014/main" id="{A4FD376A-269A-4247-A8A9-2DFFA14DC83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794" name="3D Model 9793" descr="Sphere">
                                <a:extLst>
                                  <a:ext uri="{FF2B5EF4-FFF2-40B4-BE49-F238E27FC236}">
                                    <a16:creationId xmlns:a16="http://schemas.microsoft.com/office/drawing/2014/main" id="{ACE590AC-802E-493C-8556-5C2F7BBF38B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201017105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21" name="3D Model 1720" descr="Sphere">
                                <a:extLst>
                                  <a:ext uri="{FF2B5EF4-FFF2-40B4-BE49-F238E27FC236}">
                                    <a16:creationId xmlns:a16="http://schemas.microsoft.com/office/drawing/2014/main" id="{0BA40E55-E9F1-4BE6-A7AF-07F141FBEEDA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666893" y="2274740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9630" name="Group 9629">
                        <a:extLst>
                          <a:ext uri="{FF2B5EF4-FFF2-40B4-BE49-F238E27FC236}">
                            <a16:creationId xmlns:a16="http://schemas.microsoft.com/office/drawing/2014/main" id="{D3748558-2E06-4CBA-83DF-C814FF1921B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547436" y="2361226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9771" name="Flowchart: Connector 9770">
                          <a:extLst>
                            <a:ext uri="{FF2B5EF4-FFF2-40B4-BE49-F238E27FC236}">
                              <a16:creationId xmlns:a16="http://schemas.microsoft.com/office/drawing/2014/main" id="{87B5B69A-F407-4793-9B48-310E7504BE7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772" name="Flowchart: Connector 9771">
                          <a:extLst>
                            <a:ext uri="{FF2B5EF4-FFF2-40B4-BE49-F238E27FC236}">
                              <a16:creationId xmlns:a16="http://schemas.microsoft.com/office/drawing/2014/main" id="{9CB0659E-0DE1-4581-9DAC-8CFB7070A03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773" name="Flowchart: Connector 9772">
                          <a:extLst>
                            <a:ext uri="{FF2B5EF4-FFF2-40B4-BE49-F238E27FC236}">
                              <a16:creationId xmlns:a16="http://schemas.microsoft.com/office/drawing/2014/main" id="{4FDB5252-30AF-46FA-8199-82FDA46B5D4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9631" name="Flowchart: Connector 9630">
                        <a:extLst>
                          <a:ext uri="{FF2B5EF4-FFF2-40B4-BE49-F238E27FC236}">
                            <a16:creationId xmlns:a16="http://schemas.microsoft.com/office/drawing/2014/main" id="{43117D9B-F9DB-44F4-AD53-198B7D7C8CB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19794" y="212254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632" name="Flowchart: Connector 9631">
                        <a:extLst>
                          <a:ext uri="{FF2B5EF4-FFF2-40B4-BE49-F238E27FC236}">
                            <a16:creationId xmlns:a16="http://schemas.microsoft.com/office/drawing/2014/main" id="{8FB0989F-D135-4669-9BE1-737870A21F4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74020" y="218539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9633" name="Group 9632">
                        <a:extLst>
                          <a:ext uri="{FF2B5EF4-FFF2-40B4-BE49-F238E27FC236}">
                            <a16:creationId xmlns:a16="http://schemas.microsoft.com/office/drawing/2014/main" id="{46E46B6A-712B-41CD-B7EB-1569C5ACA8BF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18957">
                        <a:off x="941432" y="2025443"/>
                        <a:ext cx="710250" cy="369080"/>
                        <a:chOff x="854932" y="2290871"/>
                        <a:chExt cx="710250" cy="369080"/>
                      </a:xfrm>
                    </p:grpSpPr>
                    <p:sp>
                      <p:nvSpPr>
                        <p:cNvPr id="9768" name="Flowchart: Connector 9767">
                          <a:extLst>
                            <a:ext uri="{FF2B5EF4-FFF2-40B4-BE49-F238E27FC236}">
                              <a16:creationId xmlns:a16="http://schemas.microsoft.com/office/drawing/2014/main" id="{E089518D-03AB-4645-BC5F-498A3CD7F6E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2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769" name="Flowchart: Connector 9768">
                          <a:extLst>
                            <a:ext uri="{FF2B5EF4-FFF2-40B4-BE49-F238E27FC236}">
                              <a16:creationId xmlns:a16="http://schemas.microsoft.com/office/drawing/2014/main" id="{F59E930F-A090-467C-8380-CFA1AC43F90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1897" y="2377722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770" name="Flowchart: Connector 9769">
                          <a:extLst>
                            <a:ext uri="{FF2B5EF4-FFF2-40B4-BE49-F238E27FC236}">
                              <a16:creationId xmlns:a16="http://schemas.microsoft.com/office/drawing/2014/main" id="{4D5381D5-0B1A-49F1-81AF-49E708EBE37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53323" y="244395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9634" name="Group 9633">
                        <a:extLst>
                          <a:ext uri="{FF2B5EF4-FFF2-40B4-BE49-F238E27FC236}">
                            <a16:creationId xmlns:a16="http://schemas.microsoft.com/office/drawing/2014/main" id="{BFC2AC74-DBE3-45F5-A7FA-A52A4F68939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21287" y="1995259"/>
                        <a:ext cx="1102917" cy="1484052"/>
                        <a:chOff x="2085712" y="1515698"/>
                        <a:chExt cx="1102917" cy="1484052"/>
                      </a:xfrm>
                    </p:grpSpPr>
                    <p:grpSp>
                      <p:nvGrpSpPr>
                        <p:cNvPr id="9703" name="Group 9702">
                          <a:extLst>
                            <a:ext uri="{FF2B5EF4-FFF2-40B4-BE49-F238E27FC236}">
                              <a16:creationId xmlns:a16="http://schemas.microsoft.com/office/drawing/2014/main" id="{43EFB2F5-E945-400D-9815-1F02904D084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5712" y="1648950"/>
                          <a:ext cx="105765" cy="1037981"/>
                          <a:chOff x="1796341" y="2343196"/>
                          <a:chExt cx="105765" cy="1037981"/>
                        </a:xfrm>
                      </p:grpSpPr>
                      <p:sp>
                        <p:nvSpPr>
                          <p:cNvPr id="9764" name="Flowchart: Connector 9763">
                            <a:extLst>
                              <a:ext uri="{FF2B5EF4-FFF2-40B4-BE49-F238E27FC236}">
                                <a16:creationId xmlns:a16="http://schemas.microsoft.com/office/drawing/2014/main" id="{370CE555-50C1-4DCC-B94E-D0A1ECA140B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765" name="Flowchart: Connector 9764">
                            <a:extLst>
                              <a:ext uri="{FF2B5EF4-FFF2-40B4-BE49-F238E27FC236}">
                                <a16:creationId xmlns:a16="http://schemas.microsoft.com/office/drawing/2014/main" id="{39442F69-5913-4855-A17F-13813563C22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766" name="Flowchart: Connector 9765">
                            <a:extLst>
                              <a:ext uri="{FF2B5EF4-FFF2-40B4-BE49-F238E27FC236}">
                                <a16:creationId xmlns:a16="http://schemas.microsoft.com/office/drawing/2014/main" id="{5CB5D16D-800F-43AE-B126-A296D70BACC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767" name="Flowchart: Connector 9766">
                            <a:extLst>
                              <a:ext uri="{FF2B5EF4-FFF2-40B4-BE49-F238E27FC236}">
                                <a16:creationId xmlns:a16="http://schemas.microsoft.com/office/drawing/2014/main" id="{D9378614-D590-40CB-89A8-910EC85D84F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796341" y="2343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9704" name="Group 9703">
                          <a:extLst>
                            <a:ext uri="{FF2B5EF4-FFF2-40B4-BE49-F238E27FC236}">
                              <a16:creationId xmlns:a16="http://schemas.microsoft.com/office/drawing/2014/main" id="{77D3F5D7-4C6A-402D-BB70-965E8BDE11D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15698"/>
                          <a:ext cx="1074397" cy="1484052"/>
                          <a:chOff x="2114232" y="1515698"/>
                          <a:chExt cx="1074397" cy="1484052"/>
                        </a:xfrm>
                      </p:grpSpPr>
                      <p:grpSp>
                        <p:nvGrpSpPr>
                          <p:cNvPr id="9705" name="Group 9704">
                            <a:extLst>
                              <a:ext uri="{FF2B5EF4-FFF2-40B4-BE49-F238E27FC236}">
                                <a16:creationId xmlns:a16="http://schemas.microsoft.com/office/drawing/2014/main" id="{80064713-D846-4C2F-ABCB-A4747DD2449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9756" name="Flowchart: Connector 9755">
                              <a:extLst>
                                <a:ext uri="{FF2B5EF4-FFF2-40B4-BE49-F238E27FC236}">
                                  <a16:creationId xmlns:a16="http://schemas.microsoft.com/office/drawing/2014/main" id="{3C004127-7B07-4878-BCDD-4A27D60DF75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757" name="3D Model 9756" descr="Sphere">
                                  <a:extLst>
                                    <a:ext uri="{FF2B5EF4-FFF2-40B4-BE49-F238E27FC236}">
                                      <a16:creationId xmlns:a16="http://schemas.microsoft.com/office/drawing/2014/main" id="{8AA58553-E917-4C5F-A04E-02B72733317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159479684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758" name="Flowchart: Connector 9757">
                              <a:extLst>
                                <a:ext uri="{FF2B5EF4-FFF2-40B4-BE49-F238E27FC236}">
                                  <a16:creationId xmlns:a16="http://schemas.microsoft.com/office/drawing/2014/main" id="{CE4E3CF2-8761-43D3-A2FF-7E2767CC8C9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759" name="3D Model 9758" descr="Sphere">
                                  <a:extLst>
                                    <a:ext uri="{FF2B5EF4-FFF2-40B4-BE49-F238E27FC236}">
                                      <a16:creationId xmlns:a16="http://schemas.microsoft.com/office/drawing/2014/main" id="{F63A2614-2342-4452-92DB-3F751DC57BF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800460592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760" name="Flowchart: Connector 9759">
                              <a:extLst>
                                <a:ext uri="{FF2B5EF4-FFF2-40B4-BE49-F238E27FC236}">
                                  <a16:creationId xmlns:a16="http://schemas.microsoft.com/office/drawing/2014/main" id="{82AADA2E-B41C-49D6-92E8-6D8CA7606B7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761" name="3D Model 9760" descr="Sphere">
                                  <a:extLst>
                                    <a:ext uri="{FF2B5EF4-FFF2-40B4-BE49-F238E27FC236}">
                                      <a16:creationId xmlns:a16="http://schemas.microsoft.com/office/drawing/2014/main" id="{E1000C24-6352-44F7-9E77-31FA0F0388A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759718342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762" name="Flowchart: Connector 9761">
                              <a:extLst>
                                <a:ext uri="{FF2B5EF4-FFF2-40B4-BE49-F238E27FC236}">
                                  <a16:creationId xmlns:a16="http://schemas.microsoft.com/office/drawing/2014/main" id="{0497BFDC-1F88-4CF6-B2AF-4F7C2CE8B89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763" name="3D Model 9762" descr="Sphere">
                                  <a:extLst>
                                    <a:ext uri="{FF2B5EF4-FFF2-40B4-BE49-F238E27FC236}">
                                      <a16:creationId xmlns:a16="http://schemas.microsoft.com/office/drawing/2014/main" id="{96215E6E-74E3-4C5B-99E7-832FAF86FE6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15091263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9706" name="Group 9705">
                            <a:extLst>
                              <a:ext uri="{FF2B5EF4-FFF2-40B4-BE49-F238E27FC236}">
                                <a16:creationId xmlns:a16="http://schemas.microsoft.com/office/drawing/2014/main" id="{EAE7ED21-0501-436E-99A6-9149AC0276D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9740" name="Flowchart: Connector 9739">
                              <a:extLst>
                                <a:ext uri="{FF2B5EF4-FFF2-40B4-BE49-F238E27FC236}">
                                  <a16:creationId xmlns:a16="http://schemas.microsoft.com/office/drawing/2014/main" id="{B674A237-9E48-45F2-8ADA-4BD477516EB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741" name="Flowchart: Connector 9740">
                              <a:extLst>
                                <a:ext uri="{FF2B5EF4-FFF2-40B4-BE49-F238E27FC236}">
                                  <a16:creationId xmlns:a16="http://schemas.microsoft.com/office/drawing/2014/main" id="{9A3BC30F-6268-4465-B015-7BDD428B116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742" name="Flowchart: Connector 9741">
                              <a:extLst>
                                <a:ext uri="{FF2B5EF4-FFF2-40B4-BE49-F238E27FC236}">
                                  <a16:creationId xmlns:a16="http://schemas.microsoft.com/office/drawing/2014/main" id="{61035528-99C5-40D7-AD9C-0A864425D68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743" name="Flowchart: Connector 9742">
                              <a:extLst>
                                <a:ext uri="{FF2B5EF4-FFF2-40B4-BE49-F238E27FC236}">
                                  <a16:creationId xmlns:a16="http://schemas.microsoft.com/office/drawing/2014/main" id="{A5DFA5E2-50EA-4DE7-BF86-632EDEFD85E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744" name="Flowchart: Connector 9743">
                              <a:extLst>
                                <a:ext uri="{FF2B5EF4-FFF2-40B4-BE49-F238E27FC236}">
                                  <a16:creationId xmlns:a16="http://schemas.microsoft.com/office/drawing/2014/main" id="{44085244-FA12-45AB-A73C-25B5025975F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745" name="Flowchart: Connector 9744">
                              <a:extLst>
                                <a:ext uri="{FF2B5EF4-FFF2-40B4-BE49-F238E27FC236}">
                                  <a16:creationId xmlns:a16="http://schemas.microsoft.com/office/drawing/2014/main" id="{0230520F-A38E-4357-A987-31930D20B1A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746" name="Flowchart: Connector 9745">
                              <a:extLst>
                                <a:ext uri="{FF2B5EF4-FFF2-40B4-BE49-F238E27FC236}">
                                  <a16:creationId xmlns:a16="http://schemas.microsoft.com/office/drawing/2014/main" id="{2D9B5C4B-FA89-4F0B-B041-E82AE6F1F11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747" name="Flowchart: Connector 9746">
                              <a:extLst>
                                <a:ext uri="{FF2B5EF4-FFF2-40B4-BE49-F238E27FC236}">
                                  <a16:creationId xmlns:a16="http://schemas.microsoft.com/office/drawing/2014/main" id="{9F5E9A59-2EBD-4D30-9A7A-92A99E1824B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748" name="Flowchart: Connector 9747">
                              <a:extLst>
                                <a:ext uri="{FF2B5EF4-FFF2-40B4-BE49-F238E27FC236}">
                                  <a16:creationId xmlns:a16="http://schemas.microsoft.com/office/drawing/2014/main" id="{FDB5D746-F7B7-446B-B4DA-45E95A48ED9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749" name="3D Model 9748" descr="Sphere">
                                  <a:extLst>
                                    <a:ext uri="{FF2B5EF4-FFF2-40B4-BE49-F238E27FC236}">
                                      <a16:creationId xmlns:a16="http://schemas.microsoft.com/office/drawing/2014/main" id="{58ECB127-A4F9-4256-A581-6B1E4C1F7CE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868808084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750" name="Flowchart: Connector 9749">
                              <a:extLst>
                                <a:ext uri="{FF2B5EF4-FFF2-40B4-BE49-F238E27FC236}">
                                  <a16:creationId xmlns:a16="http://schemas.microsoft.com/office/drawing/2014/main" id="{B388492A-2EEF-473B-897F-6BC52643222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751" name="3D Model 975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F22648-57C2-4724-A624-C2DEDCACE5E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522855753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752" name="Flowchart: Connector 9751">
                              <a:extLst>
                                <a:ext uri="{FF2B5EF4-FFF2-40B4-BE49-F238E27FC236}">
                                  <a16:creationId xmlns:a16="http://schemas.microsoft.com/office/drawing/2014/main" id="{4477BB3D-82B4-4C6D-AFF6-5FF5ECFCF99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753" name="3D Model 9752" descr="Sphere">
                                  <a:extLst>
                                    <a:ext uri="{FF2B5EF4-FFF2-40B4-BE49-F238E27FC236}">
                                      <a16:creationId xmlns:a16="http://schemas.microsoft.com/office/drawing/2014/main" id="{407D97DE-FFD5-4E48-BBB7-A8EB9B0D0C0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26278261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754" name="Flowchart: Connector 9753">
                              <a:extLst>
                                <a:ext uri="{FF2B5EF4-FFF2-40B4-BE49-F238E27FC236}">
                                  <a16:creationId xmlns:a16="http://schemas.microsoft.com/office/drawing/2014/main" id="{50CDE928-65BA-41B9-9554-9CEA82A2E5D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755" name="3D Model 9754" descr="Sphere">
                                  <a:extLst>
                                    <a:ext uri="{FF2B5EF4-FFF2-40B4-BE49-F238E27FC236}">
                                      <a16:creationId xmlns:a16="http://schemas.microsoft.com/office/drawing/2014/main" id="{4732D751-F43C-4028-AC84-0BF4E3BFF3D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83706776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9707" name="Group 9706">
                            <a:extLst>
                              <a:ext uri="{FF2B5EF4-FFF2-40B4-BE49-F238E27FC236}">
                                <a16:creationId xmlns:a16="http://schemas.microsoft.com/office/drawing/2014/main" id="{AD45F286-9D22-42A8-B2A4-287D4BF8956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9724" name="Flowchart: Connector 9723">
                              <a:extLst>
                                <a:ext uri="{FF2B5EF4-FFF2-40B4-BE49-F238E27FC236}">
                                  <a16:creationId xmlns:a16="http://schemas.microsoft.com/office/drawing/2014/main" id="{C0D065A2-9758-4BAA-9638-86E13C9679E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725" name="Flowchart: Connector 9724">
                              <a:extLst>
                                <a:ext uri="{FF2B5EF4-FFF2-40B4-BE49-F238E27FC236}">
                                  <a16:creationId xmlns:a16="http://schemas.microsoft.com/office/drawing/2014/main" id="{4459DEFB-5706-4642-8C2C-A58BCA681EC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726" name="Flowchart: Connector 9725">
                              <a:extLst>
                                <a:ext uri="{FF2B5EF4-FFF2-40B4-BE49-F238E27FC236}">
                                  <a16:creationId xmlns:a16="http://schemas.microsoft.com/office/drawing/2014/main" id="{049C0D81-AF8F-400B-BAFC-F47AEDA1A25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727" name="Flowchart: Connector 9726">
                              <a:extLst>
                                <a:ext uri="{FF2B5EF4-FFF2-40B4-BE49-F238E27FC236}">
                                  <a16:creationId xmlns:a16="http://schemas.microsoft.com/office/drawing/2014/main" id="{CE3FB140-99B8-4B84-A25C-688368E7311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728" name="Flowchart: Connector 9727">
                              <a:extLst>
                                <a:ext uri="{FF2B5EF4-FFF2-40B4-BE49-F238E27FC236}">
                                  <a16:creationId xmlns:a16="http://schemas.microsoft.com/office/drawing/2014/main" id="{814DE919-FAF0-41B1-8CE9-526A8536751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729" name="Flowchart: Connector 9728">
                              <a:extLst>
                                <a:ext uri="{FF2B5EF4-FFF2-40B4-BE49-F238E27FC236}">
                                  <a16:creationId xmlns:a16="http://schemas.microsoft.com/office/drawing/2014/main" id="{BDC94ACB-8652-4D95-A86F-D5592C23BCC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730" name="Flowchart: Connector 9729">
                              <a:extLst>
                                <a:ext uri="{FF2B5EF4-FFF2-40B4-BE49-F238E27FC236}">
                                  <a16:creationId xmlns:a16="http://schemas.microsoft.com/office/drawing/2014/main" id="{66A5CE8E-2794-47C5-AB8E-66C8B1E1523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731" name="Flowchart: Connector 9730">
                              <a:extLst>
                                <a:ext uri="{FF2B5EF4-FFF2-40B4-BE49-F238E27FC236}">
                                  <a16:creationId xmlns:a16="http://schemas.microsoft.com/office/drawing/2014/main" id="{B8971D44-C251-4C59-9F77-98E3FD783D7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732" name="Flowchart: Connector 9731">
                              <a:extLst>
                                <a:ext uri="{FF2B5EF4-FFF2-40B4-BE49-F238E27FC236}">
                                  <a16:creationId xmlns:a16="http://schemas.microsoft.com/office/drawing/2014/main" id="{EA4DA87C-A4A7-45ED-921C-EE781635310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733" name="3D Model 9732" descr="Sphere">
                                  <a:extLst>
                                    <a:ext uri="{FF2B5EF4-FFF2-40B4-BE49-F238E27FC236}">
                                      <a16:creationId xmlns:a16="http://schemas.microsoft.com/office/drawing/2014/main" id="{D2C24EF4-D761-4577-A510-1066149FF41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424454761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734" name="Flowchart: Connector 9733">
                              <a:extLst>
                                <a:ext uri="{FF2B5EF4-FFF2-40B4-BE49-F238E27FC236}">
                                  <a16:creationId xmlns:a16="http://schemas.microsoft.com/office/drawing/2014/main" id="{C01BD07A-70B7-4671-9BDB-719C64A428D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735" name="3D Model 9734" descr="Sphere">
                                  <a:extLst>
                                    <a:ext uri="{FF2B5EF4-FFF2-40B4-BE49-F238E27FC236}">
                                      <a16:creationId xmlns:a16="http://schemas.microsoft.com/office/drawing/2014/main" id="{E1EE3C6E-3FC2-4359-8C83-4BE5CDCA7DE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544804907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736" name="Flowchart: Connector 9735">
                              <a:extLst>
                                <a:ext uri="{FF2B5EF4-FFF2-40B4-BE49-F238E27FC236}">
                                  <a16:creationId xmlns:a16="http://schemas.microsoft.com/office/drawing/2014/main" id="{026DD591-F565-4ADE-B11C-C978DE07ADA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737" name="3D Model 9736" descr="Sphere">
                                  <a:extLst>
                                    <a:ext uri="{FF2B5EF4-FFF2-40B4-BE49-F238E27FC236}">
                                      <a16:creationId xmlns:a16="http://schemas.microsoft.com/office/drawing/2014/main" id="{4E0F04AD-886D-4F3C-9AD7-B36873FAD26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581715253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738" name="Flowchart: Connector 9737">
                              <a:extLst>
                                <a:ext uri="{FF2B5EF4-FFF2-40B4-BE49-F238E27FC236}">
                                  <a16:creationId xmlns:a16="http://schemas.microsoft.com/office/drawing/2014/main" id="{2FDD81E2-6052-418C-9FA8-0FFDA780E6C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739" name="3D Model 9738" descr="Sphere">
                                  <a:extLst>
                                    <a:ext uri="{FF2B5EF4-FFF2-40B4-BE49-F238E27FC236}">
                                      <a16:creationId xmlns:a16="http://schemas.microsoft.com/office/drawing/2014/main" id="{19680589-BD63-4484-8BFC-D4904CE9CBB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885951108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9708" name="Flowchart: Connector 9707">
                            <a:extLst>
                              <a:ext uri="{FF2B5EF4-FFF2-40B4-BE49-F238E27FC236}">
                                <a16:creationId xmlns:a16="http://schemas.microsoft.com/office/drawing/2014/main" id="{E1F8B8BD-C69E-484B-B58D-4D0250D04F8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709" name="Flowchart: Connector 9708">
                            <a:extLst>
                              <a:ext uri="{FF2B5EF4-FFF2-40B4-BE49-F238E27FC236}">
                                <a16:creationId xmlns:a16="http://schemas.microsoft.com/office/drawing/2014/main" id="{123D2F56-E30A-4699-872C-DCE3C15F24B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710" name="Flowchart: Connector 9709">
                            <a:extLst>
                              <a:ext uri="{FF2B5EF4-FFF2-40B4-BE49-F238E27FC236}">
                                <a16:creationId xmlns:a16="http://schemas.microsoft.com/office/drawing/2014/main" id="{F699DE8A-158B-46C8-92F4-CD21EC112F2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711" name="Flowchart: Connector 9710">
                            <a:extLst>
                              <a:ext uri="{FF2B5EF4-FFF2-40B4-BE49-F238E27FC236}">
                                <a16:creationId xmlns:a16="http://schemas.microsoft.com/office/drawing/2014/main" id="{3D321A3F-5B52-4761-B22A-7D909590790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712" name="Flowchart: Connector 9711">
                            <a:extLst>
                              <a:ext uri="{FF2B5EF4-FFF2-40B4-BE49-F238E27FC236}">
                                <a16:creationId xmlns:a16="http://schemas.microsoft.com/office/drawing/2014/main" id="{97EE0A40-4EEF-41B1-B334-E594E1E6D21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713" name="Flowchart: Connector 9712">
                            <a:extLst>
                              <a:ext uri="{FF2B5EF4-FFF2-40B4-BE49-F238E27FC236}">
                                <a16:creationId xmlns:a16="http://schemas.microsoft.com/office/drawing/2014/main" id="{D66D0792-189E-478A-B9B4-06C820535D1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714" name="Flowchart: Connector 9713">
                            <a:extLst>
                              <a:ext uri="{FF2B5EF4-FFF2-40B4-BE49-F238E27FC236}">
                                <a16:creationId xmlns:a16="http://schemas.microsoft.com/office/drawing/2014/main" id="{32EC9169-5733-4857-B8C8-F6A05B55232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715" name="Flowchart: Connector 9714">
                            <a:extLst>
                              <a:ext uri="{FF2B5EF4-FFF2-40B4-BE49-F238E27FC236}">
                                <a16:creationId xmlns:a16="http://schemas.microsoft.com/office/drawing/2014/main" id="{74F5A540-9ABB-4D92-86AD-0290DBCC32B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716" name="Flowchart: Connector 9715">
                            <a:extLst>
                              <a:ext uri="{FF2B5EF4-FFF2-40B4-BE49-F238E27FC236}">
                                <a16:creationId xmlns:a16="http://schemas.microsoft.com/office/drawing/2014/main" id="{7EEFA932-FDAB-433C-804E-508B5BFFBB9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717" name="3D Model 9716" descr="Sphere">
                                <a:extLst>
                                  <a:ext uri="{FF2B5EF4-FFF2-40B4-BE49-F238E27FC236}">
                                    <a16:creationId xmlns:a16="http://schemas.microsoft.com/office/drawing/2014/main" id="{CAB63BFB-F731-42F0-99FD-727AEFE2ED5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18785637"/>
                                  </p:ext>
                                </p:extLst>
                              </p:nvPr>
                            </p:nvGraphicFramePr>
                            <p:xfrm>
                              <a:off x="2127272" y="1515698"/>
                              <a:ext cx="299738" cy="29973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7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4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644" name="3D Model 1643" descr="Sphere">
                                <a:extLst>
                                  <a:ext uri="{FF2B5EF4-FFF2-40B4-BE49-F238E27FC236}">
                                    <a16:creationId xmlns:a16="http://schemas.microsoft.com/office/drawing/2014/main" id="{7E4F6838-405E-44C9-B6CF-1CF02C4F237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497617" y="2251784"/>
                                <a:ext cx="52067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718" name="Flowchart: Connector 9717">
                            <a:extLst>
                              <a:ext uri="{FF2B5EF4-FFF2-40B4-BE49-F238E27FC236}">
                                <a16:creationId xmlns:a16="http://schemas.microsoft.com/office/drawing/2014/main" id="{E61A8B18-8370-4B59-80E4-707B4F61C1D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719" name="3D Model 9718" descr="Sphere">
                                <a:extLst>
                                  <a:ext uri="{FF2B5EF4-FFF2-40B4-BE49-F238E27FC236}">
                                    <a16:creationId xmlns:a16="http://schemas.microsoft.com/office/drawing/2014/main" id="{2019AE30-9AF9-4FC7-A988-0204E41D5D5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701016978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646" name="3D Model 1645" descr="Sphere">
                                <a:extLst>
                                  <a:ext uri="{FF2B5EF4-FFF2-40B4-BE49-F238E27FC236}">
                                    <a16:creationId xmlns:a16="http://schemas.microsoft.com/office/drawing/2014/main" id="{774F02B2-09D7-423F-B2E9-3AAC72078A4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538857" y="2263848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720" name="Flowchart: Connector 9719">
                            <a:extLst>
                              <a:ext uri="{FF2B5EF4-FFF2-40B4-BE49-F238E27FC236}">
                                <a16:creationId xmlns:a16="http://schemas.microsoft.com/office/drawing/2014/main" id="{57F4E18D-B315-4B62-8299-FB412E3AD07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6940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721" name="3D Model 9720" descr="Sphere">
                                <a:extLst>
                                  <a:ext uri="{FF2B5EF4-FFF2-40B4-BE49-F238E27FC236}">
                                    <a16:creationId xmlns:a16="http://schemas.microsoft.com/office/drawing/2014/main" id="{E6CE4FD9-7F28-4B1A-98CC-DD302B8D388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544490272"/>
                                  </p:ext>
                                </p:extLst>
                              </p:nvPr>
                            </p:nvGraphicFramePr>
                            <p:xfrm>
                              <a:off x="2609177" y="164853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648" name="3D Model 1647" descr="Sphere">
                                <a:extLst>
                                  <a:ext uri="{FF2B5EF4-FFF2-40B4-BE49-F238E27FC236}">
                                    <a16:creationId xmlns:a16="http://schemas.microsoft.com/office/drawing/2014/main" id="{C094AC19-6F03-4640-AB43-88A4981A063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581327" y="227680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722" name="Flowchart: Connector 9721">
                            <a:extLst>
                              <a:ext uri="{FF2B5EF4-FFF2-40B4-BE49-F238E27FC236}">
                                <a16:creationId xmlns:a16="http://schemas.microsoft.com/office/drawing/2014/main" id="{72E98BBB-0819-4A5A-8874-DFA4DD4CE0D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723" name="3D Model 9722" descr="Sphere">
                                <a:extLst>
                                  <a:ext uri="{FF2B5EF4-FFF2-40B4-BE49-F238E27FC236}">
                                    <a16:creationId xmlns:a16="http://schemas.microsoft.com/office/drawing/2014/main" id="{7B2EFBAE-9E4F-4BD9-8D89-8256CCEF3C4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089511123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650" name="3D Model 1649" descr="Sphere">
                                <a:extLst>
                                  <a:ext uri="{FF2B5EF4-FFF2-40B4-BE49-F238E27FC236}">
                                    <a16:creationId xmlns:a16="http://schemas.microsoft.com/office/drawing/2014/main" id="{F8F2993A-B007-4F17-9117-08B2E75F88E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627953" y="2291882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sp>
                    <p:nvSpPr>
                      <p:cNvPr id="9635" name="Flowchart: Connector 9634">
                        <a:extLst>
                          <a:ext uri="{FF2B5EF4-FFF2-40B4-BE49-F238E27FC236}">
                            <a16:creationId xmlns:a16="http://schemas.microsoft.com/office/drawing/2014/main" id="{5CF18EA1-9825-4E23-BE9E-A0B0A21B743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06374" y="21384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636" name="Flowchart: Connector 9635">
                        <a:extLst>
                          <a:ext uri="{FF2B5EF4-FFF2-40B4-BE49-F238E27FC236}">
                            <a16:creationId xmlns:a16="http://schemas.microsoft.com/office/drawing/2014/main" id="{4B07E5A0-6AC0-463E-BB10-5BF6FA88295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886236" y="22322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637" name="Flowchart: Connector 9636">
                        <a:extLst>
                          <a:ext uri="{FF2B5EF4-FFF2-40B4-BE49-F238E27FC236}">
                            <a16:creationId xmlns:a16="http://schemas.microsoft.com/office/drawing/2014/main" id="{F0AC225D-C855-4687-B69F-19CA1DBDDD2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952806" y="22254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638" name="Flowchart: Connector 9637">
                        <a:extLst>
                          <a:ext uri="{FF2B5EF4-FFF2-40B4-BE49-F238E27FC236}">
                            <a16:creationId xmlns:a16="http://schemas.microsoft.com/office/drawing/2014/main" id="{8112977A-BDB2-4E80-AF01-B208E88902C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0272" y="25040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639" name="Flowchart: Connector 9638">
                        <a:extLst>
                          <a:ext uri="{FF2B5EF4-FFF2-40B4-BE49-F238E27FC236}">
                            <a16:creationId xmlns:a16="http://schemas.microsoft.com/office/drawing/2014/main" id="{CA520FAB-58C3-4947-96A1-1D318BAB36F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20633" y="28301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640" name="Flowchart: Connector 9639">
                        <a:extLst>
                          <a:ext uri="{FF2B5EF4-FFF2-40B4-BE49-F238E27FC236}">
                            <a16:creationId xmlns:a16="http://schemas.microsoft.com/office/drawing/2014/main" id="{5376B7C5-8D57-4232-8AA9-B76D37C734E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29128" y="231321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641" name="Flowchart: Connector 9640">
                        <a:extLst>
                          <a:ext uri="{FF2B5EF4-FFF2-40B4-BE49-F238E27FC236}">
                            <a16:creationId xmlns:a16="http://schemas.microsoft.com/office/drawing/2014/main" id="{E17D3571-3516-41CD-8431-54C2FF90426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211385" y="230237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642" name="Flowchart: Connector 9641">
                        <a:extLst>
                          <a:ext uri="{FF2B5EF4-FFF2-40B4-BE49-F238E27FC236}">
                            <a16:creationId xmlns:a16="http://schemas.microsoft.com/office/drawing/2014/main" id="{B7A7887D-5210-4959-B03A-8F2E0907371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1097" y="31484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grpSp>
                    <p:nvGrpSpPr>
                      <p:cNvPr id="9643" name="Group 9642">
                        <a:extLst>
                          <a:ext uri="{FF2B5EF4-FFF2-40B4-BE49-F238E27FC236}">
                            <a16:creationId xmlns:a16="http://schemas.microsoft.com/office/drawing/2014/main" id="{64CFC97D-8837-438E-9BF6-71679130783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20511" y="2127869"/>
                        <a:ext cx="1073693" cy="1496391"/>
                        <a:chOff x="2114936" y="1503359"/>
                        <a:chExt cx="1073693" cy="1496391"/>
                      </a:xfrm>
                    </p:grpSpPr>
                    <p:grpSp>
                      <p:nvGrpSpPr>
                        <p:cNvPr id="9644" name="Group 9643">
                          <a:extLst>
                            <a:ext uri="{FF2B5EF4-FFF2-40B4-BE49-F238E27FC236}">
                              <a16:creationId xmlns:a16="http://schemas.microsoft.com/office/drawing/2014/main" id="{2A3BC77C-3D87-44FE-9419-F95526595F0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7974" y="2474038"/>
                          <a:ext cx="1060655" cy="525712"/>
                          <a:chOff x="3721252" y="1733424"/>
                          <a:chExt cx="1060655" cy="525712"/>
                        </a:xfrm>
                      </p:grpSpPr>
                      <p:sp>
                        <p:nvSpPr>
                          <p:cNvPr id="9695" name="Flowchart: Connector 9694">
                            <a:extLst>
                              <a:ext uri="{FF2B5EF4-FFF2-40B4-BE49-F238E27FC236}">
                                <a16:creationId xmlns:a16="http://schemas.microsoft.com/office/drawing/2014/main" id="{203BB57E-3A0D-4951-B501-86E946EE23C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696" name="3D Model 9695" descr="Sphere">
                                <a:extLst>
                                  <a:ext uri="{FF2B5EF4-FFF2-40B4-BE49-F238E27FC236}">
                                    <a16:creationId xmlns:a16="http://schemas.microsoft.com/office/drawing/2014/main" id="{151B0BE2-2E60-48B8-A744-E60E2993764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251178184"/>
                                  </p:ext>
                                </p:extLst>
                              </p:nvPr>
                            </p:nvGraphicFramePr>
                            <p:xfrm>
                              <a:off x="3721252" y="1733424"/>
                              <a:ext cx="299739" cy="299738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6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623" name="3D Model 1622" descr="Sphere">
                                <a:extLst>
                                  <a:ext uri="{FF2B5EF4-FFF2-40B4-BE49-F238E27FC236}">
                                    <a16:creationId xmlns:a16="http://schemas.microsoft.com/office/drawing/2014/main" id="{60D60A07-EFFE-4CB2-81F4-253A8685786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457787" y="2459586"/>
                                <a:ext cx="52066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697" name="Flowchart: Connector 9696">
                            <a:extLst>
                              <a:ext uri="{FF2B5EF4-FFF2-40B4-BE49-F238E27FC236}">
                                <a16:creationId xmlns:a16="http://schemas.microsoft.com/office/drawing/2014/main" id="{967F3C4B-5D2E-48AF-A66F-C3D4B09AD60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698" name="3D Model 9697" descr="Sphere">
                                <a:extLst>
                                  <a:ext uri="{FF2B5EF4-FFF2-40B4-BE49-F238E27FC236}">
                                    <a16:creationId xmlns:a16="http://schemas.microsoft.com/office/drawing/2014/main" id="{709282AC-ED70-4E1D-A3CB-BC35ABC90D7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477822530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699" name="Flowchart: Connector 9698">
                            <a:extLst>
                              <a:ext uri="{FF2B5EF4-FFF2-40B4-BE49-F238E27FC236}">
                                <a16:creationId xmlns:a16="http://schemas.microsoft.com/office/drawing/2014/main" id="{75ABB442-A3E4-4FEE-A392-FE15AB12C05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700" name="3D Model 9699" descr="Sphere">
                                <a:extLst>
                                  <a:ext uri="{FF2B5EF4-FFF2-40B4-BE49-F238E27FC236}">
                                    <a16:creationId xmlns:a16="http://schemas.microsoft.com/office/drawing/2014/main" id="{B14E2BAD-21B7-431B-9C13-CFC308D4D76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485288486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701" name="Flowchart: Connector 9700">
                            <a:extLst>
                              <a:ext uri="{FF2B5EF4-FFF2-40B4-BE49-F238E27FC236}">
                                <a16:creationId xmlns:a16="http://schemas.microsoft.com/office/drawing/2014/main" id="{392F10E4-6C47-4F8F-99CD-18048259EEF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702" name="3D Model 9701" descr="Sphere">
                                <a:extLst>
                                  <a:ext uri="{FF2B5EF4-FFF2-40B4-BE49-F238E27FC236}">
                                    <a16:creationId xmlns:a16="http://schemas.microsoft.com/office/drawing/2014/main" id="{7DA0B021-0127-4FD6-BCA1-34CB754F13C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377535847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8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9645" name="Group 9644">
                          <a:extLst>
                            <a:ext uri="{FF2B5EF4-FFF2-40B4-BE49-F238E27FC236}">
                              <a16:creationId xmlns:a16="http://schemas.microsoft.com/office/drawing/2014/main" id="{E5C3CE6D-A30F-4370-89DF-20BEE0B9F6B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4615" y="2140429"/>
                          <a:ext cx="1064014" cy="637179"/>
                          <a:chOff x="3717893" y="1719497"/>
                          <a:chExt cx="1064014" cy="637179"/>
                        </a:xfrm>
                      </p:grpSpPr>
                      <p:sp>
                        <p:nvSpPr>
                          <p:cNvPr id="9679" name="Flowchart: Connector 9678">
                            <a:extLst>
                              <a:ext uri="{FF2B5EF4-FFF2-40B4-BE49-F238E27FC236}">
                                <a16:creationId xmlns:a16="http://schemas.microsoft.com/office/drawing/2014/main" id="{29FB9E26-F6BF-4C7D-9E9B-86A048C26F0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680" name="Flowchart: Connector 9679">
                            <a:extLst>
                              <a:ext uri="{FF2B5EF4-FFF2-40B4-BE49-F238E27FC236}">
                                <a16:creationId xmlns:a16="http://schemas.microsoft.com/office/drawing/2014/main" id="{25C38B7E-C7E5-44CA-A98A-95ABD05AF6C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681" name="Flowchart: Connector 9680">
                            <a:extLst>
                              <a:ext uri="{FF2B5EF4-FFF2-40B4-BE49-F238E27FC236}">
                                <a16:creationId xmlns:a16="http://schemas.microsoft.com/office/drawing/2014/main" id="{778C4292-2501-4C36-BA22-A1137891C3D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682" name="Flowchart: Connector 9681">
                            <a:extLst>
                              <a:ext uri="{FF2B5EF4-FFF2-40B4-BE49-F238E27FC236}">
                                <a16:creationId xmlns:a16="http://schemas.microsoft.com/office/drawing/2014/main" id="{ABC45026-5460-4324-B789-1CFCF6586A7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683" name="Flowchart: Connector 9682">
                            <a:extLst>
                              <a:ext uri="{FF2B5EF4-FFF2-40B4-BE49-F238E27FC236}">
                                <a16:creationId xmlns:a16="http://schemas.microsoft.com/office/drawing/2014/main" id="{E7F06587-59F7-43AD-93E9-387D9AAB1B9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684" name="Flowchart: Connector 9683">
                            <a:extLst>
                              <a:ext uri="{FF2B5EF4-FFF2-40B4-BE49-F238E27FC236}">
                                <a16:creationId xmlns:a16="http://schemas.microsoft.com/office/drawing/2014/main" id="{9988C09D-1209-4412-ADBB-59475F11133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685" name="Flowchart: Connector 9684">
                            <a:extLst>
                              <a:ext uri="{FF2B5EF4-FFF2-40B4-BE49-F238E27FC236}">
                                <a16:creationId xmlns:a16="http://schemas.microsoft.com/office/drawing/2014/main" id="{C303D8E2-EF02-499E-95D2-8F2ABD15686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686" name="Flowchart: Connector 9685">
                            <a:extLst>
                              <a:ext uri="{FF2B5EF4-FFF2-40B4-BE49-F238E27FC236}">
                                <a16:creationId xmlns:a16="http://schemas.microsoft.com/office/drawing/2014/main" id="{CA3D3C52-8F2B-48BC-90E6-2E6B4620695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687" name="Flowchart: Connector 9686">
                            <a:extLst>
                              <a:ext uri="{FF2B5EF4-FFF2-40B4-BE49-F238E27FC236}">
                                <a16:creationId xmlns:a16="http://schemas.microsoft.com/office/drawing/2014/main" id="{5893F1C0-59A4-4DAF-836C-B6F58C6726A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688" name="3D Model 9687" descr="Sphere">
                                <a:extLst>
                                  <a:ext uri="{FF2B5EF4-FFF2-40B4-BE49-F238E27FC236}">
                                    <a16:creationId xmlns:a16="http://schemas.microsoft.com/office/drawing/2014/main" id="{86C6C8B6-33C3-49F8-BDC4-896039EAA88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026890790"/>
                                  </p:ext>
                                </p:extLst>
                              </p:nvPr>
                            </p:nvGraphicFramePr>
                            <p:xfrm>
                              <a:off x="3717893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615" name="3D Model 1614" descr="Sphere">
                                <a:extLst>
                                  <a:ext uri="{FF2B5EF4-FFF2-40B4-BE49-F238E27FC236}">
                                    <a16:creationId xmlns:a16="http://schemas.microsoft.com/office/drawing/2014/main" id="{A25BF9BF-9D18-439B-8289-387D4D30D31A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457203" y="2396751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689" name="Flowchart: Connector 9688">
                            <a:extLst>
                              <a:ext uri="{FF2B5EF4-FFF2-40B4-BE49-F238E27FC236}">
                                <a16:creationId xmlns:a16="http://schemas.microsoft.com/office/drawing/2014/main" id="{AF2EBC90-620B-4D19-BF5A-E7E18AE24A4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690" name="3D Model 9689" descr="Sphere">
                                <a:extLst>
                                  <a:ext uri="{FF2B5EF4-FFF2-40B4-BE49-F238E27FC236}">
                                    <a16:creationId xmlns:a16="http://schemas.microsoft.com/office/drawing/2014/main" id="{78B2F263-86BC-4DB5-924A-B9324110CB8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434387974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691" name="Flowchart: Connector 9690">
                            <a:extLst>
                              <a:ext uri="{FF2B5EF4-FFF2-40B4-BE49-F238E27FC236}">
                                <a16:creationId xmlns:a16="http://schemas.microsoft.com/office/drawing/2014/main" id="{C0F64A51-3523-4827-AD4D-3A2C3D73E41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692" name="3D Model 9691" descr="Sphere">
                                <a:extLst>
                                  <a:ext uri="{FF2B5EF4-FFF2-40B4-BE49-F238E27FC236}">
                                    <a16:creationId xmlns:a16="http://schemas.microsoft.com/office/drawing/2014/main" id="{F0118348-62D3-4FB4-994F-166CD666C34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539709298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693" name="Flowchart: Connector 9692">
                            <a:extLst>
                              <a:ext uri="{FF2B5EF4-FFF2-40B4-BE49-F238E27FC236}">
                                <a16:creationId xmlns:a16="http://schemas.microsoft.com/office/drawing/2014/main" id="{1D8D6FE7-7E1D-406C-B696-99E08C110C3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694" name="3D Model 9693" descr="Sphere">
                                <a:extLst>
                                  <a:ext uri="{FF2B5EF4-FFF2-40B4-BE49-F238E27FC236}">
                                    <a16:creationId xmlns:a16="http://schemas.microsoft.com/office/drawing/2014/main" id="{F45DCD90-58BF-4863-91D8-FD61EC1EDE1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596005954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9646" name="Group 9645">
                          <a:extLst>
                            <a:ext uri="{FF2B5EF4-FFF2-40B4-BE49-F238E27FC236}">
                              <a16:creationId xmlns:a16="http://schemas.microsoft.com/office/drawing/2014/main" id="{4A3B8D91-913E-464D-9EC4-B9B6287B007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936" y="1817250"/>
                          <a:ext cx="1064014" cy="643455"/>
                          <a:chOff x="3717893" y="1713221"/>
                          <a:chExt cx="1064014" cy="643455"/>
                        </a:xfrm>
                      </p:grpSpPr>
                      <p:sp>
                        <p:nvSpPr>
                          <p:cNvPr id="9663" name="Flowchart: Connector 9662">
                            <a:extLst>
                              <a:ext uri="{FF2B5EF4-FFF2-40B4-BE49-F238E27FC236}">
                                <a16:creationId xmlns:a16="http://schemas.microsoft.com/office/drawing/2014/main" id="{192C4530-A6E8-419B-8631-A7DA16215AF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664" name="Flowchart: Connector 9663">
                            <a:extLst>
                              <a:ext uri="{FF2B5EF4-FFF2-40B4-BE49-F238E27FC236}">
                                <a16:creationId xmlns:a16="http://schemas.microsoft.com/office/drawing/2014/main" id="{38C7BC73-26A6-4BFB-8140-E1515F607E0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665" name="Flowchart: Connector 9664">
                            <a:extLst>
                              <a:ext uri="{FF2B5EF4-FFF2-40B4-BE49-F238E27FC236}">
                                <a16:creationId xmlns:a16="http://schemas.microsoft.com/office/drawing/2014/main" id="{46A70671-25F5-44BB-ADF5-E9DF244A706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666" name="Flowchart: Connector 9665">
                            <a:extLst>
                              <a:ext uri="{FF2B5EF4-FFF2-40B4-BE49-F238E27FC236}">
                                <a16:creationId xmlns:a16="http://schemas.microsoft.com/office/drawing/2014/main" id="{C5F2C189-4F0D-487F-80F8-2FB6FDCACF3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667" name="Flowchart: Connector 9666">
                            <a:extLst>
                              <a:ext uri="{FF2B5EF4-FFF2-40B4-BE49-F238E27FC236}">
                                <a16:creationId xmlns:a16="http://schemas.microsoft.com/office/drawing/2014/main" id="{BA7AA096-A6B7-43F9-867B-B3221BA7E6E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668" name="Flowchart: Connector 9667">
                            <a:extLst>
                              <a:ext uri="{FF2B5EF4-FFF2-40B4-BE49-F238E27FC236}">
                                <a16:creationId xmlns:a16="http://schemas.microsoft.com/office/drawing/2014/main" id="{821F1C88-35C1-4288-ACF5-EFC1630FAC8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669" name="Flowchart: Connector 9668">
                            <a:extLst>
                              <a:ext uri="{FF2B5EF4-FFF2-40B4-BE49-F238E27FC236}">
                                <a16:creationId xmlns:a16="http://schemas.microsoft.com/office/drawing/2014/main" id="{118DF320-2929-41B2-9878-32113B8C805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670" name="Flowchart: Connector 9669">
                            <a:extLst>
                              <a:ext uri="{FF2B5EF4-FFF2-40B4-BE49-F238E27FC236}">
                                <a16:creationId xmlns:a16="http://schemas.microsoft.com/office/drawing/2014/main" id="{EB08DA72-E6AE-4489-BF4B-6E0F22ECEC8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671" name="Flowchart: Connector 9670">
                            <a:extLst>
                              <a:ext uri="{FF2B5EF4-FFF2-40B4-BE49-F238E27FC236}">
                                <a16:creationId xmlns:a16="http://schemas.microsoft.com/office/drawing/2014/main" id="{7330FB45-4245-469A-AA3D-8FC0082464F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672" name="3D Model 9671" descr="Sphere">
                                <a:extLst>
                                  <a:ext uri="{FF2B5EF4-FFF2-40B4-BE49-F238E27FC236}">
                                    <a16:creationId xmlns:a16="http://schemas.microsoft.com/office/drawing/2014/main" id="{7815D3E3-DCA9-419F-A9DB-19A6A4FFC55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028432278"/>
                                  </p:ext>
                                </p:extLst>
                              </p:nvPr>
                            </p:nvGraphicFramePr>
                            <p:xfrm>
                              <a:off x="3717893" y="171322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599" name="3D Model 1598" descr="Sphere">
                                <a:extLst>
                                  <a:ext uri="{FF2B5EF4-FFF2-40B4-BE49-F238E27FC236}">
                                    <a16:creationId xmlns:a16="http://schemas.microsoft.com/office/drawing/2014/main" id="{65F4613F-BA2E-4D19-92B6-DD90C6B413C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455522" y="2335881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673" name="Flowchart: Connector 9672">
                            <a:extLst>
                              <a:ext uri="{FF2B5EF4-FFF2-40B4-BE49-F238E27FC236}">
                                <a16:creationId xmlns:a16="http://schemas.microsoft.com/office/drawing/2014/main" id="{044343A8-13FD-4904-89F3-7D93B538E2F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674" name="3D Model 9673" descr="Sphere">
                                <a:extLst>
                                  <a:ext uri="{FF2B5EF4-FFF2-40B4-BE49-F238E27FC236}">
                                    <a16:creationId xmlns:a16="http://schemas.microsoft.com/office/drawing/2014/main" id="{77C3504D-E855-4339-B304-0AAA3584DFE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15706892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601" name="3D Model 1600" descr="Sphere">
                                <a:extLst>
                                  <a:ext uri="{FF2B5EF4-FFF2-40B4-BE49-F238E27FC236}">
                                    <a16:creationId xmlns:a16="http://schemas.microsoft.com/office/drawing/2014/main" id="{D6E5EE4C-3068-4057-8CA8-50136651EC6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497223" y="2351751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675" name="Flowchart: Connector 9674">
                            <a:extLst>
                              <a:ext uri="{FF2B5EF4-FFF2-40B4-BE49-F238E27FC236}">
                                <a16:creationId xmlns:a16="http://schemas.microsoft.com/office/drawing/2014/main" id="{F36651E2-446F-4EB4-BBDE-F7314A2E891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676" name="3D Model 9675" descr="Sphere">
                                <a:extLst>
                                  <a:ext uri="{FF2B5EF4-FFF2-40B4-BE49-F238E27FC236}">
                                    <a16:creationId xmlns:a16="http://schemas.microsoft.com/office/drawing/2014/main" id="{B9C38AB9-83CF-4243-8B52-1F27AFBE8A3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88660073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677" name="Flowchart: Connector 9676">
                            <a:extLst>
                              <a:ext uri="{FF2B5EF4-FFF2-40B4-BE49-F238E27FC236}">
                                <a16:creationId xmlns:a16="http://schemas.microsoft.com/office/drawing/2014/main" id="{41716E23-3E88-443D-900D-8DB00EBF1B6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678" name="3D Model 9677" descr="Sphere">
                                <a:extLst>
                                  <a:ext uri="{FF2B5EF4-FFF2-40B4-BE49-F238E27FC236}">
                                    <a16:creationId xmlns:a16="http://schemas.microsoft.com/office/drawing/2014/main" id="{C5755C49-0A06-4BF2-9781-6FC9C27E865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08696395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9647" name="Flowchart: Connector 9646">
                          <a:extLst>
                            <a:ext uri="{FF2B5EF4-FFF2-40B4-BE49-F238E27FC236}">
                              <a16:creationId xmlns:a16="http://schemas.microsoft.com/office/drawing/2014/main" id="{7D30F15A-B3BE-4170-B8D8-343BDD29D31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648" name="Flowchart: Connector 9647">
                          <a:extLst>
                            <a:ext uri="{FF2B5EF4-FFF2-40B4-BE49-F238E27FC236}">
                              <a16:creationId xmlns:a16="http://schemas.microsoft.com/office/drawing/2014/main" id="{021FE8C7-4EAB-4C5A-A943-06C6EA94EFF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649" name="Flowchart: Connector 9648">
                          <a:extLst>
                            <a:ext uri="{FF2B5EF4-FFF2-40B4-BE49-F238E27FC236}">
                              <a16:creationId xmlns:a16="http://schemas.microsoft.com/office/drawing/2014/main" id="{2A89B417-7654-47F6-80F2-2A951E92C8F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26347" y="177334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650" name="Flowchart: Connector 9649">
                          <a:extLst>
                            <a:ext uri="{FF2B5EF4-FFF2-40B4-BE49-F238E27FC236}">
                              <a16:creationId xmlns:a16="http://schemas.microsoft.com/office/drawing/2014/main" id="{C56FFE1F-869B-4809-91E5-32917A17F48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651" name="Flowchart: Connector 9650">
                          <a:extLst>
                            <a:ext uri="{FF2B5EF4-FFF2-40B4-BE49-F238E27FC236}">
                              <a16:creationId xmlns:a16="http://schemas.microsoft.com/office/drawing/2014/main" id="{477C553C-59FB-4A3D-8F1B-049E6E68799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652" name="Flowchart: Connector 9651">
                          <a:extLst>
                            <a:ext uri="{FF2B5EF4-FFF2-40B4-BE49-F238E27FC236}">
                              <a16:creationId xmlns:a16="http://schemas.microsoft.com/office/drawing/2014/main" id="{9A1C253C-7EC7-41C9-A644-20764130EF8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653" name="Flowchart: Connector 9652">
                          <a:extLst>
                            <a:ext uri="{FF2B5EF4-FFF2-40B4-BE49-F238E27FC236}">
                              <a16:creationId xmlns:a16="http://schemas.microsoft.com/office/drawing/2014/main" id="{8B4EA3CF-BE3F-4E11-9700-B408EF56903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654" name="Flowchart: Connector 9653">
                          <a:extLst>
                            <a:ext uri="{FF2B5EF4-FFF2-40B4-BE49-F238E27FC236}">
                              <a16:creationId xmlns:a16="http://schemas.microsoft.com/office/drawing/2014/main" id="{F71125BD-62D8-47F4-AEAA-018FD7CE87D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655" name="Flowchart: Connector 9654">
                          <a:extLst>
                            <a:ext uri="{FF2B5EF4-FFF2-40B4-BE49-F238E27FC236}">
                              <a16:creationId xmlns:a16="http://schemas.microsoft.com/office/drawing/2014/main" id="{6D5ADB46-0679-41B1-AF98-34E6BCDC859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656" name="3D Model 9655" descr="Sphere">
                              <a:extLst>
                                <a:ext uri="{FF2B5EF4-FFF2-40B4-BE49-F238E27FC236}">
                                  <a16:creationId xmlns:a16="http://schemas.microsoft.com/office/drawing/2014/main" id="{199FF7B3-E477-4DBC-AEA0-419B33D049A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149299630"/>
                                </p:ext>
                              </p:extLst>
                            </p:nvPr>
                          </p:nvGraphicFramePr>
                          <p:xfrm>
                            <a:off x="2122087" y="1503359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433448" ay="1433014" az="-1105299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7"/>
                                </am3d:raster>
                                <am3d:objViewport viewportSz="5757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583" name="3D Model 1582" descr="Sphere">
                              <a:extLst>
                                <a:ext uri="{FF2B5EF4-FFF2-40B4-BE49-F238E27FC236}">
                                  <a16:creationId xmlns:a16="http://schemas.microsoft.com/office/drawing/2014/main" id="{FAEF2B25-A843-4C17-96E6-2326F5086280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456764" y="2276761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657" name="Flowchart: Connector 9656">
                          <a:extLst>
                            <a:ext uri="{FF2B5EF4-FFF2-40B4-BE49-F238E27FC236}">
                              <a16:creationId xmlns:a16="http://schemas.microsoft.com/office/drawing/2014/main" id="{F049C32D-E879-4EE3-95EB-D359732DDEC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658" name="3D Model 9657" descr="Sphere">
                              <a:extLst>
                                <a:ext uri="{FF2B5EF4-FFF2-40B4-BE49-F238E27FC236}">
                                  <a16:creationId xmlns:a16="http://schemas.microsoft.com/office/drawing/2014/main" id="{C2DDB221-D2C1-431D-8AF8-56A737DBCBB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332714244"/>
                                </p:ext>
                              </p:extLst>
                            </p:nvPr>
                          </p:nvGraphicFramePr>
                          <p:xfrm>
                            <a:off x="2368043" y="1593681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5"/>
                                </am3d:raster>
                                <am3d:objViewport viewportSz="5886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585" name="3D Model 1584" descr="Sphere">
                              <a:extLst>
                                <a:ext uri="{FF2B5EF4-FFF2-40B4-BE49-F238E27FC236}">
                                  <a16:creationId xmlns:a16="http://schemas.microsoft.com/office/drawing/2014/main" id="{1A48DAB0-96E9-49A7-8F43-87B8AB828CE3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499488" y="2293773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659" name="Flowchart: Connector 9658">
                          <a:extLst>
                            <a:ext uri="{FF2B5EF4-FFF2-40B4-BE49-F238E27FC236}">
                              <a16:creationId xmlns:a16="http://schemas.microsoft.com/office/drawing/2014/main" id="{5AD0006F-04D9-44E0-80D7-49B297A9898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660" name="3D Model 9659" descr="Sphere">
                              <a:extLst>
                                <a:ext uri="{FF2B5EF4-FFF2-40B4-BE49-F238E27FC236}">
                                  <a16:creationId xmlns:a16="http://schemas.microsoft.com/office/drawing/2014/main" id="{D6A3AA71-4D01-4C4D-B74E-AE62DEF12ED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3824182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3235" cy="6170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7"/>
                                </am3d:raster>
                                <am3d:objViewport viewportSz="6018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587" name="3D Model 1586" descr="Sphere">
                              <a:extLst>
                                <a:ext uri="{FF2B5EF4-FFF2-40B4-BE49-F238E27FC236}">
                                  <a16:creationId xmlns:a16="http://schemas.microsoft.com/office/drawing/2014/main" id="{4A9E232F-1EA8-4405-8501-404ABAFC62E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3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541375" y="2302789"/>
                              <a:ext cx="53235" cy="61702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661" name="Flowchart: Connector 9660">
                          <a:extLst>
                            <a:ext uri="{FF2B5EF4-FFF2-40B4-BE49-F238E27FC236}">
                              <a16:creationId xmlns:a16="http://schemas.microsoft.com/office/drawing/2014/main" id="{64ED3286-BC09-4150-A612-E81BF0CE7F6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662" name="3D Model 9661" descr="Sphere">
                              <a:extLst>
                                <a:ext uri="{FF2B5EF4-FFF2-40B4-BE49-F238E27FC236}">
                                  <a16:creationId xmlns:a16="http://schemas.microsoft.com/office/drawing/2014/main" id="{E7529452-30F3-447A-9555-18C9C8DCBD9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0699089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1045" cy="5891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9"/>
                                </am3d:raster>
                                <am3d:objViewport viewportSz="5955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589" name="3D Model 1588" descr="Sphere">
                              <a:extLst>
                                <a:ext uri="{FF2B5EF4-FFF2-40B4-BE49-F238E27FC236}">
                                  <a16:creationId xmlns:a16="http://schemas.microsoft.com/office/drawing/2014/main" id="{4614BFF0-34DE-485F-8555-3EBF46C0817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588001" y="2319183"/>
                              <a:ext cx="51045" cy="589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9552" name="Group 9551">
                      <a:extLst>
                        <a:ext uri="{FF2B5EF4-FFF2-40B4-BE49-F238E27FC236}">
                          <a16:creationId xmlns:a16="http://schemas.microsoft.com/office/drawing/2014/main" id="{F4D846BE-EE97-4FFB-9471-C51FB83A42E2}"/>
                        </a:ext>
                      </a:extLst>
                    </p:cNvPr>
                    <p:cNvGrpSpPr/>
                    <p:nvPr/>
                  </p:nvGrpSpPr>
                  <p:grpSpPr>
                    <a:xfrm rot="18542409">
                      <a:off x="2257159" y="236280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9622" name="Freeform: Shape 9621">
                        <a:extLst>
                          <a:ext uri="{FF2B5EF4-FFF2-40B4-BE49-F238E27FC236}">
                            <a16:creationId xmlns:a16="http://schemas.microsoft.com/office/drawing/2014/main" id="{E4861AF3-4744-41B0-8C15-58A8979835A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623" name="Rectangle: Rounded Corners 9622">
                        <a:extLst>
                          <a:ext uri="{FF2B5EF4-FFF2-40B4-BE49-F238E27FC236}">
                            <a16:creationId xmlns:a16="http://schemas.microsoft.com/office/drawing/2014/main" id="{194F4A24-0CD0-4AB6-9F74-6B97A72AC3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553" name="Group 9552">
                      <a:extLst>
                        <a:ext uri="{FF2B5EF4-FFF2-40B4-BE49-F238E27FC236}">
                          <a16:creationId xmlns:a16="http://schemas.microsoft.com/office/drawing/2014/main" id="{242B3E4A-7B8F-4E2F-815F-ED46A89EE708}"/>
                        </a:ext>
                      </a:extLst>
                    </p:cNvPr>
                    <p:cNvGrpSpPr/>
                    <p:nvPr/>
                  </p:nvGrpSpPr>
                  <p:grpSpPr>
                    <a:xfrm rot="17122200">
                      <a:off x="1187274" y="235013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9620" name="Freeform: Shape 9619">
                        <a:extLst>
                          <a:ext uri="{FF2B5EF4-FFF2-40B4-BE49-F238E27FC236}">
                            <a16:creationId xmlns:a16="http://schemas.microsoft.com/office/drawing/2014/main" id="{E51870CE-91ED-439B-81C6-9487844FB8E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621" name="Rectangle: Rounded Corners 9620">
                        <a:extLst>
                          <a:ext uri="{FF2B5EF4-FFF2-40B4-BE49-F238E27FC236}">
                            <a16:creationId xmlns:a16="http://schemas.microsoft.com/office/drawing/2014/main" id="{00069245-754A-4F87-8124-49F73375D8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554" name="Group 9553">
                      <a:extLst>
                        <a:ext uri="{FF2B5EF4-FFF2-40B4-BE49-F238E27FC236}">
                          <a16:creationId xmlns:a16="http://schemas.microsoft.com/office/drawing/2014/main" id="{E73EA442-C4AA-4F39-BA2C-3ABA7808647C}"/>
                        </a:ext>
                      </a:extLst>
                    </p:cNvPr>
                    <p:cNvGrpSpPr/>
                    <p:nvPr/>
                  </p:nvGrpSpPr>
                  <p:grpSpPr>
                    <a:xfrm rot="658209">
                      <a:off x="2479276" y="3323586"/>
                      <a:ext cx="746642" cy="235253"/>
                      <a:chOff x="2620172" y="2546175"/>
                      <a:chExt cx="834986" cy="143092"/>
                    </a:xfrm>
                  </p:grpSpPr>
                  <p:sp>
                    <p:nvSpPr>
                      <p:cNvPr id="9618" name="Freeform: Shape 9617">
                        <a:extLst>
                          <a:ext uri="{FF2B5EF4-FFF2-40B4-BE49-F238E27FC236}">
                            <a16:creationId xmlns:a16="http://schemas.microsoft.com/office/drawing/2014/main" id="{EF5E0099-459D-4A89-A13F-F72890FBC9A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619" name="Rectangle: Rounded Corners 9618">
                        <a:extLst>
                          <a:ext uri="{FF2B5EF4-FFF2-40B4-BE49-F238E27FC236}">
                            <a16:creationId xmlns:a16="http://schemas.microsoft.com/office/drawing/2014/main" id="{0358BDF7-A42B-4451-A2F1-07D54EDC94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555" name="Group 9554">
                      <a:extLst>
                        <a:ext uri="{FF2B5EF4-FFF2-40B4-BE49-F238E27FC236}">
                          <a16:creationId xmlns:a16="http://schemas.microsoft.com/office/drawing/2014/main" id="{1BDA2BF5-6F46-4A40-84D9-AB7ED67FFBB6}"/>
                        </a:ext>
                      </a:extLst>
                    </p:cNvPr>
                    <p:cNvGrpSpPr/>
                    <p:nvPr/>
                  </p:nvGrpSpPr>
                  <p:grpSpPr>
                    <a:xfrm rot="18837888">
                      <a:off x="1789768" y="223810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9616" name="Freeform: Shape 9615">
                        <a:extLst>
                          <a:ext uri="{FF2B5EF4-FFF2-40B4-BE49-F238E27FC236}">
                            <a16:creationId xmlns:a16="http://schemas.microsoft.com/office/drawing/2014/main" id="{0E33AF16-0214-4CED-8E29-D7AA090E972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617" name="Rectangle: Rounded Corners 9616">
                        <a:extLst>
                          <a:ext uri="{FF2B5EF4-FFF2-40B4-BE49-F238E27FC236}">
                            <a16:creationId xmlns:a16="http://schemas.microsoft.com/office/drawing/2014/main" id="{D8482823-3640-448E-B911-F239AB4A6E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556" name="Group 9555">
                      <a:extLst>
                        <a:ext uri="{FF2B5EF4-FFF2-40B4-BE49-F238E27FC236}">
                          <a16:creationId xmlns:a16="http://schemas.microsoft.com/office/drawing/2014/main" id="{86293C99-CCC9-447E-8A0E-E085BAE5821E}"/>
                        </a:ext>
                      </a:extLst>
                    </p:cNvPr>
                    <p:cNvGrpSpPr/>
                    <p:nvPr/>
                  </p:nvGrpSpPr>
                  <p:grpSpPr>
                    <a:xfrm rot="16200000">
                      <a:off x="563034" y="2429570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9614" name="Freeform: Shape 9613">
                        <a:extLst>
                          <a:ext uri="{FF2B5EF4-FFF2-40B4-BE49-F238E27FC236}">
                            <a16:creationId xmlns:a16="http://schemas.microsoft.com/office/drawing/2014/main" id="{1F79B503-1A21-4A49-BAA2-E94AF1DD909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615" name="Rectangle: Rounded Corners 9614">
                        <a:extLst>
                          <a:ext uri="{FF2B5EF4-FFF2-40B4-BE49-F238E27FC236}">
                            <a16:creationId xmlns:a16="http://schemas.microsoft.com/office/drawing/2014/main" id="{7A776928-FCB2-4B7F-B61D-558E1B2748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557" name="Group 9556">
                      <a:extLst>
                        <a:ext uri="{FF2B5EF4-FFF2-40B4-BE49-F238E27FC236}">
                          <a16:creationId xmlns:a16="http://schemas.microsoft.com/office/drawing/2014/main" id="{75483AF9-9727-4AEE-80D3-89CC00A2B7C3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350328" y="442527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9612" name="Freeform: Shape 9611">
                        <a:extLst>
                          <a:ext uri="{FF2B5EF4-FFF2-40B4-BE49-F238E27FC236}">
                            <a16:creationId xmlns:a16="http://schemas.microsoft.com/office/drawing/2014/main" id="{ED1B0FBB-5916-447A-8485-6C5D6AD2884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613" name="Rectangle: Rounded Corners 9612">
                        <a:extLst>
                          <a:ext uri="{FF2B5EF4-FFF2-40B4-BE49-F238E27FC236}">
                            <a16:creationId xmlns:a16="http://schemas.microsoft.com/office/drawing/2014/main" id="{3B1B7C03-0363-4BEC-A126-EC8F72A0FD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558" name="Group 9557">
                      <a:extLst>
                        <a:ext uri="{FF2B5EF4-FFF2-40B4-BE49-F238E27FC236}">
                          <a16:creationId xmlns:a16="http://schemas.microsoft.com/office/drawing/2014/main" id="{26EA0A3E-F470-4E62-BEF3-ECF7A545A1B1}"/>
                        </a:ext>
                      </a:extLst>
                    </p:cNvPr>
                    <p:cNvGrpSpPr/>
                    <p:nvPr/>
                  </p:nvGrpSpPr>
                  <p:grpSpPr>
                    <a:xfrm rot="5880914">
                      <a:off x="789613" y="438062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9610" name="Freeform: Shape 9609">
                        <a:extLst>
                          <a:ext uri="{FF2B5EF4-FFF2-40B4-BE49-F238E27FC236}">
                            <a16:creationId xmlns:a16="http://schemas.microsoft.com/office/drawing/2014/main" id="{270739F7-9B52-4990-83A9-09153EE89F0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611" name="Rectangle: Rounded Corners 9610">
                        <a:extLst>
                          <a:ext uri="{FF2B5EF4-FFF2-40B4-BE49-F238E27FC236}">
                            <a16:creationId xmlns:a16="http://schemas.microsoft.com/office/drawing/2014/main" id="{36BE5CB3-94B9-459B-B4B4-CBC6426DC5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559" name="Group 9558">
                      <a:extLst>
                        <a:ext uri="{FF2B5EF4-FFF2-40B4-BE49-F238E27FC236}">
                          <a16:creationId xmlns:a16="http://schemas.microsoft.com/office/drawing/2014/main" id="{3E9699E6-1945-48BC-AE90-40FA90890E02}"/>
                        </a:ext>
                      </a:extLst>
                    </p:cNvPr>
                    <p:cNvGrpSpPr/>
                    <p:nvPr/>
                  </p:nvGrpSpPr>
                  <p:grpSpPr>
                    <a:xfrm rot="13587211">
                      <a:off x="651990" y="2929858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9608" name="Freeform: Shape 9607">
                        <a:extLst>
                          <a:ext uri="{FF2B5EF4-FFF2-40B4-BE49-F238E27FC236}">
                            <a16:creationId xmlns:a16="http://schemas.microsoft.com/office/drawing/2014/main" id="{01F36937-0AA5-44A5-9B2F-7E990CC1BFE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609" name="Rectangle: Rounded Corners 9608">
                        <a:extLst>
                          <a:ext uri="{FF2B5EF4-FFF2-40B4-BE49-F238E27FC236}">
                            <a16:creationId xmlns:a16="http://schemas.microsoft.com/office/drawing/2014/main" id="{C2FE621B-F3E7-484A-95C1-976FCFD908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560" name="Group 9559">
                      <a:extLst>
                        <a:ext uri="{FF2B5EF4-FFF2-40B4-BE49-F238E27FC236}">
                          <a16:creationId xmlns:a16="http://schemas.microsoft.com/office/drawing/2014/main" id="{9BE4022E-6049-4FF4-A64A-B8AF3639BC99}"/>
                        </a:ext>
                      </a:extLst>
                    </p:cNvPr>
                    <p:cNvGrpSpPr/>
                    <p:nvPr/>
                  </p:nvGrpSpPr>
                  <p:grpSpPr>
                    <a:xfrm rot="11351284">
                      <a:off x="163719" y="3807693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9606" name="Freeform: Shape 9605">
                        <a:extLst>
                          <a:ext uri="{FF2B5EF4-FFF2-40B4-BE49-F238E27FC236}">
                            <a16:creationId xmlns:a16="http://schemas.microsoft.com/office/drawing/2014/main" id="{85542E48-0112-471B-BBAF-47440CD6EEF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607" name="Rectangle: Rounded Corners 9606">
                        <a:extLst>
                          <a:ext uri="{FF2B5EF4-FFF2-40B4-BE49-F238E27FC236}">
                            <a16:creationId xmlns:a16="http://schemas.microsoft.com/office/drawing/2014/main" id="{FBAC5252-E1CC-45A0-9790-B1CFF78D0D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561" name="Group 9560">
                      <a:extLst>
                        <a:ext uri="{FF2B5EF4-FFF2-40B4-BE49-F238E27FC236}">
                          <a16:creationId xmlns:a16="http://schemas.microsoft.com/office/drawing/2014/main" id="{2C702B54-907C-48CE-9420-230FE8EF793F}"/>
                        </a:ext>
                      </a:extLst>
                    </p:cNvPr>
                    <p:cNvGrpSpPr/>
                    <p:nvPr/>
                  </p:nvGrpSpPr>
                  <p:grpSpPr>
                    <a:xfrm rot="4193783">
                      <a:off x="2062756" y="4148262"/>
                      <a:ext cx="706454" cy="171076"/>
                      <a:chOff x="2620172" y="2546175"/>
                      <a:chExt cx="834986" cy="143092"/>
                    </a:xfrm>
                  </p:grpSpPr>
                  <p:sp>
                    <p:nvSpPr>
                      <p:cNvPr id="9604" name="Freeform: Shape 9603">
                        <a:extLst>
                          <a:ext uri="{FF2B5EF4-FFF2-40B4-BE49-F238E27FC236}">
                            <a16:creationId xmlns:a16="http://schemas.microsoft.com/office/drawing/2014/main" id="{0F676D46-20FC-4E6F-9BAF-9033788FB39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605" name="Rectangle: Rounded Corners 9604">
                        <a:extLst>
                          <a:ext uri="{FF2B5EF4-FFF2-40B4-BE49-F238E27FC236}">
                            <a16:creationId xmlns:a16="http://schemas.microsoft.com/office/drawing/2014/main" id="{3FFA8FDD-F974-4F84-9F00-03F96AAE41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562" name="Group 9561">
                      <a:extLst>
                        <a:ext uri="{FF2B5EF4-FFF2-40B4-BE49-F238E27FC236}">
                          <a16:creationId xmlns:a16="http://schemas.microsoft.com/office/drawing/2014/main" id="{31B61FD5-3C19-432A-88ED-4719EDFE6E10}"/>
                        </a:ext>
                      </a:extLst>
                    </p:cNvPr>
                    <p:cNvGrpSpPr/>
                    <p:nvPr/>
                  </p:nvGrpSpPr>
                  <p:grpSpPr>
                    <a:xfrm rot="1837203">
                      <a:off x="2331692" y="387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9602" name="Freeform: Shape 9601">
                        <a:extLst>
                          <a:ext uri="{FF2B5EF4-FFF2-40B4-BE49-F238E27FC236}">
                            <a16:creationId xmlns:a16="http://schemas.microsoft.com/office/drawing/2014/main" id="{666DCB9D-F2B1-4877-82F0-266FF929369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603" name="Rectangle: Rounded Corners 9602">
                        <a:extLst>
                          <a:ext uri="{FF2B5EF4-FFF2-40B4-BE49-F238E27FC236}">
                            <a16:creationId xmlns:a16="http://schemas.microsoft.com/office/drawing/2014/main" id="{A0DBA265-8345-42E1-9128-F3F43DEA2F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563" name="Group 9562">
                      <a:extLst>
                        <a:ext uri="{FF2B5EF4-FFF2-40B4-BE49-F238E27FC236}">
                          <a16:creationId xmlns:a16="http://schemas.microsoft.com/office/drawing/2014/main" id="{6B18EB46-E4B0-4A91-9A04-FF4052840C2B}"/>
                        </a:ext>
                      </a:extLst>
                    </p:cNvPr>
                    <p:cNvGrpSpPr/>
                    <p:nvPr/>
                  </p:nvGrpSpPr>
                  <p:grpSpPr>
                    <a:xfrm rot="932650">
                      <a:off x="2489621" y="310501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9600" name="Freeform: Shape 9599">
                        <a:extLst>
                          <a:ext uri="{FF2B5EF4-FFF2-40B4-BE49-F238E27FC236}">
                            <a16:creationId xmlns:a16="http://schemas.microsoft.com/office/drawing/2014/main" id="{6A25BDBC-F380-4CC6-9FA1-A1F534942A9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601" name="Rectangle: Rounded Corners 9600">
                        <a:extLst>
                          <a:ext uri="{FF2B5EF4-FFF2-40B4-BE49-F238E27FC236}">
                            <a16:creationId xmlns:a16="http://schemas.microsoft.com/office/drawing/2014/main" id="{C6C36BF5-F9CF-472E-8335-F905C47463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564" name="Group 9563">
                      <a:extLst>
                        <a:ext uri="{FF2B5EF4-FFF2-40B4-BE49-F238E27FC236}">
                          <a16:creationId xmlns:a16="http://schemas.microsoft.com/office/drawing/2014/main" id="{D0CF8FB0-EA43-4BE0-89E8-E9C9F458002F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686489" y="34904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9598" name="Freeform: Shape 9597">
                        <a:extLst>
                          <a:ext uri="{FF2B5EF4-FFF2-40B4-BE49-F238E27FC236}">
                            <a16:creationId xmlns:a16="http://schemas.microsoft.com/office/drawing/2014/main" id="{082B96C8-6FCF-487B-AAE7-82B2062F03C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599" name="Rectangle: Rounded Corners 9598">
                        <a:extLst>
                          <a:ext uri="{FF2B5EF4-FFF2-40B4-BE49-F238E27FC236}">
                            <a16:creationId xmlns:a16="http://schemas.microsoft.com/office/drawing/2014/main" id="{3A749A05-38FE-4302-B8F6-94F2F0D3AA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565" name="Group 9564">
                      <a:extLst>
                        <a:ext uri="{FF2B5EF4-FFF2-40B4-BE49-F238E27FC236}">
                          <a16:creationId xmlns:a16="http://schemas.microsoft.com/office/drawing/2014/main" id="{4F7E820D-B1D3-4877-BA80-122C34E03ADB}"/>
                        </a:ext>
                      </a:extLst>
                    </p:cNvPr>
                    <p:cNvGrpSpPr/>
                    <p:nvPr/>
                  </p:nvGrpSpPr>
                  <p:grpSpPr>
                    <a:xfrm rot="16924252">
                      <a:off x="1635001" y="2371073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9596" name="Freeform: Shape 9595">
                        <a:extLst>
                          <a:ext uri="{FF2B5EF4-FFF2-40B4-BE49-F238E27FC236}">
                            <a16:creationId xmlns:a16="http://schemas.microsoft.com/office/drawing/2014/main" id="{59F94A33-6105-48C1-AA18-B5C70DF09B5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597" name="Rectangle: Rounded Corners 9596">
                        <a:extLst>
                          <a:ext uri="{FF2B5EF4-FFF2-40B4-BE49-F238E27FC236}">
                            <a16:creationId xmlns:a16="http://schemas.microsoft.com/office/drawing/2014/main" id="{A0DDDE39-05E0-42C1-87FC-4357DF1701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566" name="Group 9565">
                      <a:extLst>
                        <a:ext uri="{FF2B5EF4-FFF2-40B4-BE49-F238E27FC236}">
                          <a16:creationId xmlns:a16="http://schemas.microsoft.com/office/drawing/2014/main" id="{D3B8EC54-84F2-4C73-BDAE-6B99648852E5}"/>
                        </a:ext>
                      </a:extLst>
                    </p:cNvPr>
                    <p:cNvGrpSpPr/>
                    <p:nvPr/>
                  </p:nvGrpSpPr>
                  <p:grpSpPr>
                    <a:xfrm rot="15677156">
                      <a:off x="985517" y="2521255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9594" name="Freeform: Shape 9593">
                        <a:extLst>
                          <a:ext uri="{FF2B5EF4-FFF2-40B4-BE49-F238E27FC236}">
                            <a16:creationId xmlns:a16="http://schemas.microsoft.com/office/drawing/2014/main" id="{55BB3D3E-96BB-4816-BDF4-92AC2E3C4FA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595" name="Rectangle: Rounded Corners 9594">
                        <a:extLst>
                          <a:ext uri="{FF2B5EF4-FFF2-40B4-BE49-F238E27FC236}">
                            <a16:creationId xmlns:a16="http://schemas.microsoft.com/office/drawing/2014/main" id="{BD68BC4C-6948-4D92-8550-80E34F5FD4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567" name="Group 9566">
                      <a:extLst>
                        <a:ext uri="{FF2B5EF4-FFF2-40B4-BE49-F238E27FC236}">
                          <a16:creationId xmlns:a16="http://schemas.microsoft.com/office/drawing/2014/main" id="{B823C869-7AC2-4CF2-95F0-29DDD8195E05}"/>
                        </a:ext>
                      </a:extLst>
                    </p:cNvPr>
                    <p:cNvGrpSpPr/>
                    <p:nvPr/>
                  </p:nvGrpSpPr>
                  <p:grpSpPr>
                    <a:xfrm rot="14354853" flipV="1">
                      <a:off x="976412" y="243847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9592" name="Freeform: Shape 9591">
                        <a:extLst>
                          <a:ext uri="{FF2B5EF4-FFF2-40B4-BE49-F238E27FC236}">
                            <a16:creationId xmlns:a16="http://schemas.microsoft.com/office/drawing/2014/main" id="{64F5E886-7ADE-4A6C-B30A-3CD899EDFA8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593" name="Rectangle: Rounded Corners 9592">
                        <a:extLst>
                          <a:ext uri="{FF2B5EF4-FFF2-40B4-BE49-F238E27FC236}">
                            <a16:creationId xmlns:a16="http://schemas.microsoft.com/office/drawing/2014/main" id="{5151A6EE-9233-46A4-B850-17088AB4A2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568" name="Group 9567">
                      <a:extLst>
                        <a:ext uri="{FF2B5EF4-FFF2-40B4-BE49-F238E27FC236}">
                          <a16:creationId xmlns:a16="http://schemas.microsoft.com/office/drawing/2014/main" id="{D18113C4-0E65-4DC2-86EB-71E50070E73F}"/>
                        </a:ext>
                      </a:extLst>
                    </p:cNvPr>
                    <p:cNvGrpSpPr/>
                    <p:nvPr/>
                  </p:nvGrpSpPr>
                  <p:grpSpPr>
                    <a:xfrm rot="9793356" flipV="1">
                      <a:off x="215985" y="323790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9590" name="Freeform: Shape 9589">
                        <a:extLst>
                          <a:ext uri="{FF2B5EF4-FFF2-40B4-BE49-F238E27FC236}">
                            <a16:creationId xmlns:a16="http://schemas.microsoft.com/office/drawing/2014/main" id="{E865AE07-0550-40E5-9D13-2FB338B3F02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591" name="Rectangle: Rounded Corners 9590">
                        <a:extLst>
                          <a:ext uri="{FF2B5EF4-FFF2-40B4-BE49-F238E27FC236}">
                            <a16:creationId xmlns:a16="http://schemas.microsoft.com/office/drawing/2014/main" id="{3B6C3ED7-3FFE-4B11-8899-78EDCA3603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569" name="Group 9568">
                      <a:extLst>
                        <a:ext uri="{FF2B5EF4-FFF2-40B4-BE49-F238E27FC236}">
                          <a16:creationId xmlns:a16="http://schemas.microsoft.com/office/drawing/2014/main" id="{2024F063-27CC-48C2-B706-C42037E00557}"/>
                        </a:ext>
                      </a:extLst>
                    </p:cNvPr>
                    <p:cNvGrpSpPr/>
                    <p:nvPr/>
                  </p:nvGrpSpPr>
                  <p:grpSpPr>
                    <a:xfrm rot="6907686" flipV="1">
                      <a:off x="692019" y="393196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9588" name="Freeform: Shape 9587">
                        <a:extLst>
                          <a:ext uri="{FF2B5EF4-FFF2-40B4-BE49-F238E27FC236}">
                            <a16:creationId xmlns:a16="http://schemas.microsoft.com/office/drawing/2014/main" id="{22DCFB05-1863-4208-92DC-21D4B58A0CE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589" name="Rectangle: Rounded Corners 9588">
                        <a:extLst>
                          <a:ext uri="{FF2B5EF4-FFF2-40B4-BE49-F238E27FC236}">
                            <a16:creationId xmlns:a16="http://schemas.microsoft.com/office/drawing/2014/main" id="{81B11147-C97B-4250-B74D-9228C7D821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570" name="Group 9569">
                      <a:extLst>
                        <a:ext uri="{FF2B5EF4-FFF2-40B4-BE49-F238E27FC236}">
                          <a16:creationId xmlns:a16="http://schemas.microsoft.com/office/drawing/2014/main" id="{B7213034-792F-4911-878F-E81316F057E1}"/>
                        </a:ext>
                      </a:extLst>
                    </p:cNvPr>
                    <p:cNvGrpSpPr/>
                    <p:nvPr/>
                  </p:nvGrpSpPr>
                  <p:grpSpPr>
                    <a:xfrm rot="1465711" flipV="1">
                      <a:off x="2002734" y="340448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9586" name="Freeform: Shape 9585">
                        <a:extLst>
                          <a:ext uri="{FF2B5EF4-FFF2-40B4-BE49-F238E27FC236}">
                            <a16:creationId xmlns:a16="http://schemas.microsoft.com/office/drawing/2014/main" id="{B207349B-FECD-4892-A1F0-64E50C3748B4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587" name="Rectangle: Rounded Corners 9586">
                        <a:extLst>
                          <a:ext uri="{FF2B5EF4-FFF2-40B4-BE49-F238E27FC236}">
                            <a16:creationId xmlns:a16="http://schemas.microsoft.com/office/drawing/2014/main" id="{0B3A511C-AFC4-4319-A495-E9723166D94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571" name="Group 9570">
                      <a:extLst>
                        <a:ext uri="{FF2B5EF4-FFF2-40B4-BE49-F238E27FC236}">
                          <a16:creationId xmlns:a16="http://schemas.microsoft.com/office/drawing/2014/main" id="{28842893-584D-4BBA-AF7F-ACD2D1894BBE}"/>
                        </a:ext>
                      </a:extLst>
                    </p:cNvPr>
                    <p:cNvGrpSpPr/>
                    <p:nvPr/>
                  </p:nvGrpSpPr>
                  <p:grpSpPr>
                    <a:xfrm rot="19016516">
                      <a:off x="1733273" y="283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9584" name="Freeform: Shape 9583">
                        <a:extLst>
                          <a:ext uri="{FF2B5EF4-FFF2-40B4-BE49-F238E27FC236}">
                            <a16:creationId xmlns:a16="http://schemas.microsoft.com/office/drawing/2014/main" id="{57AE86F2-BC2A-47CA-AC6F-F39BC1D0F79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585" name="Rectangle: Rounded Corners 9584">
                        <a:extLst>
                          <a:ext uri="{FF2B5EF4-FFF2-40B4-BE49-F238E27FC236}">
                            <a16:creationId xmlns:a16="http://schemas.microsoft.com/office/drawing/2014/main" id="{B15D091F-A4EF-4CC7-9123-941B700203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572" name="Group 9571">
                      <a:extLst>
                        <a:ext uri="{FF2B5EF4-FFF2-40B4-BE49-F238E27FC236}">
                          <a16:creationId xmlns:a16="http://schemas.microsoft.com/office/drawing/2014/main" id="{1C86C776-FF2C-4E45-BC94-3B968953CA46}"/>
                        </a:ext>
                      </a:extLst>
                    </p:cNvPr>
                    <p:cNvGrpSpPr/>
                    <p:nvPr/>
                  </p:nvGrpSpPr>
                  <p:grpSpPr>
                    <a:xfrm rot="19245075">
                      <a:off x="1632068" y="282541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9582" name="Freeform: Shape 9581">
                        <a:extLst>
                          <a:ext uri="{FF2B5EF4-FFF2-40B4-BE49-F238E27FC236}">
                            <a16:creationId xmlns:a16="http://schemas.microsoft.com/office/drawing/2014/main" id="{670F9F21-1EB6-4167-9957-C5879FE9D54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583" name="Rectangle: Rounded Corners 9582">
                        <a:extLst>
                          <a:ext uri="{FF2B5EF4-FFF2-40B4-BE49-F238E27FC236}">
                            <a16:creationId xmlns:a16="http://schemas.microsoft.com/office/drawing/2014/main" id="{93858ED1-4B3F-4F68-8BF0-B877601FB1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573" name="Group 9572">
                      <a:extLst>
                        <a:ext uri="{FF2B5EF4-FFF2-40B4-BE49-F238E27FC236}">
                          <a16:creationId xmlns:a16="http://schemas.microsoft.com/office/drawing/2014/main" id="{3BA8650D-7DC5-4C9D-B9B1-4304F3D88D09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838889" y="36428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9580" name="Freeform: Shape 9579">
                        <a:extLst>
                          <a:ext uri="{FF2B5EF4-FFF2-40B4-BE49-F238E27FC236}">
                            <a16:creationId xmlns:a16="http://schemas.microsoft.com/office/drawing/2014/main" id="{5ED3C045-4E26-48F9-945F-A621E5BF813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581" name="Rectangle: Rounded Corners 9580">
                        <a:extLst>
                          <a:ext uri="{FF2B5EF4-FFF2-40B4-BE49-F238E27FC236}">
                            <a16:creationId xmlns:a16="http://schemas.microsoft.com/office/drawing/2014/main" id="{86D1F0C6-FA10-4C1D-B3F0-3158D310A6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574" name="Group 9573">
                      <a:extLst>
                        <a:ext uri="{FF2B5EF4-FFF2-40B4-BE49-F238E27FC236}">
                          <a16:creationId xmlns:a16="http://schemas.microsoft.com/office/drawing/2014/main" id="{D0DB3B5D-0952-4B90-A766-69DA8CC48AA0}"/>
                        </a:ext>
                      </a:extLst>
                    </p:cNvPr>
                    <p:cNvGrpSpPr/>
                    <p:nvPr/>
                  </p:nvGrpSpPr>
                  <p:grpSpPr>
                    <a:xfrm rot="15824399">
                      <a:off x="1224680" y="281893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9578" name="Freeform: Shape 9577">
                        <a:extLst>
                          <a:ext uri="{FF2B5EF4-FFF2-40B4-BE49-F238E27FC236}">
                            <a16:creationId xmlns:a16="http://schemas.microsoft.com/office/drawing/2014/main" id="{DDC61BA0-B1D2-4C2F-A99E-FA61B367661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579" name="Rectangle: Rounded Corners 9578">
                        <a:extLst>
                          <a:ext uri="{FF2B5EF4-FFF2-40B4-BE49-F238E27FC236}">
                            <a16:creationId xmlns:a16="http://schemas.microsoft.com/office/drawing/2014/main" id="{3AD97F6B-CF20-449C-A427-73DA2B8C02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575" name="Group 9574">
                      <a:extLst>
                        <a:ext uri="{FF2B5EF4-FFF2-40B4-BE49-F238E27FC236}">
                          <a16:creationId xmlns:a16="http://schemas.microsoft.com/office/drawing/2014/main" id="{DE652D2C-9697-4B7D-8434-203BA7D4C6EC}"/>
                        </a:ext>
                      </a:extLst>
                    </p:cNvPr>
                    <p:cNvGrpSpPr/>
                    <p:nvPr/>
                  </p:nvGrpSpPr>
                  <p:grpSpPr>
                    <a:xfrm rot="16697394">
                      <a:off x="-1209609" y="-457050"/>
                      <a:ext cx="4959946" cy="1159377"/>
                      <a:chOff x="2620172" y="1507965"/>
                      <a:chExt cx="4959946" cy="1159377"/>
                    </a:xfrm>
                  </p:grpSpPr>
                  <p:sp>
                    <p:nvSpPr>
                      <p:cNvPr id="9576" name="Freeform: Shape 9575">
                        <a:extLst>
                          <a:ext uri="{FF2B5EF4-FFF2-40B4-BE49-F238E27FC236}">
                            <a16:creationId xmlns:a16="http://schemas.microsoft.com/office/drawing/2014/main" id="{A313EB2B-EE1D-46E4-8F28-40F3142858D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6807825" y="1507965"/>
                        <a:ext cx="772293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577" name="Rectangle: Rounded Corners 9576">
                        <a:extLst>
                          <a:ext uri="{FF2B5EF4-FFF2-40B4-BE49-F238E27FC236}">
                            <a16:creationId xmlns:a16="http://schemas.microsoft.com/office/drawing/2014/main" id="{997FA767-AA2D-49A6-9AA7-824759DF6A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</p:grpSp>
              <p:sp>
                <p:nvSpPr>
                  <p:cNvPr id="9546" name="Freeform: Shape 9545">
                    <a:extLst>
                      <a:ext uri="{FF2B5EF4-FFF2-40B4-BE49-F238E27FC236}">
                        <a16:creationId xmlns:a16="http://schemas.microsoft.com/office/drawing/2014/main" id="{723CCE28-5CBB-405F-A770-76FDA1D79CE8}"/>
                      </a:ext>
                    </a:extLst>
                  </p:cNvPr>
                  <p:cNvSpPr/>
                  <p:nvPr/>
                </p:nvSpPr>
                <p:spPr>
                  <a:xfrm rot="6017948" flipV="1">
                    <a:off x="1305755" y="4290452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9547" name="Freeform: Shape 9546">
                    <a:extLst>
                      <a:ext uri="{FF2B5EF4-FFF2-40B4-BE49-F238E27FC236}">
                        <a16:creationId xmlns:a16="http://schemas.microsoft.com/office/drawing/2014/main" id="{F470B17E-6C34-4CF0-8F8E-CFB4F1A5ADF5}"/>
                      </a:ext>
                    </a:extLst>
                  </p:cNvPr>
                  <p:cNvSpPr/>
                  <p:nvPr/>
                </p:nvSpPr>
                <p:spPr>
                  <a:xfrm rot="21277659">
                    <a:off x="2517403" y="2906549"/>
                    <a:ext cx="690584" cy="235253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9548" name="Freeform: Shape 9547">
                    <a:extLst>
                      <a:ext uri="{FF2B5EF4-FFF2-40B4-BE49-F238E27FC236}">
                        <a16:creationId xmlns:a16="http://schemas.microsoft.com/office/drawing/2014/main" id="{64135008-227E-43C2-A9CE-44CC6F097975}"/>
                      </a:ext>
                    </a:extLst>
                  </p:cNvPr>
                  <p:cNvSpPr/>
                  <p:nvPr/>
                </p:nvSpPr>
                <p:spPr>
                  <a:xfrm rot="11528244" flipV="1">
                    <a:off x="344853" y="2978311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</p:grpSp>
            <p:grpSp>
              <p:nvGrpSpPr>
                <p:cNvPr id="8813" name="Group 8812">
                  <a:extLst>
                    <a:ext uri="{FF2B5EF4-FFF2-40B4-BE49-F238E27FC236}">
                      <a16:creationId xmlns:a16="http://schemas.microsoft.com/office/drawing/2014/main" id="{0FE922E8-33A4-4A0B-B31C-CC273C9C81E2}"/>
                    </a:ext>
                  </a:extLst>
                </p:cNvPr>
                <p:cNvGrpSpPr/>
                <p:nvPr/>
              </p:nvGrpSpPr>
              <p:grpSpPr>
                <a:xfrm>
                  <a:off x="4765972" y="2095226"/>
                  <a:ext cx="531923" cy="573923"/>
                  <a:chOff x="163719" y="1822501"/>
                  <a:chExt cx="3062199" cy="3047160"/>
                </a:xfrm>
              </p:grpSpPr>
              <p:grpSp>
                <p:nvGrpSpPr>
                  <p:cNvPr id="9180" name="Group 9179">
                    <a:extLst>
                      <a:ext uri="{FF2B5EF4-FFF2-40B4-BE49-F238E27FC236}">
                        <a16:creationId xmlns:a16="http://schemas.microsoft.com/office/drawing/2014/main" id="{85BD8918-F66E-4A49-991A-F5B9A76E592B}"/>
                      </a:ext>
                    </a:extLst>
                  </p:cNvPr>
                  <p:cNvGrpSpPr/>
                  <p:nvPr/>
                </p:nvGrpSpPr>
                <p:grpSpPr>
                  <a:xfrm>
                    <a:off x="163719" y="1822501"/>
                    <a:ext cx="3062199" cy="3047160"/>
                    <a:chOff x="163719" y="1822501"/>
                    <a:chExt cx="3062199" cy="3047160"/>
                  </a:xfrm>
                </p:grpSpPr>
                <p:grpSp>
                  <p:nvGrpSpPr>
                    <p:cNvPr id="9184" name="Group 9183">
                      <a:extLst>
                        <a:ext uri="{FF2B5EF4-FFF2-40B4-BE49-F238E27FC236}">
                          <a16:creationId xmlns:a16="http://schemas.microsoft.com/office/drawing/2014/main" id="{E2FAF93C-5BE1-49B4-8FAE-43A85562FD72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683131" y="384412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9543" name="Freeform: Shape 9542">
                        <a:extLst>
                          <a:ext uri="{FF2B5EF4-FFF2-40B4-BE49-F238E27FC236}">
                            <a16:creationId xmlns:a16="http://schemas.microsoft.com/office/drawing/2014/main" id="{3603886F-FC91-49E4-9068-3DA593774C24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544" name="Rectangle: Rounded Corners 9543">
                        <a:extLst>
                          <a:ext uri="{FF2B5EF4-FFF2-40B4-BE49-F238E27FC236}">
                            <a16:creationId xmlns:a16="http://schemas.microsoft.com/office/drawing/2014/main" id="{B8148A46-5207-46C4-A3C9-CF81B8D9DC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185" name="Group 9184">
                      <a:extLst>
                        <a:ext uri="{FF2B5EF4-FFF2-40B4-BE49-F238E27FC236}">
                          <a16:creationId xmlns:a16="http://schemas.microsoft.com/office/drawing/2014/main" id="{8B9F41B3-964B-4322-A8BE-0B2A6E50341C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123013" y="4110752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9541" name="Freeform: Shape 9540">
                        <a:extLst>
                          <a:ext uri="{FF2B5EF4-FFF2-40B4-BE49-F238E27FC236}">
                            <a16:creationId xmlns:a16="http://schemas.microsoft.com/office/drawing/2014/main" id="{0660E78B-8960-4538-9A2E-CF1F85685B5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542" name="Rectangle: Rounded Corners 9541">
                        <a:extLst>
                          <a:ext uri="{FF2B5EF4-FFF2-40B4-BE49-F238E27FC236}">
                            <a16:creationId xmlns:a16="http://schemas.microsoft.com/office/drawing/2014/main" id="{57B34292-AA3E-43A6-9569-9F4236335E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186" name="Group 9185">
                      <a:extLst>
                        <a:ext uri="{FF2B5EF4-FFF2-40B4-BE49-F238E27FC236}">
                          <a16:creationId xmlns:a16="http://schemas.microsoft.com/office/drawing/2014/main" id="{9C700F75-AE7F-4F89-97B9-3C5F5409F36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0260" y="2440902"/>
                      <a:ext cx="1730523" cy="1839492"/>
                      <a:chOff x="420511" y="1784768"/>
                      <a:chExt cx="1730523" cy="1839492"/>
                    </a:xfrm>
                  </p:grpSpPr>
                  <p:grpSp>
                    <p:nvGrpSpPr>
                      <p:cNvPr id="9259" name="Group 9258">
                        <a:extLst>
                          <a:ext uri="{FF2B5EF4-FFF2-40B4-BE49-F238E27FC236}">
                            <a16:creationId xmlns:a16="http://schemas.microsoft.com/office/drawing/2014/main" id="{BE8A01C5-A92B-4ECA-A9DC-1D1663CE313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69572" y="1784768"/>
                        <a:ext cx="1081462" cy="1476716"/>
                        <a:chOff x="2089993" y="1523034"/>
                        <a:chExt cx="1081462" cy="1476716"/>
                      </a:xfrm>
                    </p:grpSpPr>
                    <p:grpSp>
                      <p:nvGrpSpPr>
                        <p:cNvPr id="9480" name="Group 9479">
                          <a:extLst>
                            <a:ext uri="{FF2B5EF4-FFF2-40B4-BE49-F238E27FC236}">
                              <a16:creationId xmlns:a16="http://schemas.microsoft.com/office/drawing/2014/main" id="{9BE244EE-2233-4988-9C89-4BCCF07F159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70705"/>
                          <a:ext cx="101484" cy="1016226"/>
                          <a:chOff x="1800622" y="2364951"/>
                          <a:chExt cx="101484" cy="1016226"/>
                        </a:xfrm>
                      </p:grpSpPr>
                      <p:sp>
                        <p:nvSpPr>
                          <p:cNvPr id="9537" name="Flowchart: Connector 9536">
                            <a:extLst>
                              <a:ext uri="{FF2B5EF4-FFF2-40B4-BE49-F238E27FC236}">
                                <a16:creationId xmlns:a16="http://schemas.microsoft.com/office/drawing/2014/main" id="{2BE21667-7B68-47FD-97AA-2113DD8C74B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538" name="Flowchart: Connector 9537">
                            <a:extLst>
                              <a:ext uri="{FF2B5EF4-FFF2-40B4-BE49-F238E27FC236}">
                                <a16:creationId xmlns:a16="http://schemas.microsoft.com/office/drawing/2014/main" id="{7F6629BE-C933-4E39-994F-8D9F7BF80DF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539" name="Flowchart: Connector 9538">
                            <a:extLst>
                              <a:ext uri="{FF2B5EF4-FFF2-40B4-BE49-F238E27FC236}">
                                <a16:creationId xmlns:a16="http://schemas.microsoft.com/office/drawing/2014/main" id="{35061FE4-6E8C-4544-AB29-4A96503A545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540" name="Flowchart: Connector 9539">
                            <a:extLst>
                              <a:ext uri="{FF2B5EF4-FFF2-40B4-BE49-F238E27FC236}">
                                <a16:creationId xmlns:a16="http://schemas.microsoft.com/office/drawing/2014/main" id="{AE86C2BD-3013-4761-A0CB-EA02AD3ED80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649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9481" name="Group 9480">
                          <a:extLst>
                            <a:ext uri="{FF2B5EF4-FFF2-40B4-BE49-F238E27FC236}">
                              <a16:creationId xmlns:a16="http://schemas.microsoft.com/office/drawing/2014/main" id="{40349271-726B-4A67-89EE-95256D950C5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23034"/>
                          <a:ext cx="1057223" cy="1476716"/>
                          <a:chOff x="2114232" y="1523034"/>
                          <a:chExt cx="1057223" cy="1476716"/>
                        </a:xfrm>
                      </p:grpSpPr>
                      <p:grpSp>
                        <p:nvGrpSpPr>
                          <p:cNvPr id="9482" name="Group 9481">
                            <a:extLst>
                              <a:ext uri="{FF2B5EF4-FFF2-40B4-BE49-F238E27FC236}">
                                <a16:creationId xmlns:a16="http://schemas.microsoft.com/office/drawing/2014/main" id="{A24ED5E4-4B4A-44E3-9568-C89184EF154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47544" cy="539639"/>
                            <a:chOff x="3717189" y="1719497"/>
                            <a:chExt cx="1047544" cy="539639"/>
                          </a:xfrm>
                        </p:grpSpPr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530" name="3D Model 9529" descr="Sphere">
                                  <a:extLst>
                                    <a:ext uri="{FF2B5EF4-FFF2-40B4-BE49-F238E27FC236}">
                                      <a16:creationId xmlns:a16="http://schemas.microsoft.com/office/drawing/2014/main" id="{74D60D30-E051-4E3F-85D5-22C3C08943F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350658494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531" name="Flowchart: Connector 9530">
                              <a:extLst>
                                <a:ext uri="{FF2B5EF4-FFF2-40B4-BE49-F238E27FC236}">
                                  <a16:creationId xmlns:a16="http://schemas.microsoft.com/office/drawing/2014/main" id="{BA9EE608-CECC-4DA3-AD72-746624FD329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532" name="3D Model 9531" descr="Sphere">
                                  <a:extLst>
                                    <a:ext uri="{FF2B5EF4-FFF2-40B4-BE49-F238E27FC236}">
                                      <a16:creationId xmlns:a16="http://schemas.microsoft.com/office/drawing/2014/main" id="{66486988-7BCC-481F-8979-ACED34B27BC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99509603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533" name="Flowchart: Connector 9532">
                              <a:extLst>
                                <a:ext uri="{FF2B5EF4-FFF2-40B4-BE49-F238E27FC236}">
                                  <a16:creationId xmlns:a16="http://schemas.microsoft.com/office/drawing/2014/main" id="{F19FF14D-6190-4F1E-ACA5-42214A9218A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534" name="3D Model 9533" descr="Sphere">
                                  <a:extLst>
                                    <a:ext uri="{FF2B5EF4-FFF2-40B4-BE49-F238E27FC236}">
                                      <a16:creationId xmlns:a16="http://schemas.microsoft.com/office/drawing/2014/main" id="{1DFD69E2-2A54-42A1-925E-83B412DE220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616087030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535" name="Flowchart: Connector 9534">
                              <a:extLst>
                                <a:ext uri="{FF2B5EF4-FFF2-40B4-BE49-F238E27FC236}">
                                  <a16:creationId xmlns:a16="http://schemas.microsoft.com/office/drawing/2014/main" id="{B16D090A-00D2-47A1-B625-68F2E5DCE3F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536" name="3D Model 9535" descr="Sphere">
                                  <a:extLst>
                                    <a:ext uri="{FF2B5EF4-FFF2-40B4-BE49-F238E27FC236}">
                                      <a16:creationId xmlns:a16="http://schemas.microsoft.com/office/drawing/2014/main" id="{0FE50561-A32F-46F3-9BC3-F1DC90FE182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369527271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9483" name="Group 9482">
                            <a:extLst>
                              <a:ext uri="{FF2B5EF4-FFF2-40B4-BE49-F238E27FC236}">
                                <a16:creationId xmlns:a16="http://schemas.microsoft.com/office/drawing/2014/main" id="{72241ED0-90BC-419C-9C31-DF97E52962E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9515" name="Flowchart: Connector 9514">
                              <a:extLst>
                                <a:ext uri="{FF2B5EF4-FFF2-40B4-BE49-F238E27FC236}">
                                  <a16:creationId xmlns:a16="http://schemas.microsoft.com/office/drawing/2014/main" id="{D7D0D42C-7A4D-4A39-B5E1-134CA061942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516" name="Flowchart: Connector 9515">
                              <a:extLst>
                                <a:ext uri="{FF2B5EF4-FFF2-40B4-BE49-F238E27FC236}">
                                  <a16:creationId xmlns:a16="http://schemas.microsoft.com/office/drawing/2014/main" id="{2B2A9D4B-AECE-4A42-9B7A-9A50EBDF256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517" name="Flowchart: Connector 9516">
                              <a:extLst>
                                <a:ext uri="{FF2B5EF4-FFF2-40B4-BE49-F238E27FC236}">
                                  <a16:creationId xmlns:a16="http://schemas.microsoft.com/office/drawing/2014/main" id="{B5D44115-982A-4FBE-A2FF-610B8514700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518" name="Flowchart: Connector 9517">
                              <a:extLst>
                                <a:ext uri="{FF2B5EF4-FFF2-40B4-BE49-F238E27FC236}">
                                  <a16:creationId xmlns:a16="http://schemas.microsoft.com/office/drawing/2014/main" id="{C736AD56-EE2F-4E56-8252-C4F0B8BCF46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519" name="Flowchart: Connector 9518">
                              <a:extLst>
                                <a:ext uri="{FF2B5EF4-FFF2-40B4-BE49-F238E27FC236}">
                                  <a16:creationId xmlns:a16="http://schemas.microsoft.com/office/drawing/2014/main" id="{0109E849-1444-425D-9A62-B2D3BEC1F39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520" name="Flowchart: Connector 9519">
                              <a:extLst>
                                <a:ext uri="{FF2B5EF4-FFF2-40B4-BE49-F238E27FC236}">
                                  <a16:creationId xmlns:a16="http://schemas.microsoft.com/office/drawing/2014/main" id="{795EEF71-DEA7-4B00-9F34-4D7D1BCEABA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521" name="Flowchart: Connector 9520">
                              <a:extLst>
                                <a:ext uri="{FF2B5EF4-FFF2-40B4-BE49-F238E27FC236}">
                                  <a16:creationId xmlns:a16="http://schemas.microsoft.com/office/drawing/2014/main" id="{BBE135E4-3DB2-4F29-8769-F1B5021D179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522" name="Flowchart: Connector 9521">
                              <a:extLst>
                                <a:ext uri="{FF2B5EF4-FFF2-40B4-BE49-F238E27FC236}">
                                  <a16:creationId xmlns:a16="http://schemas.microsoft.com/office/drawing/2014/main" id="{173425D4-5D53-433A-9F36-8671064D821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523" name="3D Model 9522" descr="Sphere">
                                  <a:extLst>
                                    <a:ext uri="{FF2B5EF4-FFF2-40B4-BE49-F238E27FC236}">
                                      <a16:creationId xmlns:a16="http://schemas.microsoft.com/office/drawing/2014/main" id="{09CD4CAE-495F-45C7-A1F1-A316B05B2CD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707156831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524" name="Flowchart: Connector 9523">
                              <a:extLst>
                                <a:ext uri="{FF2B5EF4-FFF2-40B4-BE49-F238E27FC236}">
                                  <a16:creationId xmlns:a16="http://schemas.microsoft.com/office/drawing/2014/main" id="{288D4868-D574-4FF0-84EA-691A8DA1AD6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525" name="3D Model 9524" descr="Sphere">
                                  <a:extLst>
                                    <a:ext uri="{FF2B5EF4-FFF2-40B4-BE49-F238E27FC236}">
                                      <a16:creationId xmlns:a16="http://schemas.microsoft.com/office/drawing/2014/main" id="{ECC70564-EF4A-4878-B769-DA66A1E7449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613013901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526" name="Flowchart: Connector 9525">
                              <a:extLst>
                                <a:ext uri="{FF2B5EF4-FFF2-40B4-BE49-F238E27FC236}">
                                  <a16:creationId xmlns:a16="http://schemas.microsoft.com/office/drawing/2014/main" id="{712D0645-3164-4951-BA8F-E104F246D57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527" name="3D Model 9526" descr="Sphere">
                                  <a:extLst>
                                    <a:ext uri="{FF2B5EF4-FFF2-40B4-BE49-F238E27FC236}">
                                      <a16:creationId xmlns:a16="http://schemas.microsoft.com/office/drawing/2014/main" id="{74D6C05A-D1E8-41E3-81AA-8D8DCFC1AF2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816745430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528" name="Flowchart: Connector 9527">
                              <a:extLst>
                                <a:ext uri="{FF2B5EF4-FFF2-40B4-BE49-F238E27FC236}">
                                  <a16:creationId xmlns:a16="http://schemas.microsoft.com/office/drawing/2014/main" id="{0A3AF52C-B2EF-47C1-BFB5-4A3EB621DBD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529" name="3D Model 9528" descr="Sphere">
                                  <a:extLst>
                                    <a:ext uri="{FF2B5EF4-FFF2-40B4-BE49-F238E27FC236}">
                                      <a16:creationId xmlns:a16="http://schemas.microsoft.com/office/drawing/2014/main" id="{80E5AB50-B75A-45DC-8AA2-30859E60F70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263730263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9484" name="Group 9483">
                            <a:extLst>
                              <a:ext uri="{FF2B5EF4-FFF2-40B4-BE49-F238E27FC236}">
                                <a16:creationId xmlns:a16="http://schemas.microsoft.com/office/drawing/2014/main" id="{9B7522AA-B476-4234-8E26-4DDA9634375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9500" name="Flowchart: Connector 9499">
                              <a:extLst>
                                <a:ext uri="{FF2B5EF4-FFF2-40B4-BE49-F238E27FC236}">
                                  <a16:creationId xmlns:a16="http://schemas.microsoft.com/office/drawing/2014/main" id="{462535B0-D769-43BC-A6B0-A337024AAD2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501" name="Flowchart: Connector 9500">
                              <a:extLst>
                                <a:ext uri="{FF2B5EF4-FFF2-40B4-BE49-F238E27FC236}">
                                  <a16:creationId xmlns:a16="http://schemas.microsoft.com/office/drawing/2014/main" id="{8FF14BCA-D69B-4466-8F7A-4F9A1F384BE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502" name="Flowchart: Connector 9501">
                              <a:extLst>
                                <a:ext uri="{FF2B5EF4-FFF2-40B4-BE49-F238E27FC236}">
                                  <a16:creationId xmlns:a16="http://schemas.microsoft.com/office/drawing/2014/main" id="{51B62BA1-6271-4F52-ACFA-F4FB60BF821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503" name="Flowchart: Connector 9502">
                              <a:extLst>
                                <a:ext uri="{FF2B5EF4-FFF2-40B4-BE49-F238E27FC236}">
                                  <a16:creationId xmlns:a16="http://schemas.microsoft.com/office/drawing/2014/main" id="{C42AFFCD-46F2-46C1-B441-D8C85BD9C11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504" name="Flowchart: Connector 9503">
                              <a:extLst>
                                <a:ext uri="{FF2B5EF4-FFF2-40B4-BE49-F238E27FC236}">
                                  <a16:creationId xmlns:a16="http://schemas.microsoft.com/office/drawing/2014/main" id="{B392EFE9-485D-4CD9-A275-20757CE5B23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505" name="Flowchart: Connector 9504">
                              <a:extLst>
                                <a:ext uri="{FF2B5EF4-FFF2-40B4-BE49-F238E27FC236}">
                                  <a16:creationId xmlns:a16="http://schemas.microsoft.com/office/drawing/2014/main" id="{5FDD7CE0-EBD4-45BB-B1F8-E9969C72635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506" name="Flowchart: Connector 9505">
                              <a:extLst>
                                <a:ext uri="{FF2B5EF4-FFF2-40B4-BE49-F238E27FC236}">
                                  <a16:creationId xmlns:a16="http://schemas.microsoft.com/office/drawing/2014/main" id="{E797407B-FA98-4BBC-B1C2-BC71F52B42A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507" name="Flowchart: Connector 9506">
                              <a:extLst>
                                <a:ext uri="{FF2B5EF4-FFF2-40B4-BE49-F238E27FC236}">
                                  <a16:creationId xmlns:a16="http://schemas.microsoft.com/office/drawing/2014/main" id="{DF454101-4F66-4BAD-ADD7-F28AA056450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508" name="3D Model 9507" descr="Sphere">
                                  <a:extLst>
                                    <a:ext uri="{FF2B5EF4-FFF2-40B4-BE49-F238E27FC236}">
                                      <a16:creationId xmlns:a16="http://schemas.microsoft.com/office/drawing/2014/main" id="{C3C34C8C-F297-4C98-9DCB-A8FC346DAE9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508172527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509" name="Flowchart: Connector 9508">
                              <a:extLst>
                                <a:ext uri="{FF2B5EF4-FFF2-40B4-BE49-F238E27FC236}">
                                  <a16:creationId xmlns:a16="http://schemas.microsoft.com/office/drawing/2014/main" id="{F4E4CCBA-87F4-4F1A-B0A9-91822FA6E71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510" name="3D Model 9509" descr="Sphere">
                                  <a:extLst>
                                    <a:ext uri="{FF2B5EF4-FFF2-40B4-BE49-F238E27FC236}">
                                      <a16:creationId xmlns:a16="http://schemas.microsoft.com/office/drawing/2014/main" id="{F3442AEF-550E-4E09-912A-BD2A0EE73EA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54374054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511" name="Flowchart: Connector 9510">
                              <a:extLst>
                                <a:ext uri="{FF2B5EF4-FFF2-40B4-BE49-F238E27FC236}">
                                  <a16:creationId xmlns:a16="http://schemas.microsoft.com/office/drawing/2014/main" id="{223F4974-6196-45B2-ADC1-86714632085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512" name="3D Model 9511" descr="Sphere">
                                  <a:extLst>
                                    <a:ext uri="{FF2B5EF4-FFF2-40B4-BE49-F238E27FC236}">
                                      <a16:creationId xmlns:a16="http://schemas.microsoft.com/office/drawing/2014/main" id="{98F11156-1E92-4DFD-878F-1C39EEBDA95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32512341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513" name="Flowchart: Connector 9512">
                              <a:extLst>
                                <a:ext uri="{FF2B5EF4-FFF2-40B4-BE49-F238E27FC236}">
                                  <a16:creationId xmlns:a16="http://schemas.microsoft.com/office/drawing/2014/main" id="{61C198D2-F026-47DA-937B-B1CB74D617B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514" name="3D Model 9513" descr="Sphere">
                                  <a:extLst>
                                    <a:ext uri="{FF2B5EF4-FFF2-40B4-BE49-F238E27FC236}">
                                      <a16:creationId xmlns:a16="http://schemas.microsoft.com/office/drawing/2014/main" id="{355B7296-E8BF-4E03-9012-A39DC8F2B6F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943055582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9485" name="Flowchart: Connector 9484">
                            <a:extLst>
                              <a:ext uri="{FF2B5EF4-FFF2-40B4-BE49-F238E27FC236}">
                                <a16:creationId xmlns:a16="http://schemas.microsoft.com/office/drawing/2014/main" id="{F2D69E5B-9EA4-4A34-BADF-084B0028704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486" name="Flowchart: Connector 9485">
                            <a:extLst>
                              <a:ext uri="{FF2B5EF4-FFF2-40B4-BE49-F238E27FC236}">
                                <a16:creationId xmlns:a16="http://schemas.microsoft.com/office/drawing/2014/main" id="{DA235C32-ED76-4076-A1BB-DCA5139A0CA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487" name="Flowchart: Connector 9486">
                            <a:extLst>
                              <a:ext uri="{FF2B5EF4-FFF2-40B4-BE49-F238E27FC236}">
                                <a16:creationId xmlns:a16="http://schemas.microsoft.com/office/drawing/2014/main" id="{B9AC27AC-2DEF-45A2-8A2B-DDC9E83AC29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488" name="Flowchart: Connector 9487">
                            <a:extLst>
                              <a:ext uri="{FF2B5EF4-FFF2-40B4-BE49-F238E27FC236}">
                                <a16:creationId xmlns:a16="http://schemas.microsoft.com/office/drawing/2014/main" id="{8B246660-6BF5-4B75-90CB-3BEA17EA60E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489" name="Flowchart: Connector 9488">
                            <a:extLst>
                              <a:ext uri="{FF2B5EF4-FFF2-40B4-BE49-F238E27FC236}">
                                <a16:creationId xmlns:a16="http://schemas.microsoft.com/office/drawing/2014/main" id="{D80E2EBB-9A6D-467B-8E78-D440C712F42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490" name="Flowchart: Connector 9489">
                            <a:extLst>
                              <a:ext uri="{FF2B5EF4-FFF2-40B4-BE49-F238E27FC236}">
                                <a16:creationId xmlns:a16="http://schemas.microsoft.com/office/drawing/2014/main" id="{7C81ED32-4CFF-4657-A3AA-ACEBF7F1262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491" name="Flowchart: Connector 9490">
                            <a:extLst>
                              <a:ext uri="{FF2B5EF4-FFF2-40B4-BE49-F238E27FC236}">
                                <a16:creationId xmlns:a16="http://schemas.microsoft.com/office/drawing/2014/main" id="{77EE1701-B227-4509-8106-65C0E995B32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492" name="Flowchart: Connector 9491">
                            <a:extLst>
                              <a:ext uri="{FF2B5EF4-FFF2-40B4-BE49-F238E27FC236}">
                                <a16:creationId xmlns:a16="http://schemas.microsoft.com/office/drawing/2014/main" id="{2773E92F-1822-4866-B7D5-23B8D2D65A8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493" name="3D Model 9492" descr="Sphere">
                                <a:extLst>
                                  <a:ext uri="{FF2B5EF4-FFF2-40B4-BE49-F238E27FC236}">
                                    <a16:creationId xmlns:a16="http://schemas.microsoft.com/office/drawing/2014/main" id="{5377B52F-D4B6-4D7D-85B8-E4B162575E8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129240270"/>
                                  </p:ext>
                                </p:extLst>
                              </p:nvPr>
                            </p:nvGraphicFramePr>
                            <p:xfrm>
                              <a:off x="2134543" y="1523034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151" name="3D Model 2150" descr="Sphere">
                                <a:extLst>
                                  <a:ext uri="{FF2B5EF4-FFF2-40B4-BE49-F238E27FC236}">
                                    <a16:creationId xmlns:a16="http://schemas.microsoft.com/office/drawing/2014/main" id="{CD7E91E2-01A9-4E2C-AF8C-F2CB07347B3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07450" y="2211700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494" name="Flowchart: Connector 9493">
                            <a:extLst>
                              <a:ext uri="{FF2B5EF4-FFF2-40B4-BE49-F238E27FC236}">
                                <a16:creationId xmlns:a16="http://schemas.microsoft.com/office/drawing/2014/main" id="{ED5A4120-30CB-4D2D-A37C-C5168980BE1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495" name="3D Model 9494" descr="Sphere">
                                <a:extLst>
                                  <a:ext uri="{FF2B5EF4-FFF2-40B4-BE49-F238E27FC236}">
                                    <a16:creationId xmlns:a16="http://schemas.microsoft.com/office/drawing/2014/main" id="{F956AABA-FB3C-41F1-8076-B72B724169D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541955778"/>
                                  </p:ext>
                                </p:extLst>
                              </p:nvPr>
                            </p:nvGraphicFramePr>
                            <p:xfrm>
                              <a:off x="2371307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153" name="3D Model 2152" descr="Sphere">
                                <a:extLst>
                                  <a:ext uri="{FF2B5EF4-FFF2-40B4-BE49-F238E27FC236}">
                                    <a16:creationId xmlns:a16="http://schemas.microsoft.com/office/drawing/2014/main" id="{9D317D21-F788-4C2D-899D-DAFF242CDD1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48578" y="222238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496" name="Flowchart: Connector 9495">
                            <a:extLst>
                              <a:ext uri="{FF2B5EF4-FFF2-40B4-BE49-F238E27FC236}">
                                <a16:creationId xmlns:a16="http://schemas.microsoft.com/office/drawing/2014/main" id="{1C312F21-2060-49E2-B9F3-9B4B04513A4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4559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497" name="3D Model 9496" descr="Sphere">
                                <a:extLst>
                                  <a:ext uri="{FF2B5EF4-FFF2-40B4-BE49-F238E27FC236}">
                                    <a16:creationId xmlns:a16="http://schemas.microsoft.com/office/drawing/2014/main" id="{48E119CC-C10B-451A-A8FD-B935020E05E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16232012"/>
                                  </p:ext>
                                </p:extLst>
                              </p:nvPr>
                            </p:nvGraphicFramePr>
                            <p:xfrm>
                              <a:off x="2609177" y="164155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155" name="3D Model 2154" descr="Sphere">
                                <a:extLst>
                                  <a:ext uri="{FF2B5EF4-FFF2-40B4-BE49-F238E27FC236}">
                                    <a16:creationId xmlns:a16="http://schemas.microsoft.com/office/drawing/2014/main" id="{5529AA52-A46B-47B4-AAC2-246AF1B78AC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89897" y="223402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498" name="Flowchart: Connector 9497">
                            <a:extLst>
                              <a:ext uri="{FF2B5EF4-FFF2-40B4-BE49-F238E27FC236}">
                                <a16:creationId xmlns:a16="http://schemas.microsoft.com/office/drawing/2014/main" id="{9D9FA285-58F6-4DC3-A030-935078F79D5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499" name="3D Model 9498" descr="Sphere">
                                <a:extLst>
                                  <a:ext uri="{FF2B5EF4-FFF2-40B4-BE49-F238E27FC236}">
                                    <a16:creationId xmlns:a16="http://schemas.microsoft.com/office/drawing/2014/main" id="{D07E636C-66B9-45B6-9762-E5136BF9095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829139072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6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6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157" name="3D Model 2156" descr="Sphere">
                                <a:extLst>
                                  <a:ext uri="{FF2B5EF4-FFF2-40B4-BE49-F238E27FC236}">
                                    <a16:creationId xmlns:a16="http://schemas.microsoft.com/office/drawing/2014/main" id="{11EA1A91-8B75-48A3-B089-8191363D0BF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136523" y="2250416"/>
                                <a:ext cx="51046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9260" name="Group 9259">
                        <a:extLst>
                          <a:ext uri="{FF2B5EF4-FFF2-40B4-BE49-F238E27FC236}">
                            <a16:creationId xmlns:a16="http://schemas.microsoft.com/office/drawing/2014/main" id="{1DB79C5F-E85B-4EC6-B461-1CB196CD3F5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3325" y="2268938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9477" name="Flowchart: Connector 9476">
                          <a:extLst>
                            <a:ext uri="{FF2B5EF4-FFF2-40B4-BE49-F238E27FC236}">
                              <a16:creationId xmlns:a16="http://schemas.microsoft.com/office/drawing/2014/main" id="{BB65C828-CB81-491C-AAE0-13BF5AFB0D7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478" name="Flowchart: Connector 9477">
                          <a:extLst>
                            <a:ext uri="{FF2B5EF4-FFF2-40B4-BE49-F238E27FC236}">
                              <a16:creationId xmlns:a16="http://schemas.microsoft.com/office/drawing/2014/main" id="{8C65CF92-56AD-4753-A64F-1CE6952788B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479" name="Flowchart: Connector 9478">
                          <a:extLst>
                            <a:ext uri="{FF2B5EF4-FFF2-40B4-BE49-F238E27FC236}">
                              <a16:creationId xmlns:a16="http://schemas.microsoft.com/office/drawing/2014/main" id="{F29C292B-DE48-42ED-90F4-FFAE829F609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9261" name="Flowchart: Connector 9260">
                        <a:extLst>
                          <a:ext uri="{FF2B5EF4-FFF2-40B4-BE49-F238E27FC236}">
                            <a16:creationId xmlns:a16="http://schemas.microsoft.com/office/drawing/2014/main" id="{0A61474D-3D93-431F-8C30-543B3BEF297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37026" y="201261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262" name="Flowchart: Connector 9261">
                        <a:extLst>
                          <a:ext uri="{FF2B5EF4-FFF2-40B4-BE49-F238E27FC236}">
                            <a16:creationId xmlns:a16="http://schemas.microsoft.com/office/drawing/2014/main" id="{6C1D6416-4C1B-4E85-9C3E-74243B63696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588002" y="208727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9263" name="Group 9262">
                        <a:extLst>
                          <a:ext uri="{FF2B5EF4-FFF2-40B4-BE49-F238E27FC236}">
                            <a16:creationId xmlns:a16="http://schemas.microsoft.com/office/drawing/2014/main" id="{43ADCCD9-78D6-47DF-9C90-25CAF51EAA89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228750">
                        <a:off x="1171220" y="1918660"/>
                        <a:ext cx="698062" cy="387533"/>
                        <a:chOff x="854933" y="2290871"/>
                        <a:chExt cx="698062" cy="387533"/>
                      </a:xfrm>
                    </p:grpSpPr>
                    <p:sp>
                      <p:nvSpPr>
                        <p:cNvPr id="9474" name="Flowchart: Connector 9473">
                          <a:extLst>
                            <a:ext uri="{FF2B5EF4-FFF2-40B4-BE49-F238E27FC236}">
                              <a16:creationId xmlns:a16="http://schemas.microsoft.com/office/drawing/2014/main" id="{9B2180F4-D0F9-4972-84DC-D7D0C5C71CB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3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475" name="Flowchart: Connector 9474">
                          <a:extLst>
                            <a:ext uri="{FF2B5EF4-FFF2-40B4-BE49-F238E27FC236}">
                              <a16:creationId xmlns:a16="http://schemas.microsoft.com/office/drawing/2014/main" id="{3CDC39B6-2929-4FF6-9914-6F592EEB27B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5206" y="2377897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476" name="Flowchart: Connector 9475">
                          <a:extLst>
                            <a:ext uri="{FF2B5EF4-FFF2-40B4-BE49-F238E27FC236}">
                              <a16:creationId xmlns:a16="http://schemas.microsoft.com/office/drawing/2014/main" id="{34C399B8-C127-43D4-86EE-3A65C263C84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41136" y="2462404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9264" name="Group 9263">
                        <a:extLst>
                          <a:ext uri="{FF2B5EF4-FFF2-40B4-BE49-F238E27FC236}">
                            <a16:creationId xmlns:a16="http://schemas.microsoft.com/office/drawing/2014/main" id="{7A0AC2E7-9ADA-42F7-B7DA-77E498D1B64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49741" y="1890320"/>
                        <a:ext cx="1098636" cy="1497980"/>
                        <a:chOff x="2089993" y="1501770"/>
                        <a:chExt cx="1098636" cy="1497980"/>
                      </a:xfrm>
                    </p:grpSpPr>
                    <p:grpSp>
                      <p:nvGrpSpPr>
                        <p:cNvPr id="9409" name="Group 9408">
                          <a:extLst>
                            <a:ext uri="{FF2B5EF4-FFF2-40B4-BE49-F238E27FC236}">
                              <a16:creationId xmlns:a16="http://schemas.microsoft.com/office/drawing/2014/main" id="{94E6B0AB-A48E-491A-9BB2-A88E8212B81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34990"/>
                          <a:ext cx="101484" cy="1051941"/>
                          <a:chOff x="1800622" y="2329236"/>
                          <a:chExt cx="101484" cy="1051941"/>
                        </a:xfrm>
                      </p:grpSpPr>
                      <p:sp>
                        <p:nvSpPr>
                          <p:cNvPr id="9470" name="Flowchart: Connector 9469">
                            <a:extLst>
                              <a:ext uri="{FF2B5EF4-FFF2-40B4-BE49-F238E27FC236}">
                                <a16:creationId xmlns:a16="http://schemas.microsoft.com/office/drawing/2014/main" id="{E49BD246-78AA-4AC5-9BB5-815478C1C16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471" name="Flowchart: Connector 9470">
                            <a:extLst>
                              <a:ext uri="{FF2B5EF4-FFF2-40B4-BE49-F238E27FC236}">
                                <a16:creationId xmlns:a16="http://schemas.microsoft.com/office/drawing/2014/main" id="{B569F780-6E14-4CC5-A198-69F9A522A52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472" name="Flowchart: Connector 9471">
                            <a:extLst>
                              <a:ext uri="{FF2B5EF4-FFF2-40B4-BE49-F238E27FC236}">
                                <a16:creationId xmlns:a16="http://schemas.microsoft.com/office/drawing/2014/main" id="{4EDB9D10-AAD4-4AE6-A511-7D04EE3F9EE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473" name="Flowchart: Connector 9472">
                            <a:extLst>
                              <a:ext uri="{FF2B5EF4-FFF2-40B4-BE49-F238E27FC236}">
                                <a16:creationId xmlns:a16="http://schemas.microsoft.com/office/drawing/2014/main" id="{F16DB935-87CB-4762-AF80-ECDD4003B02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2923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9410" name="Group 9409">
                          <a:extLst>
                            <a:ext uri="{FF2B5EF4-FFF2-40B4-BE49-F238E27FC236}">
                              <a16:creationId xmlns:a16="http://schemas.microsoft.com/office/drawing/2014/main" id="{BC8E978E-6DDC-4919-835D-E45E9D45DB5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01770"/>
                          <a:ext cx="1074397" cy="1497980"/>
                          <a:chOff x="2114232" y="1501770"/>
                          <a:chExt cx="1074397" cy="1497980"/>
                        </a:xfrm>
                      </p:grpSpPr>
                      <p:grpSp>
                        <p:nvGrpSpPr>
                          <p:cNvPr id="9411" name="Group 9410">
                            <a:extLst>
                              <a:ext uri="{FF2B5EF4-FFF2-40B4-BE49-F238E27FC236}">
                                <a16:creationId xmlns:a16="http://schemas.microsoft.com/office/drawing/2014/main" id="{B78B785B-2D04-4D18-B69B-27035C6E699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9462" name="Flowchart: Connector 9461">
                              <a:extLst>
                                <a:ext uri="{FF2B5EF4-FFF2-40B4-BE49-F238E27FC236}">
                                  <a16:creationId xmlns:a16="http://schemas.microsoft.com/office/drawing/2014/main" id="{A5E33459-33FD-4D8C-B1AB-D936D355AD9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463" name="3D Model 9462" descr="Sphere">
                                  <a:extLst>
                                    <a:ext uri="{FF2B5EF4-FFF2-40B4-BE49-F238E27FC236}">
                                      <a16:creationId xmlns:a16="http://schemas.microsoft.com/office/drawing/2014/main" id="{0223DCDF-B361-419F-9A96-5951BCD37DD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186241003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464" name="Flowchart: Connector 9463">
                              <a:extLst>
                                <a:ext uri="{FF2B5EF4-FFF2-40B4-BE49-F238E27FC236}">
                                  <a16:creationId xmlns:a16="http://schemas.microsoft.com/office/drawing/2014/main" id="{4F169DDA-02E7-44CE-BD60-D85072A935B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465" name="3D Model 9464" descr="Sphere">
                                  <a:extLst>
                                    <a:ext uri="{FF2B5EF4-FFF2-40B4-BE49-F238E27FC236}">
                                      <a16:creationId xmlns:a16="http://schemas.microsoft.com/office/drawing/2014/main" id="{1F0009BE-FA3C-4386-BCC2-4B0AE3F68DD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675704417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466" name="Flowchart: Connector 9465">
                              <a:extLst>
                                <a:ext uri="{FF2B5EF4-FFF2-40B4-BE49-F238E27FC236}">
                                  <a16:creationId xmlns:a16="http://schemas.microsoft.com/office/drawing/2014/main" id="{158C5186-6726-467C-BB6E-B1AA0C2E3BC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467" name="3D Model 9466" descr="Sphere">
                                  <a:extLst>
                                    <a:ext uri="{FF2B5EF4-FFF2-40B4-BE49-F238E27FC236}">
                                      <a16:creationId xmlns:a16="http://schemas.microsoft.com/office/drawing/2014/main" id="{DFC4AD63-9A27-405C-A5E8-77532D23995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367074068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468" name="Flowchart: Connector 9467">
                              <a:extLst>
                                <a:ext uri="{FF2B5EF4-FFF2-40B4-BE49-F238E27FC236}">
                                  <a16:creationId xmlns:a16="http://schemas.microsoft.com/office/drawing/2014/main" id="{497E86FE-F457-40F4-BC68-D2C03D40D2D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469" name="3D Model 9468" descr="Sphere">
                                  <a:extLst>
                                    <a:ext uri="{FF2B5EF4-FFF2-40B4-BE49-F238E27FC236}">
                                      <a16:creationId xmlns:a16="http://schemas.microsoft.com/office/drawing/2014/main" id="{6B553D64-1DDC-45F0-8CC3-13EBD3597DD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156165636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9412" name="Group 9411">
                            <a:extLst>
                              <a:ext uri="{FF2B5EF4-FFF2-40B4-BE49-F238E27FC236}">
                                <a16:creationId xmlns:a16="http://schemas.microsoft.com/office/drawing/2014/main" id="{CE1AF279-A72E-4565-A380-CE3DD7F327D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9446" name="Flowchart: Connector 9445">
                              <a:extLst>
                                <a:ext uri="{FF2B5EF4-FFF2-40B4-BE49-F238E27FC236}">
                                  <a16:creationId xmlns:a16="http://schemas.microsoft.com/office/drawing/2014/main" id="{6FEC848A-BE9B-4A00-882A-D627C51603D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447" name="Flowchart: Connector 9446">
                              <a:extLst>
                                <a:ext uri="{FF2B5EF4-FFF2-40B4-BE49-F238E27FC236}">
                                  <a16:creationId xmlns:a16="http://schemas.microsoft.com/office/drawing/2014/main" id="{E340370B-A006-49A1-A8EF-E853C59F30B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448" name="Flowchart: Connector 9447">
                              <a:extLst>
                                <a:ext uri="{FF2B5EF4-FFF2-40B4-BE49-F238E27FC236}">
                                  <a16:creationId xmlns:a16="http://schemas.microsoft.com/office/drawing/2014/main" id="{78537219-BC4C-4AC5-8DD5-A7260FE9E26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449" name="Flowchart: Connector 9448">
                              <a:extLst>
                                <a:ext uri="{FF2B5EF4-FFF2-40B4-BE49-F238E27FC236}">
                                  <a16:creationId xmlns:a16="http://schemas.microsoft.com/office/drawing/2014/main" id="{6E36C2B4-6420-4FA0-A9C9-0B808B0E2F15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450" name="Flowchart: Connector 9449">
                              <a:extLst>
                                <a:ext uri="{FF2B5EF4-FFF2-40B4-BE49-F238E27FC236}">
                                  <a16:creationId xmlns:a16="http://schemas.microsoft.com/office/drawing/2014/main" id="{C737E593-907E-43B8-8ACE-9344CCB26C1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451" name="Flowchart: Connector 9450">
                              <a:extLst>
                                <a:ext uri="{FF2B5EF4-FFF2-40B4-BE49-F238E27FC236}">
                                  <a16:creationId xmlns:a16="http://schemas.microsoft.com/office/drawing/2014/main" id="{54C27219-30DB-444D-BC8D-72FA74C7252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452" name="Flowchart: Connector 9451">
                              <a:extLst>
                                <a:ext uri="{FF2B5EF4-FFF2-40B4-BE49-F238E27FC236}">
                                  <a16:creationId xmlns:a16="http://schemas.microsoft.com/office/drawing/2014/main" id="{24B5AAE9-B0F8-4B1F-9CCA-3D8123D948B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453" name="Flowchart: Connector 9452">
                              <a:extLst>
                                <a:ext uri="{FF2B5EF4-FFF2-40B4-BE49-F238E27FC236}">
                                  <a16:creationId xmlns:a16="http://schemas.microsoft.com/office/drawing/2014/main" id="{47BA371F-18DA-4B6B-A140-BCED4A7A86F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454" name="Flowchart: Connector 9453">
                              <a:extLst>
                                <a:ext uri="{FF2B5EF4-FFF2-40B4-BE49-F238E27FC236}">
                                  <a16:creationId xmlns:a16="http://schemas.microsoft.com/office/drawing/2014/main" id="{551AC9CA-3A74-4B8A-8DA3-CF910F4F0D5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455" name="3D Model 9454" descr="Sphere">
                                  <a:extLst>
                                    <a:ext uri="{FF2B5EF4-FFF2-40B4-BE49-F238E27FC236}">
                                      <a16:creationId xmlns:a16="http://schemas.microsoft.com/office/drawing/2014/main" id="{3AFDC0CF-4090-4AFE-9A0D-7078FE38D89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4015872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456" name="Flowchart: Connector 9455">
                              <a:extLst>
                                <a:ext uri="{FF2B5EF4-FFF2-40B4-BE49-F238E27FC236}">
                                  <a16:creationId xmlns:a16="http://schemas.microsoft.com/office/drawing/2014/main" id="{50F0E288-5DEC-456A-9C58-DF1E4A46BF3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457" name="3D Model 9456" descr="Sphere">
                                  <a:extLst>
                                    <a:ext uri="{FF2B5EF4-FFF2-40B4-BE49-F238E27FC236}">
                                      <a16:creationId xmlns:a16="http://schemas.microsoft.com/office/drawing/2014/main" id="{C40C4461-ED4E-4296-BF4A-8D806EEA308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25887676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458" name="Flowchart: Connector 9457">
                              <a:extLst>
                                <a:ext uri="{FF2B5EF4-FFF2-40B4-BE49-F238E27FC236}">
                                  <a16:creationId xmlns:a16="http://schemas.microsoft.com/office/drawing/2014/main" id="{5590527D-86ED-489D-AF2A-73B2397FD4C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459" name="3D Model 9458" descr="Sphere">
                                  <a:extLst>
                                    <a:ext uri="{FF2B5EF4-FFF2-40B4-BE49-F238E27FC236}">
                                      <a16:creationId xmlns:a16="http://schemas.microsoft.com/office/drawing/2014/main" id="{43943D01-FCF6-4EDD-81EA-BC0EE893885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437747110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460" name="Flowchart: Connector 9459">
                              <a:extLst>
                                <a:ext uri="{FF2B5EF4-FFF2-40B4-BE49-F238E27FC236}">
                                  <a16:creationId xmlns:a16="http://schemas.microsoft.com/office/drawing/2014/main" id="{CF8204FD-69FF-40CD-9418-78D2BFB09FA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461" name="3D Model 9460" descr="Sphere">
                                  <a:extLst>
                                    <a:ext uri="{FF2B5EF4-FFF2-40B4-BE49-F238E27FC236}">
                                      <a16:creationId xmlns:a16="http://schemas.microsoft.com/office/drawing/2014/main" id="{2F7D2E6B-481C-4CB8-8546-9F2A25BE978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58137276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9413" name="Group 9412">
                            <a:extLst>
                              <a:ext uri="{FF2B5EF4-FFF2-40B4-BE49-F238E27FC236}">
                                <a16:creationId xmlns:a16="http://schemas.microsoft.com/office/drawing/2014/main" id="{61167B87-A761-421B-AE6A-958299401E4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9430" name="Flowchart: Connector 9429">
                              <a:extLst>
                                <a:ext uri="{FF2B5EF4-FFF2-40B4-BE49-F238E27FC236}">
                                  <a16:creationId xmlns:a16="http://schemas.microsoft.com/office/drawing/2014/main" id="{5E58237D-B06F-4F43-920F-9129B14B42C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431" name="Flowchart: Connector 9430">
                              <a:extLst>
                                <a:ext uri="{FF2B5EF4-FFF2-40B4-BE49-F238E27FC236}">
                                  <a16:creationId xmlns:a16="http://schemas.microsoft.com/office/drawing/2014/main" id="{E9EF0805-1BDF-4DCA-9B3C-508E6082C44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432" name="Flowchart: Connector 9431">
                              <a:extLst>
                                <a:ext uri="{FF2B5EF4-FFF2-40B4-BE49-F238E27FC236}">
                                  <a16:creationId xmlns:a16="http://schemas.microsoft.com/office/drawing/2014/main" id="{22533614-EE36-47C3-A4C7-794AECF7235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433" name="Flowchart: Connector 9432">
                              <a:extLst>
                                <a:ext uri="{FF2B5EF4-FFF2-40B4-BE49-F238E27FC236}">
                                  <a16:creationId xmlns:a16="http://schemas.microsoft.com/office/drawing/2014/main" id="{CAF3A16B-B87A-47A3-9342-8803E35FF16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434" name="Flowchart: Connector 9433">
                              <a:extLst>
                                <a:ext uri="{FF2B5EF4-FFF2-40B4-BE49-F238E27FC236}">
                                  <a16:creationId xmlns:a16="http://schemas.microsoft.com/office/drawing/2014/main" id="{3687E82C-86A9-47EC-892D-B5EBFBE3A61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435" name="Flowchart: Connector 9434">
                              <a:extLst>
                                <a:ext uri="{FF2B5EF4-FFF2-40B4-BE49-F238E27FC236}">
                                  <a16:creationId xmlns:a16="http://schemas.microsoft.com/office/drawing/2014/main" id="{6735B416-C9EB-43DD-9EA0-2936F55651A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436" name="Flowchart: Connector 9435">
                              <a:extLst>
                                <a:ext uri="{FF2B5EF4-FFF2-40B4-BE49-F238E27FC236}">
                                  <a16:creationId xmlns:a16="http://schemas.microsoft.com/office/drawing/2014/main" id="{E454F3FF-DE46-4236-A348-DD6DA73EC64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437" name="Flowchart: Connector 9436">
                              <a:extLst>
                                <a:ext uri="{FF2B5EF4-FFF2-40B4-BE49-F238E27FC236}">
                                  <a16:creationId xmlns:a16="http://schemas.microsoft.com/office/drawing/2014/main" id="{5600EBC0-76D2-465B-909E-2E009BD2D86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438" name="Flowchart: Connector 9437">
                              <a:extLst>
                                <a:ext uri="{FF2B5EF4-FFF2-40B4-BE49-F238E27FC236}">
                                  <a16:creationId xmlns:a16="http://schemas.microsoft.com/office/drawing/2014/main" id="{23CB9558-9FD5-4125-9C1F-B00952160AD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439" name="3D Model 9438" descr="Sphere">
                                  <a:extLst>
                                    <a:ext uri="{FF2B5EF4-FFF2-40B4-BE49-F238E27FC236}">
                                      <a16:creationId xmlns:a16="http://schemas.microsoft.com/office/drawing/2014/main" id="{F463DC6E-DFFA-484A-BDC9-358AEE587E5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130181635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440" name="Flowchart: Connector 9439">
                              <a:extLst>
                                <a:ext uri="{FF2B5EF4-FFF2-40B4-BE49-F238E27FC236}">
                                  <a16:creationId xmlns:a16="http://schemas.microsoft.com/office/drawing/2014/main" id="{115E451F-868C-40BE-8E22-0856E3EA762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441" name="3D Model 9440" descr="Sphere">
                                  <a:extLst>
                                    <a:ext uri="{FF2B5EF4-FFF2-40B4-BE49-F238E27FC236}">
                                      <a16:creationId xmlns:a16="http://schemas.microsoft.com/office/drawing/2014/main" id="{8E450E82-8FC2-40D2-9415-F88B4D92C00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386380494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442" name="Flowchart: Connector 9441">
                              <a:extLst>
                                <a:ext uri="{FF2B5EF4-FFF2-40B4-BE49-F238E27FC236}">
                                  <a16:creationId xmlns:a16="http://schemas.microsoft.com/office/drawing/2014/main" id="{E0127CA4-5DB6-491E-BC03-A6D83935BF5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443" name="3D Model 9442" descr="Sphere">
                                  <a:extLst>
                                    <a:ext uri="{FF2B5EF4-FFF2-40B4-BE49-F238E27FC236}">
                                      <a16:creationId xmlns:a16="http://schemas.microsoft.com/office/drawing/2014/main" id="{228E9BC7-B118-43BF-857D-060AB534A0B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140001910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444" name="Flowchart: Connector 9443">
                              <a:extLst>
                                <a:ext uri="{FF2B5EF4-FFF2-40B4-BE49-F238E27FC236}">
                                  <a16:creationId xmlns:a16="http://schemas.microsoft.com/office/drawing/2014/main" id="{B54B9182-2506-400A-A14C-BE47E273C9E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445" name="3D Model 9444" descr="Sphere">
                                  <a:extLst>
                                    <a:ext uri="{FF2B5EF4-FFF2-40B4-BE49-F238E27FC236}">
                                      <a16:creationId xmlns:a16="http://schemas.microsoft.com/office/drawing/2014/main" id="{E121197B-C8F8-4881-9048-54E11CB5C28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790608287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9414" name="Flowchart: Connector 9413">
                            <a:extLst>
                              <a:ext uri="{FF2B5EF4-FFF2-40B4-BE49-F238E27FC236}">
                                <a16:creationId xmlns:a16="http://schemas.microsoft.com/office/drawing/2014/main" id="{4B8B8284-B846-4BBA-8F67-BAE5E99953A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415" name="Flowchart: Connector 9414">
                            <a:extLst>
                              <a:ext uri="{FF2B5EF4-FFF2-40B4-BE49-F238E27FC236}">
                                <a16:creationId xmlns:a16="http://schemas.microsoft.com/office/drawing/2014/main" id="{5E23398C-02EE-4852-AE01-5C23B45E4CE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416" name="Flowchart: Connector 9415">
                            <a:extLst>
                              <a:ext uri="{FF2B5EF4-FFF2-40B4-BE49-F238E27FC236}">
                                <a16:creationId xmlns:a16="http://schemas.microsoft.com/office/drawing/2014/main" id="{55CF181E-2295-442C-BC9C-2B6D5C900A4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417" name="Flowchart: Connector 9416">
                            <a:extLst>
                              <a:ext uri="{FF2B5EF4-FFF2-40B4-BE49-F238E27FC236}">
                                <a16:creationId xmlns:a16="http://schemas.microsoft.com/office/drawing/2014/main" id="{AC03F4FB-2D40-4300-89FF-CC68132EFAB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418" name="Flowchart: Connector 9417">
                            <a:extLst>
                              <a:ext uri="{FF2B5EF4-FFF2-40B4-BE49-F238E27FC236}">
                                <a16:creationId xmlns:a16="http://schemas.microsoft.com/office/drawing/2014/main" id="{0C80B320-30EE-4B00-9360-159E49151FB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419" name="Flowchart: Connector 9418">
                            <a:extLst>
                              <a:ext uri="{FF2B5EF4-FFF2-40B4-BE49-F238E27FC236}">
                                <a16:creationId xmlns:a16="http://schemas.microsoft.com/office/drawing/2014/main" id="{136C075E-5D84-4920-8AF9-FDC9D67C6FC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420" name="Flowchart: Connector 9419">
                            <a:extLst>
                              <a:ext uri="{FF2B5EF4-FFF2-40B4-BE49-F238E27FC236}">
                                <a16:creationId xmlns:a16="http://schemas.microsoft.com/office/drawing/2014/main" id="{5BE6B5BB-681E-401E-846F-41595AF93F8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421" name="Flowchart: Connector 9420">
                            <a:extLst>
                              <a:ext uri="{FF2B5EF4-FFF2-40B4-BE49-F238E27FC236}">
                                <a16:creationId xmlns:a16="http://schemas.microsoft.com/office/drawing/2014/main" id="{F1D2E036-FC64-48F3-942F-1419D19A5C1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422" name="Flowchart: Connector 9421">
                            <a:extLst>
                              <a:ext uri="{FF2B5EF4-FFF2-40B4-BE49-F238E27FC236}">
                                <a16:creationId xmlns:a16="http://schemas.microsoft.com/office/drawing/2014/main" id="{679456C9-AFFC-4E13-B811-2F2B31E4792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423" name="3D Model 9422" descr="Sphere">
                                <a:extLst>
                                  <a:ext uri="{FF2B5EF4-FFF2-40B4-BE49-F238E27FC236}">
                                    <a16:creationId xmlns:a16="http://schemas.microsoft.com/office/drawing/2014/main" id="{EF2E71D9-1443-41E1-BEE7-019653DE5D5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056880447"/>
                                  </p:ext>
                                </p:extLst>
                              </p:nvPr>
                            </p:nvGraphicFramePr>
                            <p:xfrm>
                              <a:off x="2123911" y="1501770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81" name="3D Model 2080" descr="Sphere">
                                <a:extLst>
                                  <a:ext uri="{FF2B5EF4-FFF2-40B4-BE49-F238E27FC236}">
                                    <a16:creationId xmlns:a16="http://schemas.microsoft.com/office/drawing/2014/main" id="{BBAAC3A5-BED9-484D-8304-B5CF970DFBB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967417" y="2231580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424" name="Flowchart: Connector 9423">
                            <a:extLst>
                              <a:ext uri="{FF2B5EF4-FFF2-40B4-BE49-F238E27FC236}">
                                <a16:creationId xmlns:a16="http://schemas.microsoft.com/office/drawing/2014/main" id="{88202878-62CD-4A17-892C-C5A46C1848B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425" name="3D Model 9424" descr="Sphere">
                                <a:extLst>
                                  <a:ext uri="{FF2B5EF4-FFF2-40B4-BE49-F238E27FC236}">
                                    <a16:creationId xmlns:a16="http://schemas.microsoft.com/office/drawing/2014/main" id="{FB2B352E-AD00-4F39-8D34-C6BD2C63CC1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34952678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83" name="3D Model 2082" descr="Sphere">
                                <a:extLst>
                                  <a:ext uri="{FF2B5EF4-FFF2-40B4-BE49-F238E27FC236}">
                                    <a16:creationId xmlns:a16="http://schemas.microsoft.com/office/drawing/2014/main" id="{7F26FC5C-FF6C-4333-97E0-272A413FF94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09241" y="2246268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426" name="Flowchart: Connector 9425">
                            <a:extLst>
                              <a:ext uri="{FF2B5EF4-FFF2-40B4-BE49-F238E27FC236}">
                                <a16:creationId xmlns:a16="http://schemas.microsoft.com/office/drawing/2014/main" id="{396521A9-07A1-4DAB-9CA7-F454EAC1FE4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93292" y="171776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427" name="3D Model 9426" descr="Sphere">
                                <a:extLst>
                                  <a:ext uri="{FF2B5EF4-FFF2-40B4-BE49-F238E27FC236}">
                                    <a16:creationId xmlns:a16="http://schemas.microsoft.com/office/drawing/2014/main" id="{D6C4E174-0CD5-40CC-B31B-FDF4EE80CC7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007833690"/>
                                  </p:ext>
                                </p:extLst>
                              </p:nvPr>
                            </p:nvGraphicFramePr>
                            <p:xfrm>
                              <a:off x="2622429" y="163823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85" name="3D Model 2084" descr="Sphere">
                                <a:extLst>
                                  <a:ext uri="{FF2B5EF4-FFF2-40B4-BE49-F238E27FC236}">
                                    <a16:creationId xmlns:a16="http://schemas.microsoft.com/office/drawing/2014/main" id="{9E0852C6-70C9-4F0E-8452-5D6F744047C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54013" y="225728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428" name="Flowchart: Connector 9427">
                            <a:extLst>
                              <a:ext uri="{FF2B5EF4-FFF2-40B4-BE49-F238E27FC236}">
                                <a16:creationId xmlns:a16="http://schemas.microsoft.com/office/drawing/2014/main" id="{1DF27F48-D553-40B9-998D-EC6BCD539E3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429" name="3D Model 9428" descr="Sphere">
                                <a:extLst>
                                  <a:ext uri="{FF2B5EF4-FFF2-40B4-BE49-F238E27FC236}">
                                    <a16:creationId xmlns:a16="http://schemas.microsoft.com/office/drawing/2014/main" id="{14915CCB-3F05-4C68-8116-1F4BB12FAEB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557881618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87" name="3D Model 2086" descr="Sphere">
                                <a:extLst>
                                  <a:ext uri="{FF2B5EF4-FFF2-40B4-BE49-F238E27FC236}">
                                    <a16:creationId xmlns:a16="http://schemas.microsoft.com/office/drawing/2014/main" id="{2AC3B5A0-E1C4-4789-8D7D-123C72E426F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98337" y="2274301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9265" name="Group 9264">
                        <a:extLst>
                          <a:ext uri="{FF2B5EF4-FFF2-40B4-BE49-F238E27FC236}">
                            <a16:creationId xmlns:a16="http://schemas.microsoft.com/office/drawing/2014/main" id="{7A5682E1-0324-492E-92AC-786F715B318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547436" y="2361226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9406" name="Flowchart: Connector 9405">
                          <a:extLst>
                            <a:ext uri="{FF2B5EF4-FFF2-40B4-BE49-F238E27FC236}">
                              <a16:creationId xmlns:a16="http://schemas.microsoft.com/office/drawing/2014/main" id="{B812A0DE-3063-48F8-99E8-B8D22166B29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407" name="Flowchart: Connector 9406">
                          <a:extLst>
                            <a:ext uri="{FF2B5EF4-FFF2-40B4-BE49-F238E27FC236}">
                              <a16:creationId xmlns:a16="http://schemas.microsoft.com/office/drawing/2014/main" id="{3F998FBD-5929-4887-8A8A-7D947648350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408" name="Flowchart: Connector 9407">
                          <a:extLst>
                            <a:ext uri="{FF2B5EF4-FFF2-40B4-BE49-F238E27FC236}">
                              <a16:creationId xmlns:a16="http://schemas.microsoft.com/office/drawing/2014/main" id="{C6C611FD-F5E1-44F7-873E-37B73CCB87C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9266" name="Flowchart: Connector 9265">
                        <a:extLst>
                          <a:ext uri="{FF2B5EF4-FFF2-40B4-BE49-F238E27FC236}">
                            <a16:creationId xmlns:a16="http://schemas.microsoft.com/office/drawing/2014/main" id="{7E9D0EBC-2C45-4666-9C8B-E85A856BAAB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19794" y="212254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267" name="Flowchart: Connector 9266">
                        <a:extLst>
                          <a:ext uri="{FF2B5EF4-FFF2-40B4-BE49-F238E27FC236}">
                            <a16:creationId xmlns:a16="http://schemas.microsoft.com/office/drawing/2014/main" id="{3A236703-F345-40C0-B41C-D9850240283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74020" y="218539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9268" name="Group 9267">
                        <a:extLst>
                          <a:ext uri="{FF2B5EF4-FFF2-40B4-BE49-F238E27FC236}">
                            <a16:creationId xmlns:a16="http://schemas.microsoft.com/office/drawing/2014/main" id="{5847BC74-626C-458F-90A8-E64C9475803E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18957">
                        <a:off x="941432" y="2025443"/>
                        <a:ext cx="710250" cy="369080"/>
                        <a:chOff x="854932" y="2290871"/>
                        <a:chExt cx="710250" cy="369080"/>
                      </a:xfrm>
                    </p:grpSpPr>
                    <p:sp>
                      <p:nvSpPr>
                        <p:cNvPr id="9403" name="Flowchart: Connector 9402">
                          <a:extLst>
                            <a:ext uri="{FF2B5EF4-FFF2-40B4-BE49-F238E27FC236}">
                              <a16:creationId xmlns:a16="http://schemas.microsoft.com/office/drawing/2014/main" id="{7299E0A9-D1BF-4237-A417-BB9881023E0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2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404" name="Flowchart: Connector 9403">
                          <a:extLst>
                            <a:ext uri="{FF2B5EF4-FFF2-40B4-BE49-F238E27FC236}">
                              <a16:creationId xmlns:a16="http://schemas.microsoft.com/office/drawing/2014/main" id="{E2A9B682-E68E-486F-97DA-C6D566360AC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1897" y="2377722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405" name="Flowchart: Connector 9404">
                          <a:extLst>
                            <a:ext uri="{FF2B5EF4-FFF2-40B4-BE49-F238E27FC236}">
                              <a16:creationId xmlns:a16="http://schemas.microsoft.com/office/drawing/2014/main" id="{78FEFF48-A1CC-431C-93A1-8E5AF1BEDA8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53323" y="244395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9269" name="Group 9268">
                        <a:extLst>
                          <a:ext uri="{FF2B5EF4-FFF2-40B4-BE49-F238E27FC236}">
                            <a16:creationId xmlns:a16="http://schemas.microsoft.com/office/drawing/2014/main" id="{5742D6EF-AB18-41D4-B8A5-DAFAFADEFAE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21287" y="1995259"/>
                        <a:ext cx="1102917" cy="1484052"/>
                        <a:chOff x="2085712" y="1515698"/>
                        <a:chExt cx="1102917" cy="1484052"/>
                      </a:xfrm>
                    </p:grpSpPr>
                    <p:grpSp>
                      <p:nvGrpSpPr>
                        <p:cNvPr id="9338" name="Group 9337">
                          <a:extLst>
                            <a:ext uri="{FF2B5EF4-FFF2-40B4-BE49-F238E27FC236}">
                              <a16:creationId xmlns:a16="http://schemas.microsoft.com/office/drawing/2014/main" id="{CF5C0B0C-A628-4061-87DB-A94A2EC06E5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5712" y="1648950"/>
                          <a:ext cx="105765" cy="1037981"/>
                          <a:chOff x="1796341" y="2343196"/>
                          <a:chExt cx="105765" cy="1037981"/>
                        </a:xfrm>
                      </p:grpSpPr>
                      <p:sp>
                        <p:nvSpPr>
                          <p:cNvPr id="9399" name="Flowchart: Connector 9398">
                            <a:extLst>
                              <a:ext uri="{FF2B5EF4-FFF2-40B4-BE49-F238E27FC236}">
                                <a16:creationId xmlns:a16="http://schemas.microsoft.com/office/drawing/2014/main" id="{7A9B8C07-3126-4A67-818E-B63D701FD2D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400" name="Flowchart: Connector 9399">
                            <a:extLst>
                              <a:ext uri="{FF2B5EF4-FFF2-40B4-BE49-F238E27FC236}">
                                <a16:creationId xmlns:a16="http://schemas.microsoft.com/office/drawing/2014/main" id="{937CAF9F-18F9-4123-8AE4-976F6FFE368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401" name="Flowchart: Connector 9400">
                            <a:extLst>
                              <a:ext uri="{FF2B5EF4-FFF2-40B4-BE49-F238E27FC236}">
                                <a16:creationId xmlns:a16="http://schemas.microsoft.com/office/drawing/2014/main" id="{932544DD-7586-4D4F-8150-378372B482B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402" name="Flowchart: Connector 9401">
                            <a:extLst>
                              <a:ext uri="{FF2B5EF4-FFF2-40B4-BE49-F238E27FC236}">
                                <a16:creationId xmlns:a16="http://schemas.microsoft.com/office/drawing/2014/main" id="{A694D579-BFBF-489D-9E27-BBF1EA22F53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796341" y="2343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9339" name="Group 9338">
                          <a:extLst>
                            <a:ext uri="{FF2B5EF4-FFF2-40B4-BE49-F238E27FC236}">
                              <a16:creationId xmlns:a16="http://schemas.microsoft.com/office/drawing/2014/main" id="{55826CCC-6562-45C3-B6CC-013F564C698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15698"/>
                          <a:ext cx="1074397" cy="1484052"/>
                          <a:chOff x="2114232" y="1515698"/>
                          <a:chExt cx="1074397" cy="1484052"/>
                        </a:xfrm>
                      </p:grpSpPr>
                      <p:grpSp>
                        <p:nvGrpSpPr>
                          <p:cNvPr id="9340" name="Group 9339">
                            <a:extLst>
                              <a:ext uri="{FF2B5EF4-FFF2-40B4-BE49-F238E27FC236}">
                                <a16:creationId xmlns:a16="http://schemas.microsoft.com/office/drawing/2014/main" id="{B1CE6353-0CDB-4B95-B069-A040722F009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9391" name="Flowchart: Connector 9390">
                              <a:extLst>
                                <a:ext uri="{FF2B5EF4-FFF2-40B4-BE49-F238E27FC236}">
                                  <a16:creationId xmlns:a16="http://schemas.microsoft.com/office/drawing/2014/main" id="{748EA3AC-A3D3-4B8F-95C6-12BFFB2D728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392" name="3D Model 9391" descr="Sphere">
                                  <a:extLst>
                                    <a:ext uri="{FF2B5EF4-FFF2-40B4-BE49-F238E27FC236}">
                                      <a16:creationId xmlns:a16="http://schemas.microsoft.com/office/drawing/2014/main" id="{4F5BDBF3-D167-4FD2-AEB5-1A5C43318F4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550640134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393" name="Flowchart: Connector 9392">
                              <a:extLst>
                                <a:ext uri="{FF2B5EF4-FFF2-40B4-BE49-F238E27FC236}">
                                  <a16:creationId xmlns:a16="http://schemas.microsoft.com/office/drawing/2014/main" id="{D99D7D44-4246-48DD-BB10-1067245FBE0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394" name="3D Model 9393" descr="Sphere">
                                  <a:extLst>
                                    <a:ext uri="{FF2B5EF4-FFF2-40B4-BE49-F238E27FC236}">
                                      <a16:creationId xmlns:a16="http://schemas.microsoft.com/office/drawing/2014/main" id="{56262013-7ACF-4A6E-B8E5-D90E74061A3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1887941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395" name="Flowchart: Connector 9394">
                              <a:extLst>
                                <a:ext uri="{FF2B5EF4-FFF2-40B4-BE49-F238E27FC236}">
                                  <a16:creationId xmlns:a16="http://schemas.microsoft.com/office/drawing/2014/main" id="{48D9CDE5-649F-4DA6-B17F-04C08D8EEC0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396" name="3D Model 9395" descr="Sphere">
                                  <a:extLst>
                                    <a:ext uri="{FF2B5EF4-FFF2-40B4-BE49-F238E27FC236}">
                                      <a16:creationId xmlns:a16="http://schemas.microsoft.com/office/drawing/2014/main" id="{5AE1A552-74EC-4A3F-ABAD-55C5CAD5FAF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37867482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397" name="Flowchart: Connector 9396">
                              <a:extLst>
                                <a:ext uri="{FF2B5EF4-FFF2-40B4-BE49-F238E27FC236}">
                                  <a16:creationId xmlns:a16="http://schemas.microsoft.com/office/drawing/2014/main" id="{BCB2165F-BA14-4E24-9FF9-75FED141480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398" name="3D Model 9397" descr="Sphere">
                                  <a:extLst>
                                    <a:ext uri="{FF2B5EF4-FFF2-40B4-BE49-F238E27FC236}">
                                      <a16:creationId xmlns:a16="http://schemas.microsoft.com/office/drawing/2014/main" id="{BBE6E9E5-4041-46C3-916B-7C1F5CAF430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67017361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9341" name="Group 9340">
                            <a:extLst>
                              <a:ext uri="{FF2B5EF4-FFF2-40B4-BE49-F238E27FC236}">
                                <a16:creationId xmlns:a16="http://schemas.microsoft.com/office/drawing/2014/main" id="{3AE14C53-2530-4F75-95C6-124AFCD4F1E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9375" name="Flowchart: Connector 9374">
                              <a:extLst>
                                <a:ext uri="{FF2B5EF4-FFF2-40B4-BE49-F238E27FC236}">
                                  <a16:creationId xmlns:a16="http://schemas.microsoft.com/office/drawing/2014/main" id="{6EF8F061-A3F9-4568-9DA8-53D446CFF0D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376" name="Flowchart: Connector 9375">
                              <a:extLst>
                                <a:ext uri="{FF2B5EF4-FFF2-40B4-BE49-F238E27FC236}">
                                  <a16:creationId xmlns:a16="http://schemas.microsoft.com/office/drawing/2014/main" id="{D98FDAF1-653D-4EE4-8231-D52171ED1CF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377" name="Flowchart: Connector 9376">
                              <a:extLst>
                                <a:ext uri="{FF2B5EF4-FFF2-40B4-BE49-F238E27FC236}">
                                  <a16:creationId xmlns:a16="http://schemas.microsoft.com/office/drawing/2014/main" id="{284D1511-F9A9-41BD-B065-103291D0F02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378" name="Flowchart: Connector 9377">
                              <a:extLst>
                                <a:ext uri="{FF2B5EF4-FFF2-40B4-BE49-F238E27FC236}">
                                  <a16:creationId xmlns:a16="http://schemas.microsoft.com/office/drawing/2014/main" id="{E6EB032C-2650-4169-833C-09A61E45AB3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379" name="Flowchart: Connector 9378">
                              <a:extLst>
                                <a:ext uri="{FF2B5EF4-FFF2-40B4-BE49-F238E27FC236}">
                                  <a16:creationId xmlns:a16="http://schemas.microsoft.com/office/drawing/2014/main" id="{BC92E247-6543-4927-BA71-198D3D4FC9C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380" name="Flowchart: Connector 9379">
                              <a:extLst>
                                <a:ext uri="{FF2B5EF4-FFF2-40B4-BE49-F238E27FC236}">
                                  <a16:creationId xmlns:a16="http://schemas.microsoft.com/office/drawing/2014/main" id="{C1646CB9-3B46-44CE-ADB6-09D469A02F3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381" name="Flowchart: Connector 9380">
                              <a:extLst>
                                <a:ext uri="{FF2B5EF4-FFF2-40B4-BE49-F238E27FC236}">
                                  <a16:creationId xmlns:a16="http://schemas.microsoft.com/office/drawing/2014/main" id="{93574A55-E912-40A3-9BD1-BF2B0A8DA3B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382" name="Flowchart: Connector 9381">
                              <a:extLst>
                                <a:ext uri="{FF2B5EF4-FFF2-40B4-BE49-F238E27FC236}">
                                  <a16:creationId xmlns:a16="http://schemas.microsoft.com/office/drawing/2014/main" id="{C1340AEA-942E-47EB-B6CE-CD04256F7FF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383" name="Flowchart: Connector 9382">
                              <a:extLst>
                                <a:ext uri="{FF2B5EF4-FFF2-40B4-BE49-F238E27FC236}">
                                  <a16:creationId xmlns:a16="http://schemas.microsoft.com/office/drawing/2014/main" id="{A25F9FEE-2220-42E9-9723-42F13151FAD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384" name="3D Model 9383" descr="Sphere">
                                  <a:extLst>
                                    <a:ext uri="{FF2B5EF4-FFF2-40B4-BE49-F238E27FC236}">
                                      <a16:creationId xmlns:a16="http://schemas.microsoft.com/office/drawing/2014/main" id="{0364F24D-8609-4C74-81A0-BFD55946D66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337540844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385" name="Flowchart: Connector 9384">
                              <a:extLst>
                                <a:ext uri="{FF2B5EF4-FFF2-40B4-BE49-F238E27FC236}">
                                  <a16:creationId xmlns:a16="http://schemas.microsoft.com/office/drawing/2014/main" id="{BF33491D-EC59-4A56-ABB6-9CC8900A2D0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386" name="3D Model 9385" descr="Sphere">
                                  <a:extLst>
                                    <a:ext uri="{FF2B5EF4-FFF2-40B4-BE49-F238E27FC236}">
                                      <a16:creationId xmlns:a16="http://schemas.microsoft.com/office/drawing/2014/main" id="{01D7E511-6D1F-4E4C-BEFE-E7DE27749CD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158036802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387" name="Flowchart: Connector 9386">
                              <a:extLst>
                                <a:ext uri="{FF2B5EF4-FFF2-40B4-BE49-F238E27FC236}">
                                  <a16:creationId xmlns:a16="http://schemas.microsoft.com/office/drawing/2014/main" id="{575D333B-D42E-4FC9-93E4-7E1DD57D0C3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388" name="3D Model 9387" descr="Sphere">
                                  <a:extLst>
                                    <a:ext uri="{FF2B5EF4-FFF2-40B4-BE49-F238E27FC236}">
                                      <a16:creationId xmlns:a16="http://schemas.microsoft.com/office/drawing/2014/main" id="{45C224DE-B882-40E8-9081-CF98516DB4E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984710049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389" name="Flowchart: Connector 9388">
                              <a:extLst>
                                <a:ext uri="{FF2B5EF4-FFF2-40B4-BE49-F238E27FC236}">
                                  <a16:creationId xmlns:a16="http://schemas.microsoft.com/office/drawing/2014/main" id="{86CBEAE0-6DB3-4C45-977E-EB8CFB17A82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390" name="3D Model 9389" descr="Sphere">
                                  <a:extLst>
                                    <a:ext uri="{FF2B5EF4-FFF2-40B4-BE49-F238E27FC236}">
                                      <a16:creationId xmlns:a16="http://schemas.microsoft.com/office/drawing/2014/main" id="{7AFD5234-30CD-4D5B-B454-50B67949041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588849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9342" name="Group 9341">
                            <a:extLst>
                              <a:ext uri="{FF2B5EF4-FFF2-40B4-BE49-F238E27FC236}">
                                <a16:creationId xmlns:a16="http://schemas.microsoft.com/office/drawing/2014/main" id="{62F926F0-0318-4D40-AB18-AE0990DF859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9359" name="Flowchart: Connector 9358">
                              <a:extLst>
                                <a:ext uri="{FF2B5EF4-FFF2-40B4-BE49-F238E27FC236}">
                                  <a16:creationId xmlns:a16="http://schemas.microsoft.com/office/drawing/2014/main" id="{F4B4A5C4-7CF9-4905-9C86-24529577113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360" name="Flowchart: Connector 9359">
                              <a:extLst>
                                <a:ext uri="{FF2B5EF4-FFF2-40B4-BE49-F238E27FC236}">
                                  <a16:creationId xmlns:a16="http://schemas.microsoft.com/office/drawing/2014/main" id="{18F9E39A-45D1-47C5-9DF5-8548661405F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361" name="Flowchart: Connector 9360">
                              <a:extLst>
                                <a:ext uri="{FF2B5EF4-FFF2-40B4-BE49-F238E27FC236}">
                                  <a16:creationId xmlns:a16="http://schemas.microsoft.com/office/drawing/2014/main" id="{69905C00-17C1-4F9E-A226-299E5163DB2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362" name="Flowchart: Connector 9361">
                              <a:extLst>
                                <a:ext uri="{FF2B5EF4-FFF2-40B4-BE49-F238E27FC236}">
                                  <a16:creationId xmlns:a16="http://schemas.microsoft.com/office/drawing/2014/main" id="{5CFD91EF-7354-45C3-928C-2209064ADBD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363" name="Flowchart: Connector 9362">
                              <a:extLst>
                                <a:ext uri="{FF2B5EF4-FFF2-40B4-BE49-F238E27FC236}">
                                  <a16:creationId xmlns:a16="http://schemas.microsoft.com/office/drawing/2014/main" id="{31CBCEC4-8706-4C79-8383-94A07BD6F4E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364" name="Flowchart: Connector 9363">
                              <a:extLst>
                                <a:ext uri="{FF2B5EF4-FFF2-40B4-BE49-F238E27FC236}">
                                  <a16:creationId xmlns:a16="http://schemas.microsoft.com/office/drawing/2014/main" id="{AEF7CFBC-D1C7-49CD-AC9E-3433BCC8581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365" name="Flowchart: Connector 9364">
                              <a:extLst>
                                <a:ext uri="{FF2B5EF4-FFF2-40B4-BE49-F238E27FC236}">
                                  <a16:creationId xmlns:a16="http://schemas.microsoft.com/office/drawing/2014/main" id="{EBBFDC25-B0F9-423D-AE3B-2965840E4D9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366" name="Flowchart: Connector 9365">
                              <a:extLst>
                                <a:ext uri="{FF2B5EF4-FFF2-40B4-BE49-F238E27FC236}">
                                  <a16:creationId xmlns:a16="http://schemas.microsoft.com/office/drawing/2014/main" id="{4DD5059D-D3C9-4EED-BA19-2BC1BCF2D09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367" name="Flowchart: Connector 9366">
                              <a:extLst>
                                <a:ext uri="{FF2B5EF4-FFF2-40B4-BE49-F238E27FC236}">
                                  <a16:creationId xmlns:a16="http://schemas.microsoft.com/office/drawing/2014/main" id="{6F5243E6-2E6C-4CA5-931D-B0EDBED9ADA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368" name="3D Model 9367" descr="Sphere">
                                  <a:extLst>
                                    <a:ext uri="{FF2B5EF4-FFF2-40B4-BE49-F238E27FC236}">
                                      <a16:creationId xmlns:a16="http://schemas.microsoft.com/office/drawing/2014/main" id="{0F7562BA-04EF-4791-B2B4-5671DC2E85A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052597870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369" name="Flowchart: Connector 9368">
                              <a:extLst>
                                <a:ext uri="{FF2B5EF4-FFF2-40B4-BE49-F238E27FC236}">
                                  <a16:creationId xmlns:a16="http://schemas.microsoft.com/office/drawing/2014/main" id="{734865B9-0C27-4C47-8BC3-5428645BCDA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370" name="3D Model 9369" descr="Sphere">
                                  <a:extLst>
                                    <a:ext uri="{FF2B5EF4-FFF2-40B4-BE49-F238E27FC236}">
                                      <a16:creationId xmlns:a16="http://schemas.microsoft.com/office/drawing/2014/main" id="{81DC68AC-C2DF-4D3B-BC8F-E002D84CD7E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069949540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371" name="Flowchart: Connector 9370">
                              <a:extLst>
                                <a:ext uri="{FF2B5EF4-FFF2-40B4-BE49-F238E27FC236}">
                                  <a16:creationId xmlns:a16="http://schemas.microsoft.com/office/drawing/2014/main" id="{9870541A-4ED2-4321-917B-C444DF4F082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372" name="3D Model 9371" descr="Sphere">
                                  <a:extLst>
                                    <a:ext uri="{FF2B5EF4-FFF2-40B4-BE49-F238E27FC236}">
                                      <a16:creationId xmlns:a16="http://schemas.microsoft.com/office/drawing/2014/main" id="{47B13175-79C8-4896-A3DD-A5649E3AB94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998670135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373" name="Flowchart: Connector 9372">
                              <a:extLst>
                                <a:ext uri="{FF2B5EF4-FFF2-40B4-BE49-F238E27FC236}">
                                  <a16:creationId xmlns:a16="http://schemas.microsoft.com/office/drawing/2014/main" id="{D46EC245-5059-4203-82F3-254E88EE477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374" name="3D Model 9373" descr="Sphere">
                                  <a:extLst>
                                    <a:ext uri="{FF2B5EF4-FFF2-40B4-BE49-F238E27FC236}">
                                      <a16:creationId xmlns:a16="http://schemas.microsoft.com/office/drawing/2014/main" id="{3ED2AABE-901A-4872-89C5-5FC90292657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114701327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9343" name="Flowchart: Connector 9342">
                            <a:extLst>
                              <a:ext uri="{FF2B5EF4-FFF2-40B4-BE49-F238E27FC236}">
                                <a16:creationId xmlns:a16="http://schemas.microsoft.com/office/drawing/2014/main" id="{7EA4D9AF-F2D6-4B30-9783-59B302DE5EC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344" name="Flowchart: Connector 9343">
                            <a:extLst>
                              <a:ext uri="{FF2B5EF4-FFF2-40B4-BE49-F238E27FC236}">
                                <a16:creationId xmlns:a16="http://schemas.microsoft.com/office/drawing/2014/main" id="{B7052A55-5D62-4D3A-8DB0-F99E6083CA0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345" name="Flowchart: Connector 9344">
                            <a:extLst>
                              <a:ext uri="{FF2B5EF4-FFF2-40B4-BE49-F238E27FC236}">
                                <a16:creationId xmlns:a16="http://schemas.microsoft.com/office/drawing/2014/main" id="{3B02C53E-5F95-4A94-9C59-008FDAB8F97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346" name="Flowchart: Connector 9345">
                            <a:extLst>
                              <a:ext uri="{FF2B5EF4-FFF2-40B4-BE49-F238E27FC236}">
                                <a16:creationId xmlns:a16="http://schemas.microsoft.com/office/drawing/2014/main" id="{1ECB4EA3-869D-49A7-A715-3A85596C118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347" name="Flowchart: Connector 9346">
                            <a:extLst>
                              <a:ext uri="{FF2B5EF4-FFF2-40B4-BE49-F238E27FC236}">
                                <a16:creationId xmlns:a16="http://schemas.microsoft.com/office/drawing/2014/main" id="{BA33EF6F-441A-4709-AE1E-FF5B87F2124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348" name="Flowchart: Connector 9347">
                            <a:extLst>
                              <a:ext uri="{FF2B5EF4-FFF2-40B4-BE49-F238E27FC236}">
                                <a16:creationId xmlns:a16="http://schemas.microsoft.com/office/drawing/2014/main" id="{6A20BC02-E444-4164-AC59-AE8E591C213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349" name="Flowchart: Connector 9348">
                            <a:extLst>
                              <a:ext uri="{FF2B5EF4-FFF2-40B4-BE49-F238E27FC236}">
                                <a16:creationId xmlns:a16="http://schemas.microsoft.com/office/drawing/2014/main" id="{52242765-4977-45D2-B4E5-0402DB83B0A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350" name="Flowchart: Connector 9349">
                            <a:extLst>
                              <a:ext uri="{FF2B5EF4-FFF2-40B4-BE49-F238E27FC236}">
                                <a16:creationId xmlns:a16="http://schemas.microsoft.com/office/drawing/2014/main" id="{C06452A6-30EF-4DCF-9169-F90693DDA2D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351" name="Flowchart: Connector 9350">
                            <a:extLst>
                              <a:ext uri="{FF2B5EF4-FFF2-40B4-BE49-F238E27FC236}">
                                <a16:creationId xmlns:a16="http://schemas.microsoft.com/office/drawing/2014/main" id="{59362068-571E-4E3E-AC7A-38AA4731DA0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352" name="3D Model 9351" descr="Sphere">
                                <a:extLst>
                                  <a:ext uri="{FF2B5EF4-FFF2-40B4-BE49-F238E27FC236}">
                                    <a16:creationId xmlns:a16="http://schemas.microsoft.com/office/drawing/2014/main" id="{CE5191FA-2812-41E3-A2CD-F9FCFB11576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083692827"/>
                                  </p:ext>
                                </p:extLst>
                              </p:nvPr>
                            </p:nvGraphicFramePr>
                            <p:xfrm>
                              <a:off x="2127272" y="1515698"/>
                              <a:ext cx="299738" cy="29973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7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4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10" name="3D Model 2009" descr="Sphere">
                                <a:extLst>
                                  <a:ext uri="{FF2B5EF4-FFF2-40B4-BE49-F238E27FC236}">
                                    <a16:creationId xmlns:a16="http://schemas.microsoft.com/office/drawing/2014/main" id="{71FCEC8E-86F4-4519-A136-94668103656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929061" y="2251345"/>
                                <a:ext cx="52067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353" name="Flowchart: Connector 9352">
                            <a:extLst>
                              <a:ext uri="{FF2B5EF4-FFF2-40B4-BE49-F238E27FC236}">
                                <a16:creationId xmlns:a16="http://schemas.microsoft.com/office/drawing/2014/main" id="{FC6F43D6-B079-4E13-BC44-B6C10B3BF77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354" name="3D Model 9353" descr="Sphere">
                                <a:extLst>
                                  <a:ext uri="{FF2B5EF4-FFF2-40B4-BE49-F238E27FC236}">
                                    <a16:creationId xmlns:a16="http://schemas.microsoft.com/office/drawing/2014/main" id="{8C98F464-700D-405A-B2C2-22B1BCB83CF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329614277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12" name="3D Model 2011" descr="Sphere">
                                <a:extLst>
                                  <a:ext uri="{FF2B5EF4-FFF2-40B4-BE49-F238E27FC236}">
                                    <a16:creationId xmlns:a16="http://schemas.microsoft.com/office/drawing/2014/main" id="{788F27E3-2BFB-47D9-938E-4075BE76CAAA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970301" y="2263409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355" name="Flowchart: Connector 9354">
                            <a:extLst>
                              <a:ext uri="{FF2B5EF4-FFF2-40B4-BE49-F238E27FC236}">
                                <a16:creationId xmlns:a16="http://schemas.microsoft.com/office/drawing/2014/main" id="{B61533AA-E389-443F-BBB0-54CDFDC605B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6940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356" name="3D Model 9355" descr="Sphere">
                                <a:extLst>
                                  <a:ext uri="{FF2B5EF4-FFF2-40B4-BE49-F238E27FC236}">
                                    <a16:creationId xmlns:a16="http://schemas.microsoft.com/office/drawing/2014/main" id="{ABCFA247-8827-47E8-8653-56BF9DAB548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46969650"/>
                                  </p:ext>
                                </p:extLst>
                              </p:nvPr>
                            </p:nvGraphicFramePr>
                            <p:xfrm>
                              <a:off x="2609177" y="164853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14" name="3D Model 2013" descr="Sphere">
                                <a:extLst>
                                  <a:ext uri="{FF2B5EF4-FFF2-40B4-BE49-F238E27FC236}">
                                    <a16:creationId xmlns:a16="http://schemas.microsoft.com/office/drawing/2014/main" id="{DC34F8CE-4DD0-42E3-B1B7-88AE23A51C5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12771" y="227636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357" name="Flowchart: Connector 9356">
                            <a:extLst>
                              <a:ext uri="{FF2B5EF4-FFF2-40B4-BE49-F238E27FC236}">
                                <a16:creationId xmlns:a16="http://schemas.microsoft.com/office/drawing/2014/main" id="{CEAA7445-3CF1-4EF3-BB13-A8CDE415202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358" name="3D Model 9357" descr="Sphere">
                                <a:extLst>
                                  <a:ext uri="{FF2B5EF4-FFF2-40B4-BE49-F238E27FC236}">
                                    <a16:creationId xmlns:a16="http://schemas.microsoft.com/office/drawing/2014/main" id="{509C0D24-EDDA-4F3E-9093-E25C7D0D21F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63298071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16" name="3D Model 2015" descr="Sphere">
                                <a:extLst>
                                  <a:ext uri="{FF2B5EF4-FFF2-40B4-BE49-F238E27FC236}">
                                    <a16:creationId xmlns:a16="http://schemas.microsoft.com/office/drawing/2014/main" id="{10744BAC-FCCF-4132-AEE4-D2CDDC78840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59397" y="2291443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sp>
                    <p:nvSpPr>
                      <p:cNvPr id="9270" name="Flowchart: Connector 9269">
                        <a:extLst>
                          <a:ext uri="{FF2B5EF4-FFF2-40B4-BE49-F238E27FC236}">
                            <a16:creationId xmlns:a16="http://schemas.microsoft.com/office/drawing/2014/main" id="{33534AFD-1633-49F9-A6CC-F5CC7A6247F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06374" y="21384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271" name="Flowchart: Connector 9270">
                        <a:extLst>
                          <a:ext uri="{FF2B5EF4-FFF2-40B4-BE49-F238E27FC236}">
                            <a16:creationId xmlns:a16="http://schemas.microsoft.com/office/drawing/2014/main" id="{DF3A83DB-286D-4B48-9157-B716A98EEB4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886236" y="22322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272" name="Flowchart: Connector 9271">
                        <a:extLst>
                          <a:ext uri="{FF2B5EF4-FFF2-40B4-BE49-F238E27FC236}">
                            <a16:creationId xmlns:a16="http://schemas.microsoft.com/office/drawing/2014/main" id="{9B07EC8C-56F1-4127-90EB-7EA338818CC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952806" y="22254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273" name="Flowchart: Connector 9272">
                        <a:extLst>
                          <a:ext uri="{FF2B5EF4-FFF2-40B4-BE49-F238E27FC236}">
                            <a16:creationId xmlns:a16="http://schemas.microsoft.com/office/drawing/2014/main" id="{F5CEF872-FDAA-4246-B9AD-CCA0C19C9B0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0272" y="25040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274" name="Flowchart: Connector 9273">
                        <a:extLst>
                          <a:ext uri="{FF2B5EF4-FFF2-40B4-BE49-F238E27FC236}">
                            <a16:creationId xmlns:a16="http://schemas.microsoft.com/office/drawing/2014/main" id="{54A1B326-E4B0-4645-9FE8-9DBF70CE2EC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20633" y="28301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275" name="Flowchart: Connector 9274">
                        <a:extLst>
                          <a:ext uri="{FF2B5EF4-FFF2-40B4-BE49-F238E27FC236}">
                            <a16:creationId xmlns:a16="http://schemas.microsoft.com/office/drawing/2014/main" id="{FD4E55B8-FF13-416C-801E-41B8CBD6071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29128" y="231321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276" name="Flowchart: Connector 9275">
                        <a:extLst>
                          <a:ext uri="{FF2B5EF4-FFF2-40B4-BE49-F238E27FC236}">
                            <a16:creationId xmlns:a16="http://schemas.microsoft.com/office/drawing/2014/main" id="{0DE7E335-87B4-4E45-8F34-5978583ED89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211385" y="230237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277" name="Flowchart: Connector 9276">
                        <a:extLst>
                          <a:ext uri="{FF2B5EF4-FFF2-40B4-BE49-F238E27FC236}">
                            <a16:creationId xmlns:a16="http://schemas.microsoft.com/office/drawing/2014/main" id="{86E77588-84FB-4538-A647-03FDFAE9B98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1097" y="31484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grpSp>
                    <p:nvGrpSpPr>
                      <p:cNvPr id="9278" name="Group 9277">
                        <a:extLst>
                          <a:ext uri="{FF2B5EF4-FFF2-40B4-BE49-F238E27FC236}">
                            <a16:creationId xmlns:a16="http://schemas.microsoft.com/office/drawing/2014/main" id="{28F652A9-B882-4B87-ACAE-83E95CAAD0D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20511" y="2127869"/>
                        <a:ext cx="1073693" cy="1496391"/>
                        <a:chOff x="2114936" y="1503359"/>
                        <a:chExt cx="1073693" cy="1496391"/>
                      </a:xfrm>
                    </p:grpSpPr>
                    <p:grpSp>
                      <p:nvGrpSpPr>
                        <p:cNvPr id="9279" name="Group 9278">
                          <a:extLst>
                            <a:ext uri="{FF2B5EF4-FFF2-40B4-BE49-F238E27FC236}">
                              <a16:creationId xmlns:a16="http://schemas.microsoft.com/office/drawing/2014/main" id="{49FFEA6C-A795-457F-8B55-11703B4DF0B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7974" y="2474038"/>
                          <a:ext cx="1060655" cy="525712"/>
                          <a:chOff x="3721252" y="1733424"/>
                          <a:chExt cx="1060655" cy="525712"/>
                        </a:xfrm>
                      </p:grpSpPr>
                      <p:sp>
                        <p:nvSpPr>
                          <p:cNvPr id="9330" name="Flowchart: Connector 9329">
                            <a:extLst>
                              <a:ext uri="{FF2B5EF4-FFF2-40B4-BE49-F238E27FC236}">
                                <a16:creationId xmlns:a16="http://schemas.microsoft.com/office/drawing/2014/main" id="{8A656B89-E9F9-4141-B0AA-2E9E6C3A4FA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331" name="3D Model 9330" descr="Sphere">
                                <a:extLst>
                                  <a:ext uri="{FF2B5EF4-FFF2-40B4-BE49-F238E27FC236}">
                                    <a16:creationId xmlns:a16="http://schemas.microsoft.com/office/drawing/2014/main" id="{7E0434DA-C06B-4863-A998-7CB4DBC898D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328664483"/>
                                  </p:ext>
                                </p:extLst>
                              </p:nvPr>
                            </p:nvGraphicFramePr>
                            <p:xfrm>
                              <a:off x="3721252" y="1733424"/>
                              <a:ext cx="299739" cy="299738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6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989" name="3D Model 1988" descr="Sphere">
                                <a:extLst>
                                  <a:ext uri="{FF2B5EF4-FFF2-40B4-BE49-F238E27FC236}">
                                    <a16:creationId xmlns:a16="http://schemas.microsoft.com/office/drawing/2014/main" id="{3882A904-D027-4C5F-A2FC-FDF2A97747E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889231" y="2459147"/>
                                <a:ext cx="52066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332" name="Flowchart: Connector 9331">
                            <a:extLst>
                              <a:ext uri="{FF2B5EF4-FFF2-40B4-BE49-F238E27FC236}">
                                <a16:creationId xmlns:a16="http://schemas.microsoft.com/office/drawing/2014/main" id="{8D41B0F6-15C2-40E6-BFC8-423110F9093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333" name="3D Model 9332" descr="Sphere">
                                <a:extLst>
                                  <a:ext uri="{FF2B5EF4-FFF2-40B4-BE49-F238E27FC236}">
                                    <a16:creationId xmlns:a16="http://schemas.microsoft.com/office/drawing/2014/main" id="{E29F3B0D-E656-428A-8693-515927E9FD5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605171809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334" name="Flowchart: Connector 9333">
                            <a:extLst>
                              <a:ext uri="{FF2B5EF4-FFF2-40B4-BE49-F238E27FC236}">
                                <a16:creationId xmlns:a16="http://schemas.microsoft.com/office/drawing/2014/main" id="{1D906CA8-F112-4061-A2C9-C1376664CA8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335" name="3D Model 9334" descr="Sphere">
                                <a:extLst>
                                  <a:ext uri="{FF2B5EF4-FFF2-40B4-BE49-F238E27FC236}">
                                    <a16:creationId xmlns:a16="http://schemas.microsoft.com/office/drawing/2014/main" id="{5CBA347C-8324-47E3-973F-98399B345C1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285077635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336" name="Flowchart: Connector 9335">
                            <a:extLst>
                              <a:ext uri="{FF2B5EF4-FFF2-40B4-BE49-F238E27FC236}">
                                <a16:creationId xmlns:a16="http://schemas.microsoft.com/office/drawing/2014/main" id="{08D40367-C2C1-40B4-A057-5A832B0AD57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337" name="3D Model 9336" descr="Sphere">
                                <a:extLst>
                                  <a:ext uri="{FF2B5EF4-FFF2-40B4-BE49-F238E27FC236}">
                                    <a16:creationId xmlns:a16="http://schemas.microsoft.com/office/drawing/2014/main" id="{BF981529-F426-4425-BEA1-E42E33C807E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209865230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8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9280" name="Group 9279">
                          <a:extLst>
                            <a:ext uri="{FF2B5EF4-FFF2-40B4-BE49-F238E27FC236}">
                              <a16:creationId xmlns:a16="http://schemas.microsoft.com/office/drawing/2014/main" id="{D60C44C3-8753-4726-A0F4-F912E80CCB2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4615" y="2140429"/>
                          <a:ext cx="1064014" cy="637179"/>
                          <a:chOff x="3717893" y="1719497"/>
                          <a:chExt cx="1064014" cy="637179"/>
                        </a:xfrm>
                      </p:grpSpPr>
                      <p:sp>
                        <p:nvSpPr>
                          <p:cNvPr id="9314" name="Flowchart: Connector 9313">
                            <a:extLst>
                              <a:ext uri="{FF2B5EF4-FFF2-40B4-BE49-F238E27FC236}">
                                <a16:creationId xmlns:a16="http://schemas.microsoft.com/office/drawing/2014/main" id="{B10F7A36-CD68-463F-8E77-A60D2568B1D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315" name="Flowchart: Connector 9314">
                            <a:extLst>
                              <a:ext uri="{FF2B5EF4-FFF2-40B4-BE49-F238E27FC236}">
                                <a16:creationId xmlns:a16="http://schemas.microsoft.com/office/drawing/2014/main" id="{B8EB66CE-E400-44FB-9FD5-99D291C619F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316" name="Flowchart: Connector 9315">
                            <a:extLst>
                              <a:ext uri="{FF2B5EF4-FFF2-40B4-BE49-F238E27FC236}">
                                <a16:creationId xmlns:a16="http://schemas.microsoft.com/office/drawing/2014/main" id="{A6D3A12A-A9F1-402F-B599-A710837032A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317" name="Flowchart: Connector 9316">
                            <a:extLst>
                              <a:ext uri="{FF2B5EF4-FFF2-40B4-BE49-F238E27FC236}">
                                <a16:creationId xmlns:a16="http://schemas.microsoft.com/office/drawing/2014/main" id="{708DBCFA-E3F8-4603-8B02-1FEFF455DC1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318" name="Flowchart: Connector 9317">
                            <a:extLst>
                              <a:ext uri="{FF2B5EF4-FFF2-40B4-BE49-F238E27FC236}">
                                <a16:creationId xmlns:a16="http://schemas.microsoft.com/office/drawing/2014/main" id="{35E05A62-E355-4C8D-A14F-8650FBF5BFF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319" name="Flowchart: Connector 9318">
                            <a:extLst>
                              <a:ext uri="{FF2B5EF4-FFF2-40B4-BE49-F238E27FC236}">
                                <a16:creationId xmlns:a16="http://schemas.microsoft.com/office/drawing/2014/main" id="{EE0E8E05-BF9B-4154-A6B3-FEB1444577A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320" name="Flowchart: Connector 9319">
                            <a:extLst>
                              <a:ext uri="{FF2B5EF4-FFF2-40B4-BE49-F238E27FC236}">
                                <a16:creationId xmlns:a16="http://schemas.microsoft.com/office/drawing/2014/main" id="{791FAB8F-DAE0-4EDF-8F51-D1780B5415A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321" name="Flowchart: Connector 9320">
                            <a:extLst>
                              <a:ext uri="{FF2B5EF4-FFF2-40B4-BE49-F238E27FC236}">
                                <a16:creationId xmlns:a16="http://schemas.microsoft.com/office/drawing/2014/main" id="{B1672CBC-4DBA-425A-BB82-BF89F690C19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322" name="Flowchart: Connector 9321">
                            <a:extLst>
                              <a:ext uri="{FF2B5EF4-FFF2-40B4-BE49-F238E27FC236}">
                                <a16:creationId xmlns:a16="http://schemas.microsoft.com/office/drawing/2014/main" id="{F5DAC097-F940-4BEE-BDE9-C619F3DB00B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323" name="3D Model 9322" descr="Sphere">
                                <a:extLst>
                                  <a:ext uri="{FF2B5EF4-FFF2-40B4-BE49-F238E27FC236}">
                                    <a16:creationId xmlns:a16="http://schemas.microsoft.com/office/drawing/2014/main" id="{C87D4089-91D5-4322-9139-56952FD9CB5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899609064"/>
                                  </p:ext>
                                </p:extLst>
                              </p:nvPr>
                            </p:nvGraphicFramePr>
                            <p:xfrm>
                              <a:off x="3717893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981" name="3D Model 1980" descr="Sphere">
                                <a:extLst>
                                  <a:ext uri="{FF2B5EF4-FFF2-40B4-BE49-F238E27FC236}">
                                    <a16:creationId xmlns:a16="http://schemas.microsoft.com/office/drawing/2014/main" id="{A03C3A75-C275-4B6C-A458-29EA069001C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888647" y="239631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324" name="Flowchart: Connector 9323">
                            <a:extLst>
                              <a:ext uri="{FF2B5EF4-FFF2-40B4-BE49-F238E27FC236}">
                                <a16:creationId xmlns:a16="http://schemas.microsoft.com/office/drawing/2014/main" id="{B9613D54-4689-4CD2-9F35-6AC7E972827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325" name="3D Model 9324" descr="Sphere">
                                <a:extLst>
                                  <a:ext uri="{FF2B5EF4-FFF2-40B4-BE49-F238E27FC236}">
                                    <a16:creationId xmlns:a16="http://schemas.microsoft.com/office/drawing/2014/main" id="{E0A5AFB6-9A10-4052-B11F-F570C277640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23145220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326" name="Flowchart: Connector 9325">
                            <a:extLst>
                              <a:ext uri="{FF2B5EF4-FFF2-40B4-BE49-F238E27FC236}">
                                <a16:creationId xmlns:a16="http://schemas.microsoft.com/office/drawing/2014/main" id="{FCE72E1D-7286-46F1-BD6B-DC99AF2808E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327" name="3D Model 9326" descr="Sphere">
                                <a:extLst>
                                  <a:ext uri="{FF2B5EF4-FFF2-40B4-BE49-F238E27FC236}">
                                    <a16:creationId xmlns:a16="http://schemas.microsoft.com/office/drawing/2014/main" id="{EA48FFE0-7F54-4FF5-B5D2-32E4D18EE93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482271823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328" name="Flowchart: Connector 9327">
                            <a:extLst>
                              <a:ext uri="{FF2B5EF4-FFF2-40B4-BE49-F238E27FC236}">
                                <a16:creationId xmlns:a16="http://schemas.microsoft.com/office/drawing/2014/main" id="{DDFF7738-AB63-44FA-9B0F-34F55CAEFA3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329" name="3D Model 9328" descr="Sphere">
                                <a:extLst>
                                  <a:ext uri="{FF2B5EF4-FFF2-40B4-BE49-F238E27FC236}">
                                    <a16:creationId xmlns:a16="http://schemas.microsoft.com/office/drawing/2014/main" id="{CBE94659-845D-43F9-BC63-62EFF8E220A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337037991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9281" name="Group 9280">
                          <a:extLst>
                            <a:ext uri="{FF2B5EF4-FFF2-40B4-BE49-F238E27FC236}">
                              <a16:creationId xmlns:a16="http://schemas.microsoft.com/office/drawing/2014/main" id="{DC8C6260-8796-4FF6-84DF-BC81057B9A1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936" y="1817250"/>
                          <a:ext cx="1064014" cy="643455"/>
                          <a:chOff x="3717893" y="1713221"/>
                          <a:chExt cx="1064014" cy="643455"/>
                        </a:xfrm>
                      </p:grpSpPr>
                      <p:sp>
                        <p:nvSpPr>
                          <p:cNvPr id="9298" name="Flowchart: Connector 9297">
                            <a:extLst>
                              <a:ext uri="{FF2B5EF4-FFF2-40B4-BE49-F238E27FC236}">
                                <a16:creationId xmlns:a16="http://schemas.microsoft.com/office/drawing/2014/main" id="{1BF2CA08-2074-4FF5-8A61-1997037A540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299" name="Flowchart: Connector 9298">
                            <a:extLst>
                              <a:ext uri="{FF2B5EF4-FFF2-40B4-BE49-F238E27FC236}">
                                <a16:creationId xmlns:a16="http://schemas.microsoft.com/office/drawing/2014/main" id="{22B5CB0B-4218-4D15-8163-06363549F6C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300" name="Flowchart: Connector 9299">
                            <a:extLst>
                              <a:ext uri="{FF2B5EF4-FFF2-40B4-BE49-F238E27FC236}">
                                <a16:creationId xmlns:a16="http://schemas.microsoft.com/office/drawing/2014/main" id="{667B5E57-AC0C-49EF-A95F-B27074AB847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301" name="Flowchart: Connector 9300">
                            <a:extLst>
                              <a:ext uri="{FF2B5EF4-FFF2-40B4-BE49-F238E27FC236}">
                                <a16:creationId xmlns:a16="http://schemas.microsoft.com/office/drawing/2014/main" id="{380C986A-6F31-402F-B7F2-57921126D64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302" name="Flowchart: Connector 9301">
                            <a:extLst>
                              <a:ext uri="{FF2B5EF4-FFF2-40B4-BE49-F238E27FC236}">
                                <a16:creationId xmlns:a16="http://schemas.microsoft.com/office/drawing/2014/main" id="{6B979F7F-F549-42C4-B7C8-6C5473BBB5B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303" name="Flowchart: Connector 9302">
                            <a:extLst>
                              <a:ext uri="{FF2B5EF4-FFF2-40B4-BE49-F238E27FC236}">
                                <a16:creationId xmlns:a16="http://schemas.microsoft.com/office/drawing/2014/main" id="{9BCA38C3-840A-4782-9888-32768AD39A9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304" name="Flowchart: Connector 9303">
                            <a:extLst>
                              <a:ext uri="{FF2B5EF4-FFF2-40B4-BE49-F238E27FC236}">
                                <a16:creationId xmlns:a16="http://schemas.microsoft.com/office/drawing/2014/main" id="{BACBCCC1-C2D3-4789-BE5F-EF1D8478EA9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305" name="Flowchart: Connector 9304">
                            <a:extLst>
                              <a:ext uri="{FF2B5EF4-FFF2-40B4-BE49-F238E27FC236}">
                                <a16:creationId xmlns:a16="http://schemas.microsoft.com/office/drawing/2014/main" id="{09F695BB-A8FE-4BC2-8B3B-00DBBC05353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306" name="Flowchart: Connector 9305">
                            <a:extLst>
                              <a:ext uri="{FF2B5EF4-FFF2-40B4-BE49-F238E27FC236}">
                                <a16:creationId xmlns:a16="http://schemas.microsoft.com/office/drawing/2014/main" id="{AD619729-05E9-433F-9A91-7A657F29B8F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307" name="3D Model 9306" descr="Sphere">
                                <a:extLst>
                                  <a:ext uri="{FF2B5EF4-FFF2-40B4-BE49-F238E27FC236}">
                                    <a16:creationId xmlns:a16="http://schemas.microsoft.com/office/drawing/2014/main" id="{939A0CB9-B862-4406-A72D-686925D095D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703845640"/>
                                  </p:ext>
                                </p:extLst>
                              </p:nvPr>
                            </p:nvGraphicFramePr>
                            <p:xfrm>
                              <a:off x="3717893" y="171322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965" name="3D Model 1964" descr="Sphere">
                                <a:extLst>
                                  <a:ext uri="{FF2B5EF4-FFF2-40B4-BE49-F238E27FC236}">
                                    <a16:creationId xmlns:a16="http://schemas.microsoft.com/office/drawing/2014/main" id="{7712D0F4-51F9-435D-8714-F237BFAD331D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886966" y="233544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308" name="Flowchart: Connector 9307">
                            <a:extLst>
                              <a:ext uri="{FF2B5EF4-FFF2-40B4-BE49-F238E27FC236}">
                                <a16:creationId xmlns:a16="http://schemas.microsoft.com/office/drawing/2014/main" id="{A0DADB47-8F26-43EA-9066-CAD2C7C19F1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309" name="3D Model 9308" descr="Sphere">
                                <a:extLst>
                                  <a:ext uri="{FF2B5EF4-FFF2-40B4-BE49-F238E27FC236}">
                                    <a16:creationId xmlns:a16="http://schemas.microsoft.com/office/drawing/2014/main" id="{403009BB-F065-4DB0-9AC8-94485E89410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894082695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967" name="3D Model 1966" descr="Sphere">
                                <a:extLst>
                                  <a:ext uri="{FF2B5EF4-FFF2-40B4-BE49-F238E27FC236}">
                                    <a16:creationId xmlns:a16="http://schemas.microsoft.com/office/drawing/2014/main" id="{A4CEC350-ED3F-4BB3-9EDE-DDE31672F0F5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928667" y="235131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310" name="Flowchart: Connector 9309">
                            <a:extLst>
                              <a:ext uri="{FF2B5EF4-FFF2-40B4-BE49-F238E27FC236}">
                                <a16:creationId xmlns:a16="http://schemas.microsoft.com/office/drawing/2014/main" id="{1CAB2F9A-EE60-470A-B7FD-12EDDA9268E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311" name="3D Model 9310" descr="Sphere">
                                <a:extLst>
                                  <a:ext uri="{FF2B5EF4-FFF2-40B4-BE49-F238E27FC236}">
                                    <a16:creationId xmlns:a16="http://schemas.microsoft.com/office/drawing/2014/main" id="{B4E04580-8BD7-4748-BBFB-1DF51B165BB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96002795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312" name="Flowchart: Connector 9311">
                            <a:extLst>
                              <a:ext uri="{FF2B5EF4-FFF2-40B4-BE49-F238E27FC236}">
                                <a16:creationId xmlns:a16="http://schemas.microsoft.com/office/drawing/2014/main" id="{DB1D79A5-0B9E-4105-B58D-F129A2F06B7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313" name="3D Model 9312" descr="Sphere">
                                <a:extLst>
                                  <a:ext uri="{FF2B5EF4-FFF2-40B4-BE49-F238E27FC236}">
                                    <a16:creationId xmlns:a16="http://schemas.microsoft.com/office/drawing/2014/main" id="{5714DC1A-8AE6-4A37-B81C-BC71EB84042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790102151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9282" name="Flowchart: Connector 9281">
                          <a:extLst>
                            <a:ext uri="{FF2B5EF4-FFF2-40B4-BE49-F238E27FC236}">
                              <a16:creationId xmlns:a16="http://schemas.microsoft.com/office/drawing/2014/main" id="{9ACB02D0-B584-4BB9-AB4E-C5D0B919E61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283" name="Flowchart: Connector 9282">
                          <a:extLst>
                            <a:ext uri="{FF2B5EF4-FFF2-40B4-BE49-F238E27FC236}">
                              <a16:creationId xmlns:a16="http://schemas.microsoft.com/office/drawing/2014/main" id="{A667AC6D-7344-41CE-A09B-6438832C941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284" name="Flowchart: Connector 9283">
                          <a:extLst>
                            <a:ext uri="{FF2B5EF4-FFF2-40B4-BE49-F238E27FC236}">
                              <a16:creationId xmlns:a16="http://schemas.microsoft.com/office/drawing/2014/main" id="{BDDBD358-94AE-4397-A9BE-AFE8EC25A8C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26347" y="177334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285" name="Flowchart: Connector 9284">
                          <a:extLst>
                            <a:ext uri="{FF2B5EF4-FFF2-40B4-BE49-F238E27FC236}">
                              <a16:creationId xmlns:a16="http://schemas.microsoft.com/office/drawing/2014/main" id="{EC7FF2BD-DC40-4850-B17C-CE7986DF234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286" name="Flowchart: Connector 9285">
                          <a:extLst>
                            <a:ext uri="{FF2B5EF4-FFF2-40B4-BE49-F238E27FC236}">
                              <a16:creationId xmlns:a16="http://schemas.microsoft.com/office/drawing/2014/main" id="{A67E8654-9BD7-4141-B8B8-6DB6A0F9F5C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287" name="Flowchart: Connector 9286">
                          <a:extLst>
                            <a:ext uri="{FF2B5EF4-FFF2-40B4-BE49-F238E27FC236}">
                              <a16:creationId xmlns:a16="http://schemas.microsoft.com/office/drawing/2014/main" id="{1CCC5E34-24E0-4367-946C-30D4CF7BE4C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288" name="Flowchart: Connector 9287">
                          <a:extLst>
                            <a:ext uri="{FF2B5EF4-FFF2-40B4-BE49-F238E27FC236}">
                              <a16:creationId xmlns:a16="http://schemas.microsoft.com/office/drawing/2014/main" id="{086C55AA-A5F2-4B12-AE4B-EBC87288E87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289" name="Flowchart: Connector 9288">
                          <a:extLst>
                            <a:ext uri="{FF2B5EF4-FFF2-40B4-BE49-F238E27FC236}">
                              <a16:creationId xmlns:a16="http://schemas.microsoft.com/office/drawing/2014/main" id="{59AE317A-4F97-4B49-BC5F-9ACFED8048D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290" name="Flowchart: Connector 9289">
                          <a:extLst>
                            <a:ext uri="{FF2B5EF4-FFF2-40B4-BE49-F238E27FC236}">
                              <a16:creationId xmlns:a16="http://schemas.microsoft.com/office/drawing/2014/main" id="{342EBAEE-6CA9-49DE-8C92-D43E94D99FB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291" name="3D Model 9290" descr="Sphere">
                              <a:extLst>
                                <a:ext uri="{FF2B5EF4-FFF2-40B4-BE49-F238E27FC236}">
                                  <a16:creationId xmlns:a16="http://schemas.microsoft.com/office/drawing/2014/main" id="{E0331393-FF32-4792-BBDC-ACF29235F34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826326341"/>
                                </p:ext>
                              </p:extLst>
                            </p:nvPr>
                          </p:nvGraphicFramePr>
                          <p:xfrm>
                            <a:off x="2122087" y="1503359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433448" ay="1433014" az="-1105299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7"/>
                                </am3d:raster>
                                <am3d:objViewport viewportSz="5757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949" name="3D Model 1948" descr="Sphere">
                              <a:extLst>
                                <a:ext uri="{FF2B5EF4-FFF2-40B4-BE49-F238E27FC236}">
                                  <a16:creationId xmlns:a16="http://schemas.microsoft.com/office/drawing/2014/main" id="{A8FFAB26-939D-46FC-86A1-EA4C4631BA7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888208" y="2276322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292" name="Flowchart: Connector 9291">
                          <a:extLst>
                            <a:ext uri="{FF2B5EF4-FFF2-40B4-BE49-F238E27FC236}">
                              <a16:creationId xmlns:a16="http://schemas.microsoft.com/office/drawing/2014/main" id="{96572619-F8A9-44CD-AC42-618D2317D9D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293" name="3D Model 9292" descr="Sphere">
                              <a:extLst>
                                <a:ext uri="{FF2B5EF4-FFF2-40B4-BE49-F238E27FC236}">
                                  <a16:creationId xmlns:a16="http://schemas.microsoft.com/office/drawing/2014/main" id="{DD1A2AFA-A828-4EE5-9488-371833A30D3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8100623"/>
                                </p:ext>
                              </p:extLst>
                            </p:nvPr>
                          </p:nvGraphicFramePr>
                          <p:xfrm>
                            <a:off x="2368043" y="1593681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5"/>
                                </am3d:raster>
                                <am3d:objViewport viewportSz="5886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951" name="3D Model 1950" descr="Sphere">
                              <a:extLst>
                                <a:ext uri="{FF2B5EF4-FFF2-40B4-BE49-F238E27FC236}">
                                  <a16:creationId xmlns:a16="http://schemas.microsoft.com/office/drawing/2014/main" id="{D47F8E2F-EB5F-407D-91A5-BEA56486F520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930932" y="2293334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294" name="Flowchart: Connector 9293">
                          <a:extLst>
                            <a:ext uri="{FF2B5EF4-FFF2-40B4-BE49-F238E27FC236}">
                              <a16:creationId xmlns:a16="http://schemas.microsoft.com/office/drawing/2014/main" id="{E9002FF4-627D-442E-A46E-7D74A3CD8F3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295" name="3D Model 9294" descr="Sphere">
                              <a:extLst>
                                <a:ext uri="{FF2B5EF4-FFF2-40B4-BE49-F238E27FC236}">
                                  <a16:creationId xmlns:a16="http://schemas.microsoft.com/office/drawing/2014/main" id="{E1408461-3072-4922-8CBD-61E41260C0E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475964565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3235" cy="6170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7"/>
                                </am3d:raster>
                                <am3d:objViewport viewportSz="6018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953" name="3D Model 1952" descr="Sphere">
                              <a:extLst>
                                <a:ext uri="{FF2B5EF4-FFF2-40B4-BE49-F238E27FC236}">
                                  <a16:creationId xmlns:a16="http://schemas.microsoft.com/office/drawing/2014/main" id="{32BB398F-D69C-4A13-ADE8-EDEB0C5C4A83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3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972819" y="2302350"/>
                              <a:ext cx="53235" cy="61702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296" name="Flowchart: Connector 9295">
                          <a:extLst>
                            <a:ext uri="{FF2B5EF4-FFF2-40B4-BE49-F238E27FC236}">
                              <a16:creationId xmlns:a16="http://schemas.microsoft.com/office/drawing/2014/main" id="{E1E9F38B-250B-40DE-A17B-AA4567DA8D2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297" name="3D Model 9296" descr="Sphere">
                              <a:extLst>
                                <a:ext uri="{FF2B5EF4-FFF2-40B4-BE49-F238E27FC236}">
                                  <a16:creationId xmlns:a16="http://schemas.microsoft.com/office/drawing/2014/main" id="{E7C1FD81-3130-4F7D-ADC2-DF31878DDA5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085906742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1045" cy="5891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9"/>
                                </am3d:raster>
                                <am3d:objViewport viewportSz="5955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955" name="3D Model 1954" descr="Sphere">
                              <a:extLst>
                                <a:ext uri="{FF2B5EF4-FFF2-40B4-BE49-F238E27FC236}">
                                  <a16:creationId xmlns:a16="http://schemas.microsoft.com/office/drawing/2014/main" id="{B747FCA4-549D-426C-8001-D17363962F6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5019445" y="2318744"/>
                              <a:ext cx="51045" cy="589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9187" name="Group 9186">
                      <a:extLst>
                        <a:ext uri="{FF2B5EF4-FFF2-40B4-BE49-F238E27FC236}">
                          <a16:creationId xmlns:a16="http://schemas.microsoft.com/office/drawing/2014/main" id="{C9DF66F1-C239-4480-B4D3-AC7A2362659A}"/>
                        </a:ext>
                      </a:extLst>
                    </p:cNvPr>
                    <p:cNvGrpSpPr/>
                    <p:nvPr/>
                  </p:nvGrpSpPr>
                  <p:grpSpPr>
                    <a:xfrm rot="18542409">
                      <a:off x="2257159" y="236280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9257" name="Freeform: Shape 9256">
                        <a:extLst>
                          <a:ext uri="{FF2B5EF4-FFF2-40B4-BE49-F238E27FC236}">
                            <a16:creationId xmlns:a16="http://schemas.microsoft.com/office/drawing/2014/main" id="{8E7F6846-FA8F-4BD8-8471-9009A8DACFE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258" name="Rectangle: Rounded Corners 9257">
                        <a:extLst>
                          <a:ext uri="{FF2B5EF4-FFF2-40B4-BE49-F238E27FC236}">
                            <a16:creationId xmlns:a16="http://schemas.microsoft.com/office/drawing/2014/main" id="{5F2F5B20-96B0-4845-BDE5-39684B5DFE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188" name="Group 9187">
                      <a:extLst>
                        <a:ext uri="{FF2B5EF4-FFF2-40B4-BE49-F238E27FC236}">
                          <a16:creationId xmlns:a16="http://schemas.microsoft.com/office/drawing/2014/main" id="{A9CD8300-364E-49BD-BA8A-366AC76AB54E}"/>
                        </a:ext>
                      </a:extLst>
                    </p:cNvPr>
                    <p:cNvGrpSpPr/>
                    <p:nvPr/>
                  </p:nvGrpSpPr>
                  <p:grpSpPr>
                    <a:xfrm rot="17122200">
                      <a:off x="1187274" y="235013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9255" name="Freeform: Shape 9254">
                        <a:extLst>
                          <a:ext uri="{FF2B5EF4-FFF2-40B4-BE49-F238E27FC236}">
                            <a16:creationId xmlns:a16="http://schemas.microsoft.com/office/drawing/2014/main" id="{07659856-12CF-41C7-87AD-ED711D7AA5A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256" name="Rectangle: Rounded Corners 9255">
                        <a:extLst>
                          <a:ext uri="{FF2B5EF4-FFF2-40B4-BE49-F238E27FC236}">
                            <a16:creationId xmlns:a16="http://schemas.microsoft.com/office/drawing/2014/main" id="{90F1615C-2DE5-4D01-978A-FEDDFA69B3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189" name="Group 9188">
                      <a:extLst>
                        <a:ext uri="{FF2B5EF4-FFF2-40B4-BE49-F238E27FC236}">
                          <a16:creationId xmlns:a16="http://schemas.microsoft.com/office/drawing/2014/main" id="{AD9DE13A-9682-4B6A-BAA4-CF6D090C2219}"/>
                        </a:ext>
                      </a:extLst>
                    </p:cNvPr>
                    <p:cNvGrpSpPr/>
                    <p:nvPr/>
                  </p:nvGrpSpPr>
                  <p:grpSpPr>
                    <a:xfrm rot="658209">
                      <a:off x="2479276" y="3323586"/>
                      <a:ext cx="746642" cy="235253"/>
                      <a:chOff x="2620172" y="2546175"/>
                      <a:chExt cx="834986" cy="143092"/>
                    </a:xfrm>
                  </p:grpSpPr>
                  <p:sp>
                    <p:nvSpPr>
                      <p:cNvPr id="9253" name="Freeform: Shape 9252">
                        <a:extLst>
                          <a:ext uri="{FF2B5EF4-FFF2-40B4-BE49-F238E27FC236}">
                            <a16:creationId xmlns:a16="http://schemas.microsoft.com/office/drawing/2014/main" id="{A7FD2997-0957-48CF-B44F-D58E784530E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254" name="Rectangle: Rounded Corners 9253">
                        <a:extLst>
                          <a:ext uri="{FF2B5EF4-FFF2-40B4-BE49-F238E27FC236}">
                            <a16:creationId xmlns:a16="http://schemas.microsoft.com/office/drawing/2014/main" id="{9E457771-1805-4EDD-8096-85660585F0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190" name="Group 9189">
                      <a:extLst>
                        <a:ext uri="{FF2B5EF4-FFF2-40B4-BE49-F238E27FC236}">
                          <a16:creationId xmlns:a16="http://schemas.microsoft.com/office/drawing/2014/main" id="{4AF3AE5C-6B34-4BE6-BA54-815361B83509}"/>
                        </a:ext>
                      </a:extLst>
                    </p:cNvPr>
                    <p:cNvGrpSpPr/>
                    <p:nvPr/>
                  </p:nvGrpSpPr>
                  <p:grpSpPr>
                    <a:xfrm rot="18837888">
                      <a:off x="1789768" y="223810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9251" name="Freeform: Shape 9250">
                        <a:extLst>
                          <a:ext uri="{FF2B5EF4-FFF2-40B4-BE49-F238E27FC236}">
                            <a16:creationId xmlns:a16="http://schemas.microsoft.com/office/drawing/2014/main" id="{EB4A0665-A112-4730-9267-5993735896F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252" name="Rectangle: Rounded Corners 9251">
                        <a:extLst>
                          <a:ext uri="{FF2B5EF4-FFF2-40B4-BE49-F238E27FC236}">
                            <a16:creationId xmlns:a16="http://schemas.microsoft.com/office/drawing/2014/main" id="{21B379B5-0F0B-4BD5-9822-67136ED418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191" name="Group 9190">
                      <a:extLst>
                        <a:ext uri="{FF2B5EF4-FFF2-40B4-BE49-F238E27FC236}">
                          <a16:creationId xmlns:a16="http://schemas.microsoft.com/office/drawing/2014/main" id="{EFDE29EB-70F5-44F0-B578-0B1B87912B06}"/>
                        </a:ext>
                      </a:extLst>
                    </p:cNvPr>
                    <p:cNvGrpSpPr/>
                    <p:nvPr/>
                  </p:nvGrpSpPr>
                  <p:grpSpPr>
                    <a:xfrm rot="16200000">
                      <a:off x="563034" y="2429570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9249" name="Freeform: Shape 9248">
                        <a:extLst>
                          <a:ext uri="{FF2B5EF4-FFF2-40B4-BE49-F238E27FC236}">
                            <a16:creationId xmlns:a16="http://schemas.microsoft.com/office/drawing/2014/main" id="{71BB1FD3-8CC2-440F-BDDE-ABB082021E5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250" name="Rectangle: Rounded Corners 9249">
                        <a:extLst>
                          <a:ext uri="{FF2B5EF4-FFF2-40B4-BE49-F238E27FC236}">
                            <a16:creationId xmlns:a16="http://schemas.microsoft.com/office/drawing/2014/main" id="{DDE0D977-45CD-42FE-943F-55F9BFA09E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192" name="Group 9191">
                      <a:extLst>
                        <a:ext uri="{FF2B5EF4-FFF2-40B4-BE49-F238E27FC236}">
                          <a16:creationId xmlns:a16="http://schemas.microsoft.com/office/drawing/2014/main" id="{B22A458F-F942-4DC9-A4BF-ED62A88D05F8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350328" y="442527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9247" name="Freeform: Shape 9246">
                        <a:extLst>
                          <a:ext uri="{FF2B5EF4-FFF2-40B4-BE49-F238E27FC236}">
                            <a16:creationId xmlns:a16="http://schemas.microsoft.com/office/drawing/2014/main" id="{75DD5B88-5E26-4CF1-9CD7-61D34735AEA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248" name="Rectangle: Rounded Corners 9247">
                        <a:extLst>
                          <a:ext uri="{FF2B5EF4-FFF2-40B4-BE49-F238E27FC236}">
                            <a16:creationId xmlns:a16="http://schemas.microsoft.com/office/drawing/2014/main" id="{78F6598F-B15E-42B1-B027-D53459D04A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193" name="Group 9192">
                      <a:extLst>
                        <a:ext uri="{FF2B5EF4-FFF2-40B4-BE49-F238E27FC236}">
                          <a16:creationId xmlns:a16="http://schemas.microsoft.com/office/drawing/2014/main" id="{84E9F7FA-C5CB-4C8E-A9B6-1873DAAB1465}"/>
                        </a:ext>
                      </a:extLst>
                    </p:cNvPr>
                    <p:cNvGrpSpPr/>
                    <p:nvPr/>
                  </p:nvGrpSpPr>
                  <p:grpSpPr>
                    <a:xfrm rot="5880914">
                      <a:off x="789613" y="438062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9245" name="Freeform: Shape 9244">
                        <a:extLst>
                          <a:ext uri="{FF2B5EF4-FFF2-40B4-BE49-F238E27FC236}">
                            <a16:creationId xmlns:a16="http://schemas.microsoft.com/office/drawing/2014/main" id="{F07042C5-7492-44BD-9E3E-05CCB37E362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246" name="Rectangle: Rounded Corners 9245">
                        <a:extLst>
                          <a:ext uri="{FF2B5EF4-FFF2-40B4-BE49-F238E27FC236}">
                            <a16:creationId xmlns:a16="http://schemas.microsoft.com/office/drawing/2014/main" id="{775884F5-4D46-4914-8D67-A613771F4E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194" name="Group 9193">
                      <a:extLst>
                        <a:ext uri="{FF2B5EF4-FFF2-40B4-BE49-F238E27FC236}">
                          <a16:creationId xmlns:a16="http://schemas.microsoft.com/office/drawing/2014/main" id="{1B21DDE0-5D1C-484C-A811-2247741270A9}"/>
                        </a:ext>
                      </a:extLst>
                    </p:cNvPr>
                    <p:cNvGrpSpPr/>
                    <p:nvPr/>
                  </p:nvGrpSpPr>
                  <p:grpSpPr>
                    <a:xfrm rot="13587211">
                      <a:off x="651990" y="2929858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9243" name="Freeform: Shape 9242">
                        <a:extLst>
                          <a:ext uri="{FF2B5EF4-FFF2-40B4-BE49-F238E27FC236}">
                            <a16:creationId xmlns:a16="http://schemas.microsoft.com/office/drawing/2014/main" id="{D43B4E1E-91E9-41FC-8121-54628B7D4D3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244" name="Rectangle: Rounded Corners 9243">
                        <a:extLst>
                          <a:ext uri="{FF2B5EF4-FFF2-40B4-BE49-F238E27FC236}">
                            <a16:creationId xmlns:a16="http://schemas.microsoft.com/office/drawing/2014/main" id="{B5A9DD38-EFA8-4B0C-9FE3-DFDAE72FFE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195" name="Group 9194">
                      <a:extLst>
                        <a:ext uri="{FF2B5EF4-FFF2-40B4-BE49-F238E27FC236}">
                          <a16:creationId xmlns:a16="http://schemas.microsoft.com/office/drawing/2014/main" id="{A187C09D-F026-43A1-B93A-F3AC2E40DED6}"/>
                        </a:ext>
                      </a:extLst>
                    </p:cNvPr>
                    <p:cNvGrpSpPr/>
                    <p:nvPr/>
                  </p:nvGrpSpPr>
                  <p:grpSpPr>
                    <a:xfrm rot="11351284">
                      <a:off x="163719" y="3807693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9241" name="Freeform: Shape 9240">
                        <a:extLst>
                          <a:ext uri="{FF2B5EF4-FFF2-40B4-BE49-F238E27FC236}">
                            <a16:creationId xmlns:a16="http://schemas.microsoft.com/office/drawing/2014/main" id="{2F9C7A56-2BE7-420E-AF17-3E49A4F344B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242" name="Rectangle: Rounded Corners 9241">
                        <a:extLst>
                          <a:ext uri="{FF2B5EF4-FFF2-40B4-BE49-F238E27FC236}">
                            <a16:creationId xmlns:a16="http://schemas.microsoft.com/office/drawing/2014/main" id="{937CECD8-891A-4A59-8836-05BA96C1B1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196" name="Group 9195">
                      <a:extLst>
                        <a:ext uri="{FF2B5EF4-FFF2-40B4-BE49-F238E27FC236}">
                          <a16:creationId xmlns:a16="http://schemas.microsoft.com/office/drawing/2014/main" id="{CA78D48E-2D68-4844-B2C7-8E5A11999F18}"/>
                        </a:ext>
                      </a:extLst>
                    </p:cNvPr>
                    <p:cNvGrpSpPr/>
                    <p:nvPr/>
                  </p:nvGrpSpPr>
                  <p:grpSpPr>
                    <a:xfrm rot="4193783">
                      <a:off x="2062756" y="4148262"/>
                      <a:ext cx="706454" cy="171076"/>
                      <a:chOff x="2620172" y="2546175"/>
                      <a:chExt cx="834986" cy="143092"/>
                    </a:xfrm>
                  </p:grpSpPr>
                  <p:sp>
                    <p:nvSpPr>
                      <p:cNvPr id="9239" name="Freeform: Shape 9238">
                        <a:extLst>
                          <a:ext uri="{FF2B5EF4-FFF2-40B4-BE49-F238E27FC236}">
                            <a16:creationId xmlns:a16="http://schemas.microsoft.com/office/drawing/2014/main" id="{3B51DDFE-550F-43BE-AD9F-C9166FB1058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240" name="Rectangle: Rounded Corners 9239">
                        <a:extLst>
                          <a:ext uri="{FF2B5EF4-FFF2-40B4-BE49-F238E27FC236}">
                            <a16:creationId xmlns:a16="http://schemas.microsoft.com/office/drawing/2014/main" id="{D203B03A-E8F6-4F61-BF40-04AD616C2B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197" name="Group 9196">
                      <a:extLst>
                        <a:ext uri="{FF2B5EF4-FFF2-40B4-BE49-F238E27FC236}">
                          <a16:creationId xmlns:a16="http://schemas.microsoft.com/office/drawing/2014/main" id="{B2CFE435-D82B-4F84-8680-C234C9278EB2}"/>
                        </a:ext>
                      </a:extLst>
                    </p:cNvPr>
                    <p:cNvGrpSpPr/>
                    <p:nvPr/>
                  </p:nvGrpSpPr>
                  <p:grpSpPr>
                    <a:xfrm rot="1837203">
                      <a:off x="2331692" y="387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9237" name="Freeform: Shape 9236">
                        <a:extLst>
                          <a:ext uri="{FF2B5EF4-FFF2-40B4-BE49-F238E27FC236}">
                            <a16:creationId xmlns:a16="http://schemas.microsoft.com/office/drawing/2014/main" id="{F2A3B069-4405-4438-BDEE-17F0E21166F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238" name="Rectangle: Rounded Corners 9237">
                        <a:extLst>
                          <a:ext uri="{FF2B5EF4-FFF2-40B4-BE49-F238E27FC236}">
                            <a16:creationId xmlns:a16="http://schemas.microsoft.com/office/drawing/2014/main" id="{698090A9-B3D4-4C9A-BD16-9781D318AC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198" name="Group 9197">
                      <a:extLst>
                        <a:ext uri="{FF2B5EF4-FFF2-40B4-BE49-F238E27FC236}">
                          <a16:creationId xmlns:a16="http://schemas.microsoft.com/office/drawing/2014/main" id="{D8D432B9-0D5D-4612-A6DF-C84EAB18D77C}"/>
                        </a:ext>
                      </a:extLst>
                    </p:cNvPr>
                    <p:cNvGrpSpPr/>
                    <p:nvPr/>
                  </p:nvGrpSpPr>
                  <p:grpSpPr>
                    <a:xfrm rot="932650">
                      <a:off x="2489621" y="310501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9235" name="Freeform: Shape 9234">
                        <a:extLst>
                          <a:ext uri="{FF2B5EF4-FFF2-40B4-BE49-F238E27FC236}">
                            <a16:creationId xmlns:a16="http://schemas.microsoft.com/office/drawing/2014/main" id="{CD0C1B23-2526-489D-AB0B-6E673126FB9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236" name="Rectangle: Rounded Corners 9235">
                        <a:extLst>
                          <a:ext uri="{FF2B5EF4-FFF2-40B4-BE49-F238E27FC236}">
                            <a16:creationId xmlns:a16="http://schemas.microsoft.com/office/drawing/2014/main" id="{6B7C4C65-DF40-444D-A7CB-ED1301518C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199" name="Group 9198">
                      <a:extLst>
                        <a:ext uri="{FF2B5EF4-FFF2-40B4-BE49-F238E27FC236}">
                          <a16:creationId xmlns:a16="http://schemas.microsoft.com/office/drawing/2014/main" id="{287F59FF-27A9-496C-80ED-5CE14ED17AAA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686489" y="34904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9233" name="Freeform: Shape 9232">
                        <a:extLst>
                          <a:ext uri="{FF2B5EF4-FFF2-40B4-BE49-F238E27FC236}">
                            <a16:creationId xmlns:a16="http://schemas.microsoft.com/office/drawing/2014/main" id="{06939534-553B-425C-A5B8-F2E802C0F8A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234" name="Rectangle: Rounded Corners 9233">
                        <a:extLst>
                          <a:ext uri="{FF2B5EF4-FFF2-40B4-BE49-F238E27FC236}">
                            <a16:creationId xmlns:a16="http://schemas.microsoft.com/office/drawing/2014/main" id="{47F8E18A-E9ED-49E1-A3A5-0351191F7F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200" name="Group 9199">
                      <a:extLst>
                        <a:ext uri="{FF2B5EF4-FFF2-40B4-BE49-F238E27FC236}">
                          <a16:creationId xmlns:a16="http://schemas.microsoft.com/office/drawing/2014/main" id="{A774B9FB-0BFD-4121-8A74-58C395CE406A}"/>
                        </a:ext>
                      </a:extLst>
                    </p:cNvPr>
                    <p:cNvGrpSpPr/>
                    <p:nvPr/>
                  </p:nvGrpSpPr>
                  <p:grpSpPr>
                    <a:xfrm rot="16924252">
                      <a:off x="1635001" y="2371073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9231" name="Freeform: Shape 9230">
                        <a:extLst>
                          <a:ext uri="{FF2B5EF4-FFF2-40B4-BE49-F238E27FC236}">
                            <a16:creationId xmlns:a16="http://schemas.microsoft.com/office/drawing/2014/main" id="{D60CD86F-5D54-477D-9EE5-20C14B74362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232" name="Rectangle: Rounded Corners 9231">
                        <a:extLst>
                          <a:ext uri="{FF2B5EF4-FFF2-40B4-BE49-F238E27FC236}">
                            <a16:creationId xmlns:a16="http://schemas.microsoft.com/office/drawing/2014/main" id="{787F98F7-4AD7-4118-8D53-B8FF795D95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201" name="Group 9200">
                      <a:extLst>
                        <a:ext uri="{FF2B5EF4-FFF2-40B4-BE49-F238E27FC236}">
                          <a16:creationId xmlns:a16="http://schemas.microsoft.com/office/drawing/2014/main" id="{049A611F-7421-4158-AF08-F8D10201D78A}"/>
                        </a:ext>
                      </a:extLst>
                    </p:cNvPr>
                    <p:cNvGrpSpPr/>
                    <p:nvPr/>
                  </p:nvGrpSpPr>
                  <p:grpSpPr>
                    <a:xfrm rot="15677156">
                      <a:off x="985517" y="2521255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9229" name="Freeform: Shape 9228">
                        <a:extLst>
                          <a:ext uri="{FF2B5EF4-FFF2-40B4-BE49-F238E27FC236}">
                            <a16:creationId xmlns:a16="http://schemas.microsoft.com/office/drawing/2014/main" id="{37D2FE5E-3D8E-4E90-8BC8-E8663338BB5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230" name="Rectangle: Rounded Corners 9229">
                        <a:extLst>
                          <a:ext uri="{FF2B5EF4-FFF2-40B4-BE49-F238E27FC236}">
                            <a16:creationId xmlns:a16="http://schemas.microsoft.com/office/drawing/2014/main" id="{C880C2FD-7D36-465C-8FE0-1E3EE904C7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202" name="Group 9201">
                      <a:extLst>
                        <a:ext uri="{FF2B5EF4-FFF2-40B4-BE49-F238E27FC236}">
                          <a16:creationId xmlns:a16="http://schemas.microsoft.com/office/drawing/2014/main" id="{93B789FF-721D-4BE5-B5F0-D0C2E03507F2}"/>
                        </a:ext>
                      </a:extLst>
                    </p:cNvPr>
                    <p:cNvGrpSpPr/>
                    <p:nvPr/>
                  </p:nvGrpSpPr>
                  <p:grpSpPr>
                    <a:xfrm rot="14354853" flipV="1">
                      <a:off x="976412" y="243847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9227" name="Freeform: Shape 9226">
                        <a:extLst>
                          <a:ext uri="{FF2B5EF4-FFF2-40B4-BE49-F238E27FC236}">
                            <a16:creationId xmlns:a16="http://schemas.microsoft.com/office/drawing/2014/main" id="{73F5D75F-3775-4635-8F67-A5D5C808648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228" name="Rectangle: Rounded Corners 9227">
                        <a:extLst>
                          <a:ext uri="{FF2B5EF4-FFF2-40B4-BE49-F238E27FC236}">
                            <a16:creationId xmlns:a16="http://schemas.microsoft.com/office/drawing/2014/main" id="{955F25C0-4D4B-4A5F-AB72-BFE3EDCBA9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203" name="Group 9202">
                      <a:extLst>
                        <a:ext uri="{FF2B5EF4-FFF2-40B4-BE49-F238E27FC236}">
                          <a16:creationId xmlns:a16="http://schemas.microsoft.com/office/drawing/2014/main" id="{8881765B-36B7-41D1-9E80-9F7C59BF7B00}"/>
                        </a:ext>
                      </a:extLst>
                    </p:cNvPr>
                    <p:cNvGrpSpPr/>
                    <p:nvPr/>
                  </p:nvGrpSpPr>
                  <p:grpSpPr>
                    <a:xfrm rot="9793356" flipV="1">
                      <a:off x="215985" y="323790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9225" name="Freeform: Shape 9224">
                        <a:extLst>
                          <a:ext uri="{FF2B5EF4-FFF2-40B4-BE49-F238E27FC236}">
                            <a16:creationId xmlns:a16="http://schemas.microsoft.com/office/drawing/2014/main" id="{76811BE9-9F63-4946-8CFC-59854527F44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226" name="Rectangle: Rounded Corners 9225">
                        <a:extLst>
                          <a:ext uri="{FF2B5EF4-FFF2-40B4-BE49-F238E27FC236}">
                            <a16:creationId xmlns:a16="http://schemas.microsoft.com/office/drawing/2014/main" id="{3F3CE361-A08F-415E-B7E0-154A67A2948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204" name="Group 9203">
                      <a:extLst>
                        <a:ext uri="{FF2B5EF4-FFF2-40B4-BE49-F238E27FC236}">
                          <a16:creationId xmlns:a16="http://schemas.microsoft.com/office/drawing/2014/main" id="{36F29357-1225-4424-AD0E-C39B1818416D}"/>
                        </a:ext>
                      </a:extLst>
                    </p:cNvPr>
                    <p:cNvGrpSpPr/>
                    <p:nvPr/>
                  </p:nvGrpSpPr>
                  <p:grpSpPr>
                    <a:xfrm rot="6907686" flipV="1">
                      <a:off x="692019" y="393196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9223" name="Freeform: Shape 9222">
                        <a:extLst>
                          <a:ext uri="{FF2B5EF4-FFF2-40B4-BE49-F238E27FC236}">
                            <a16:creationId xmlns:a16="http://schemas.microsoft.com/office/drawing/2014/main" id="{A25C1DCB-8A90-473C-875A-8789AD07DCF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224" name="Rectangle: Rounded Corners 9223">
                        <a:extLst>
                          <a:ext uri="{FF2B5EF4-FFF2-40B4-BE49-F238E27FC236}">
                            <a16:creationId xmlns:a16="http://schemas.microsoft.com/office/drawing/2014/main" id="{020C32E9-4D72-4745-B564-16BED6B0D0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205" name="Group 9204">
                      <a:extLst>
                        <a:ext uri="{FF2B5EF4-FFF2-40B4-BE49-F238E27FC236}">
                          <a16:creationId xmlns:a16="http://schemas.microsoft.com/office/drawing/2014/main" id="{E8A5F8F8-56B5-406C-AF19-5897CD887D4F}"/>
                        </a:ext>
                      </a:extLst>
                    </p:cNvPr>
                    <p:cNvGrpSpPr/>
                    <p:nvPr/>
                  </p:nvGrpSpPr>
                  <p:grpSpPr>
                    <a:xfrm rot="1465711" flipV="1">
                      <a:off x="2002734" y="340448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9221" name="Freeform: Shape 9220">
                        <a:extLst>
                          <a:ext uri="{FF2B5EF4-FFF2-40B4-BE49-F238E27FC236}">
                            <a16:creationId xmlns:a16="http://schemas.microsoft.com/office/drawing/2014/main" id="{0A72C6C7-9197-4960-8B6C-5360EA8D84F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222" name="Rectangle: Rounded Corners 9221">
                        <a:extLst>
                          <a:ext uri="{FF2B5EF4-FFF2-40B4-BE49-F238E27FC236}">
                            <a16:creationId xmlns:a16="http://schemas.microsoft.com/office/drawing/2014/main" id="{EDD58E23-887F-475A-850D-15821BF4DE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206" name="Group 9205">
                      <a:extLst>
                        <a:ext uri="{FF2B5EF4-FFF2-40B4-BE49-F238E27FC236}">
                          <a16:creationId xmlns:a16="http://schemas.microsoft.com/office/drawing/2014/main" id="{14A8DAF6-CEA6-453C-BAEE-739D2ADECF4C}"/>
                        </a:ext>
                      </a:extLst>
                    </p:cNvPr>
                    <p:cNvGrpSpPr/>
                    <p:nvPr/>
                  </p:nvGrpSpPr>
                  <p:grpSpPr>
                    <a:xfrm rot="19016516">
                      <a:off x="1733273" y="283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9219" name="Freeform: Shape 9218">
                        <a:extLst>
                          <a:ext uri="{FF2B5EF4-FFF2-40B4-BE49-F238E27FC236}">
                            <a16:creationId xmlns:a16="http://schemas.microsoft.com/office/drawing/2014/main" id="{3AEE0F99-3E34-49D0-93BD-A573F4E283D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220" name="Rectangle: Rounded Corners 9219">
                        <a:extLst>
                          <a:ext uri="{FF2B5EF4-FFF2-40B4-BE49-F238E27FC236}">
                            <a16:creationId xmlns:a16="http://schemas.microsoft.com/office/drawing/2014/main" id="{0A81AD9E-5F8F-468B-AD4E-41CFFC5206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207" name="Group 9206">
                      <a:extLst>
                        <a:ext uri="{FF2B5EF4-FFF2-40B4-BE49-F238E27FC236}">
                          <a16:creationId xmlns:a16="http://schemas.microsoft.com/office/drawing/2014/main" id="{366C0B65-E284-4885-8A4D-567C151AA16C}"/>
                        </a:ext>
                      </a:extLst>
                    </p:cNvPr>
                    <p:cNvGrpSpPr/>
                    <p:nvPr/>
                  </p:nvGrpSpPr>
                  <p:grpSpPr>
                    <a:xfrm rot="19245075">
                      <a:off x="1632068" y="282541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9217" name="Freeform: Shape 9216">
                        <a:extLst>
                          <a:ext uri="{FF2B5EF4-FFF2-40B4-BE49-F238E27FC236}">
                            <a16:creationId xmlns:a16="http://schemas.microsoft.com/office/drawing/2014/main" id="{D9E6A6B7-20E4-4613-A4DA-FEC1C52D2EC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218" name="Rectangle: Rounded Corners 9217">
                        <a:extLst>
                          <a:ext uri="{FF2B5EF4-FFF2-40B4-BE49-F238E27FC236}">
                            <a16:creationId xmlns:a16="http://schemas.microsoft.com/office/drawing/2014/main" id="{7E9F4A83-8979-4867-B15D-0CE6026033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208" name="Group 9207">
                      <a:extLst>
                        <a:ext uri="{FF2B5EF4-FFF2-40B4-BE49-F238E27FC236}">
                          <a16:creationId xmlns:a16="http://schemas.microsoft.com/office/drawing/2014/main" id="{1AA32176-7F8C-466E-83C0-889B110F0501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838889" y="36428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9215" name="Freeform: Shape 9214">
                        <a:extLst>
                          <a:ext uri="{FF2B5EF4-FFF2-40B4-BE49-F238E27FC236}">
                            <a16:creationId xmlns:a16="http://schemas.microsoft.com/office/drawing/2014/main" id="{BAD532B9-A3C1-4B7B-86CD-49213CFEEA8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216" name="Rectangle: Rounded Corners 9215">
                        <a:extLst>
                          <a:ext uri="{FF2B5EF4-FFF2-40B4-BE49-F238E27FC236}">
                            <a16:creationId xmlns:a16="http://schemas.microsoft.com/office/drawing/2014/main" id="{84A04B86-EE56-4C97-B607-87A92836F6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209" name="Group 9208">
                      <a:extLst>
                        <a:ext uri="{FF2B5EF4-FFF2-40B4-BE49-F238E27FC236}">
                          <a16:creationId xmlns:a16="http://schemas.microsoft.com/office/drawing/2014/main" id="{53075C0C-C978-4A88-8A22-A1EC9A7668A7}"/>
                        </a:ext>
                      </a:extLst>
                    </p:cNvPr>
                    <p:cNvGrpSpPr/>
                    <p:nvPr/>
                  </p:nvGrpSpPr>
                  <p:grpSpPr>
                    <a:xfrm rot="15824399">
                      <a:off x="1224680" y="281893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9213" name="Freeform: Shape 9212">
                        <a:extLst>
                          <a:ext uri="{FF2B5EF4-FFF2-40B4-BE49-F238E27FC236}">
                            <a16:creationId xmlns:a16="http://schemas.microsoft.com/office/drawing/2014/main" id="{0E2A3212-14ED-4527-BDB5-E84FD39F7A3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214" name="Rectangle: Rounded Corners 9213">
                        <a:extLst>
                          <a:ext uri="{FF2B5EF4-FFF2-40B4-BE49-F238E27FC236}">
                            <a16:creationId xmlns:a16="http://schemas.microsoft.com/office/drawing/2014/main" id="{9CC2514D-8517-4FC6-AE9D-1969BA4DD7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9210" name="Group 9209">
                      <a:extLst>
                        <a:ext uri="{FF2B5EF4-FFF2-40B4-BE49-F238E27FC236}">
                          <a16:creationId xmlns:a16="http://schemas.microsoft.com/office/drawing/2014/main" id="{510F864A-54D8-4386-8854-24FAFBAB44A5}"/>
                        </a:ext>
                      </a:extLst>
                    </p:cNvPr>
                    <p:cNvGrpSpPr/>
                    <p:nvPr/>
                  </p:nvGrpSpPr>
                  <p:grpSpPr>
                    <a:xfrm rot="16697394">
                      <a:off x="1080028" y="2168448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9211" name="Freeform: Shape 9210">
                        <a:extLst>
                          <a:ext uri="{FF2B5EF4-FFF2-40B4-BE49-F238E27FC236}">
                            <a16:creationId xmlns:a16="http://schemas.microsoft.com/office/drawing/2014/main" id="{16C020F0-AF43-4285-A43C-4C75A8FDD30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212" name="Rectangle: Rounded Corners 9211">
                        <a:extLst>
                          <a:ext uri="{FF2B5EF4-FFF2-40B4-BE49-F238E27FC236}">
                            <a16:creationId xmlns:a16="http://schemas.microsoft.com/office/drawing/2014/main" id="{E923090E-7D4C-42EA-BB26-A108049CAD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</p:grpSp>
              <p:sp>
                <p:nvSpPr>
                  <p:cNvPr id="9181" name="Freeform: Shape 9180">
                    <a:extLst>
                      <a:ext uri="{FF2B5EF4-FFF2-40B4-BE49-F238E27FC236}">
                        <a16:creationId xmlns:a16="http://schemas.microsoft.com/office/drawing/2014/main" id="{5D929511-5ED1-4CDD-A883-08A8C53C47C3}"/>
                      </a:ext>
                    </a:extLst>
                  </p:cNvPr>
                  <p:cNvSpPr/>
                  <p:nvPr/>
                </p:nvSpPr>
                <p:spPr>
                  <a:xfrm rot="6017948" flipV="1">
                    <a:off x="1305755" y="4290452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9182" name="Freeform: Shape 9181">
                    <a:extLst>
                      <a:ext uri="{FF2B5EF4-FFF2-40B4-BE49-F238E27FC236}">
                        <a16:creationId xmlns:a16="http://schemas.microsoft.com/office/drawing/2014/main" id="{D323A9AC-79CF-49BE-99FB-CC62F2343E5C}"/>
                      </a:ext>
                    </a:extLst>
                  </p:cNvPr>
                  <p:cNvSpPr/>
                  <p:nvPr/>
                </p:nvSpPr>
                <p:spPr>
                  <a:xfrm rot="21277659">
                    <a:off x="2517403" y="2906549"/>
                    <a:ext cx="690584" cy="235253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9183" name="Freeform: Shape 9182">
                    <a:extLst>
                      <a:ext uri="{FF2B5EF4-FFF2-40B4-BE49-F238E27FC236}">
                        <a16:creationId xmlns:a16="http://schemas.microsoft.com/office/drawing/2014/main" id="{4D19403C-6577-48BE-B662-008434CFA6AA}"/>
                      </a:ext>
                    </a:extLst>
                  </p:cNvPr>
                  <p:cNvSpPr/>
                  <p:nvPr/>
                </p:nvSpPr>
                <p:spPr>
                  <a:xfrm rot="11528244" flipV="1">
                    <a:off x="344853" y="2978311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</p:grpSp>
            <p:grpSp>
              <p:nvGrpSpPr>
                <p:cNvPr id="8814" name="Group 8813">
                  <a:extLst>
                    <a:ext uri="{FF2B5EF4-FFF2-40B4-BE49-F238E27FC236}">
                      <a16:creationId xmlns:a16="http://schemas.microsoft.com/office/drawing/2014/main" id="{3CA29E1B-9929-4877-988F-B6FA6B8158DF}"/>
                    </a:ext>
                  </a:extLst>
                </p:cNvPr>
                <p:cNvGrpSpPr/>
                <p:nvPr/>
              </p:nvGrpSpPr>
              <p:grpSpPr>
                <a:xfrm>
                  <a:off x="5208673" y="2088118"/>
                  <a:ext cx="531923" cy="573923"/>
                  <a:chOff x="163719" y="1822501"/>
                  <a:chExt cx="3062199" cy="3047160"/>
                </a:xfrm>
              </p:grpSpPr>
              <p:grpSp>
                <p:nvGrpSpPr>
                  <p:cNvPr id="8815" name="Group 8814">
                    <a:extLst>
                      <a:ext uri="{FF2B5EF4-FFF2-40B4-BE49-F238E27FC236}">
                        <a16:creationId xmlns:a16="http://schemas.microsoft.com/office/drawing/2014/main" id="{2524741C-88D9-409C-809B-0F41880ADBF8}"/>
                      </a:ext>
                    </a:extLst>
                  </p:cNvPr>
                  <p:cNvGrpSpPr/>
                  <p:nvPr/>
                </p:nvGrpSpPr>
                <p:grpSpPr>
                  <a:xfrm>
                    <a:off x="163719" y="1822501"/>
                    <a:ext cx="3062199" cy="3047160"/>
                    <a:chOff x="163719" y="1822501"/>
                    <a:chExt cx="3062199" cy="3047160"/>
                  </a:xfrm>
                </p:grpSpPr>
                <p:grpSp>
                  <p:nvGrpSpPr>
                    <p:cNvPr id="8819" name="Group 8818">
                      <a:extLst>
                        <a:ext uri="{FF2B5EF4-FFF2-40B4-BE49-F238E27FC236}">
                          <a16:creationId xmlns:a16="http://schemas.microsoft.com/office/drawing/2014/main" id="{0AAFBBA1-1790-4E8E-BD74-F6A28A520B47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683131" y="384412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9178" name="Freeform: Shape 9177">
                        <a:extLst>
                          <a:ext uri="{FF2B5EF4-FFF2-40B4-BE49-F238E27FC236}">
                            <a16:creationId xmlns:a16="http://schemas.microsoft.com/office/drawing/2014/main" id="{81FE063B-322C-4D52-B8B3-3EC2E92BC6A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179" name="Rectangle: Rounded Corners 9178">
                        <a:extLst>
                          <a:ext uri="{FF2B5EF4-FFF2-40B4-BE49-F238E27FC236}">
                            <a16:creationId xmlns:a16="http://schemas.microsoft.com/office/drawing/2014/main" id="{167485E5-EF3E-4AA6-AD69-964B7E42BF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820" name="Group 8819">
                      <a:extLst>
                        <a:ext uri="{FF2B5EF4-FFF2-40B4-BE49-F238E27FC236}">
                          <a16:creationId xmlns:a16="http://schemas.microsoft.com/office/drawing/2014/main" id="{07AF2885-077B-4B81-81BE-BCCF91B3689A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123013" y="4110752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9176" name="Freeform: Shape 9175">
                        <a:extLst>
                          <a:ext uri="{FF2B5EF4-FFF2-40B4-BE49-F238E27FC236}">
                            <a16:creationId xmlns:a16="http://schemas.microsoft.com/office/drawing/2014/main" id="{A208D86D-4DE7-4CA9-B037-CAE076B0367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9177" name="Rectangle: Rounded Corners 9176">
                        <a:extLst>
                          <a:ext uri="{FF2B5EF4-FFF2-40B4-BE49-F238E27FC236}">
                            <a16:creationId xmlns:a16="http://schemas.microsoft.com/office/drawing/2014/main" id="{B1563C28-4F68-4ADD-873B-8BE5517754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821" name="Group 8820">
                      <a:extLst>
                        <a:ext uri="{FF2B5EF4-FFF2-40B4-BE49-F238E27FC236}">
                          <a16:creationId xmlns:a16="http://schemas.microsoft.com/office/drawing/2014/main" id="{CD1BD9DA-F2B4-43A1-AF1A-69351FE155B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0260" y="2440902"/>
                      <a:ext cx="1730523" cy="1839492"/>
                      <a:chOff x="420511" y="1784768"/>
                      <a:chExt cx="1730523" cy="1839492"/>
                    </a:xfrm>
                  </p:grpSpPr>
                  <p:grpSp>
                    <p:nvGrpSpPr>
                      <p:cNvPr id="8894" name="Group 8893">
                        <a:extLst>
                          <a:ext uri="{FF2B5EF4-FFF2-40B4-BE49-F238E27FC236}">
                            <a16:creationId xmlns:a16="http://schemas.microsoft.com/office/drawing/2014/main" id="{649D638D-02B5-40B3-B8B0-399DE0356BF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69572" y="1784768"/>
                        <a:ext cx="1081462" cy="1476716"/>
                        <a:chOff x="2089993" y="1523034"/>
                        <a:chExt cx="1081462" cy="1476716"/>
                      </a:xfrm>
                    </p:grpSpPr>
                    <p:grpSp>
                      <p:nvGrpSpPr>
                        <p:cNvPr id="9115" name="Group 9114">
                          <a:extLst>
                            <a:ext uri="{FF2B5EF4-FFF2-40B4-BE49-F238E27FC236}">
                              <a16:creationId xmlns:a16="http://schemas.microsoft.com/office/drawing/2014/main" id="{8E55FB24-9814-4F9D-B011-8C7B238AD8D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70705"/>
                          <a:ext cx="101484" cy="1016226"/>
                          <a:chOff x="1800622" y="2364951"/>
                          <a:chExt cx="101484" cy="1016226"/>
                        </a:xfrm>
                      </p:grpSpPr>
                      <p:sp>
                        <p:nvSpPr>
                          <p:cNvPr id="9172" name="Flowchart: Connector 9171">
                            <a:extLst>
                              <a:ext uri="{FF2B5EF4-FFF2-40B4-BE49-F238E27FC236}">
                                <a16:creationId xmlns:a16="http://schemas.microsoft.com/office/drawing/2014/main" id="{38292671-87F7-490A-8368-9355628CE45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173" name="Flowchart: Connector 9172">
                            <a:extLst>
                              <a:ext uri="{FF2B5EF4-FFF2-40B4-BE49-F238E27FC236}">
                                <a16:creationId xmlns:a16="http://schemas.microsoft.com/office/drawing/2014/main" id="{77F1E965-A9F9-46FB-BDF4-DAC170EE89A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174" name="Flowchart: Connector 9173">
                            <a:extLst>
                              <a:ext uri="{FF2B5EF4-FFF2-40B4-BE49-F238E27FC236}">
                                <a16:creationId xmlns:a16="http://schemas.microsoft.com/office/drawing/2014/main" id="{D477E63D-AEDA-4DD3-98BC-208D514F7F3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175" name="Flowchart: Connector 9174">
                            <a:extLst>
                              <a:ext uri="{FF2B5EF4-FFF2-40B4-BE49-F238E27FC236}">
                                <a16:creationId xmlns:a16="http://schemas.microsoft.com/office/drawing/2014/main" id="{B527F0BD-0F6F-44EF-9AD5-A038C316EB7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649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9116" name="Group 9115">
                          <a:extLst>
                            <a:ext uri="{FF2B5EF4-FFF2-40B4-BE49-F238E27FC236}">
                              <a16:creationId xmlns:a16="http://schemas.microsoft.com/office/drawing/2014/main" id="{B40E7DAE-5D92-44B6-ACB5-DCE2E905D91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23034"/>
                          <a:ext cx="1057223" cy="1476716"/>
                          <a:chOff x="2114232" y="1523034"/>
                          <a:chExt cx="1057223" cy="1476716"/>
                        </a:xfrm>
                      </p:grpSpPr>
                      <p:grpSp>
                        <p:nvGrpSpPr>
                          <p:cNvPr id="9117" name="Group 9116">
                            <a:extLst>
                              <a:ext uri="{FF2B5EF4-FFF2-40B4-BE49-F238E27FC236}">
                                <a16:creationId xmlns:a16="http://schemas.microsoft.com/office/drawing/2014/main" id="{526E2B13-5CCC-4FAE-9DA1-39A254135D9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47544" cy="539639"/>
                            <a:chOff x="3717189" y="1719497"/>
                            <a:chExt cx="1047544" cy="539639"/>
                          </a:xfrm>
                        </p:grpSpPr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165" name="3D Model 9164" descr="Sphere">
                                  <a:extLst>
                                    <a:ext uri="{FF2B5EF4-FFF2-40B4-BE49-F238E27FC236}">
                                      <a16:creationId xmlns:a16="http://schemas.microsoft.com/office/drawing/2014/main" id="{9D0308A9-1D8B-433C-8415-43FE690E25D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339975311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166" name="Flowchart: Connector 9165">
                              <a:extLst>
                                <a:ext uri="{FF2B5EF4-FFF2-40B4-BE49-F238E27FC236}">
                                  <a16:creationId xmlns:a16="http://schemas.microsoft.com/office/drawing/2014/main" id="{FB398CD1-F58E-45F1-B61C-703B1F3640F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167" name="3D Model 9166" descr="Sphere">
                                  <a:extLst>
                                    <a:ext uri="{FF2B5EF4-FFF2-40B4-BE49-F238E27FC236}">
                                      <a16:creationId xmlns:a16="http://schemas.microsoft.com/office/drawing/2014/main" id="{4DEFB9C2-765B-4F3B-92A2-1566BCC4254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68667638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168" name="Flowchart: Connector 9167">
                              <a:extLst>
                                <a:ext uri="{FF2B5EF4-FFF2-40B4-BE49-F238E27FC236}">
                                  <a16:creationId xmlns:a16="http://schemas.microsoft.com/office/drawing/2014/main" id="{9502482A-46C2-471C-A6D1-095E410342A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169" name="3D Model 9168" descr="Sphere">
                                  <a:extLst>
                                    <a:ext uri="{FF2B5EF4-FFF2-40B4-BE49-F238E27FC236}">
                                      <a16:creationId xmlns:a16="http://schemas.microsoft.com/office/drawing/2014/main" id="{3C43D0F1-37C5-49CD-A7C3-5C57396D374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689940003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170" name="Flowchart: Connector 9169">
                              <a:extLst>
                                <a:ext uri="{FF2B5EF4-FFF2-40B4-BE49-F238E27FC236}">
                                  <a16:creationId xmlns:a16="http://schemas.microsoft.com/office/drawing/2014/main" id="{4B1ED54D-595B-447D-B92C-BFD43CC8D18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171" name="3D Model 9170" descr="Sphere">
                                  <a:extLst>
                                    <a:ext uri="{FF2B5EF4-FFF2-40B4-BE49-F238E27FC236}">
                                      <a16:creationId xmlns:a16="http://schemas.microsoft.com/office/drawing/2014/main" id="{1A2F90E0-767F-4537-98D8-E874CC71C05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401812524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9118" name="Group 9117">
                            <a:extLst>
                              <a:ext uri="{FF2B5EF4-FFF2-40B4-BE49-F238E27FC236}">
                                <a16:creationId xmlns:a16="http://schemas.microsoft.com/office/drawing/2014/main" id="{5D63A181-1A6C-4EE6-B379-620B7884870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9150" name="Flowchart: Connector 9149">
                              <a:extLst>
                                <a:ext uri="{FF2B5EF4-FFF2-40B4-BE49-F238E27FC236}">
                                  <a16:creationId xmlns:a16="http://schemas.microsoft.com/office/drawing/2014/main" id="{7D1E0DFD-A5D0-467A-B95B-11BD3069412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151" name="Flowchart: Connector 9150">
                              <a:extLst>
                                <a:ext uri="{FF2B5EF4-FFF2-40B4-BE49-F238E27FC236}">
                                  <a16:creationId xmlns:a16="http://schemas.microsoft.com/office/drawing/2014/main" id="{9759F32C-F638-4759-A57F-796392007D5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152" name="Flowchart: Connector 9151">
                              <a:extLst>
                                <a:ext uri="{FF2B5EF4-FFF2-40B4-BE49-F238E27FC236}">
                                  <a16:creationId xmlns:a16="http://schemas.microsoft.com/office/drawing/2014/main" id="{242DD040-F598-41E9-8918-3E609ADE10F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153" name="Flowchart: Connector 9152">
                              <a:extLst>
                                <a:ext uri="{FF2B5EF4-FFF2-40B4-BE49-F238E27FC236}">
                                  <a16:creationId xmlns:a16="http://schemas.microsoft.com/office/drawing/2014/main" id="{21F5F8F4-CA89-4842-83ED-F2A098E8130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154" name="Flowchart: Connector 9153">
                              <a:extLst>
                                <a:ext uri="{FF2B5EF4-FFF2-40B4-BE49-F238E27FC236}">
                                  <a16:creationId xmlns:a16="http://schemas.microsoft.com/office/drawing/2014/main" id="{12EF3723-FD29-4964-BC1B-EEB1F05E2BA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155" name="Flowchart: Connector 9154">
                              <a:extLst>
                                <a:ext uri="{FF2B5EF4-FFF2-40B4-BE49-F238E27FC236}">
                                  <a16:creationId xmlns:a16="http://schemas.microsoft.com/office/drawing/2014/main" id="{B4FCB7C6-C4DE-4993-B448-2319AD8AC0E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156" name="Flowchart: Connector 9155">
                              <a:extLst>
                                <a:ext uri="{FF2B5EF4-FFF2-40B4-BE49-F238E27FC236}">
                                  <a16:creationId xmlns:a16="http://schemas.microsoft.com/office/drawing/2014/main" id="{6FAC7F1C-62F9-401C-8086-238EC14848B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157" name="Flowchart: Connector 9156">
                              <a:extLst>
                                <a:ext uri="{FF2B5EF4-FFF2-40B4-BE49-F238E27FC236}">
                                  <a16:creationId xmlns:a16="http://schemas.microsoft.com/office/drawing/2014/main" id="{26A36416-ECFE-4B89-91F6-146ED335DB1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158" name="3D Model 9157" descr="Sphere">
                                  <a:extLst>
                                    <a:ext uri="{FF2B5EF4-FFF2-40B4-BE49-F238E27FC236}">
                                      <a16:creationId xmlns:a16="http://schemas.microsoft.com/office/drawing/2014/main" id="{FBBF949D-D813-435A-B3CF-973C2A6943C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067751362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159" name="Flowchart: Connector 9158">
                              <a:extLst>
                                <a:ext uri="{FF2B5EF4-FFF2-40B4-BE49-F238E27FC236}">
                                  <a16:creationId xmlns:a16="http://schemas.microsoft.com/office/drawing/2014/main" id="{0E45AA30-B12E-4B0E-B956-6CBF400DBA7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160" name="3D Model 9159" descr="Sphere">
                                  <a:extLst>
                                    <a:ext uri="{FF2B5EF4-FFF2-40B4-BE49-F238E27FC236}">
                                      <a16:creationId xmlns:a16="http://schemas.microsoft.com/office/drawing/2014/main" id="{6C39A114-C468-44B8-847F-F3214330AF9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656055990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161" name="Flowchart: Connector 9160">
                              <a:extLst>
                                <a:ext uri="{FF2B5EF4-FFF2-40B4-BE49-F238E27FC236}">
                                  <a16:creationId xmlns:a16="http://schemas.microsoft.com/office/drawing/2014/main" id="{0421B0D4-2632-44E4-B682-A2769EE48D3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162" name="3D Model 9161" descr="Sphere">
                                  <a:extLst>
                                    <a:ext uri="{FF2B5EF4-FFF2-40B4-BE49-F238E27FC236}">
                                      <a16:creationId xmlns:a16="http://schemas.microsoft.com/office/drawing/2014/main" id="{1B1DE5DE-2984-49E0-8E5C-ED655CB5CD5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941963236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163" name="Flowchart: Connector 9162">
                              <a:extLst>
                                <a:ext uri="{FF2B5EF4-FFF2-40B4-BE49-F238E27FC236}">
                                  <a16:creationId xmlns:a16="http://schemas.microsoft.com/office/drawing/2014/main" id="{DE0B3996-D7D8-4B96-B141-C4F43853AB7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164" name="3D Model 9163" descr="Sphere">
                                  <a:extLst>
                                    <a:ext uri="{FF2B5EF4-FFF2-40B4-BE49-F238E27FC236}">
                                      <a16:creationId xmlns:a16="http://schemas.microsoft.com/office/drawing/2014/main" id="{342AED19-06B3-47E9-B9FF-05270437A71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54553649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9119" name="Group 9118">
                            <a:extLst>
                              <a:ext uri="{FF2B5EF4-FFF2-40B4-BE49-F238E27FC236}">
                                <a16:creationId xmlns:a16="http://schemas.microsoft.com/office/drawing/2014/main" id="{5CD5E363-B44F-4FFD-9EB0-B77C4A288AC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9135" name="Flowchart: Connector 9134">
                              <a:extLst>
                                <a:ext uri="{FF2B5EF4-FFF2-40B4-BE49-F238E27FC236}">
                                  <a16:creationId xmlns:a16="http://schemas.microsoft.com/office/drawing/2014/main" id="{3CFEAFA4-80AA-4B1D-8181-8037EE18471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136" name="Flowchart: Connector 9135">
                              <a:extLst>
                                <a:ext uri="{FF2B5EF4-FFF2-40B4-BE49-F238E27FC236}">
                                  <a16:creationId xmlns:a16="http://schemas.microsoft.com/office/drawing/2014/main" id="{2219D6CA-F362-434E-B2DF-CF30E3BC8CA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137" name="Flowchart: Connector 9136">
                              <a:extLst>
                                <a:ext uri="{FF2B5EF4-FFF2-40B4-BE49-F238E27FC236}">
                                  <a16:creationId xmlns:a16="http://schemas.microsoft.com/office/drawing/2014/main" id="{6D2D08A5-0E9B-4867-898F-D3E7B123244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138" name="Flowchart: Connector 9137">
                              <a:extLst>
                                <a:ext uri="{FF2B5EF4-FFF2-40B4-BE49-F238E27FC236}">
                                  <a16:creationId xmlns:a16="http://schemas.microsoft.com/office/drawing/2014/main" id="{B6FA7B0A-5E69-4061-93C8-16DECEACD80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139" name="Flowchart: Connector 9138">
                              <a:extLst>
                                <a:ext uri="{FF2B5EF4-FFF2-40B4-BE49-F238E27FC236}">
                                  <a16:creationId xmlns:a16="http://schemas.microsoft.com/office/drawing/2014/main" id="{DD2626B7-3940-4B71-8A38-809515F583E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140" name="Flowchart: Connector 9139">
                              <a:extLst>
                                <a:ext uri="{FF2B5EF4-FFF2-40B4-BE49-F238E27FC236}">
                                  <a16:creationId xmlns:a16="http://schemas.microsoft.com/office/drawing/2014/main" id="{E15F3CAB-E3A4-40D7-86B2-370D55B4763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141" name="Flowchart: Connector 9140">
                              <a:extLst>
                                <a:ext uri="{FF2B5EF4-FFF2-40B4-BE49-F238E27FC236}">
                                  <a16:creationId xmlns:a16="http://schemas.microsoft.com/office/drawing/2014/main" id="{C4215065-1E55-443C-A87D-AEFDBE7AFAA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142" name="Flowchart: Connector 9141">
                              <a:extLst>
                                <a:ext uri="{FF2B5EF4-FFF2-40B4-BE49-F238E27FC236}">
                                  <a16:creationId xmlns:a16="http://schemas.microsoft.com/office/drawing/2014/main" id="{22202D1B-0A5E-40BC-8A1D-814827C1958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143" name="3D Model 9142" descr="Sphere">
                                  <a:extLst>
                                    <a:ext uri="{FF2B5EF4-FFF2-40B4-BE49-F238E27FC236}">
                                      <a16:creationId xmlns:a16="http://schemas.microsoft.com/office/drawing/2014/main" id="{38AF955C-DC06-4B00-9DD0-DAAF38919DB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188365860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144" name="Flowchart: Connector 9143">
                              <a:extLst>
                                <a:ext uri="{FF2B5EF4-FFF2-40B4-BE49-F238E27FC236}">
                                  <a16:creationId xmlns:a16="http://schemas.microsoft.com/office/drawing/2014/main" id="{D4698095-B053-4330-BD55-6BBBDE0E83E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145" name="3D Model 9144" descr="Sphere">
                                  <a:extLst>
                                    <a:ext uri="{FF2B5EF4-FFF2-40B4-BE49-F238E27FC236}">
                                      <a16:creationId xmlns:a16="http://schemas.microsoft.com/office/drawing/2014/main" id="{929DDF41-7E3C-4A6F-8FA0-62003813D0A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711143442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146" name="Flowchart: Connector 9145">
                              <a:extLst>
                                <a:ext uri="{FF2B5EF4-FFF2-40B4-BE49-F238E27FC236}">
                                  <a16:creationId xmlns:a16="http://schemas.microsoft.com/office/drawing/2014/main" id="{FCDA9211-0837-40DB-A50C-F3567A4BC60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147" name="3D Model 9146" descr="Sphere">
                                  <a:extLst>
                                    <a:ext uri="{FF2B5EF4-FFF2-40B4-BE49-F238E27FC236}">
                                      <a16:creationId xmlns:a16="http://schemas.microsoft.com/office/drawing/2014/main" id="{4C756E86-0E7F-4B67-AB84-561880F4AE3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194711670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148" name="Flowchart: Connector 9147">
                              <a:extLst>
                                <a:ext uri="{FF2B5EF4-FFF2-40B4-BE49-F238E27FC236}">
                                  <a16:creationId xmlns:a16="http://schemas.microsoft.com/office/drawing/2014/main" id="{EB48F0CC-E599-4D2B-816A-48CB0BF645A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149" name="3D Model 9148" descr="Sphere">
                                  <a:extLst>
                                    <a:ext uri="{FF2B5EF4-FFF2-40B4-BE49-F238E27FC236}">
                                      <a16:creationId xmlns:a16="http://schemas.microsoft.com/office/drawing/2014/main" id="{BA119C5D-AC68-4BA5-A44D-36802BEF029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933226193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9120" name="Flowchart: Connector 9119">
                            <a:extLst>
                              <a:ext uri="{FF2B5EF4-FFF2-40B4-BE49-F238E27FC236}">
                                <a16:creationId xmlns:a16="http://schemas.microsoft.com/office/drawing/2014/main" id="{EC13645C-ACFD-4CD5-83BB-05418481EAA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121" name="Flowchart: Connector 9120">
                            <a:extLst>
                              <a:ext uri="{FF2B5EF4-FFF2-40B4-BE49-F238E27FC236}">
                                <a16:creationId xmlns:a16="http://schemas.microsoft.com/office/drawing/2014/main" id="{0002ED22-BA14-47E8-8368-DD630B8EDB4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122" name="Flowchart: Connector 9121">
                            <a:extLst>
                              <a:ext uri="{FF2B5EF4-FFF2-40B4-BE49-F238E27FC236}">
                                <a16:creationId xmlns:a16="http://schemas.microsoft.com/office/drawing/2014/main" id="{EF817460-F70C-4CD5-B58A-AF8DC5FD7AD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123" name="Flowchart: Connector 9122">
                            <a:extLst>
                              <a:ext uri="{FF2B5EF4-FFF2-40B4-BE49-F238E27FC236}">
                                <a16:creationId xmlns:a16="http://schemas.microsoft.com/office/drawing/2014/main" id="{B1761550-8ABD-4C53-BE12-974183152F9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124" name="Flowchart: Connector 9123">
                            <a:extLst>
                              <a:ext uri="{FF2B5EF4-FFF2-40B4-BE49-F238E27FC236}">
                                <a16:creationId xmlns:a16="http://schemas.microsoft.com/office/drawing/2014/main" id="{C203C2A5-8B2C-4E63-8B7C-D537C28F4E2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125" name="Flowchart: Connector 9124">
                            <a:extLst>
                              <a:ext uri="{FF2B5EF4-FFF2-40B4-BE49-F238E27FC236}">
                                <a16:creationId xmlns:a16="http://schemas.microsoft.com/office/drawing/2014/main" id="{8219C05D-D04B-4B7D-B168-F3249EE4CC8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126" name="Flowchart: Connector 9125">
                            <a:extLst>
                              <a:ext uri="{FF2B5EF4-FFF2-40B4-BE49-F238E27FC236}">
                                <a16:creationId xmlns:a16="http://schemas.microsoft.com/office/drawing/2014/main" id="{DA0CD09A-5E42-47AE-B8F6-C790F6777FD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127" name="Flowchart: Connector 9126">
                            <a:extLst>
                              <a:ext uri="{FF2B5EF4-FFF2-40B4-BE49-F238E27FC236}">
                                <a16:creationId xmlns:a16="http://schemas.microsoft.com/office/drawing/2014/main" id="{4D135019-F887-44FD-A616-C0AE287108C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128" name="3D Model 9127" descr="Sphere">
                                <a:extLst>
                                  <a:ext uri="{FF2B5EF4-FFF2-40B4-BE49-F238E27FC236}">
                                    <a16:creationId xmlns:a16="http://schemas.microsoft.com/office/drawing/2014/main" id="{71986D33-F2C1-416F-8B67-D40078D903C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229928569"/>
                                  </p:ext>
                                </p:extLst>
                              </p:nvPr>
                            </p:nvGraphicFramePr>
                            <p:xfrm>
                              <a:off x="2134543" y="1523034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517" name="3D Model 2516" descr="Sphere">
                                <a:extLst>
                                  <a:ext uri="{FF2B5EF4-FFF2-40B4-BE49-F238E27FC236}">
                                    <a16:creationId xmlns:a16="http://schemas.microsoft.com/office/drawing/2014/main" id="{0B37FE69-0C37-4CB1-8F85-B908B77AC15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450151" y="220459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129" name="Flowchart: Connector 9128">
                            <a:extLst>
                              <a:ext uri="{FF2B5EF4-FFF2-40B4-BE49-F238E27FC236}">
                                <a16:creationId xmlns:a16="http://schemas.microsoft.com/office/drawing/2014/main" id="{03075F8C-B86F-48C5-A86C-6048ED85333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130" name="3D Model 9129" descr="Sphere">
                                <a:extLst>
                                  <a:ext uri="{FF2B5EF4-FFF2-40B4-BE49-F238E27FC236}">
                                    <a16:creationId xmlns:a16="http://schemas.microsoft.com/office/drawing/2014/main" id="{691F7A4E-4977-4C60-8DE1-E79EAAF4B6A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788905730"/>
                                  </p:ext>
                                </p:extLst>
                              </p:nvPr>
                            </p:nvGraphicFramePr>
                            <p:xfrm>
                              <a:off x="2371307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519" name="3D Model 2518" descr="Sphere">
                                <a:extLst>
                                  <a:ext uri="{FF2B5EF4-FFF2-40B4-BE49-F238E27FC236}">
                                    <a16:creationId xmlns:a16="http://schemas.microsoft.com/office/drawing/2014/main" id="{E77B593C-54AC-41A6-9F6D-75F5CFB558F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491279" y="2215275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131" name="Flowchart: Connector 9130">
                            <a:extLst>
                              <a:ext uri="{FF2B5EF4-FFF2-40B4-BE49-F238E27FC236}">
                                <a16:creationId xmlns:a16="http://schemas.microsoft.com/office/drawing/2014/main" id="{96EEDE50-89C8-4F70-9E8E-3B8DB985EE6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4559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132" name="3D Model 9131" descr="Sphere">
                                <a:extLst>
                                  <a:ext uri="{FF2B5EF4-FFF2-40B4-BE49-F238E27FC236}">
                                    <a16:creationId xmlns:a16="http://schemas.microsoft.com/office/drawing/2014/main" id="{8A46B7E9-5120-4295-901B-43C840DA8A0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944295014"/>
                                  </p:ext>
                                </p:extLst>
                              </p:nvPr>
                            </p:nvGraphicFramePr>
                            <p:xfrm>
                              <a:off x="2609177" y="164155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521" name="3D Model 2520" descr="Sphere">
                                <a:extLst>
                                  <a:ext uri="{FF2B5EF4-FFF2-40B4-BE49-F238E27FC236}">
                                    <a16:creationId xmlns:a16="http://schemas.microsoft.com/office/drawing/2014/main" id="{79DD0E23-7F07-4774-A2B3-FF19452F791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532598" y="222691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133" name="Flowchart: Connector 9132">
                            <a:extLst>
                              <a:ext uri="{FF2B5EF4-FFF2-40B4-BE49-F238E27FC236}">
                                <a16:creationId xmlns:a16="http://schemas.microsoft.com/office/drawing/2014/main" id="{2DCF111B-A3CA-4789-8F10-C910A9DE25E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134" name="3D Model 9133" descr="Sphere">
                                <a:extLst>
                                  <a:ext uri="{FF2B5EF4-FFF2-40B4-BE49-F238E27FC236}">
                                    <a16:creationId xmlns:a16="http://schemas.microsoft.com/office/drawing/2014/main" id="{F0EECFE4-E75B-487A-B232-4ABC9645331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033829847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6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6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523" name="3D Model 2522" descr="Sphere">
                                <a:extLst>
                                  <a:ext uri="{FF2B5EF4-FFF2-40B4-BE49-F238E27FC236}">
                                    <a16:creationId xmlns:a16="http://schemas.microsoft.com/office/drawing/2014/main" id="{E1ECBFC9-2694-4C88-988E-9AB0006BD4C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579224" y="2243308"/>
                                <a:ext cx="51046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8895" name="Group 8894">
                        <a:extLst>
                          <a:ext uri="{FF2B5EF4-FFF2-40B4-BE49-F238E27FC236}">
                            <a16:creationId xmlns:a16="http://schemas.microsoft.com/office/drawing/2014/main" id="{D9BB809F-C082-4B39-9B7A-32A31381B09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3325" y="2268938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9112" name="Flowchart: Connector 9111">
                          <a:extLst>
                            <a:ext uri="{FF2B5EF4-FFF2-40B4-BE49-F238E27FC236}">
                              <a16:creationId xmlns:a16="http://schemas.microsoft.com/office/drawing/2014/main" id="{E3AD87B2-EA27-404E-836F-2275173D97A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113" name="Flowchart: Connector 9112">
                          <a:extLst>
                            <a:ext uri="{FF2B5EF4-FFF2-40B4-BE49-F238E27FC236}">
                              <a16:creationId xmlns:a16="http://schemas.microsoft.com/office/drawing/2014/main" id="{200846CE-538A-48C1-9538-D9AD4D2ECEF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114" name="Flowchart: Connector 9113">
                          <a:extLst>
                            <a:ext uri="{FF2B5EF4-FFF2-40B4-BE49-F238E27FC236}">
                              <a16:creationId xmlns:a16="http://schemas.microsoft.com/office/drawing/2014/main" id="{39918DA4-9F3D-44F6-98F1-FB4BC387371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8896" name="Flowchart: Connector 8895">
                        <a:extLst>
                          <a:ext uri="{FF2B5EF4-FFF2-40B4-BE49-F238E27FC236}">
                            <a16:creationId xmlns:a16="http://schemas.microsoft.com/office/drawing/2014/main" id="{5D3BBBCE-FEEB-4FBD-8B2A-0C5BEFBFA0D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37026" y="201261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897" name="Flowchart: Connector 8896">
                        <a:extLst>
                          <a:ext uri="{FF2B5EF4-FFF2-40B4-BE49-F238E27FC236}">
                            <a16:creationId xmlns:a16="http://schemas.microsoft.com/office/drawing/2014/main" id="{82B5FDC4-E14E-4D24-A123-04CD9BCCC05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588002" y="208727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8898" name="Group 8897">
                        <a:extLst>
                          <a:ext uri="{FF2B5EF4-FFF2-40B4-BE49-F238E27FC236}">
                            <a16:creationId xmlns:a16="http://schemas.microsoft.com/office/drawing/2014/main" id="{DDB295A4-8FD3-4A06-BB15-25BCB51B693B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228750">
                        <a:off x="1171220" y="1918660"/>
                        <a:ext cx="698062" cy="387533"/>
                        <a:chOff x="854933" y="2290871"/>
                        <a:chExt cx="698062" cy="387533"/>
                      </a:xfrm>
                    </p:grpSpPr>
                    <p:sp>
                      <p:nvSpPr>
                        <p:cNvPr id="9109" name="Flowchart: Connector 9108">
                          <a:extLst>
                            <a:ext uri="{FF2B5EF4-FFF2-40B4-BE49-F238E27FC236}">
                              <a16:creationId xmlns:a16="http://schemas.microsoft.com/office/drawing/2014/main" id="{AE1EFB4A-3196-4C3E-9B85-2BC89C08B51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3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110" name="Flowchart: Connector 9109">
                          <a:extLst>
                            <a:ext uri="{FF2B5EF4-FFF2-40B4-BE49-F238E27FC236}">
                              <a16:creationId xmlns:a16="http://schemas.microsoft.com/office/drawing/2014/main" id="{E4108D3E-9D48-4AC4-8E13-74E0DBC7EE8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5206" y="2377897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111" name="Flowchart: Connector 9110">
                          <a:extLst>
                            <a:ext uri="{FF2B5EF4-FFF2-40B4-BE49-F238E27FC236}">
                              <a16:creationId xmlns:a16="http://schemas.microsoft.com/office/drawing/2014/main" id="{12B390C6-BD6B-4CCA-90B9-6977D7DB7D4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41136" y="2462404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8899" name="Group 8898">
                        <a:extLst>
                          <a:ext uri="{FF2B5EF4-FFF2-40B4-BE49-F238E27FC236}">
                            <a16:creationId xmlns:a16="http://schemas.microsoft.com/office/drawing/2014/main" id="{4BEB4E17-8CD2-417E-9286-A4FDEFF43E9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49741" y="1890320"/>
                        <a:ext cx="1098636" cy="1497980"/>
                        <a:chOff x="2089993" y="1501770"/>
                        <a:chExt cx="1098636" cy="1497980"/>
                      </a:xfrm>
                    </p:grpSpPr>
                    <p:grpSp>
                      <p:nvGrpSpPr>
                        <p:cNvPr id="9044" name="Group 9043">
                          <a:extLst>
                            <a:ext uri="{FF2B5EF4-FFF2-40B4-BE49-F238E27FC236}">
                              <a16:creationId xmlns:a16="http://schemas.microsoft.com/office/drawing/2014/main" id="{5006186A-D9C3-4862-A2D9-2A5FADC0B38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34990"/>
                          <a:ext cx="101484" cy="1051941"/>
                          <a:chOff x="1800622" y="2329236"/>
                          <a:chExt cx="101484" cy="1051941"/>
                        </a:xfrm>
                      </p:grpSpPr>
                      <p:sp>
                        <p:nvSpPr>
                          <p:cNvPr id="9105" name="Flowchart: Connector 9104">
                            <a:extLst>
                              <a:ext uri="{FF2B5EF4-FFF2-40B4-BE49-F238E27FC236}">
                                <a16:creationId xmlns:a16="http://schemas.microsoft.com/office/drawing/2014/main" id="{62E6E5E2-59D4-4E0A-A58D-5B1D842E4E4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106" name="Flowchart: Connector 9105">
                            <a:extLst>
                              <a:ext uri="{FF2B5EF4-FFF2-40B4-BE49-F238E27FC236}">
                                <a16:creationId xmlns:a16="http://schemas.microsoft.com/office/drawing/2014/main" id="{C55E13F9-6289-4EE8-9F37-2DDD0A38A77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107" name="Flowchart: Connector 9106">
                            <a:extLst>
                              <a:ext uri="{FF2B5EF4-FFF2-40B4-BE49-F238E27FC236}">
                                <a16:creationId xmlns:a16="http://schemas.microsoft.com/office/drawing/2014/main" id="{A95127A1-E032-4438-97C9-7178042AE1E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108" name="Flowchart: Connector 9107">
                            <a:extLst>
                              <a:ext uri="{FF2B5EF4-FFF2-40B4-BE49-F238E27FC236}">
                                <a16:creationId xmlns:a16="http://schemas.microsoft.com/office/drawing/2014/main" id="{66B90BE9-C265-42D7-A146-BBA04EB2B3D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2923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9045" name="Group 9044">
                          <a:extLst>
                            <a:ext uri="{FF2B5EF4-FFF2-40B4-BE49-F238E27FC236}">
                              <a16:creationId xmlns:a16="http://schemas.microsoft.com/office/drawing/2014/main" id="{2F02953F-254A-4E82-9235-F1AD2CF85D4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01770"/>
                          <a:ext cx="1074397" cy="1497980"/>
                          <a:chOff x="2114232" y="1501770"/>
                          <a:chExt cx="1074397" cy="1497980"/>
                        </a:xfrm>
                      </p:grpSpPr>
                      <p:grpSp>
                        <p:nvGrpSpPr>
                          <p:cNvPr id="9046" name="Group 9045">
                            <a:extLst>
                              <a:ext uri="{FF2B5EF4-FFF2-40B4-BE49-F238E27FC236}">
                                <a16:creationId xmlns:a16="http://schemas.microsoft.com/office/drawing/2014/main" id="{75C446DB-8890-4E15-985C-27DC28A7506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9097" name="Flowchart: Connector 9096">
                              <a:extLst>
                                <a:ext uri="{FF2B5EF4-FFF2-40B4-BE49-F238E27FC236}">
                                  <a16:creationId xmlns:a16="http://schemas.microsoft.com/office/drawing/2014/main" id="{B0603863-B411-4492-92E8-0C2028C69D8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098" name="3D Model 9097" descr="Sphere">
                                  <a:extLst>
                                    <a:ext uri="{FF2B5EF4-FFF2-40B4-BE49-F238E27FC236}">
                                      <a16:creationId xmlns:a16="http://schemas.microsoft.com/office/drawing/2014/main" id="{DDC8E905-5DC0-4A02-8652-3B7CE6E7F16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732156752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099" name="Flowchart: Connector 9098">
                              <a:extLst>
                                <a:ext uri="{FF2B5EF4-FFF2-40B4-BE49-F238E27FC236}">
                                  <a16:creationId xmlns:a16="http://schemas.microsoft.com/office/drawing/2014/main" id="{8CDF6EEF-7023-41A9-A775-484A773E77E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100" name="3D Model 9099" descr="Sphere">
                                  <a:extLst>
                                    <a:ext uri="{FF2B5EF4-FFF2-40B4-BE49-F238E27FC236}">
                                      <a16:creationId xmlns:a16="http://schemas.microsoft.com/office/drawing/2014/main" id="{4363665D-5DE3-469C-B87D-41A3E4D6BB5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618363920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101" name="Flowchart: Connector 9100">
                              <a:extLst>
                                <a:ext uri="{FF2B5EF4-FFF2-40B4-BE49-F238E27FC236}">
                                  <a16:creationId xmlns:a16="http://schemas.microsoft.com/office/drawing/2014/main" id="{24809F34-B812-4EF8-91AB-DB325365B21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102" name="3D Model 9101" descr="Sphere">
                                  <a:extLst>
                                    <a:ext uri="{FF2B5EF4-FFF2-40B4-BE49-F238E27FC236}">
                                      <a16:creationId xmlns:a16="http://schemas.microsoft.com/office/drawing/2014/main" id="{50E123BF-E7BB-42F4-969E-0F6CE140D7D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062469902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103" name="Flowchart: Connector 9102">
                              <a:extLst>
                                <a:ext uri="{FF2B5EF4-FFF2-40B4-BE49-F238E27FC236}">
                                  <a16:creationId xmlns:a16="http://schemas.microsoft.com/office/drawing/2014/main" id="{42326E26-F80D-42EB-8691-3FAE9EA0246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104" name="3D Model 9103" descr="Sphere">
                                  <a:extLst>
                                    <a:ext uri="{FF2B5EF4-FFF2-40B4-BE49-F238E27FC236}">
                                      <a16:creationId xmlns:a16="http://schemas.microsoft.com/office/drawing/2014/main" id="{FD21F597-CF3A-43AD-B585-8EB9ECDA517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66598378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9047" name="Group 9046">
                            <a:extLst>
                              <a:ext uri="{FF2B5EF4-FFF2-40B4-BE49-F238E27FC236}">
                                <a16:creationId xmlns:a16="http://schemas.microsoft.com/office/drawing/2014/main" id="{47032864-B01C-413B-8B41-61B168683A4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9081" name="Flowchart: Connector 9080">
                              <a:extLst>
                                <a:ext uri="{FF2B5EF4-FFF2-40B4-BE49-F238E27FC236}">
                                  <a16:creationId xmlns:a16="http://schemas.microsoft.com/office/drawing/2014/main" id="{34A2D7EA-D5EF-45D4-9027-DE576086063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082" name="Flowchart: Connector 9081">
                              <a:extLst>
                                <a:ext uri="{FF2B5EF4-FFF2-40B4-BE49-F238E27FC236}">
                                  <a16:creationId xmlns:a16="http://schemas.microsoft.com/office/drawing/2014/main" id="{56D61576-6270-4B10-BAAF-DE27A9777CC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083" name="Flowchart: Connector 9082">
                              <a:extLst>
                                <a:ext uri="{FF2B5EF4-FFF2-40B4-BE49-F238E27FC236}">
                                  <a16:creationId xmlns:a16="http://schemas.microsoft.com/office/drawing/2014/main" id="{0E359250-032E-44E9-8685-0FD640D96E8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084" name="Flowchart: Connector 9083">
                              <a:extLst>
                                <a:ext uri="{FF2B5EF4-FFF2-40B4-BE49-F238E27FC236}">
                                  <a16:creationId xmlns:a16="http://schemas.microsoft.com/office/drawing/2014/main" id="{CF51EB6E-8688-4377-8D03-289FF5E3E8A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085" name="Flowchart: Connector 9084">
                              <a:extLst>
                                <a:ext uri="{FF2B5EF4-FFF2-40B4-BE49-F238E27FC236}">
                                  <a16:creationId xmlns:a16="http://schemas.microsoft.com/office/drawing/2014/main" id="{478A7AE1-7ABD-4992-A57D-31093876708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086" name="Flowchart: Connector 9085">
                              <a:extLst>
                                <a:ext uri="{FF2B5EF4-FFF2-40B4-BE49-F238E27FC236}">
                                  <a16:creationId xmlns:a16="http://schemas.microsoft.com/office/drawing/2014/main" id="{8AB96297-5BFA-40F8-ADFE-197EE434BF4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087" name="Flowchart: Connector 9086">
                              <a:extLst>
                                <a:ext uri="{FF2B5EF4-FFF2-40B4-BE49-F238E27FC236}">
                                  <a16:creationId xmlns:a16="http://schemas.microsoft.com/office/drawing/2014/main" id="{DB6912B0-6D6C-426F-9C4C-57A02EDD7A3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088" name="Flowchart: Connector 9087">
                              <a:extLst>
                                <a:ext uri="{FF2B5EF4-FFF2-40B4-BE49-F238E27FC236}">
                                  <a16:creationId xmlns:a16="http://schemas.microsoft.com/office/drawing/2014/main" id="{CE78B252-5EB3-4189-84C1-E9D6BE135DE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089" name="Flowchart: Connector 9088">
                              <a:extLst>
                                <a:ext uri="{FF2B5EF4-FFF2-40B4-BE49-F238E27FC236}">
                                  <a16:creationId xmlns:a16="http://schemas.microsoft.com/office/drawing/2014/main" id="{B4030E88-54FA-41F3-83E5-71896373AB5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090" name="3D Model 9089" descr="Sphere">
                                  <a:extLst>
                                    <a:ext uri="{FF2B5EF4-FFF2-40B4-BE49-F238E27FC236}">
                                      <a16:creationId xmlns:a16="http://schemas.microsoft.com/office/drawing/2014/main" id="{DC8D6972-CF21-4FE9-AB9D-D929C5C1CB9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002426570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091" name="Flowchart: Connector 9090">
                              <a:extLst>
                                <a:ext uri="{FF2B5EF4-FFF2-40B4-BE49-F238E27FC236}">
                                  <a16:creationId xmlns:a16="http://schemas.microsoft.com/office/drawing/2014/main" id="{CFD4E899-6689-4316-97B9-C57AC70A6A3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092" name="3D Model 9091" descr="Sphere">
                                  <a:extLst>
                                    <a:ext uri="{FF2B5EF4-FFF2-40B4-BE49-F238E27FC236}">
                                      <a16:creationId xmlns:a16="http://schemas.microsoft.com/office/drawing/2014/main" id="{38098432-49CD-43A8-AA74-3328CC3C2AA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12167831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093" name="Flowchart: Connector 9092">
                              <a:extLst>
                                <a:ext uri="{FF2B5EF4-FFF2-40B4-BE49-F238E27FC236}">
                                  <a16:creationId xmlns:a16="http://schemas.microsoft.com/office/drawing/2014/main" id="{3C8F536B-714F-4576-A620-9E64CBD33D8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094" name="3D Model 9093" descr="Sphere">
                                  <a:extLst>
                                    <a:ext uri="{FF2B5EF4-FFF2-40B4-BE49-F238E27FC236}">
                                      <a16:creationId xmlns:a16="http://schemas.microsoft.com/office/drawing/2014/main" id="{E285A6D2-7BBF-48BE-8339-E1938456230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441231360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095" name="Flowchart: Connector 9094">
                              <a:extLst>
                                <a:ext uri="{FF2B5EF4-FFF2-40B4-BE49-F238E27FC236}">
                                  <a16:creationId xmlns:a16="http://schemas.microsoft.com/office/drawing/2014/main" id="{140CA3CF-1668-4E4B-BE6B-EE7D7BA8517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096" name="3D Model 9095" descr="Sphere">
                                  <a:extLst>
                                    <a:ext uri="{FF2B5EF4-FFF2-40B4-BE49-F238E27FC236}">
                                      <a16:creationId xmlns:a16="http://schemas.microsoft.com/office/drawing/2014/main" id="{BD704DEF-30E4-4A51-B401-33702E77954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18377594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9048" name="Group 9047">
                            <a:extLst>
                              <a:ext uri="{FF2B5EF4-FFF2-40B4-BE49-F238E27FC236}">
                                <a16:creationId xmlns:a16="http://schemas.microsoft.com/office/drawing/2014/main" id="{765CE4C5-EBA5-4A23-9F2A-D76F3FF5A10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9065" name="Flowchart: Connector 9064">
                              <a:extLst>
                                <a:ext uri="{FF2B5EF4-FFF2-40B4-BE49-F238E27FC236}">
                                  <a16:creationId xmlns:a16="http://schemas.microsoft.com/office/drawing/2014/main" id="{A6F7625A-AF79-4A0A-BDCA-F898D3460D1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066" name="Flowchart: Connector 9065">
                              <a:extLst>
                                <a:ext uri="{FF2B5EF4-FFF2-40B4-BE49-F238E27FC236}">
                                  <a16:creationId xmlns:a16="http://schemas.microsoft.com/office/drawing/2014/main" id="{2843B52A-660F-41B5-BE37-CA092721849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067" name="Flowchart: Connector 9066">
                              <a:extLst>
                                <a:ext uri="{FF2B5EF4-FFF2-40B4-BE49-F238E27FC236}">
                                  <a16:creationId xmlns:a16="http://schemas.microsoft.com/office/drawing/2014/main" id="{E64A6046-D34D-4303-A15D-62797C99641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068" name="Flowchart: Connector 9067">
                              <a:extLst>
                                <a:ext uri="{FF2B5EF4-FFF2-40B4-BE49-F238E27FC236}">
                                  <a16:creationId xmlns:a16="http://schemas.microsoft.com/office/drawing/2014/main" id="{BF1460D1-175D-4FA0-A227-5B55037C420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069" name="Flowchart: Connector 9068">
                              <a:extLst>
                                <a:ext uri="{FF2B5EF4-FFF2-40B4-BE49-F238E27FC236}">
                                  <a16:creationId xmlns:a16="http://schemas.microsoft.com/office/drawing/2014/main" id="{6897A872-1AAC-4CE9-8EA0-FAD0CB28D3F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070" name="Flowchart: Connector 9069">
                              <a:extLst>
                                <a:ext uri="{FF2B5EF4-FFF2-40B4-BE49-F238E27FC236}">
                                  <a16:creationId xmlns:a16="http://schemas.microsoft.com/office/drawing/2014/main" id="{AF811BA8-C3DC-4C03-9124-47020023AD5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071" name="Flowchart: Connector 9070">
                              <a:extLst>
                                <a:ext uri="{FF2B5EF4-FFF2-40B4-BE49-F238E27FC236}">
                                  <a16:creationId xmlns:a16="http://schemas.microsoft.com/office/drawing/2014/main" id="{36A1D255-2C0E-4417-BE5C-47EC4A7B090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072" name="Flowchart: Connector 9071">
                              <a:extLst>
                                <a:ext uri="{FF2B5EF4-FFF2-40B4-BE49-F238E27FC236}">
                                  <a16:creationId xmlns:a16="http://schemas.microsoft.com/office/drawing/2014/main" id="{1D5CC044-CFF1-4DC7-B331-A79F8AA9E1E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073" name="Flowchart: Connector 9072">
                              <a:extLst>
                                <a:ext uri="{FF2B5EF4-FFF2-40B4-BE49-F238E27FC236}">
                                  <a16:creationId xmlns:a16="http://schemas.microsoft.com/office/drawing/2014/main" id="{91A9FCE2-A912-45BD-8C69-FFA66C424A6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074" name="3D Model 9073" descr="Sphere">
                                  <a:extLst>
                                    <a:ext uri="{FF2B5EF4-FFF2-40B4-BE49-F238E27FC236}">
                                      <a16:creationId xmlns:a16="http://schemas.microsoft.com/office/drawing/2014/main" id="{06C11FC1-269C-4135-BDDC-5F1EA8AE97B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46079021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075" name="Flowchart: Connector 9074">
                              <a:extLst>
                                <a:ext uri="{FF2B5EF4-FFF2-40B4-BE49-F238E27FC236}">
                                  <a16:creationId xmlns:a16="http://schemas.microsoft.com/office/drawing/2014/main" id="{84345DAB-2F75-428C-89A8-3A095D901CF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076" name="3D Model 9075" descr="Sphere">
                                  <a:extLst>
                                    <a:ext uri="{FF2B5EF4-FFF2-40B4-BE49-F238E27FC236}">
                                      <a16:creationId xmlns:a16="http://schemas.microsoft.com/office/drawing/2014/main" id="{36CC44E2-84EA-4513-8875-126634D370F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24070656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077" name="Flowchart: Connector 9076">
                              <a:extLst>
                                <a:ext uri="{FF2B5EF4-FFF2-40B4-BE49-F238E27FC236}">
                                  <a16:creationId xmlns:a16="http://schemas.microsoft.com/office/drawing/2014/main" id="{3D2A6B46-8E1B-4A4F-B77F-B9DF8391E17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078" name="3D Model 9077" descr="Sphere">
                                  <a:extLst>
                                    <a:ext uri="{FF2B5EF4-FFF2-40B4-BE49-F238E27FC236}">
                                      <a16:creationId xmlns:a16="http://schemas.microsoft.com/office/drawing/2014/main" id="{6684B26B-9DFB-4E63-95A7-18086296D90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395576129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079" name="Flowchart: Connector 9078">
                              <a:extLst>
                                <a:ext uri="{FF2B5EF4-FFF2-40B4-BE49-F238E27FC236}">
                                  <a16:creationId xmlns:a16="http://schemas.microsoft.com/office/drawing/2014/main" id="{940B03F4-4502-40D7-8947-03FE48D25F5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080" name="3D Model 9079" descr="Sphere">
                                  <a:extLst>
                                    <a:ext uri="{FF2B5EF4-FFF2-40B4-BE49-F238E27FC236}">
                                      <a16:creationId xmlns:a16="http://schemas.microsoft.com/office/drawing/2014/main" id="{D2D78533-50FB-4D4E-B500-333F4A5A4A3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599100286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9049" name="Flowchart: Connector 9048">
                            <a:extLst>
                              <a:ext uri="{FF2B5EF4-FFF2-40B4-BE49-F238E27FC236}">
                                <a16:creationId xmlns:a16="http://schemas.microsoft.com/office/drawing/2014/main" id="{54E25D18-C5AF-4701-851C-ED921C2C431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050" name="Flowchart: Connector 9049">
                            <a:extLst>
                              <a:ext uri="{FF2B5EF4-FFF2-40B4-BE49-F238E27FC236}">
                                <a16:creationId xmlns:a16="http://schemas.microsoft.com/office/drawing/2014/main" id="{190E6BC3-C771-44A3-8D23-21489FA4E8E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051" name="Flowchart: Connector 9050">
                            <a:extLst>
                              <a:ext uri="{FF2B5EF4-FFF2-40B4-BE49-F238E27FC236}">
                                <a16:creationId xmlns:a16="http://schemas.microsoft.com/office/drawing/2014/main" id="{096B987D-6BC5-42A8-9736-A137E74ED16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052" name="Flowchart: Connector 9051">
                            <a:extLst>
                              <a:ext uri="{FF2B5EF4-FFF2-40B4-BE49-F238E27FC236}">
                                <a16:creationId xmlns:a16="http://schemas.microsoft.com/office/drawing/2014/main" id="{9C4AB06B-0A05-4276-A563-AE1852B237E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053" name="Flowchart: Connector 9052">
                            <a:extLst>
                              <a:ext uri="{FF2B5EF4-FFF2-40B4-BE49-F238E27FC236}">
                                <a16:creationId xmlns:a16="http://schemas.microsoft.com/office/drawing/2014/main" id="{0895FEDB-AB7A-479D-A721-D86E7FD7610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054" name="Flowchart: Connector 9053">
                            <a:extLst>
                              <a:ext uri="{FF2B5EF4-FFF2-40B4-BE49-F238E27FC236}">
                                <a16:creationId xmlns:a16="http://schemas.microsoft.com/office/drawing/2014/main" id="{4C76D36D-EDEB-4AD1-8BFF-8DAD0F3E687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055" name="Flowchart: Connector 9054">
                            <a:extLst>
                              <a:ext uri="{FF2B5EF4-FFF2-40B4-BE49-F238E27FC236}">
                                <a16:creationId xmlns:a16="http://schemas.microsoft.com/office/drawing/2014/main" id="{F05666E3-38E9-44D0-9F2F-B79E528CB1F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056" name="Flowchart: Connector 9055">
                            <a:extLst>
                              <a:ext uri="{FF2B5EF4-FFF2-40B4-BE49-F238E27FC236}">
                                <a16:creationId xmlns:a16="http://schemas.microsoft.com/office/drawing/2014/main" id="{1613508C-801D-4A5D-8EBB-C57B0C1E62F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057" name="Flowchart: Connector 9056">
                            <a:extLst>
                              <a:ext uri="{FF2B5EF4-FFF2-40B4-BE49-F238E27FC236}">
                                <a16:creationId xmlns:a16="http://schemas.microsoft.com/office/drawing/2014/main" id="{85E12BAF-EF68-4035-A0BA-CF86D18A529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058" name="3D Model 9057" descr="Sphere">
                                <a:extLst>
                                  <a:ext uri="{FF2B5EF4-FFF2-40B4-BE49-F238E27FC236}">
                                    <a16:creationId xmlns:a16="http://schemas.microsoft.com/office/drawing/2014/main" id="{68C9E037-FFDE-4509-A33E-F5388890C2F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043344326"/>
                                  </p:ext>
                                </p:extLst>
                              </p:nvPr>
                            </p:nvGraphicFramePr>
                            <p:xfrm>
                              <a:off x="2123911" y="1501770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447" name="3D Model 2446" descr="Sphere">
                                <a:extLst>
                                  <a:ext uri="{FF2B5EF4-FFF2-40B4-BE49-F238E27FC236}">
                                    <a16:creationId xmlns:a16="http://schemas.microsoft.com/office/drawing/2014/main" id="{70E40748-6AC0-4492-88F2-ADBBFCC2B06D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410118" y="222447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059" name="Flowchart: Connector 9058">
                            <a:extLst>
                              <a:ext uri="{FF2B5EF4-FFF2-40B4-BE49-F238E27FC236}">
                                <a16:creationId xmlns:a16="http://schemas.microsoft.com/office/drawing/2014/main" id="{816DD951-327C-4669-B490-FF19A14C8FF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060" name="3D Model 9059" descr="Sphere">
                                <a:extLst>
                                  <a:ext uri="{FF2B5EF4-FFF2-40B4-BE49-F238E27FC236}">
                                    <a16:creationId xmlns:a16="http://schemas.microsoft.com/office/drawing/2014/main" id="{05BE45E1-19D0-46FC-8F1D-7397AA21894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934332871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449" name="3D Model 2448" descr="Sphere">
                                <a:extLst>
                                  <a:ext uri="{FF2B5EF4-FFF2-40B4-BE49-F238E27FC236}">
                                    <a16:creationId xmlns:a16="http://schemas.microsoft.com/office/drawing/2014/main" id="{144408D4-9F48-420D-8D84-D76B550D93B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451942" y="2239160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061" name="Flowchart: Connector 9060">
                            <a:extLst>
                              <a:ext uri="{FF2B5EF4-FFF2-40B4-BE49-F238E27FC236}">
                                <a16:creationId xmlns:a16="http://schemas.microsoft.com/office/drawing/2014/main" id="{78BA370D-39A1-4947-A84B-C2A9B8AC25A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93292" y="171776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062" name="3D Model 9061" descr="Sphere">
                                <a:extLst>
                                  <a:ext uri="{FF2B5EF4-FFF2-40B4-BE49-F238E27FC236}">
                                    <a16:creationId xmlns:a16="http://schemas.microsoft.com/office/drawing/2014/main" id="{4140BD1B-B89C-4BB4-BBED-CF177BC6B9D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050122397"/>
                                  </p:ext>
                                </p:extLst>
                              </p:nvPr>
                            </p:nvGraphicFramePr>
                            <p:xfrm>
                              <a:off x="2622429" y="163823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451" name="3D Model 2450" descr="Sphere">
                                <a:extLst>
                                  <a:ext uri="{FF2B5EF4-FFF2-40B4-BE49-F238E27FC236}">
                                    <a16:creationId xmlns:a16="http://schemas.microsoft.com/office/drawing/2014/main" id="{07CCB216-ACB4-41FC-9B17-B2291E8F796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496714" y="2250175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9063" name="Flowchart: Connector 9062">
                            <a:extLst>
                              <a:ext uri="{FF2B5EF4-FFF2-40B4-BE49-F238E27FC236}">
                                <a16:creationId xmlns:a16="http://schemas.microsoft.com/office/drawing/2014/main" id="{357EACFA-5BDC-4577-9328-74A8890ED05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9064" name="3D Model 9063" descr="Sphere">
                                <a:extLst>
                                  <a:ext uri="{FF2B5EF4-FFF2-40B4-BE49-F238E27FC236}">
                                    <a16:creationId xmlns:a16="http://schemas.microsoft.com/office/drawing/2014/main" id="{BBBBFBD0-CD6F-4329-97BB-319E9B39554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603289512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453" name="3D Model 2452" descr="Sphere">
                                <a:extLst>
                                  <a:ext uri="{FF2B5EF4-FFF2-40B4-BE49-F238E27FC236}">
                                    <a16:creationId xmlns:a16="http://schemas.microsoft.com/office/drawing/2014/main" id="{8927F180-F55D-461F-9F15-DF22D1B1D69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541038" y="2267193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8900" name="Group 8899">
                        <a:extLst>
                          <a:ext uri="{FF2B5EF4-FFF2-40B4-BE49-F238E27FC236}">
                            <a16:creationId xmlns:a16="http://schemas.microsoft.com/office/drawing/2014/main" id="{BDBFAF7A-19B5-40AA-936C-07994DB676A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547436" y="2361226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9041" name="Flowchart: Connector 9040">
                          <a:extLst>
                            <a:ext uri="{FF2B5EF4-FFF2-40B4-BE49-F238E27FC236}">
                              <a16:creationId xmlns:a16="http://schemas.microsoft.com/office/drawing/2014/main" id="{A5F6ECE2-0B68-4FB2-BBAC-DCEADC29975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042" name="Flowchart: Connector 9041">
                          <a:extLst>
                            <a:ext uri="{FF2B5EF4-FFF2-40B4-BE49-F238E27FC236}">
                              <a16:creationId xmlns:a16="http://schemas.microsoft.com/office/drawing/2014/main" id="{684CACD6-52CC-4679-8927-660D0E23DE2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043" name="Flowchart: Connector 9042">
                          <a:extLst>
                            <a:ext uri="{FF2B5EF4-FFF2-40B4-BE49-F238E27FC236}">
                              <a16:creationId xmlns:a16="http://schemas.microsoft.com/office/drawing/2014/main" id="{EDF01E9F-14F2-4869-8FFD-46586ACF091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8901" name="Flowchart: Connector 8900">
                        <a:extLst>
                          <a:ext uri="{FF2B5EF4-FFF2-40B4-BE49-F238E27FC236}">
                            <a16:creationId xmlns:a16="http://schemas.microsoft.com/office/drawing/2014/main" id="{8F64FDBA-D0C5-49FB-B647-9D653528AA0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19794" y="212254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902" name="Flowchart: Connector 8901">
                        <a:extLst>
                          <a:ext uri="{FF2B5EF4-FFF2-40B4-BE49-F238E27FC236}">
                            <a16:creationId xmlns:a16="http://schemas.microsoft.com/office/drawing/2014/main" id="{2380D909-A916-4FF0-A653-FC7AEB16E72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74020" y="218539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8903" name="Group 8902">
                        <a:extLst>
                          <a:ext uri="{FF2B5EF4-FFF2-40B4-BE49-F238E27FC236}">
                            <a16:creationId xmlns:a16="http://schemas.microsoft.com/office/drawing/2014/main" id="{69AB9DF0-4769-4989-9CB0-A820C0390F9A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18957">
                        <a:off x="941432" y="2025443"/>
                        <a:ext cx="710250" cy="369080"/>
                        <a:chOff x="854932" y="2290871"/>
                        <a:chExt cx="710250" cy="369080"/>
                      </a:xfrm>
                    </p:grpSpPr>
                    <p:sp>
                      <p:nvSpPr>
                        <p:cNvPr id="9038" name="Flowchart: Connector 9037">
                          <a:extLst>
                            <a:ext uri="{FF2B5EF4-FFF2-40B4-BE49-F238E27FC236}">
                              <a16:creationId xmlns:a16="http://schemas.microsoft.com/office/drawing/2014/main" id="{D062E129-C5C8-440B-831C-06830778F12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2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039" name="Flowchart: Connector 9038">
                          <a:extLst>
                            <a:ext uri="{FF2B5EF4-FFF2-40B4-BE49-F238E27FC236}">
                              <a16:creationId xmlns:a16="http://schemas.microsoft.com/office/drawing/2014/main" id="{13522FAE-7CA8-45BD-8AA3-BEF08B09703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1897" y="2377722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040" name="Flowchart: Connector 9039">
                          <a:extLst>
                            <a:ext uri="{FF2B5EF4-FFF2-40B4-BE49-F238E27FC236}">
                              <a16:creationId xmlns:a16="http://schemas.microsoft.com/office/drawing/2014/main" id="{AA09CA5C-15D1-44F0-B8E5-DE04A4F31B9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53323" y="244395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8904" name="Group 8903">
                        <a:extLst>
                          <a:ext uri="{FF2B5EF4-FFF2-40B4-BE49-F238E27FC236}">
                            <a16:creationId xmlns:a16="http://schemas.microsoft.com/office/drawing/2014/main" id="{E8A6594B-D1E4-4D87-B754-00D852D4DA2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21287" y="1995259"/>
                        <a:ext cx="1102917" cy="1484052"/>
                        <a:chOff x="2085712" y="1515698"/>
                        <a:chExt cx="1102917" cy="1484052"/>
                      </a:xfrm>
                    </p:grpSpPr>
                    <p:grpSp>
                      <p:nvGrpSpPr>
                        <p:cNvPr id="8973" name="Group 8972">
                          <a:extLst>
                            <a:ext uri="{FF2B5EF4-FFF2-40B4-BE49-F238E27FC236}">
                              <a16:creationId xmlns:a16="http://schemas.microsoft.com/office/drawing/2014/main" id="{09F6125C-779B-4CA3-8A12-90161098C58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5712" y="1648950"/>
                          <a:ext cx="105765" cy="1037981"/>
                          <a:chOff x="1796341" y="2343196"/>
                          <a:chExt cx="105765" cy="1037981"/>
                        </a:xfrm>
                      </p:grpSpPr>
                      <p:sp>
                        <p:nvSpPr>
                          <p:cNvPr id="9034" name="Flowchart: Connector 9033">
                            <a:extLst>
                              <a:ext uri="{FF2B5EF4-FFF2-40B4-BE49-F238E27FC236}">
                                <a16:creationId xmlns:a16="http://schemas.microsoft.com/office/drawing/2014/main" id="{3289A997-34AE-42F2-9C49-11545DDC95A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035" name="Flowchart: Connector 9034">
                            <a:extLst>
                              <a:ext uri="{FF2B5EF4-FFF2-40B4-BE49-F238E27FC236}">
                                <a16:creationId xmlns:a16="http://schemas.microsoft.com/office/drawing/2014/main" id="{47E017DE-E33B-420F-BCBA-C387335D5B6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036" name="Flowchart: Connector 9035">
                            <a:extLst>
                              <a:ext uri="{FF2B5EF4-FFF2-40B4-BE49-F238E27FC236}">
                                <a16:creationId xmlns:a16="http://schemas.microsoft.com/office/drawing/2014/main" id="{798FAF63-1223-4E1B-BAB5-DA7D91A9D6D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9037" name="Flowchart: Connector 9036">
                            <a:extLst>
                              <a:ext uri="{FF2B5EF4-FFF2-40B4-BE49-F238E27FC236}">
                                <a16:creationId xmlns:a16="http://schemas.microsoft.com/office/drawing/2014/main" id="{0831B49E-C72E-43F2-A605-24B61A18AD8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796341" y="2343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8974" name="Group 8973">
                          <a:extLst>
                            <a:ext uri="{FF2B5EF4-FFF2-40B4-BE49-F238E27FC236}">
                              <a16:creationId xmlns:a16="http://schemas.microsoft.com/office/drawing/2014/main" id="{87A2FF31-F6BF-4104-82B9-18F8A7D32F3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15698"/>
                          <a:ext cx="1074397" cy="1484052"/>
                          <a:chOff x="2114232" y="1515698"/>
                          <a:chExt cx="1074397" cy="1484052"/>
                        </a:xfrm>
                      </p:grpSpPr>
                      <p:grpSp>
                        <p:nvGrpSpPr>
                          <p:cNvPr id="8975" name="Group 8974">
                            <a:extLst>
                              <a:ext uri="{FF2B5EF4-FFF2-40B4-BE49-F238E27FC236}">
                                <a16:creationId xmlns:a16="http://schemas.microsoft.com/office/drawing/2014/main" id="{974EC22E-9FBA-4178-A4F9-87774FBF9A2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9026" name="Flowchart: Connector 9025">
                              <a:extLst>
                                <a:ext uri="{FF2B5EF4-FFF2-40B4-BE49-F238E27FC236}">
                                  <a16:creationId xmlns:a16="http://schemas.microsoft.com/office/drawing/2014/main" id="{D8A2EA78-0EB8-4160-87BB-B86E0187F6F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027" name="3D Model 9026" descr="Sphere">
                                  <a:extLst>
                                    <a:ext uri="{FF2B5EF4-FFF2-40B4-BE49-F238E27FC236}">
                                      <a16:creationId xmlns:a16="http://schemas.microsoft.com/office/drawing/2014/main" id="{8951B661-FBC3-4C99-A76E-ECEC6BEF1B0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652040713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028" name="Flowchart: Connector 9027">
                              <a:extLst>
                                <a:ext uri="{FF2B5EF4-FFF2-40B4-BE49-F238E27FC236}">
                                  <a16:creationId xmlns:a16="http://schemas.microsoft.com/office/drawing/2014/main" id="{21B2E1F8-1E73-46E4-9BBD-33D53C4AF5D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029" name="3D Model 9028" descr="Sphere">
                                  <a:extLst>
                                    <a:ext uri="{FF2B5EF4-FFF2-40B4-BE49-F238E27FC236}">
                                      <a16:creationId xmlns:a16="http://schemas.microsoft.com/office/drawing/2014/main" id="{FE032D27-68FB-471C-8435-840C99C5FFE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196229662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030" name="Flowchart: Connector 9029">
                              <a:extLst>
                                <a:ext uri="{FF2B5EF4-FFF2-40B4-BE49-F238E27FC236}">
                                  <a16:creationId xmlns:a16="http://schemas.microsoft.com/office/drawing/2014/main" id="{7D569597-065D-4761-879A-072DF366FA7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031" name="3D Model 9030" descr="Sphere">
                                  <a:extLst>
                                    <a:ext uri="{FF2B5EF4-FFF2-40B4-BE49-F238E27FC236}">
                                      <a16:creationId xmlns:a16="http://schemas.microsoft.com/office/drawing/2014/main" id="{0DE7304B-2BF6-4FF2-9D87-752C1D84ED0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286700026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032" name="Flowchart: Connector 9031">
                              <a:extLst>
                                <a:ext uri="{FF2B5EF4-FFF2-40B4-BE49-F238E27FC236}">
                                  <a16:creationId xmlns:a16="http://schemas.microsoft.com/office/drawing/2014/main" id="{DF44B2E3-8262-43EF-A20A-466B51FE06E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033" name="3D Model 9032" descr="Sphere">
                                  <a:extLst>
                                    <a:ext uri="{FF2B5EF4-FFF2-40B4-BE49-F238E27FC236}">
                                      <a16:creationId xmlns:a16="http://schemas.microsoft.com/office/drawing/2014/main" id="{63F3EE8E-9528-48E7-9D50-CD938B0C678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50861375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8976" name="Group 8975">
                            <a:extLst>
                              <a:ext uri="{FF2B5EF4-FFF2-40B4-BE49-F238E27FC236}">
                                <a16:creationId xmlns:a16="http://schemas.microsoft.com/office/drawing/2014/main" id="{7DCB3BB7-50DE-49EF-9726-160D6BBA064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9010" name="Flowchart: Connector 9009">
                              <a:extLst>
                                <a:ext uri="{FF2B5EF4-FFF2-40B4-BE49-F238E27FC236}">
                                  <a16:creationId xmlns:a16="http://schemas.microsoft.com/office/drawing/2014/main" id="{09C0623E-FA0E-486C-B5BA-153A0896870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011" name="Flowchart: Connector 9010">
                              <a:extLst>
                                <a:ext uri="{FF2B5EF4-FFF2-40B4-BE49-F238E27FC236}">
                                  <a16:creationId xmlns:a16="http://schemas.microsoft.com/office/drawing/2014/main" id="{CF99A892-BCE1-4FBC-836A-80EE2412906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012" name="Flowchart: Connector 9011">
                              <a:extLst>
                                <a:ext uri="{FF2B5EF4-FFF2-40B4-BE49-F238E27FC236}">
                                  <a16:creationId xmlns:a16="http://schemas.microsoft.com/office/drawing/2014/main" id="{3030A65D-A1A7-4919-9AD5-2C4C0C941D4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013" name="Flowchart: Connector 9012">
                              <a:extLst>
                                <a:ext uri="{FF2B5EF4-FFF2-40B4-BE49-F238E27FC236}">
                                  <a16:creationId xmlns:a16="http://schemas.microsoft.com/office/drawing/2014/main" id="{F93082CA-6C3C-4DF2-988E-DE22E396D9D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014" name="Flowchart: Connector 9013">
                              <a:extLst>
                                <a:ext uri="{FF2B5EF4-FFF2-40B4-BE49-F238E27FC236}">
                                  <a16:creationId xmlns:a16="http://schemas.microsoft.com/office/drawing/2014/main" id="{EE0EA621-D01C-419C-B54B-2C8C58632CE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015" name="Flowchart: Connector 9014">
                              <a:extLst>
                                <a:ext uri="{FF2B5EF4-FFF2-40B4-BE49-F238E27FC236}">
                                  <a16:creationId xmlns:a16="http://schemas.microsoft.com/office/drawing/2014/main" id="{2194D412-48E0-4570-A155-CE79474DDB0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016" name="Flowchart: Connector 9015">
                              <a:extLst>
                                <a:ext uri="{FF2B5EF4-FFF2-40B4-BE49-F238E27FC236}">
                                  <a16:creationId xmlns:a16="http://schemas.microsoft.com/office/drawing/2014/main" id="{DA93601E-E4B2-45CE-8F16-3B9C7A3A800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017" name="Flowchart: Connector 9016">
                              <a:extLst>
                                <a:ext uri="{FF2B5EF4-FFF2-40B4-BE49-F238E27FC236}">
                                  <a16:creationId xmlns:a16="http://schemas.microsoft.com/office/drawing/2014/main" id="{B53E52C0-F9A3-48BA-A9BB-2591BCB38145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018" name="Flowchart: Connector 9017">
                              <a:extLst>
                                <a:ext uri="{FF2B5EF4-FFF2-40B4-BE49-F238E27FC236}">
                                  <a16:creationId xmlns:a16="http://schemas.microsoft.com/office/drawing/2014/main" id="{7176B26C-CCC8-42E3-96D9-E626B2EA17A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019" name="3D Model 9018" descr="Sphere">
                                  <a:extLst>
                                    <a:ext uri="{FF2B5EF4-FFF2-40B4-BE49-F238E27FC236}">
                                      <a16:creationId xmlns:a16="http://schemas.microsoft.com/office/drawing/2014/main" id="{928DF5F9-039A-4D93-8111-7FD6D5030D9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206766215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020" name="Flowchart: Connector 9019">
                              <a:extLst>
                                <a:ext uri="{FF2B5EF4-FFF2-40B4-BE49-F238E27FC236}">
                                  <a16:creationId xmlns:a16="http://schemas.microsoft.com/office/drawing/2014/main" id="{43A8C9CC-73AB-48B9-B8EA-D09CDE5BC4A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021" name="3D Model 9020" descr="Sphere">
                                  <a:extLst>
                                    <a:ext uri="{FF2B5EF4-FFF2-40B4-BE49-F238E27FC236}">
                                      <a16:creationId xmlns:a16="http://schemas.microsoft.com/office/drawing/2014/main" id="{D9CD9168-C828-4006-A074-14C56775615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913373149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022" name="Flowchart: Connector 9021">
                              <a:extLst>
                                <a:ext uri="{FF2B5EF4-FFF2-40B4-BE49-F238E27FC236}">
                                  <a16:creationId xmlns:a16="http://schemas.microsoft.com/office/drawing/2014/main" id="{E8DA85A2-773F-4279-887E-89F9FD2579F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023" name="3D Model 9022" descr="Sphere">
                                  <a:extLst>
                                    <a:ext uri="{FF2B5EF4-FFF2-40B4-BE49-F238E27FC236}">
                                      <a16:creationId xmlns:a16="http://schemas.microsoft.com/office/drawing/2014/main" id="{B0D8FBDA-2BBC-4FC8-BEC3-56131CC011F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23956074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024" name="Flowchart: Connector 9023">
                              <a:extLst>
                                <a:ext uri="{FF2B5EF4-FFF2-40B4-BE49-F238E27FC236}">
                                  <a16:creationId xmlns:a16="http://schemas.microsoft.com/office/drawing/2014/main" id="{4E0A5186-03C3-49FB-A6DE-02ECAF4A227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025" name="3D Model 9024" descr="Sphere">
                                  <a:extLst>
                                    <a:ext uri="{FF2B5EF4-FFF2-40B4-BE49-F238E27FC236}">
                                      <a16:creationId xmlns:a16="http://schemas.microsoft.com/office/drawing/2014/main" id="{043828C3-6765-4CDC-8A73-7321100B66C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412471792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8977" name="Group 8976">
                            <a:extLst>
                              <a:ext uri="{FF2B5EF4-FFF2-40B4-BE49-F238E27FC236}">
                                <a16:creationId xmlns:a16="http://schemas.microsoft.com/office/drawing/2014/main" id="{1EEFAD5A-1FE5-4F77-AD28-FA073B00F92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8994" name="Flowchart: Connector 8993">
                              <a:extLst>
                                <a:ext uri="{FF2B5EF4-FFF2-40B4-BE49-F238E27FC236}">
                                  <a16:creationId xmlns:a16="http://schemas.microsoft.com/office/drawing/2014/main" id="{31D42D78-7FBD-45EE-8D39-5CC354F902A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995" name="Flowchart: Connector 8994">
                              <a:extLst>
                                <a:ext uri="{FF2B5EF4-FFF2-40B4-BE49-F238E27FC236}">
                                  <a16:creationId xmlns:a16="http://schemas.microsoft.com/office/drawing/2014/main" id="{FF730E70-3774-4B33-A358-64E6A7EAEFB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996" name="Flowchart: Connector 8995">
                              <a:extLst>
                                <a:ext uri="{FF2B5EF4-FFF2-40B4-BE49-F238E27FC236}">
                                  <a16:creationId xmlns:a16="http://schemas.microsoft.com/office/drawing/2014/main" id="{6F365E6C-EB10-402E-B02E-D584DBE34E2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997" name="Flowchart: Connector 8996">
                              <a:extLst>
                                <a:ext uri="{FF2B5EF4-FFF2-40B4-BE49-F238E27FC236}">
                                  <a16:creationId xmlns:a16="http://schemas.microsoft.com/office/drawing/2014/main" id="{C4118EBA-22FE-4E33-873A-FD820F0A16F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998" name="Flowchart: Connector 8997">
                              <a:extLst>
                                <a:ext uri="{FF2B5EF4-FFF2-40B4-BE49-F238E27FC236}">
                                  <a16:creationId xmlns:a16="http://schemas.microsoft.com/office/drawing/2014/main" id="{7EC83AA0-B122-469C-96E7-5A8153B3AC5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999" name="Flowchart: Connector 8998">
                              <a:extLst>
                                <a:ext uri="{FF2B5EF4-FFF2-40B4-BE49-F238E27FC236}">
                                  <a16:creationId xmlns:a16="http://schemas.microsoft.com/office/drawing/2014/main" id="{B3189388-793D-4A2C-BABE-64C046E014A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000" name="Flowchart: Connector 8999">
                              <a:extLst>
                                <a:ext uri="{FF2B5EF4-FFF2-40B4-BE49-F238E27FC236}">
                                  <a16:creationId xmlns:a16="http://schemas.microsoft.com/office/drawing/2014/main" id="{EA1690B8-9924-44B5-973C-42EB40841B4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001" name="Flowchart: Connector 9000">
                              <a:extLst>
                                <a:ext uri="{FF2B5EF4-FFF2-40B4-BE49-F238E27FC236}">
                                  <a16:creationId xmlns:a16="http://schemas.microsoft.com/office/drawing/2014/main" id="{B1878424-3BF9-4EA9-8473-64EDA083F5F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9002" name="Flowchart: Connector 9001">
                              <a:extLst>
                                <a:ext uri="{FF2B5EF4-FFF2-40B4-BE49-F238E27FC236}">
                                  <a16:creationId xmlns:a16="http://schemas.microsoft.com/office/drawing/2014/main" id="{75732E13-1AB0-4B7C-81CE-95889E261F8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003" name="3D Model 9002" descr="Sphere">
                                  <a:extLst>
                                    <a:ext uri="{FF2B5EF4-FFF2-40B4-BE49-F238E27FC236}">
                                      <a16:creationId xmlns:a16="http://schemas.microsoft.com/office/drawing/2014/main" id="{65F7C7F9-334A-4715-9FC1-47E51D48B35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58414609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004" name="Flowchart: Connector 9003">
                              <a:extLst>
                                <a:ext uri="{FF2B5EF4-FFF2-40B4-BE49-F238E27FC236}">
                                  <a16:creationId xmlns:a16="http://schemas.microsoft.com/office/drawing/2014/main" id="{2D4243C5-E7AA-419A-B73C-95C14877FF2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005" name="3D Model 9004" descr="Sphere">
                                  <a:extLst>
                                    <a:ext uri="{FF2B5EF4-FFF2-40B4-BE49-F238E27FC236}">
                                      <a16:creationId xmlns:a16="http://schemas.microsoft.com/office/drawing/2014/main" id="{533C1919-A481-4FC4-8E11-86BCE9C320D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912790629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006" name="Flowchart: Connector 9005">
                              <a:extLst>
                                <a:ext uri="{FF2B5EF4-FFF2-40B4-BE49-F238E27FC236}">
                                  <a16:creationId xmlns:a16="http://schemas.microsoft.com/office/drawing/2014/main" id="{3C936A42-7610-48E3-B373-10C6B639F9C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007" name="3D Model 9006" descr="Sphere">
                                  <a:extLst>
                                    <a:ext uri="{FF2B5EF4-FFF2-40B4-BE49-F238E27FC236}">
                                      <a16:creationId xmlns:a16="http://schemas.microsoft.com/office/drawing/2014/main" id="{8B575D83-7E1F-4466-A8BB-14F33E7F5FF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27448690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9008" name="Flowchart: Connector 9007">
                              <a:extLst>
                                <a:ext uri="{FF2B5EF4-FFF2-40B4-BE49-F238E27FC236}">
                                  <a16:creationId xmlns:a16="http://schemas.microsoft.com/office/drawing/2014/main" id="{24FD81C1-8B8E-4FC1-86B1-DAAED9339C6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9009" name="3D Model 9008" descr="Sphere">
                                  <a:extLst>
                                    <a:ext uri="{FF2B5EF4-FFF2-40B4-BE49-F238E27FC236}">
                                      <a16:creationId xmlns:a16="http://schemas.microsoft.com/office/drawing/2014/main" id="{2E82521A-7953-401B-B065-47A86C0C83B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18441349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8978" name="Flowchart: Connector 8977">
                            <a:extLst>
                              <a:ext uri="{FF2B5EF4-FFF2-40B4-BE49-F238E27FC236}">
                                <a16:creationId xmlns:a16="http://schemas.microsoft.com/office/drawing/2014/main" id="{7304C987-4440-40F4-BE27-F4DA19E5D65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979" name="Flowchart: Connector 8978">
                            <a:extLst>
                              <a:ext uri="{FF2B5EF4-FFF2-40B4-BE49-F238E27FC236}">
                                <a16:creationId xmlns:a16="http://schemas.microsoft.com/office/drawing/2014/main" id="{660D6E92-BB8E-4AF9-9594-170DD1778EA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980" name="Flowchart: Connector 8979">
                            <a:extLst>
                              <a:ext uri="{FF2B5EF4-FFF2-40B4-BE49-F238E27FC236}">
                                <a16:creationId xmlns:a16="http://schemas.microsoft.com/office/drawing/2014/main" id="{A4223C08-1C2A-47A7-81C8-0B5CADBD5C0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981" name="Flowchart: Connector 8980">
                            <a:extLst>
                              <a:ext uri="{FF2B5EF4-FFF2-40B4-BE49-F238E27FC236}">
                                <a16:creationId xmlns:a16="http://schemas.microsoft.com/office/drawing/2014/main" id="{B8C49FCC-5A52-40C5-9D17-8F4B627E103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982" name="Flowchart: Connector 8981">
                            <a:extLst>
                              <a:ext uri="{FF2B5EF4-FFF2-40B4-BE49-F238E27FC236}">
                                <a16:creationId xmlns:a16="http://schemas.microsoft.com/office/drawing/2014/main" id="{6ECB8653-BEFA-4D74-9DB7-F4F70B36D63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983" name="Flowchart: Connector 8982">
                            <a:extLst>
                              <a:ext uri="{FF2B5EF4-FFF2-40B4-BE49-F238E27FC236}">
                                <a16:creationId xmlns:a16="http://schemas.microsoft.com/office/drawing/2014/main" id="{3C14D8E2-A59E-4FA1-987D-A5757519A2E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984" name="Flowchart: Connector 8983">
                            <a:extLst>
                              <a:ext uri="{FF2B5EF4-FFF2-40B4-BE49-F238E27FC236}">
                                <a16:creationId xmlns:a16="http://schemas.microsoft.com/office/drawing/2014/main" id="{246341EA-4F4C-46EA-A022-B9043DC7669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985" name="Flowchart: Connector 8984">
                            <a:extLst>
                              <a:ext uri="{FF2B5EF4-FFF2-40B4-BE49-F238E27FC236}">
                                <a16:creationId xmlns:a16="http://schemas.microsoft.com/office/drawing/2014/main" id="{B655CE59-7302-4A80-968A-E9D76E15DB5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986" name="Flowchart: Connector 8985">
                            <a:extLst>
                              <a:ext uri="{FF2B5EF4-FFF2-40B4-BE49-F238E27FC236}">
                                <a16:creationId xmlns:a16="http://schemas.microsoft.com/office/drawing/2014/main" id="{9015DEF2-A9A0-4195-A6C7-214A190DFCD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987" name="3D Model 8986" descr="Sphere">
                                <a:extLst>
                                  <a:ext uri="{FF2B5EF4-FFF2-40B4-BE49-F238E27FC236}">
                                    <a16:creationId xmlns:a16="http://schemas.microsoft.com/office/drawing/2014/main" id="{0615A26A-BCBB-4FBD-A2E3-BDC3ABBB15B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730988574"/>
                                  </p:ext>
                                </p:extLst>
                              </p:nvPr>
                            </p:nvGraphicFramePr>
                            <p:xfrm>
                              <a:off x="2127272" y="1515698"/>
                              <a:ext cx="299738" cy="29973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7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4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76" name="3D Model 2375" descr="Sphere">
                                <a:extLst>
                                  <a:ext uri="{FF2B5EF4-FFF2-40B4-BE49-F238E27FC236}">
                                    <a16:creationId xmlns:a16="http://schemas.microsoft.com/office/drawing/2014/main" id="{F023D1BE-0C79-4CDE-8EA3-4F39E108417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371762" y="2244237"/>
                                <a:ext cx="52067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988" name="Flowchart: Connector 8987">
                            <a:extLst>
                              <a:ext uri="{FF2B5EF4-FFF2-40B4-BE49-F238E27FC236}">
                                <a16:creationId xmlns:a16="http://schemas.microsoft.com/office/drawing/2014/main" id="{E035AF56-2C42-45DA-92E0-17078CF749A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989" name="3D Model 8988" descr="Sphere">
                                <a:extLst>
                                  <a:ext uri="{FF2B5EF4-FFF2-40B4-BE49-F238E27FC236}">
                                    <a16:creationId xmlns:a16="http://schemas.microsoft.com/office/drawing/2014/main" id="{2E6604A2-BFBD-4A65-AE41-52F4A1CF27D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749427128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78" name="3D Model 2377" descr="Sphere">
                                <a:extLst>
                                  <a:ext uri="{FF2B5EF4-FFF2-40B4-BE49-F238E27FC236}">
                                    <a16:creationId xmlns:a16="http://schemas.microsoft.com/office/drawing/2014/main" id="{6938B4EF-3256-4C00-A686-FB3CB936C85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413002" y="2256301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990" name="Flowchart: Connector 8989">
                            <a:extLst>
                              <a:ext uri="{FF2B5EF4-FFF2-40B4-BE49-F238E27FC236}">
                                <a16:creationId xmlns:a16="http://schemas.microsoft.com/office/drawing/2014/main" id="{1FFB2067-DE7D-4124-A546-CE48E5A4340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6940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991" name="3D Model 8990" descr="Sphere">
                                <a:extLst>
                                  <a:ext uri="{FF2B5EF4-FFF2-40B4-BE49-F238E27FC236}">
                                    <a16:creationId xmlns:a16="http://schemas.microsoft.com/office/drawing/2014/main" id="{5ADFABF8-47CF-457F-9000-78B9066FE2A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054122556"/>
                                  </p:ext>
                                </p:extLst>
                              </p:nvPr>
                            </p:nvGraphicFramePr>
                            <p:xfrm>
                              <a:off x="2609177" y="164853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80" name="3D Model 2379" descr="Sphere">
                                <a:extLst>
                                  <a:ext uri="{FF2B5EF4-FFF2-40B4-BE49-F238E27FC236}">
                                    <a16:creationId xmlns:a16="http://schemas.microsoft.com/office/drawing/2014/main" id="{5A8AD254-3502-4D34-8F7C-7138B2F3BD8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455472" y="2269256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992" name="Flowchart: Connector 8991">
                            <a:extLst>
                              <a:ext uri="{FF2B5EF4-FFF2-40B4-BE49-F238E27FC236}">
                                <a16:creationId xmlns:a16="http://schemas.microsoft.com/office/drawing/2014/main" id="{A2C11199-092B-4166-A98F-A8E79A5B074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993" name="3D Model 8992" descr="Sphere">
                                <a:extLst>
                                  <a:ext uri="{FF2B5EF4-FFF2-40B4-BE49-F238E27FC236}">
                                    <a16:creationId xmlns:a16="http://schemas.microsoft.com/office/drawing/2014/main" id="{C4B2E2DE-092F-4C2C-BA30-43F9C75EE32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077004841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82" name="3D Model 2381" descr="Sphere">
                                <a:extLst>
                                  <a:ext uri="{FF2B5EF4-FFF2-40B4-BE49-F238E27FC236}">
                                    <a16:creationId xmlns:a16="http://schemas.microsoft.com/office/drawing/2014/main" id="{4DE5AE29-0B23-45F6-8942-9226492B431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502098" y="2284335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sp>
                    <p:nvSpPr>
                      <p:cNvPr id="8905" name="Flowchart: Connector 8904">
                        <a:extLst>
                          <a:ext uri="{FF2B5EF4-FFF2-40B4-BE49-F238E27FC236}">
                            <a16:creationId xmlns:a16="http://schemas.microsoft.com/office/drawing/2014/main" id="{39A4D685-D1A5-4DCA-9E3E-3B2780190DB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06374" y="21384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906" name="Flowchart: Connector 8905">
                        <a:extLst>
                          <a:ext uri="{FF2B5EF4-FFF2-40B4-BE49-F238E27FC236}">
                            <a16:creationId xmlns:a16="http://schemas.microsoft.com/office/drawing/2014/main" id="{1A9B3CDF-0F5E-4EA0-AC2B-4FA3C20507D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886236" y="22322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907" name="Flowchart: Connector 8906">
                        <a:extLst>
                          <a:ext uri="{FF2B5EF4-FFF2-40B4-BE49-F238E27FC236}">
                            <a16:creationId xmlns:a16="http://schemas.microsoft.com/office/drawing/2014/main" id="{24852C77-DE46-422F-B52B-5DB3BFADB10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952806" y="22254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908" name="Flowchart: Connector 8907">
                        <a:extLst>
                          <a:ext uri="{FF2B5EF4-FFF2-40B4-BE49-F238E27FC236}">
                            <a16:creationId xmlns:a16="http://schemas.microsoft.com/office/drawing/2014/main" id="{6B5B69AD-A1E5-4409-981D-84244B7E2FD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0272" y="25040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909" name="Flowchart: Connector 8908">
                        <a:extLst>
                          <a:ext uri="{FF2B5EF4-FFF2-40B4-BE49-F238E27FC236}">
                            <a16:creationId xmlns:a16="http://schemas.microsoft.com/office/drawing/2014/main" id="{CACAD0EE-DF1D-4512-9631-7B4C5A876B9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20633" y="28301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910" name="Flowchart: Connector 8909">
                        <a:extLst>
                          <a:ext uri="{FF2B5EF4-FFF2-40B4-BE49-F238E27FC236}">
                            <a16:creationId xmlns:a16="http://schemas.microsoft.com/office/drawing/2014/main" id="{1969BAC6-448A-4CC5-BA0F-91B405489D2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29128" y="231321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911" name="Flowchart: Connector 8910">
                        <a:extLst>
                          <a:ext uri="{FF2B5EF4-FFF2-40B4-BE49-F238E27FC236}">
                            <a16:creationId xmlns:a16="http://schemas.microsoft.com/office/drawing/2014/main" id="{F39A2DE0-98E1-4553-87A1-E1258EB821A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211385" y="230237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912" name="Flowchart: Connector 8911">
                        <a:extLst>
                          <a:ext uri="{FF2B5EF4-FFF2-40B4-BE49-F238E27FC236}">
                            <a16:creationId xmlns:a16="http://schemas.microsoft.com/office/drawing/2014/main" id="{6602B2B6-5DCC-433F-BF12-A8E0D1C689F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1097" y="31484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grpSp>
                    <p:nvGrpSpPr>
                      <p:cNvPr id="8913" name="Group 8912">
                        <a:extLst>
                          <a:ext uri="{FF2B5EF4-FFF2-40B4-BE49-F238E27FC236}">
                            <a16:creationId xmlns:a16="http://schemas.microsoft.com/office/drawing/2014/main" id="{34D55951-FCB5-4398-87DC-0B36CEE5D25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20511" y="2127869"/>
                        <a:ext cx="1073693" cy="1496391"/>
                        <a:chOff x="2114936" y="1503359"/>
                        <a:chExt cx="1073693" cy="1496391"/>
                      </a:xfrm>
                    </p:grpSpPr>
                    <p:grpSp>
                      <p:nvGrpSpPr>
                        <p:cNvPr id="8914" name="Group 8913">
                          <a:extLst>
                            <a:ext uri="{FF2B5EF4-FFF2-40B4-BE49-F238E27FC236}">
                              <a16:creationId xmlns:a16="http://schemas.microsoft.com/office/drawing/2014/main" id="{52EF4F90-CCDA-4B69-891B-006F7F0B2F7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7974" y="2474038"/>
                          <a:ext cx="1060655" cy="525712"/>
                          <a:chOff x="3721252" y="1733424"/>
                          <a:chExt cx="1060655" cy="525712"/>
                        </a:xfrm>
                      </p:grpSpPr>
                      <p:sp>
                        <p:nvSpPr>
                          <p:cNvPr id="8965" name="Flowchart: Connector 8964">
                            <a:extLst>
                              <a:ext uri="{FF2B5EF4-FFF2-40B4-BE49-F238E27FC236}">
                                <a16:creationId xmlns:a16="http://schemas.microsoft.com/office/drawing/2014/main" id="{1DD7B0D2-1A58-436C-BF35-E68397FBC9E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966" name="3D Model 8965" descr="Sphere">
                                <a:extLst>
                                  <a:ext uri="{FF2B5EF4-FFF2-40B4-BE49-F238E27FC236}">
                                    <a16:creationId xmlns:a16="http://schemas.microsoft.com/office/drawing/2014/main" id="{E2F5C2AA-C3E0-4FB4-BA3F-058E250B1D6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161983929"/>
                                  </p:ext>
                                </p:extLst>
                              </p:nvPr>
                            </p:nvGraphicFramePr>
                            <p:xfrm>
                              <a:off x="3721252" y="1733424"/>
                              <a:ext cx="299739" cy="299738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6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55" name="3D Model 2354" descr="Sphere">
                                <a:extLst>
                                  <a:ext uri="{FF2B5EF4-FFF2-40B4-BE49-F238E27FC236}">
                                    <a16:creationId xmlns:a16="http://schemas.microsoft.com/office/drawing/2014/main" id="{A71A5324-BD5D-42F8-88C7-F411B8155E6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331932" y="2452039"/>
                                <a:ext cx="52066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967" name="Flowchart: Connector 8966">
                            <a:extLst>
                              <a:ext uri="{FF2B5EF4-FFF2-40B4-BE49-F238E27FC236}">
                                <a16:creationId xmlns:a16="http://schemas.microsoft.com/office/drawing/2014/main" id="{503D72BB-0492-48DC-9259-A184E4AB9A6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968" name="3D Model 8967" descr="Sphere">
                                <a:extLst>
                                  <a:ext uri="{FF2B5EF4-FFF2-40B4-BE49-F238E27FC236}">
                                    <a16:creationId xmlns:a16="http://schemas.microsoft.com/office/drawing/2014/main" id="{3A5A7C07-92B6-4341-889C-967998061AB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754239875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969" name="Flowchart: Connector 8968">
                            <a:extLst>
                              <a:ext uri="{FF2B5EF4-FFF2-40B4-BE49-F238E27FC236}">
                                <a16:creationId xmlns:a16="http://schemas.microsoft.com/office/drawing/2014/main" id="{59EE416D-9968-41D7-B9DF-2B9B6287EF0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970" name="3D Model 8969" descr="Sphere">
                                <a:extLst>
                                  <a:ext uri="{FF2B5EF4-FFF2-40B4-BE49-F238E27FC236}">
                                    <a16:creationId xmlns:a16="http://schemas.microsoft.com/office/drawing/2014/main" id="{A3F3D860-430F-4310-8923-54FAD53303F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163003827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971" name="Flowchart: Connector 8970">
                            <a:extLst>
                              <a:ext uri="{FF2B5EF4-FFF2-40B4-BE49-F238E27FC236}">
                                <a16:creationId xmlns:a16="http://schemas.microsoft.com/office/drawing/2014/main" id="{D29723D9-7E20-4017-AF9E-E43DB97F3C6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972" name="3D Model 8971" descr="Sphere">
                                <a:extLst>
                                  <a:ext uri="{FF2B5EF4-FFF2-40B4-BE49-F238E27FC236}">
                                    <a16:creationId xmlns:a16="http://schemas.microsoft.com/office/drawing/2014/main" id="{944C1DFD-9A0C-4DFF-83FD-DC8A8CE0225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935043729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8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8915" name="Group 8914">
                          <a:extLst>
                            <a:ext uri="{FF2B5EF4-FFF2-40B4-BE49-F238E27FC236}">
                              <a16:creationId xmlns:a16="http://schemas.microsoft.com/office/drawing/2014/main" id="{EBBEAB8B-BFF9-4A83-A189-8D1242D5118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4615" y="2140429"/>
                          <a:ext cx="1064014" cy="637179"/>
                          <a:chOff x="3717893" y="1719497"/>
                          <a:chExt cx="1064014" cy="637179"/>
                        </a:xfrm>
                      </p:grpSpPr>
                      <p:sp>
                        <p:nvSpPr>
                          <p:cNvPr id="8949" name="Flowchart: Connector 8948">
                            <a:extLst>
                              <a:ext uri="{FF2B5EF4-FFF2-40B4-BE49-F238E27FC236}">
                                <a16:creationId xmlns:a16="http://schemas.microsoft.com/office/drawing/2014/main" id="{FA996AD0-EA8D-421B-9981-58248EEDAD4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950" name="Flowchart: Connector 8949">
                            <a:extLst>
                              <a:ext uri="{FF2B5EF4-FFF2-40B4-BE49-F238E27FC236}">
                                <a16:creationId xmlns:a16="http://schemas.microsoft.com/office/drawing/2014/main" id="{9FE4322E-CAE4-4A4E-A9F9-DCEDE33DA77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951" name="Flowchart: Connector 8950">
                            <a:extLst>
                              <a:ext uri="{FF2B5EF4-FFF2-40B4-BE49-F238E27FC236}">
                                <a16:creationId xmlns:a16="http://schemas.microsoft.com/office/drawing/2014/main" id="{108D5E0D-1CA7-4AB7-9DCA-3B068E1D549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952" name="Flowchart: Connector 8951">
                            <a:extLst>
                              <a:ext uri="{FF2B5EF4-FFF2-40B4-BE49-F238E27FC236}">
                                <a16:creationId xmlns:a16="http://schemas.microsoft.com/office/drawing/2014/main" id="{DF0E21BA-6D4B-453F-8E88-C8EDD225E6A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953" name="Flowchart: Connector 8952">
                            <a:extLst>
                              <a:ext uri="{FF2B5EF4-FFF2-40B4-BE49-F238E27FC236}">
                                <a16:creationId xmlns:a16="http://schemas.microsoft.com/office/drawing/2014/main" id="{3DD564BA-9A64-435B-AE77-E77CB25BB5A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954" name="Flowchart: Connector 8953">
                            <a:extLst>
                              <a:ext uri="{FF2B5EF4-FFF2-40B4-BE49-F238E27FC236}">
                                <a16:creationId xmlns:a16="http://schemas.microsoft.com/office/drawing/2014/main" id="{2C47ABFB-E099-45B4-AACD-10C57A17567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955" name="Flowchart: Connector 8954">
                            <a:extLst>
                              <a:ext uri="{FF2B5EF4-FFF2-40B4-BE49-F238E27FC236}">
                                <a16:creationId xmlns:a16="http://schemas.microsoft.com/office/drawing/2014/main" id="{845AD690-945E-4078-9F2C-C85A60E6380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956" name="Flowchart: Connector 8955">
                            <a:extLst>
                              <a:ext uri="{FF2B5EF4-FFF2-40B4-BE49-F238E27FC236}">
                                <a16:creationId xmlns:a16="http://schemas.microsoft.com/office/drawing/2014/main" id="{3CBC813A-0FE7-4151-84B1-8CE3A7121F9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957" name="Flowchart: Connector 8956">
                            <a:extLst>
                              <a:ext uri="{FF2B5EF4-FFF2-40B4-BE49-F238E27FC236}">
                                <a16:creationId xmlns:a16="http://schemas.microsoft.com/office/drawing/2014/main" id="{524FFCBD-E86D-497B-B94C-8BC0250FEC7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958" name="3D Model 8957" descr="Sphere">
                                <a:extLst>
                                  <a:ext uri="{FF2B5EF4-FFF2-40B4-BE49-F238E27FC236}">
                                    <a16:creationId xmlns:a16="http://schemas.microsoft.com/office/drawing/2014/main" id="{8E3FCA31-6BF1-442D-942B-376378EB7FF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937747348"/>
                                  </p:ext>
                                </p:extLst>
                              </p:nvPr>
                            </p:nvGraphicFramePr>
                            <p:xfrm>
                              <a:off x="3717893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47" name="3D Model 2346" descr="Sphere">
                                <a:extLst>
                                  <a:ext uri="{FF2B5EF4-FFF2-40B4-BE49-F238E27FC236}">
                                    <a16:creationId xmlns:a16="http://schemas.microsoft.com/office/drawing/2014/main" id="{710752FE-4405-4360-92F6-9B67BBC6E76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331348" y="238920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959" name="Flowchart: Connector 8958">
                            <a:extLst>
                              <a:ext uri="{FF2B5EF4-FFF2-40B4-BE49-F238E27FC236}">
                                <a16:creationId xmlns:a16="http://schemas.microsoft.com/office/drawing/2014/main" id="{2685C2FC-608C-410A-8C59-6B67E6C141B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960" name="3D Model 8959" descr="Sphere">
                                <a:extLst>
                                  <a:ext uri="{FF2B5EF4-FFF2-40B4-BE49-F238E27FC236}">
                                    <a16:creationId xmlns:a16="http://schemas.microsoft.com/office/drawing/2014/main" id="{C6774328-C80B-4FB2-A645-114AE847759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61658743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961" name="Flowchart: Connector 8960">
                            <a:extLst>
                              <a:ext uri="{FF2B5EF4-FFF2-40B4-BE49-F238E27FC236}">
                                <a16:creationId xmlns:a16="http://schemas.microsoft.com/office/drawing/2014/main" id="{9D6B8B98-1233-4A99-A00B-A5CA6114747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962" name="3D Model 8961" descr="Sphere">
                                <a:extLst>
                                  <a:ext uri="{FF2B5EF4-FFF2-40B4-BE49-F238E27FC236}">
                                    <a16:creationId xmlns:a16="http://schemas.microsoft.com/office/drawing/2014/main" id="{5D27E9BE-47AA-46B9-8F8B-99AD3DE72E7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266698068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963" name="Flowchart: Connector 8962">
                            <a:extLst>
                              <a:ext uri="{FF2B5EF4-FFF2-40B4-BE49-F238E27FC236}">
                                <a16:creationId xmlns:a16="http://schemas.microsoft.com/office/drawing/2014/main" id="{441CE2F6-41F4-431F-9335-18A57658E7E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964" name="3D Model 8963" descr="Sphere">
                                <a:extLst>
                                  <a:ext uri="{FF2B5EF4-FFF2-40B4-BE49-F238E27FC236}">
                                    <a16:creationId xmlns:a16="http://schemas.microsoft.com/office/drawing/2014/main" id="{89007EDE-0A9F-4F9F-841A-003D4947844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62337189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8916" name="Group 8915">
                          <a:extLst>
                            <a:ext uri="{FF2B5EF4-FFF2-40B4-BE49-F238E27FC236}">
                              <a16:creationId xmlns:a16="http://schemas.microsoft.com/office/drawing/2014/main" id="{8B54EA4B-60CF-49F6-946D-7551BCF8F15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936" y="1817250"/>
                          <a:ext cx="1064014" cy="643455"/>
                          <a:chOff x="3717893" y="1713221"/>
                          <a:chExt cx="1064014" cy="643455"/>
                        </a:xfrm>
                      </p:grpSpPr>
                      <p:sp>
                        <p:nvSpPr>
                          <p:cNvPr id="8933" name="Flowchart: Connector 8932">
                            <a:extLst>
                              <a:ext uri="{FF2B5EF4-FFF2-40B4-BE49-F238E27FC236}">
                                <a16:creationId xmlns:a16="http://schemas.microsoft.com/office/drawing/2014/main" id="{BB152CB7-514C-4561-BA53-CD46ACE5D65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934" name="Flowchart: Connector 8933">
                            <a:extLst>
                              <a:ext uri="{FF2B5EF4-FFF2-40B4-BE49-F238E27FC236}">
                                <a16:creationId xmlns:a16="http://schemas.microsoft.com/office/drawing/2014/main" id="{35C4CDB8-1EB0-4AD9-8826-2CB1D255E29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935" name="Flowchart: Connector 8934">
                            <a:extLst>
                              <a:ext uri="{FF2B5EF4-FFF2-40B4-BE49-F238E27FC236}">
                                <a16:creationId xmlns:a16="http://schemas.microsoft.com/office/drawing/2014/main" id="{BD9D0EE8-D1C4-40B8-9803-962C56A5FA6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936" name="Flowchart: Connector 8935">
                            <a:extLst>
                              <a:ext uri="{FF2B5EF4-FFF2-40B4-BE49-F238E27FC236}">
                                <a16:creationId xmlns:a16="http://schemas.microsoft.com/office/drawing/2014/main" id="{6D30076A-F1B4-445B-B3E3-A7D768B91A5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937" name="Flowchart: Connector 8936">
                            <a:extLst>
                              <a:ext uri="{FF2B5EF4-FFF2-40B4-BE49-F238E27FC236}">
                                <a16:creationId xmlns:a16="http://schemas.microsoft.com/office/drawing/2014/main" id="{72E5FC0C-135B-467C-B2B7-D9594EE8AA4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938" name="Flowchart: Connector 8937">
                            <a:extLst>
                              <a:ext uri="{FF2B5EF4-FFF2-40B4-BE49-F238E27FC236}">
                                <a16:creationId xmlns:a16="http://schemas.microsoft.com/office/drawing/2014/main" id="{214E4E75-E1B8-4261-9DCB-A040FFE3C07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939" name="Flowchart: Connector 8938">
                            <a:extLst>
                              <a:ext uri="{FF2B5EF4-FFF2-40B4-BE49-F238E27FC236}">
                                <a16:creationId xmlns:a16="http://schemas.microsoft.com/office/drawing/2014/main" id="{EE60455F-AC2C-4FBE-9AED-7602A9FFC7E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940" name="Flowchart: Connector 8939">
                            <a:extLst>
                              <a:ext uri="{FF2B5EF4-FFF2-40B4-BE49-F238E27FC236}">
                                <a16:creationId xmlns:a16="http://schemas.microsoft.com/office/drawing/2014/main" id="{8A90661D-57CB-43C7-A5E6-21153EA9F19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941" name="Flowchart: Connector 8940">
                            <a:extLst>
                              <a:ext uri="{FF2B5EF4-FFF2-40B4-BE49-F238E27FC236}">
                                <a16:creationId xmlns:a16="http://schemas.microsoft.com/office/drawing/2014/main" id="{18FFE7E4-6974-40BF-8A3A-D262CC75ABC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942" name="3D Model 8941" descr="Sphere">
                                <a:extLst>
                                  <a:ext uri="{FF2B5EF4-FFF2-40B4-BE49-F238E27FC236}">
                                    <a16:creationId xmlns:a16="http://schemas.microsoft.com/office/drawing/2014/main" id="{222C57C7-92A6-4FEA-84CD-ABEAC16D2FC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697718738"/>
                                  </p:ext>
                                </p:extLst>
                              </p:nvPr>
                            </p:nvGraphicFramePr>
                            <p:xfrm>
                              <a:off x="3717893" y="171322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31" name="3D Model 2330" descr="Sphere">
                                <a:extLst>
                                  <a:ext uri="{FF2B5EF4-FFF2-40B4-BE49-F238E27FC236}">
                                    <a16:creationId xmlns:a16="http://schemas.microsoft.com/office/drawing/2014/main" id="{64AAC4F8-9AE2-4F87-9607-1B52D85FFE9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329667" y="232833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943" name="Flowchart: Connector 8942">
                            <a:extLst>
                              <a:ext uri="{FF2B5EF4-FFF2-40B4-BE49-F238E27FC236}">
                                <a16:creationId xmlns:a16="http://schemas.microsoft.com/office/drawing/2014/main" id="{1BE122AA-CFB5-4D61-B8B1-56FE7FB4058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944" name="3D Model 8943" descr="Sphere">
                                <a:extLst>
                                  <a:ext uri="{FF2B5EF4-FFF2-40B4-BE49-F238E27FC236}">
                                    <a16:creationId xmlns:a16="http://schemas.microsoft.com/office/drawing/2014/main" id="{9A64E58C-0C80-4769-B10E-A9C7D4CEC28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00246821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33" name="3D Model 2332" descr="Sphere">
                                <a:extLst>
                                  <a:ext uri="{FF2B5EF4-FFF2-40B4-BE49-F238E27FC236}">
                                    <a16:creationId xmlns:a16="http://schemas.microsoft.com/office/drawing/2014/main" id="{97C86172-769E-42B1-B365-ECA5E9762E2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371368" y="234420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945" name="Flowchart: Connector 8944">
                            <a:extLst>
                              <a:ext uri="{FF2B5EF4-FFF2-40B4-BE49-F238E27FC236}">
                                <a16:creationId xmlns:a16="http://schemas.microsoft.com/office/drawing/2014/main" id="{1DF5A236-B13F-4426-B106-7ECBAD94DD4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946" name="3D Model 8945" descr="Sphere">
                                <a:extLst>
                                  <a:ext uri="{FF2B5EF4-FFF2-40B4-BE49-F238E27FC236}">
                                    <a16:creationId xmlns:a16="http://schemas.microsoft.com/office/drawing/2014/main" id="{AE45D114-1809-490F-B629-5C4128DFC36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266757837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947" name="Flowchart: Connector 8946">
                            <a:extLst>
                              <a:ext uri="{FF2B5EF4-FFF2-40B4-BE49-F238E27FC236}">
                                <a16:creationId xmlns:a16="http://schemas.microsoft.com/office/drawing/2014/main" id="{7A929414-10EA-4007-B510-DABFE36643A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948" name="3D Model 8947" descr="Sphere">
                                <a:extLst>
                                  <a:ext uri="{FF2B5EF4-FFF2-40B4-BE49-F238E27FC236}">
                                    <a16:creationId xmlns:a16="http://schemas.microsoft.com/office/drawing/2014/main" id="{E83D0213-2F1A-465B-8D94-9340E4C50B6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40534202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8917" name="Flowchart: Connector 8916">
                          <a:extLst>
                            <a:ext uri="{FF2B5EF4-FFF2-40B4-BE49-F238E27FC236}">
                              <a16:creationId xmlns:a16="http://schemas.microsoft.com/office/drawing/2014/main" id="{CD9DE377-B7AB-465B-A248-6278E66FBDE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918" name="Flowchart: Connector 8917">
                          <a:extLst>
                            <a:ext uri="{FF2B5EF4-FFF2-40B4-BE49-F238E27FC236}">
                              <a16:creationId xmlns:a16="http://schemas.microsoft.com/office/drawing/2014/main" id="{91AFF9AD-155A-4E1D-9902-ECC68CFE782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919" name="Flowchart: Connector 8918">
                          <a:extLst>
                            <a:ext uri="{FF2B5EF4-FFF2-40B4-BE49-F238E27FC236}">
                              <a16:creationId xmlns:a16="http://schemas.microsoft.com/office/drawing/2014/main" id="{AFF6C1C5-1D2C-4C71-BE2C-E38D37472C9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26347" y="177334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920" name="Flowchart: Connector 8919">
                          <a:extLst>
                            <a:ext uri="{FF2B5EF4-FFF2-40B4-BE49-F238E27FC236}">
                              <a16:creationId xmlns:a16="http://schemas.microsoft.com/office/drawing/2014/main" id="{5077B6C2-70CD-45E1-AC2B-28CD6BE64EE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921" name="Flowchart: Connector 8920">
                          <a:extLst>
                            <a:ext uri="{FF2B5EF4-FFF2-40B4-BE49-F238E27FC236}">
                              <a16:creationId xmlns:a16="http://schemas.microsoft.com/office/drawing/2014/main" id="{AE62A378-6226-417E-B32B-4BAEE9CE277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922" name="Flowchart: Connector 8921">
                          <a:extLst>
                            <a:ext uri="{FF2B5EF4-FFF2-40B4-BE49-F238E27FC236}">
                              <a16:creationId xmlns:a16="http://schemas.microsoft.com/office/drawing/2014/main" id="{593F114C-0EB3-416E-8E64-B99A9C1CAB1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923" name="Flowchart: Connector 8922">
                          <a:extLst>
                            <a:ext uri="{FF2B5EF4-FFF2-40B4-BE49-F238E27FC236}">
                              <a16:creationId xmlns:a16="http://schemas.microsoft.com/office/drawing/2014/main" id="{A42E57A9-E296-434A-8793-D4CBA1E0F6B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924" name="Flowchart: Connector 8923">
                          <a:extLst>
                            <a:ext uri="{FF2B5EF4-FFF2-40B4-BE49-F238E27FC236}">
                              <a16:creationId xmlns:a16="http://schemas.microsoft.com/office/drawing/2014/main" id="{227D3210-A014-4AE4-BDE3-1B023246342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925" name="Flowchart: Connector 8924">
                          <a:extLst>
                            <a:ext uri="{FF2B5EF4-FFF2-40B4-BE49-F238E27FC236}">
                              <a16:creationId xmlns:a16="http://schemas.microsoft.com/office/drawing/2014/main" id="{BFDF2AEB-65D6-4A04-A244-3C0C8C80BFA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926" name="3D Model 8925" descr="Sphere">
                              <a:extLst>
                                <a:ext uri="{FF2B5EF4-FFF2-40B4-BE49-F238E27FC236}">
                                  <a16:creationId xmlns:a16="http://schemas.microsoft.com/office/drawing/2014/main" id="{A6C369B9-E243-4F46-BF98-0191D311BC9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01659913"/>
                                </p:ext>
                              </p:extLst>
                            </p:nvPr>
                          </p:nvGraphicFramePr>
                          <p:xfrm>
                            <a:off x="2122087" y="1503359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433448" ay="1433014" az="-1105299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7"/>
                                </am3d:raster>
                                <am3d:objViewport viewportSz="5757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15" name="3D Model 2314" descr="Sphere">
                              <a:extLst>
                                <a:ext uri="{FF2B5EF4-FFF2-40B4-BE49-F238E27FC236}">
                                  <a16:creationId xmlns:a16="http://schemas.microsoft.com/office/drawing/2014/main" id="{F6A9D611-82D5-43A5-BC63-0BFDBA21B3E5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5330909" y="2269214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927" name="Flowchart: Connector 8926">
                          <a:extLst>
                            <a:ext uri="{FF2B5EF4-FFF2-40B4-BE49-F238E27FC236}">
                              <a16:creationId xmlns:a16="http://schemas.microsoft.com/office/drawing/2014/main" id="{75F25496-E037-4369-8220-A42A41AEA9B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928" name="3D Model 8927" descr="Sphere">
                              <a:extLst>
                                <a:ext uri="{FF2B5EF4-FFF2-40B4-BE49-F238E27FC236}">
                                  <a16:creationId xmlns:a16="http://schemas.microsoft.com/office/drawing/2014/main" id="{C3139A0E-A618-4B34-B7C3-7C9EAD4DB21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009836573"/>
                                </p:ext>
                              </p:extLst>
                            </p:nvPr>
                          </p:nvGraphicFramePr>
                          <p:xfrm>
                            <a:off x="2368043" y="1593681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5"/>
                                </am3d:raster>
                                <am3d:objViewport viewportSz="5886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17" name="3D Model 2316" descr="Sphere">
                              <a:extLst>
                                <a:ext uri="{FF2B5EF4-FFF2-40B4-BE49-F238E27FC236}">
                                  <a16:creationId xmlns:a16="http://schemas.microsoft.com/office/drawing/2014/main" id="{ED2ABC71-2FD8-469E-B2CF-8088ED7F8EB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5373633" y="2286226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929" name="Flowchart: Connector 8928">
                          <a:extLst>
                            <a:ext uri="{FF2B5EF4-FFF2-40B4-BE49-F238E27FC236}">
                              <a16:creationId xmlns:a16="http://schemas.microsoft.com/office/drawing/2014/main" id="{41FA06A0-8861-4540-94FA-37852FEAAC7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930" name="3D Model 8929" descr="Sphere">
                              <a:extLst>
                                <a:ext uri="{FF2B5EF4-FFF2-40B4-BE49-F238E27FC236}">
                                  <a16:creationId xmlns:a16="http://schemas.microsoft.com/office/drawing/2014/main" id="{7A44EB84-7B22-428D-B606-2C779AB760F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957560153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3235" cy="6170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7"/>
                                </am3d:raster>
                                <am3d:objViewport viewportSz="6018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19" name="3D Model 2318" descr="Sphere">
                              <a:extLst>
                                <a:ext uri="{FF2B5EF4-FFF2-40B4-BE49-F238E27FC236}">
                                  <a16:creationId xmlns:a16="http://schemas.microsoft.com/office/drawing/2014/main" id="{E7344DF8-5F20-4399-B8F2-C28081BB989E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3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5415520" y="2295242"/>
                              <a:ext cx="53235" cy="61702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931" name="Flowchart: Connector 8930">
                          <a:extLst>
                            <a:ext uri="{FF2B5EF4-FFF2-40B4-BE49-F238E27FC236}">
                              <a16:creationId xmlns:a16="http://schemas.microsoft.com/office/drawing/2014/main" id="{DA5C6585-D490-47D9-A5ED-43CF6181855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932" name="3D Model 8931" descr="Sphere">
                              <a:extLst>
                                <a:ext uri="{FF2B5EF4-FFF2-40B4-BE49-F238E27FC236}">
                                  <a16:creationId xmlns:a16="http://schemas.microsoft.com/office/drawing/2014/main" id="{B6F250E4-BFD0-4BCC-B407-A31DDFE8BE4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116251704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1045" cy="5891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9"/>
                                </am3d:raster>
                                <am3d:objViewport viewportSz="5955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21" name="3D Model 2320" descr="Sphere">
                              <a:extLst>
                                <a:ext uri="{FF2B5EF4-FFF2-40B4-BE49-F238E27FC236}">
                                  <a16:creationId xmlns:a16="http://schemas.microsoft.com/office/drawing/2014/main" id="{3DE9C785-AAEF-4BC6-9D2C-0ABB276B1CDD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5462146" y="2311636"/>
                              <a:ext cx="51045" cy="589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8822" name="Group 8821">
                      <a:extLst>
                        <a:ext uri="{FF2B5EF4-FFF2-40B4-BE49-F238E27FC236}">
                          <a16:creationId xmlns:a16="http://schemas.microsoft.com/office/drawing/2014/main" id="{AF45A2B5-7322-4E24-A545-F71A88BFC049}"/>
                        </a:ext>
                      </a:extLst>
                    </p:cNvPr>
                    <p:cNvGrpSpPr/>
                    <p:nvPr/>
                  </p:nvGrpSpPr>
                  <p:grpSpPr>
                    <a:xfrm rot="18542409">
                      <a:off x="2257159" y="236280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8892" name="Freeform: Shape 8891">
                        <a:extLst>
                          <a:ext uri="{FF2B5EF4-FFF2-40B4-BE49-F238E27FC236}">
                            <a16:creationId xmlns:a16="http://schemas.microsoft.com/office/drawing/2014/main" id="{E48E1C2E-0E65-430A-BCA7-FD696EBEDD4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893" name="Rectangle: Rounded Corners 8892">
                        <a:extLst>
                          <a:ext uri="{FF2B5EF4-FFF2-40B4-BE49-F238E27FC236}">
                            <a16:creationId xmlns:a16="http://schemas.microsoft.com/office/drawing/2014/main" id="{54169A88-50B1-4A04-B485-9DC57A2497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823" name="Group 8822">
                      <a:extLst>
                        <a:ext uri="{FF2B5EF4-FFF2-40B4-BE49-F238E27FC236}">
                          <a16:creationId xmlns:a16="http://schemas.microsoft.com/office/drawing/2014/main" id="{C0F0F7FD-669F-4FD2-9382-A29594264241}"/>
                        </a:ext>
                      </a:extLst>
                    </p:cNvPr>
                    <p:cNvGrpSpPr/>
                    <p:nvPr/>
                  </p:nvGrpSpPr>
                  <p:grpSpPr>
                    <a:xfrm rot="17122200">
                      <a:off x="1187274" y="235013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8890" name="Freeform: Shape 8889">
                        <a:extLst>
                          <a:ext uri="{FF2B5EF4-FFF2-40B4-BE49-F238E27FC236}">
                            <a16:creationId xmlns:a16="http://schemas.microsoft.com/office/drawing/2014/main" id="{3EEF385C-5F58-4BCA-B6BA-900C61DCC0C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891" name="Rectangle: Rounded Corners 8890">
                        <a:extLst>
                          <a:ext uri="{FF2B5EF4-FFF2-40B4-BE49-F238E27FC236}">
                            <a16:creationId xmlns:a16="http://schemas.microsoft.com/office/drawing/2014/main" id="{4B6719F1-3544-4D78-943D-E22DFAC7C9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824" name="Group 8823">
                      <a:extLst>
                        <a:ext uri="{FF2B5EF4-FFF2-40B4-BE49-F238E27FC236}">
                          <a16:creationId xmlns:a16="http://schemas.microsoft.com/office/drawing/2014/main" id="{AC307A5C-6F8D-4F28-958D-B81127D9AE88}"/>
                        </a:ext>
                      </a:extLst>
                    </p:cNvPr>
                    <p:cNvGrpSpPr/>
                    <p:nvPr/>
                  </p:nvGrpSpPr>
                  <p:grpSpPr>
                    <a:xfrm rot="658209">
                      <a:off x="2479276" y="3323586"/>
                      <a:ext cx="746642" cy="235253"/>
                      <a:chOff x="2620172" y="2546175"/>
                      <a:chExt cx="834986" cy="143092"/>
                    </a:xfrm>
                  </p:grpSpPr>
                  <p:sp>
                    <p:nvSpPr>
                      <p:cNvPr id="8888" name="Freeform: Shape 8887">
                        <a:extLst>
                          <a:ext uri="{FF2B5EF4-FFF2-40B4-BE49-F238E27FC236}">
                            <a16:creationId xmlns:a16="http://schemas.microsoft.com/office/drawing/2014/main" id="{81E20C37-4AFA-4357-8FD8-018A1544702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889" name="Rectangle: Rounded Corners 8888">
                        <a:extLst>
                          <a:ext uri="{FF2B5EF4-FFF2-40B4-BE49-F238E27FC236}">
                            <a16:creationId xmlns:a16="http://schemas.microsoft.com/office/drawing/2014/main" id="{A0F8D185-0196-47C4-BB3E-C63C53EBBE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825" name="Group 8824">
                      <a:extLst>
                        <a:ext uri="{FF2B5EF4-FFF2-40B4-BE49-F238E27FC236}">
                          <a16:creationId xmlns:a16="http://schemas.microsoft.com/office/drawing/2014/main" id="{247DF638-01F5-46FD-95C1-460961C3544E}"/>
                        </a:ext>
                      </a:extLst>
                    </p:cNvPr>
                    <p:cNvGrpSpPr/>
                    <p:nvPr/>
                  </p:nvGrpSpPr>
                  <p:grpSpPr>
                    <a:xfrm rot="18837888">
                      <a:off x="1789768" y="223810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8886" name="Freeform: Shape 8885">
                        <a:extLst>
                          <a:ext uri="{FF2B5EF4-FFF2-40B4-BE49-F238E27FC236}">
                            <a16:creationId xmlns:a16="http://schemas.microsoft.com/office/drawing/2014/main" id="{D8C795D5-3680-4B81-AAB5-D5253F1CC89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887" name="Rectangle: Rounded Corners 8886">
                        <a:extLst>
                          <a:ext uri="{FF2B5EF4-FFF2-40B4-BE49-F238E27FC236}">
                            <a16:creationId xmlns:a16="http://schemas.microsoft.com/office/drawing/2014/main" id="{993CBE62-2E4C-48C4-ABBC-ADF831279B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826" name="Group 8825">
                      <a:extLst>
                        <a:ext uri="{FF2B5EF4-FFF2-40B4-BE49-F238E27FC236}">
                          <a16:creationId xmlns:a16="http://schemas.microsoft.com/office/drawing/2014/main" id="{995BE3B4-ECD5-4397-95B1-0B0591A2873C}"/>
                        </a:ext>
                      </a:extLst>
                    </p:cNvPr>
                    <p:cNvGrpSpPr/>
                    <p:nvPr/>
                  </p:nvGrpSpPr>
                  <p:grpSpPr>
                    <a:xfrm rot="16200000">
                      <a:off x="563034" y="2429570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8884" name="Freeform: Shape 8883">
                        <a:extLst>
                          <a:ext uri="{FF2B5EF4-FFF2-40B4-BE49-F238E27FC236}">
                            <a16:creationId xmlns:a16="http://schemas.microsoft.com/office/drawing/2014/main" id="{6BDD6B17-8E26-4F41-B7D2-32B34EA2C95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885" name="Rectangle: Rounded Corners 8884">
                        <a:extLst>
                          <a:ext uri="{FF2B5EF4-FFF2-40B4-BE49-F238E27FC236}">
                            <a16:creationId xmlns:a16="http://schemas.microsoft.com/office/drawing/2014/main" id="{D912C0BB-43F3-4E7B-839F-404E75120A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827" name="Group 8826">
                      <a:extLst>
                        <a:ext uri="{FF2B5EF4-FFF2-40B4-BE49-F238E27FC236}">
                          <a16:creationId xmlns:a16="http://schemas.microsoft.com/office/drawing/2014/main" id="{ABDD6CC6-063E-46B0-8ABB-9B6B46E65B57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350328" y="442527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8882" name="Freeform: Shape 8881">
                        <a:extLst>
                          <a:ext uri="{FF2B5EF4-FFF2-40B4-BE49-F238E27FC236}">
                            <a16:creationId xmlns:a16="http://schemas.microsoft.com/office/drawing/2014/main" id="{1359285A-8C06-4743-B5F4-C1D32C9B8D9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883" name="Rectangle: Rounded Corners 8882">
                        <a:extLst>
                          <a:ext uri="{FF2B5EF4-FFF2-40B4-BE49-F238E27FC236}">
                            <a16:creationId xmlns:a16="http://schemas.microsoft.com/office/drawing/2014/main" id="{7D4E7A8F-C345-4D17-8E51-A969593952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828" name="Group 8827">
                      <a:extLst>
                        <a:ext uri="{FF2B5EF4-FFF2-40B4-BE49-F238E27FC236}">
                          <a16:creationId xmlns:a16="http://schemas.microsoft.com/office/drawing/2014/main" id="{CA4B673A-9984-41FB-A9F8-EFF918EF55A5}"/>
                        </a:ext>
                      </a:extLst>
                    </p:cNvPr>
                    <p:cNvGrpSpPr/>
                    <p:nvPr/>
                  </p:nvGrpSpPr>
                  <p:grpSpPr>
                    <a:xfrm rot="5880914">
                      <a:off x="789613" y="438062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8880" name="Freeform: Shape 8879">
                        <a:extLst>
                          <a:ext uri="{FF2B5EF4-FFF2-40B4-BE49-F238E27FC236}">
                            <a16:creationId xmlns:a16="http://schemas.microsoft.com/office/drawing/2014/main" id="{557558FD-6B06-43F2-B24B-91AF5EBEA8C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881" name="Rectangle: Rounded Corners 8880">
                        <a:extLst>
                          <a:ext uri="{FF2B5EF4-FFF2-40B4-BE49-F238E27FC236}">
                            <a16:creationId xmlns:a16="http://schemas.microsoft.com/office/drawing/2014/main" id="{86F2D7F1-FD04-4131-BF58-61E509EBB9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829" name="Group 8828">
                      <a:extLst>
                        <a:ext uri="{FF2B5EF4-FFF2-40B4-BE49-F238E27FC236}">
                          <a16:creationId xmlns:a16="http://schemas.microsoft.com/office/drawing/2014/main" id="{8C478EA1-065B-4A70-863F-B7CC9DD4A8D4}"/>
                        </a:ext>
                      </a:extLst>
                    </p:cNvPr>
                    <p:cNvGrpSpPr/>
                    <p:nvPr/>
                  </p:nvGrpSpPr>
                  <p:grpSpPr>
                    <a:xfrm rot="13587211">
                      <a:off x="651990" y="2929858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8878" name="Freeform: Shape 8877">
                        <a:extLst>
                          <a:ext uri="{FF2B5EF4-FFF2-40B4-BE49-F238E27FC236}">
                            <a16:creationId xmlns:a16="http://schemas.microsoft.com/office/drawing/2014/main" id="{48D5B635-3814-4EC8-970B-2B4CC92F5C0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879" name="Rectangle: Rounded Corners 8878">
                        <a:extLst>
                          <a:ext uri="{FF2B5EF4-FFF2-40B4-BE49-F238E27FC236}">
                            <a16:creationId xmlns:a16="http://schemas.microsoft.com/office/drawing/2014/main" id="{77982F92-4A3F-4E76-ABDC-9768570B4B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830" name="Group 8829">
                      <a:extLst>
                        <a:ext uri="{FF2B5EF4-FFF2-40B4-BE49-F238E27FC236}">
                          <a16:creationId xmlns:a16="http://schemas.microsoft.com/office/drawing/2014/main" id="{01393D90-518F-4C7E-BC43-7988FF3A3102}"/>
                        </a:ext>
                      </a:extLst>
                    </p:cNvPr>
                    <p:cNvGrpSpPr/>
                    <p:nvPr/>
                  </p:nvGrpSpPr>
                  <p:grpSpPr>
                    <a:xfrm rot="11351284">
                      <a:off x="163719" y="3807693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8876" name="Freeform: Shape 8875">
                        <a:extLst>
                          <a:ext uri="{FF2B5EF4-FFF2-40B4-BE49-F238E27FC236}">
                            <a16:creationId xmlns:a16="http://schemas.microsoft.com/office/drawing/2014/main" id="{D3AB46B6-5BFE-4F33-963C-DF0ED5A7BE9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877" name="Rectangle: Rounded Corners 8876">
                        <a:extLst>
                          <a:ext uri="{FF2B5EF4-FFF2-40B4-BE49-F238E27FC236}">
                            <a16:creationId xmlns:a16="http://schemas.microsoft.com/office/drawing/2014/main" id="{DA888E0A-97DB-4DFB-A5F1-422DF4B4C6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831" name="Group 8830">
                      <a:extLst>
                        <a:ext uri="{FF2B5EF4-FFF2-40B4-BE49-F238E27FC236}">
                          <a16:creationId xmlns:a16="http://schemas.microsoft.com/office/drawing/2014/main" id="{961FA2F9-E5AA-4123-984C-4F33AC08BA8F}"/>
                        </a:ext>
                      </a:extLst>
                    </p:cNvPr>
                    <p:cNvGrpSpPr/>
                    <p:nvPr/>
                  </p:nvGrpSpPr>
                  <p:grpSpPr>
                    <a:xfrm rot="4193783">
                      <a:off x="2062756" y="4148262"/>
                      <a:ext cx="706454" cy="171076"/>
                      <a:chOff x="2620172" y="2546175"/>
                      <a:chExt cx="834986" cy="143092"/>
                    </a:xfrm>
                  </p:grpSpPr>
                  <p:sp>
                    <p:nvSpPr>
                      <p:cNvPr id="8874" name="Freeform: Shape 8873">
                        <a:extLst>
                          <a:ext uri="{FF2B5EF4-FFF2-40B4-BE49-F238E27FC236}">
                            <a16:creationId xmlns:a16="http://schemas.microsoft.com/office/drawing/2014/main" id="{78BE6A7E-D3EA-48DF-BB90-B512295DF60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875" name="Rectangle: Rounded Corners 8874">
                        <a:extLst>
                          <a:ext uri="{FF2B5EF4-FFF2-40B4-BE49-F238E27FC236}">
                            <a16:creationId xmlns:a16="http://schemas.microsoft.com/office/drawing/2014/main" id="{ECF1C0E2-4D0D-49F8-93C8-BF0AF753A4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832" name="Group 8831">
                      <a:extLst>
                        <a:ext uri="{FF2B5EF4-FFF2-40B4-BE49-F238E27FC236}">
                          <a16:creationId xmlns:a16="http://schemas.microsoft.com/office/drawing/2014/main" id="{004E8C41-16DF-46E3-978B-ED140F3CD5CC}"/>
                        </a:ext>
                      </a:extLst>
                    </p:cNvPr>
                    <p:cNvGrpSpPr/>
                    <p:nvPr/>
                  </p:nvGrpSpPr>
                  <p:grpSpPr>
                    <a:xfrm rot="1837203">
                      <a:off x="2331692" y="387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8872" name="Freeform: Shape 8871">
                        <a:extLst>
                          <a:ext uri="{FF2B5EF4-FFF2-40B4-BE49-F238E27FC236}">
                            <a16:creationId xmlns:a16="http://schemas.microsoft.com/office/drawing/2014/main" id="{8D462915-FEC7-4140-A293-B4ABA570F63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873" name="Rectangle: Rounded Corners 8872">
                        <a:extLst>
                          <a:ext uri="{FF2B5EF4-FFF2-40B4-BE49-F238E27FC236}">
                            <a16:creationId xmlns:a16="http://schemas.microsoft.com/office/drawing/2014/main" id="{CDD70C75-634D-44A0-BB98-E1F3B2D053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833" name="Group 8832">
                      <a:extLst>
                        <a:ext uri="{FF2B5EF4-FFF2-40B4-BE49-F238E27FC236}">
                          <a16:creationId xmlns:a16="http://schemas.microsoft.com/office/drawing/2014/main" id="{93A07A25-EF00-4BE7-A8D1-02EAD66C293B}"/>
                        </a:ext>
                      </a:extLst>
                    </p:cNvPr>
                    <p:cNvGrpSpPr/>
                    <p:nvPr/>
                  </p:nvGrpSpPr>
                  <p:grpSpPr>
                    <a:xfrm rot="932650">
                      <a:off x="2489621" y="310501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8870" name="Freeform: Shape 8869">
                        <a:extLst>
                          <a:ext uri="{FF2B5EF4-FFF2-40B4-BE49-F238E27FC236}">
                            <a16:creationId xmlns:a16="http://schemas.microsoft.com/office/drawing/2014/main" id="{B17D7DBA-282B-4107-A41E-99829BEEDCB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871" name="Rectangle: Rounded Corners 8870">
                        <a:extLst>
                          <a:ext uri="{FF2B5EF4-FFF2-40B4-BE49-F238E27FC236}">
                            <a16:creationId xmlns:a16="http://schemas.microsoft.com/office/drawing/2014/main" id="{E161A963-07D3-4B6D-833D-C590D4396F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834" name="Group 8833">
                      <a:extLst>
                        <a:ext uri="{FF2B5EF4-FFF2-40B4-BE49-F238E27FC236}">
                          <a16:creationId xmlns:a16="http://schemas.microsoft.com/office/drawing/2014/main" id="{49105C66-BBCC-4598-9F5E-1B011E5456B8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686489" y="34904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8868" name="Freeform: Shape 8867">
                        <a:extLst>
                          <a:ext uri="{FF2B5EF4-FFF2-40B4-BE49-F238E27FC236}">
                            <a16:creationId xmlns:a16="http://schemas.microsoft.com/office/drawing/2014/main" id="{CE360024-8931-4DCB-B009-82ABBC85CEC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869" name="Rectangle: Rounded Corners 8868">
                        <a:extLst>
                          <a:ext uri="{FF2B5EF4-FFF2-40B4-BE49-F238E27FC236}">
                            <a16:creationId xmlns:a16="http://schemas.microsoft.com/office/drawing/2014/main" id="{08A9EE19-007F-4FEB-9F05-96BB51A99C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835" name="Group 8834">
                      <a:extLst>
                        <a:ext uri="{FF2B5EF4-FFF2-40B4-BE49-F238E27FC236}">
                          <a16:creationId xmlns:a16="http://schemas.microsoft.com/office/drawing/2014/main" id="{B32476B0-906D-4BF6-8AE6-BCE0DE45E3D5}"/>
                        </a:ext>
                      </a:extLst>
                    </p:cNvPr>
                    <p:cNvGrpSpPr/>
                    <p:nvPr/>
                  </p:nvGrpSpPr>
                  <p:grpSpPr>
                    <a:xfrm rot="16924252">
                      <a:off x="1635001" y="2371073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8866" name="Freeform: Shape 8865">
                        <a:extLst>
                          <a:ext uri="{FF2B5EF4-FFF2-40B4-BE49-F238E27FC236}">
                            <a16:creationId xmlns:a16="http://schemas.microsoft.com/office/drawing/2014/main" id="{CE48D3DF-1BF9-4668-84B0-57F442626F0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867" name="Rectangle: Rounded Corners 8866">
                        <a:extLst>
                          <a:ext uri="{FF2B5EF4-FFF2-40B4-BE49-F238E27FC236}">
                            <a16:creationId xmlns:a16="http://schemas.microsoft.com/office/drawing/2014/main" id="{300A6410-85A1-4205-AB8A-1190FC9AACA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836" name="Group 8835">
                      <a:extLst>
                        <a:ext uri="{FF2B5EF4-FFF2-40B4-BE49-F238E27FC236}">
                          <a16:creationId xmlns:a16="http://schemas.microsoft.com/office/drawing/2014/main" id="{0779B7A2-7484-46FD-BFB7-63B61C0B08E6}"/>
                        </a:ext>
                      </a:extLst>
                    </p:cNvPr>
                    <p:cNvGrpSpPr/>
                    <p:nvPr/>
                  </p:nvGrpSpPr>
                  <p:grpSpPr>
                    <a:xfrm rot="15677156">
                      <a:off x="985517" y="2521255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8864" name="Freeform: Shape 8863">
                        <a:extLst>
                          <a:ext uri="{FF2B5EF4-FFF2-40B4-BE49-F238E27FC236}">
                            <a16:creationId xmlns:a16="http://schemas.microsoft.com/office/drawing/2014/main" id="{BB1CA2E2-A90D-4A85-A0CE-CC8587E0BD6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865" name="Rectangle: Rounded Corners 8864">
                        <a:extLst>
                          <a:ext uri="{FF2B5EF4-FFF2-40B4-BE49-F238E27FC236}">
                            <a16:creationId xmlns:a16="http://schemas.microsoft.com/office/drawing/2014/main" id="{07522F86-74C9-4D8B-8034-ECF2403490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837" name="Group 8836">
                      <a:extLst>
                        <a:ext uri="{FF2B5EF4-FFF2-40B4-BE49-F238E27FC236}">
                          <a16:creationId xmlns:a16="http://schemas.microsoft.com/office/drawing/2014/main" id="{B34F42D1-117E-477B-8DC1-30323646980A}"/>
                        </a:ext>
                      </a:extLst>
                    </p:cNvPr>
                    <p:cNvGrpSpPr/>
                    <p:nvPr/>
                  </p:nvGrpSpPr>
                  <p:grpSpPr>
                    <a:xfrm rot="14354853" flipV="1">
                      <a:off x="976412" y="243847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8862" name="Freeform: Shape 8861">
                        <a:extLst>
                          <a:ext uri="{FF2B5EF4-FFF2-40B4-BE49-F238E27FC236}">
                            <a16:creationId xmlns:a16="http://schemas.microsoft.com/office/drawing/2014/main" id="{A517C894-F782-4099-9FD0-11FFFA00517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863" name="Rectangle: Rounded Corners 8862">
                        <a:extLst>
                          <a:ext uri="{FF2B5EF4-FFF2-40B4-BE49-F238E27FC236}">
                            <a16:creationId xmlns:a16="http://schemas.microsoft.com/office/drawing/2014/main" id="{CEBF8E7F-3C48-4124-8E56-FF63C8D4A3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838" name="Group 8837">
                      <a:extLst>
                        <a:ext uri="{FF2B5EF4-FFF2-40B4-BE49-F238E27FC236}">
                          <a16:creationId xmlns:a16="http://schemas.microsoft.com/office/drawing/2014/main" id="{31FC7808-22A0-45CB-9D3E-E78F381A31BC}"/>
                        </a:ext>
                      </a:extLst>
                    </p:cNvPr>
                    <p:cNvGrpSpPr/>
                    <p:nvPr/>
                  </p:nvGrpSpPr>
                  <p:grpSpPr>
                    <a:xfrm rot="9793356" flipV="1">
                      <a:off x="215985" y="323790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8860" name="Freeform: Shape 8859">
                        <a:extLst>
                          <a:ext uri="{FF2B5EF4-FFF2-40B4-BE49-F238E27FC236}">
                            <a16:creationId xmlns:a16="http://schemas.microsoft.com/office/drawing/2014/main" id="{73725AAA-C4C9-48CC-A132-30C0B49F7D8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861" name="Rectangle: Rounded Corners 8860">
                        <a:extLst>
                          <a:ext uri="{FF2B5EF4-FFF2-40B4-BE49-F238E27FC236}">
                            <a16:creationId xmlns:a16="http://schemas.microsoft.com/office/drawing/2014/main" id="{2CB9FB72-D379-474E-B84B-3E711B926D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839" name="Group 8838">
                      <a:extLst>
                        <a:ext uri="{FF2B5EF4-FFF2-40B4-BE49-F238E27FC236}">
                          <a16:creationId xmlns:a16="http://schemas.microsoft.com/office/drawing/2014/main" id="{7E9DE8F1-723E-4533-90F4-D4EBD832637F}"/>
                        </a:ext>
                      </a:extLst>
                    </p:cNvPr>
                    <p:cNvGrpSpPr/>
                    <p:nvPr/>
                  </p:nvGrpSpPr>
                  <p:grpSpPr>
                    <a:xfrm rot="6907686" flipV="1">
                      <a:off x="692019" y="393196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8858" name="Freeform: Shape 8857">
                        <a:extLst>
                          <a:ext uri="{FF2B5EF4-FFF2-40B4-BE49-F238E27FC236}">
                            <a16:creationId xmlns:a16="http://schemas.microsoft.com/office/drawing/2014/main" id="{52429438-144B-4F3C-98EA-FA21D749AC0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859" name="Rectangle: Rounded Corners 8858">
                        <a:extLst>
                          <a:ext uri="{FF2B5EF4-FFF2-40B4-BE49-F238E27FC236}">
                            <a16:creationId xmlns:a16="http://schemas.microsoft.com/office/drawing/2014/main" id="{B426BF3E-A98C-46D7-8502-31E85422C9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840" name="Group 8839">
                      <a:extLst>
                        <a:ext uri="{FF2B5EF4-FFF2-40B4-BE49-F238E27FC236}">
                          <a16:creationId xmlns:a16="http://schemas.microsoft.com/office/drawing/2014/main" id="{BB48ED2A-BDCD-4449-9C2B-B3C338B4B42B}"/>
                        </a:ext>
                      </a:extLst>
                    </p:cNvPr>
                    <p:cNvGrpSpPr/>
                    <p:nvPr/>
                  </p:nvGrpSpPr>
                  <p:grpSpPr>
                    <a:xfrm rot="1465711" flipV="1">
                      <a:off x="2002734" y="340448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8856" name="Freeform: Shape 8855">
                        <a:extLst>
                          <a:ext uri="{FF2B5EF4-FFF2-40B4-BE49-F238E27FC236}">
                            <a16:creationId xmlns:a16="http://schemas.microsoft.com/office/drawing/2014/main" id="{03A243B8-C25A-4CCE-9796-3324773C49B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857" name="Rectangle: Rounded Corners 8856">
                        <a:extLst>
                          <a:ext uri="{FF2B5EF4-FFF2-40B4-BE49-F238E27FC236}">
                            <a16:creationId xmlns:a16="http://schemas.microsoft.com/office/drawing/2014/main" id="{B6D3CA08-670D-4565-8269-2B1A4613EA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841" name="Group 8840">
                      <a:extLst>
                        <a:ext uri="{FF2B5EF4-FFF2-40B4-BE49-F238E27FC236}">
                          <a16:creationId xmlns:a16="http://schemas.microsoft.com/office/drawing/2014/main" id="{219C6363-BFA4-4D4C-A470-36DF1D772461}"/>
                        </a:ext>
                      </a:extLst>
                    </p:cNvPr>
                    <p:cNvGrpSpPr/>
                    <p:nvPr/>
                  </p:nvGrpSpPr>
                  <p:grpSpPr>
                    <a:xfrm rot="19016516">
                      <a:off x="1733273" y="283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8854" name="Freeform: Shape 8853">
                        <a:extLst>
                          <a:ext uri="{FF2B5EF4-FFF2-40B4-BE49-F238E27FC236}">
                            <a16:creationId xmlns:a16="http://schemas.microsoft.com/office/drawing/2014/main" id="{4536D8C4-4AB6-4827-9855-828476CB672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855" name="Rectangle: Rounded Corners 8854">
                        <a:extLst>
                          <a:ext uri="{FF2B5EF4-FFF2-40B4-BE49-F238E27FC236}">
                            <a16:creationId xmlns:a16="http://schemas.microsoft.com/office/drawing/2014/main" id="{6FC49192-16D2-4C7F-884D-C0822B6713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842" name="Group 8841">
                      <a:extLst>
                        <a:ext uri="{FF2B5EF4-FFF2-40B4-BE49-F238E27FC236}">
                          <a16:creationId xmlns:a16="http://schemas.microsoft.com/office/drawing/2014/main" id="{B4E93F70-30CC-48B0-B6CD-CFE47F69E1F2}"/>
                        </a:ext>
                      </a:extLst>
                    </p:cNvPr>
                    <p:cNvGrpSpPr/>
                    <p:nvPr/>
                  </p:nvGrpSpPr>
                  <p:grpSpPr>
                    <a:xfrm rot="19245075">
                      <a:off x="1632068" y="282541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8852" name="Freeform: Shape 8851">
                        <a:extLst>
                          <a:ext uri="{FF2B5EF4-FFF2-40B4-BE49-F238E27FC236}">
                            <a16:creationId xmlns:a16="http://schemas.microsoft.com/office/drawing/2014/main" id="{C9CA7959-4EF3-487E-93A3-5E41C9DB418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853" name="Rectangle: Rounded Corners 8852">
                        <a:extLst>
                          <a:ext uri="{FF2B5EF4-FFF2-40B4-BE49-F238E27FC236}">
                            <a16:creationId xmlns:a16="http://schemas.microsoft.com/office/drawing/2014/main" id="{8013E5CA-3799-4A2A-883D-B0175F712B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843" name="Group 8842">
                      <a:extLst>
                        <a:ext uri="{FF2B5EF4-FFF2-40B4-BE49-F238E27FC236}">
                          <a16:creationId xmlns:a16="http://schemas.microsoft.com/office/drawing/2014/main" id="{9B3E2F5E-29A6-4CA0-8604-E56D1A4E27C3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838889" y="36428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8850" name="Freeform: Shape 8849">
                        <a:extLst>
                          <a:ext uri="{FF2B5EF4-FFF2-40B4-BE49-F238E27FC236}">
                            <a16:creationId xmlns:a16="http://schemas.microsoft.com/office/drawing/2014/main" id="{987E9ED5-3C30-45EF-99CB-C18278186B24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851" name="Rectangle: Rounded Corners 8850">
                        <a:extLst>
                          <a:ext uri="{FF2B5EF4-FFF2-40B4-BE49-F238E27FC236}">
                            <a16:creationId xmlns:a16="http://schemas.microsoft.com/office/drawing/2014/main" id="{B9FB8540-A610-48FD-8B41-C5101413A9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844" name="Group 8843">
                      <a:extLst>
                        <a:ext uri="{FF2B5EF4-FFF2-40B4-BE49-F238E27FC236}">
                          <a16:creationId xmlns:a16="http://schemas.microsoft.com/office/drawing/2014/main" id="{6E6B961C-009D-49D5-9E65-C7AFB4F973CE}"/>
                        </a:ext>
                      </a:extLst>
                    </p:cNvPr>
                    <p:cNvGrpSpPr/>
                    <p:nvPr/>
                  </p:nvGrpSpPr>
                  <p:grpSpPr>
                    <a:xfrm rot="15824399">
                      <a:off x="1224680" y="281893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8848" name="Freeform: Shape 8847">
                        <a:extLst>
                          <a:ext uri="{FF2B5EF4-FFF2-40B4-BE49-F238E27FC236}">
                            <a16:creationId xmlns:a16="http://schemas.microsoft.com/office/drawing/2014/main" id="{17BF6F71-8E2A-4B55-AC4C-D214DC3E90C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849" name="Rectangle: Rounded Corners 8848">
                        <a:extLst>
                          <a:ext uri="{FF2B5EF4-FFF2-40B4-BE49-F238E27FC236}">
                            <a16:creationId xmlns:a16="http://schemas.microsoft.com/office/drawing/2014/main" id="{F5BC80DE-5283-4CD7-8142-D2FDCD579C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845" name="Group 8844">
                      <a:extLst>
                        <a:ext uri="{FF2B5EF4-FFF2-40B4-BE49-F238E27FC236}">
                          <a16:creationId xmlns:a16="http://schemas.microsoft.com/office/drawing/2014/main" id="{D510549E-DC87-4C72-92B5-DEA6D21A614E}"/>
                        </a:ext>
                      </a:extLst>
                    </p:cNvPr>
                    <p:cNvGrpSpPr/>
                    <p:nvPr/>
                  </p:nvGrpSpPr>
                  <p:grpSpPr>
                    <a:xfrm rot="16697394">
                      <a:off x="1080028" y="2168448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8846" name="Freeform: Shape 8845">
                        <a:extLst>
                          <a:ext uri="{FF2B5EF4-FFF2-40B4-BE49-F238E27FC236}">
                            <a16:creationId xmlns:a16="http://schemas.microsoft.com/office/drawing/2014/main" id="{FDAB03E7-9F74-4D98-BD1B-A79050E359C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847" name="Rectangle: Rounded Corners 8846">
                        <a:extLst>
                          <a:ext uri="{FF2B5EF4-FFF2-40B4-BE49-F238E27FC236}">
                            <a16:creationId xmlns:a16="http://schemas.microsoft.com/office/drawing/2014/main" id="{428F9160-FB5C-4641-AFE1-303D1A1447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</p:grpSp>
              <p:sp>
                <p:nvSpPr>
                  <p:cNvPr id="8816" name="Freeform: Shape 8815">
                    <a:extLst>
                      <a:ext uri="{FF2B5EF4-FFF2-40B4-BE49-F238E27FC236}">
                        <a16:creationId xmlns:a16="http://schemas.microsoft.com/office/drawing/2014/main" id="{B39655D5-C698-491F-B035-4471661DA936}"/>
                      </a:ext>
                    </a:extLst>
                  </p:cNvPr>
                  <p:cNvSpPr/>
                  <p:nvPr/>
                </p:nvSpPr>
                <p:spPr>
                  <a:xfrm rot="6017948" flipV="1">
                    <a:off x="1305755" y="4290452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8817" name="Freeform: Shape 8816">
                    <a:extLst>
                      <a:ext uri="{FF2B5EF4-FFF2-40B4-BE49-F238E27FC236}">
                        <a16:creationId xmlns:a16="http://schemas.microsoft.com/office/drawing/2014/main" id="{63D59487-F590-4DF3-A314-FC2A1484A86E}"/>
                      </a:ext>
                    </a:extLst>
                  </p:cNvPr>
                  <p:cNvSpPr/>
                  <p:nvPr/>
                </p:nvSpPr>
                <p:spPr>
                  <a:xfrm rot="21277659">
                    <a:off x="2517403" y="2906549"/>
                    <a:ext cx="690584" cy="235253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8818" name="Freeform: Shape 8817">
                    <a:extLst>
                      <a:ext uri="{FF2B5EF4-FFF2-40B4-BE49-F238E27FC236}">
                        <a16:creationId xmlns:a16="http://schemas.microsoft.com/office/drawing/2014/main" id="{380D871F-BA5E-40F3-BE5D-46EE4B520614}"/>
                      </a:ext>
                    </a:extLst>
                  </p:cNvPr>
                  <p:cNvSpPr/>
                  <p:nvPr/>
                </p:nvSpPr>
                <p:spPr>
                  <a:xfrm rot="11528244" flipV="1">
                    <a:off x="344853" y="2978311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</p:grpSp>
          </p:grpSp>
          <p:grpSp>
            <p:nvGrpSpPr>
              <p:cNvPr id="6612" name="Group 6611">
                <a:extLst>
                  <a:ext uri="{FF2B5EF4-FFF2-40B4-BE49-F238E27FC236}">
                    <a16:creationId xmlns:a16="http://schemas.microsoft.com/office/drawing/2014/main" id="{74B4FC04-5146-4F7A-BDC0-F6583110E449}"/>
                  </a:ext>
                </a:extLst>
              </p:cNvPr>
              <p:cNvGrpSpPr/>
              <p:nvPr/>
            </p:nvGrpSpPr>
            <p:grpSpPr>
              <a:xfrm>
                <a:off x="3792085" y="3548806"/>
                <a:ext cx="2638807" cy="590996"/>
                <a:chOff x="3101789" y="2086506"/>
                <a:chExt cx="2638807" cy="590996"/>
              </a:xfrm>
            </p:grpSpPr>
            <p:grpSp>
              <p:nvGrpSpPr>
                <p:cNvPr id="6613" name="Group 6612">
                  <a:extLst>
                    <a:ext uri="{FF2B5EF4-FFF2-40B4-BE49-F238E27FC236}">
                      <a16:creationId xmlns:a16="http://schemas.microsoft.com/office/drawing/2014/main" id="{D9BA90F0-7A83-4FE2-837F-405B69428370}"/>
                    </a:ext>
                  </a:extLst>
                </p:cNvPr>
                <p:cNvGrpSpPr/>
                <p:nvPr/>
              </p:nvGrpSpPr>
              <p:grpSpPr>
                <a:xfrm>
                  <a:off x="3101789" y="2086506"/>
                  <a:ext cx="531923" cy="573923"/>
                  <a:chOff x="163719" y="1822501"/>
                  <a:chExt cx="3062199" cy="3047160"/>
                </a:xfrm>
              </p:grpSpPr>
              <p:grpSp>
                <p:nvGrpSpPr>
                  <p:cNvPr id="8444" name="Group 8443">
                    <a:extLst>
                      <a:ext uri="{FF2B5EF4-FFF2-40B4-BE49-F238E27FC236}">
                        <a16:creationId xmlns:a16="http://schemas.microsoft.com/office/drawing/2014/main" id="{B3EE9F62-DC5C-45CA-A301-90FBDBCFDB8C}"/>
                      </a:ext>
                    </a:extLst>
                  </p:cNvPr>
                  <p:cNvGrpSpPr/>
                  <p:nvPr/>
                </p:nvGrpSpPr>
                <p:grpSpPr>
                  <a:xfrm>
                    <a:off x="163719" y="1822501"/>
                    <a:ext cx="3062199" cy="3047160"/>
                    <a:chOff x="163719" y="1822501"/>
                    <a:chExt cx="3062199" cy="3047160"/>
                  </a:xfrm>
                </p:grpSpPr>
                <p:grpSp>
                  <p:nvGrpSpPr>
                    <p:cNvPr id="8448" name="Group 8447">
                      <a:extLst>
                        <a:ext uri="{FF2B5EF4-FFF2-40B4-BE49-F238E27FC236}">
                          <a16:creationId xmlns:a16="http://schemas.microsoft.com/office/drawing/2014/main" id="{3460A105-CEDF-472A-9427-7A15D3BFCDED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683131" y="384412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8807" name="Freeform: Shape 8806">
                        <a:extLst>
                          <a:ext uri="{FF2B5EF4-FFF2-40B4-BE49-F238E27FC236}">
                            <a16:creationId xmlns:a16="http://schemas.microsoft.com/office/drawing/2014/main" id="{0EAF0181-7780-46E7-9283-021208E2295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808" name="Rectangle: Rounded Corners 8807">
                        <a:extLst>
                          <a:ext uri="{FF2B5EF4-FFF2-40B4-BE49-F238E27FC236}">
                            <a16:creationId xmlns:a16="http://schemas.microsoft.com/office/drawing/2014/main" id="{E2F0FA8A-500A-461C-9B10-60E732B290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449" name="Group 8448">
                      <a:extLst>
                        <a:ext uri="{FF2B5EF4-FFF2-40B4-BE49-F238E27FC236}">
                          <a16:creationId xmlns:a16="http://schemas.microsoft.com/office/drawing/2014/main" id="{E7E736B8-D19D-4548-872D-B57379A23A71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123013" y="4110752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8805" name="Freeform: Shape 8804">
                        <a:extLst>
                          <a:ext uri="{FF2B5EF4-FFF2-40B4-BE49-F238E27FC236}">
                            <a16:creationId xmlns:a16="http://schemas.microsoft.com/office/drawing/2014/main" id="{D0081E95-D847-4065-A596-76CD757C4EA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806" name="Rectangle: Rounded Corners 8805">
                        <a:extLst>
                          <a:ext uri="{FF2B5EF4-FFF2-40B4-BE49-F238E27FC236}">
                            <a16:creationId xmlns:a16="http://schemas.microsoft.com/office/drawing/2014/main" id="{EFB2569C-E477-42D0-AFE7-16B83B5C0A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450" name="Group 8449">
                      <a:extLst>
                        <a:ext uri="{FF2B5EF4-FFF2-40B4-BE49-F238E27FC236}">
                          <a16:creationId xmlns:a16="http://schemas.microsoft.com/office/drawing/2014/main" id="{EAFD0539-1E55-4FDF-82DB-574225320A1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0260" y="2440902"/>
                      <a:ext cx="1730523" cy="1839492"/>
                      <a:chOff x="420511" y="1784768"/>
                      <a:chExt cx="1730523" cy="1839492"/>
                    </a:xfrm>
                  </p:grpSpPr>
                  <p:grpSp>
                    <p:nvGrpSpPr>
                      <p:cNvPr id="8523" name="Group 8522">
                        <a:extLst>
                          <a:ext uri="{FF2B5EF4-FFF2-40B4-BE49-F238E27FC236}">
                            <a16:creationId xmlns:a16="http://schemas.microsoft.com/office/drawing/2014/main" id="{6E1E05BB-9AB2-4559-9EE4-A371C0DCACD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69572" y="1784768"/>
                        <a:ext cx="1081462" cy="1476716"/>
                        <a:chOff x="2089993" y="1523034"/>
                        <a:chExt cx="1081462" cy="1476716"/>
                      </a:xfrm>
                    </p:grpSpPr>
                    <p:grpSp>
                      <p:nvGrpSpPr>
                        <p:cNvPr id="8744" name="Group 8743">
                          <a:extLst>
                            <a:ext uri="{FF2B5EF4-FFF2-40B4-BE49-F238E27FC236}">
                              <a16:creationId xmlns:a16="http://schemas.microsoft.com/office/drawing/2014/main" id="{9EE85F1F-5821-4663-929C-DF9369B87E5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70705"/>
                          <a:ext cx="101484" cy="1016226"/>
                          <a:chOff x="1800622" y="2364951"/>
                          <a:chExt cx="101484" cy="1016226"/>
                        </a:xfrm>
                      </p:grpSpPr>
                      <p:sp>
                        <p:nvSpPr>
                          <p:cNvPr id="8801" name="Flowchart: Connector 8800">
                            <a:extLst>
                              <a:ext uri="{FF2B5EF4-FFF2-40B4-BE49-F238E27FC236}">
                                <a16:creationId xmlns:a16="http://schemas.microsoft.com/office/drawing/2014/main" id="{B988B4A3-2F74-45F7-9C6E-3C95B04021A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802" name="Flowchart: Connector 8801">
                            <a:extLst>
                              <a:ext uri="{FF2B5EF4-FFF2-40B4-BE49-F238E27FC236}">
                                <a16:creationId xmlns:a16="http://schemas.microsoft.com/office/drawing/2014/main" id="{CF291F47-9E27-4628-8366-671D60083B4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803" name="Flowchart: Connector 8802">
                            <a:extLst>
                              <a:ext uri="{FF2B5EF4-FFF2-40B4-BE49-F238E27FC236}">
                                <a16:creationId xmlns:a16="http://schemas.microsoft.com/office/drawing/2014/main" id="{91AC5F36-65AF-46BF-AFEF-A60B5E7FB2B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804" name="Flowchart: Connector 8803">
                            <a:extLst>
                              <a:ext uri="{FF2B5EF4-FFF2-40B4-BE49-F238E27FC236}">
                                <a16:creationId xmlns:a16="http://schemas.microsoft.com/office/drawing/2014/main" id="{B1500106-CF18-469F-BBA5-132E5A84A3C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649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8745" name="Group 8744">
                          <a:extLst>
                            <a:ext uri="{FF2B5EF4-FFF2-40B4-BE49-F238E27FC236}">
                              <a16:creationId xmlns:a16="http://schemas.microsoft.com/office/drawing/2014/main" id="{750BA965-97C5-4A9B-A88E-A8F2977379D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23034"/>
                          <a:ext cx="1057223" cy="1476716"/>
                          <a:chOff x="2114232" y="1523034"/>
                          <a:chExt cx="1057223" cy="1476716"/>
                        </a:xfrm>
                      </p:grpSpPr>
                      <p:grpSp>
                        <p:nvGrpSpPr>
                          <p:cNvPr id="8746" name="Group 8745">
                            <a:extLst>
                              <a:ext uri="{FF2B5EF4-FFF2-40B4-BE49-F238E27FC236}">
                                <a16:creationId xmlns:a16="http://schemas.microsoft.com/office/drawing/2014/main" id="{A02A9A42-7C0A-44F0-9794-F2ECD00A6E4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47544" cy="539639"/>
                            <a:chOff x="3717189" y="1719497"/>
                            <a:chExt cx="1047544" cy="539639"/>
                          </a:xfrm>
                        </p:grpSpPr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794" name="3D Model 8793" descr="Sphere">
                                  <a:extLst>
                                    <a:ext uri="{FF2B5EF4-FFF2-40B4-BE49-F238E27FC236}">
                                      <a16:creationId xmlns:a16="http://schemas.microsoft.com/office/drawing/2014/main" id="{4F5AE622-6F2A-46DB-B473-D597C813CC4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226922246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795" name="Flowchart: Connector 8794">
                              <a:extLst>
                                <a:ext uri="{FF2B5EF4-FFF2-40B4-BE49-F238E27FC236}">
                                  <a16:creationId xmlns:a16="http://schemas.microsoft.com/office/drawing/2014/main" id="{55E0AA3A-5CA2-4594-BDB3-1D6BA972B1A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796" name="3D Model 8795" descr="Sphere">
                                  <a:extLst>
                                    <a:ext uri="{FF2B5EF4-FFF2-40B4-BE49-F238E27FC236}">
                                      <a16:creationId xmlns:a16="http://schemas.microsoft.com/office/drawing/2014/main" id="{F98DC9DF-1BFE-43C5-92D8-C4AC3C2192A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26409083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797" name="Flowchart: Connector 8796">
                              <a:extLst>
                                <a:ext uri="{FF2B5EF4-FFF2-40B4-BE49-F238E27FC236}">
                                  <a16:creationId xmlns:a16="http://schemas.microsoft.com/office/drawing/2014/main" id="{8644F089-E4CA-4A82-A28B-EF6139282E1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798" name="3D Model 8797" descr="Sphere">
                                  <a:extLst>
                                    <a:ext uri="{FF2B5EF4-FFF2-40B4-BE49-F238E27FC236}">
                                      <a16:creationId xmlns:a16="http://schemas.microsoft.com/office/drawing/2014/main" id="{52B78361-8C39-4C99-A51D-BCAFE3F8490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73764621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799" name="Flowchart: Connector 8798">
                              <a:extLst>
                                <a:ext uri="{FF2B5EF4-FFF2-40B4-BE49-F238E27FC236}">
                                  <a16:creationId xmlns:a16="http://schemas.microsoft.com/office/drawing/2014/main" id="{2C09FE21-1EE3-48CC-B5F3-35C654A431A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800" name="3D Model 8799" descr="Sphere">
                                  <a:extLst>
                                    <a:ext uri="{FF2B5EF4-FFF2-40B4-BE49-F238E27FC236}">
                                      <a16:creationId xmlns:a16="http://schemas.microsoft.com/office/drawing/2014/main" id="{CA1EE0F5-3697-4E62-B663-EDA9526E99B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367618314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8747" name="Group 8746">
                            <a:extLst>
                              <a:ext uri="{FF2B5EF4-FFF2-40B4-BE49-F238E27FC236}">
                                <a16:creationId xmlns:a16="http://schemas.microsoft.com/office/drawing/2014/main" id="{F582A6DB-8B91-420B-B791-F442977F7F6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8779" name="Flowchart: Connector 8778">
                              <a:extLst>
                                <a:ext uri="{FF2B5EF4-FFF2-40B4-BE49-F238E27FC236}">
                                  <a16:creationId xmlns:a16="http://schemas.microsoft.com/office/drawing/2014/main" id="{5AC10BAF-AF08-4B3E-99A8-12DC0D19EEC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780" name="Flowchart: Connector 8779">
                              <a:extLst>
                                <a:ext uri="{FF2B5EF4-FFF2-40B4-BE49-F238E27FC236}">
                                  <a16:creationId xmlns:a16="http://schemas.microsoft.com/office/drawing/2014/main" id="{EC7D44CD-74D9-4B7D-9007-B903E48A9B1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781" name="Flowchart: Connector 8780">
                              <a:extLst>
                                <a:ext uri="{FF2B5EF4-FFF2-40B4-BE49-F238E27FC236}">
                                  <a16:creationId xmlns:a16="http://schemas.microsoft.com/office/drawing/2014/main" id="{ABCE0238-3311-4D89-B4CD-14B3323890E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782" name="Flowchart: Connector 8781">
                              <a:extLst>
                                <a:ext uri="{FF2B5EF4-FFF2-40B4-BE49-F238E27FC236}">
                                  <a16:creationId xmlns:a16="http://schemas.microsoft.com/office/drawing/2014/main" id="{7EFDB3A2-CCF5-452F-8AC2-4B90C9ECD0F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783" name="Flowchart: Connector 8782">
                              <a:extLst>
                                <a:ext uri="{FF2B5EF4-FFF2-40B4-BE49-F238E27FC236}">
                                  <a16:creationId xmlns:a16="http://schemas.microsoft.com/office/drawing/2014/main" id="{A5499665-722C-44D4-93D5-5B394FB09BA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784" name="Flowchart: Connector 8783">
                              <a:extLst>
                                <a:ext uri="{FF2B5EF4-FFF2-40B4-BE49-F238E27FC236}">
                                  <a16:creationId xmlns:a16="http://schemas.microsoft.com/office/drawing/2014/main" id="{BC092DED-D7BB-47DC-8FF8-1330D47C09E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785" name="Flowchart: Connector 8784">
                              <a:extLst>
                                <a:ext uri="{FF2B5EF4-FFF2-40B4-BE49-F238E27FC236}">
                                  <a16:creationId xmlns:a16="http://schemas.microsoft.com/office/drawing/2014/main" id="{478B7249-8201-4A13-9F90-2DF5B1CE71F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786" name="Flowchart: Connector 8785">
                              <a:extLst>
                                <a:ext uri="{FF2B5EF4-FFF2-40B4-BE49-F238E27FC236}">
                                  <a16:creationId xmlns:a16="http://schemas.microsoft.com/office/drawing/2014/main" id="{38D71185-3865-45BC-8D4A-388A5E69B8E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787" name="3D Model 8786" descr="Sphere">
                                  <a:extLst>
                                    <a:ext uri="{FF2B5EF4-FFF2-40B4-BE49-F238E27FC236}">
                                      <a16:creationId xmlns:a16="http://schemas.microsoft.com/office/drawing/2014/main" id="{3565978A-00A0-4067-90A4-63274EE441E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045953956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788" name="Flowchart: Connector 8787">
                              <a:extLst>
                                <a:ext uri="{FF2B5EF4-FFF2-40B4-BE49-F238E27FC236}">
                                  <a16:creationId xmlns:a16="http://schemas.microsoft.com/office/drawing/2014/main" id="{EE441808-B0B3-432C-968C-CE8FA396305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789" name="3D Model 8788" descr="Sphere">
                                  <a:extLst>
                                    <a:ext uri="{FF2B5EF4-FFF2-40B4-BE49-F238E27FC236}">
                                      <a16:creationId xmlns:a16="http://schemas.microsoft.com/office/drawing/2014/main" id="{D0A34718-12E9-417F-8047-BA668B94919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374294353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790" name="Flowchart: Connector 8789">
                              <a:extLst>
                                <a:ext uri="{FF2B5EF4-FFF2-40B4-BE49-F238E27FC236}">
                                  <a16:creationId xmlns:a16="http://schemas.microsoft.com/office/drawing/2014/main" id="{8B97D722-918B-4B75-88FA-CD960F199AE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791" name="3D Model 8790" descr="Sphere">
                                  <a:extLst>
                                    <a:ext uri="{FF2B5EF4-FFF2-40B4-BE49-F238E27FC236}">
                                      <a16:creationId xmlns:a16="http://schemas.microsoft.com/office/drawing/2014/main" id="{BD19789D-C0DD-4354-9C82-67EFE8512EB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81572111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792" name="Flowchart: Connector 8791">
                              <a:extLst>
                                <a:ext uri="{FF2B5EF4-FFF2-40B4-BE49-F238E27FC236}">
                                  <a16:creationId xmlns:a16="http://schemas.microsoft.com/office/drawing/2014/main" id="{55D3F7A5-71D5-4FB1-947C-AE50F3635D0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793" name="3D Model 8792" descr="Sphere">
                                  <a:extLst>
                                    <a:ext uri="{FF2B5EF4-FFF2-40B4-BE49-F238E27FC236}">
                                      <a16:creationId xmlns:a16="http://schemas.microsoft.com/office/drawing/2014/main" id="{B882E3AF-043D-4530-A09B-E2A3FDA1AC9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435621388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8748" name="Group 8747">
                            <a:extLst>
                              <a:ext uri="{FF2B5EF4-FFF2-40B4-BE49-F238E27FC236}">
                                <a16:creationId xmlns:a16="http://schemas.microsoft.com/office/drawing/2014/main" id="{79BB1060-DA5B-4B63-B23D-73EEAF05D46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8764" name="Flowchart: Connector 8763">
                              <a:extLst>
                                <a:ext uri="{FF2B5EF4-FFF2-40B4-BE49-F238E27FC236}">
                                  <a16:creationId xmlns:a16="http://schemas.microsoft.com/office/drawing/2014/main" id="{67C767E1-35E1-4714-8CC6-E59C054C757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765" name="Flowchart: Connector 8764">
                              <a:extLst>
                                <a:ext uri="{FF2B5EF4-FFF2-40B4-BE49-F238E27FC236}">
                                  <a16:creationId xmlns:a16="http://schemas.microsoft.com/office/drawing/2014/main" id="{E4BA9E9F-9C54-498E-99D7-262505B2BCB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766" name="Flowchart: Connector 8765">
                              <a:extLst>
                                <a:ext uri="{FF2B5EF4-FFF2-40B4-BE49-F238E27FC236}">
                                  <a16:creationId xmlns:a16="http://schemas.microsoft.com/office/drawing/2014/main" id="{A1DB42E8-24B9-4B88-8D95-E516A6F9F81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767" name="Flowchart: Connector 8766">
                              <a:extLst>
                                <a:ext uri="{FF2B5EF4-FFF2-40B4-BE49-F238E27FC236}">
                                  <a16:creationId xmlns:a16="http://schemas.microsoft.com/office/drawing/2014/main" id="{F12561AF-ADC9-42A1-AD7D-0DBEA245191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768" name="Flowchart: Connector 8767">
                              <a:extLst>
                                <a:ext uri="{FF2B5EF4-FFF2-40B4-BE49-F238E27FC236}">
                                  <a16:creationId xmlns:a16="http://schemas.microsoft.com/office/drawing/2014/main" id="{52D3EE56-04A2-4D90-859E-EB523827F19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769" name="Flowchart: Connector 8768">
                              <a:extLst>
                                <a:ext uri="{FF2B5EF4-FFF2-40B4-BE49-F238E27FC236}">
                                  <a16:creationId xmlns:a16="http://schemas.microsoft.com/office/drawing/2014/main" id="{B7D623BF-DB4C-4AC1-8DC0-AFDEC6C43E0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770" name="Flowchart: Connector 8769">
                              <a:extLst>
                                <a:ext uri="{FF2B5EF4-FFF2-40B4-BE49-F238E27FC236}">
                                  <a16:creationId xmlns:a16="http://schemas.microsoft.com/office/drawing/2014/main" id="{DD5E4FAF-A51B-4708-B4D1-5082E513CCB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771" name="Flowchart: Connector 8770">
                              <a:extLst>
                                <a:ext uri="{FF2B5EF4-FFF2-40B4-BE49-F238E27FC236}">
                                  <a16:creationId xmlns:a16="http://schemas.microsoft.com/office/drawing/2014/main" id="{538F4C51-2A34-4A33-82F6-6EB2333CA69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772" name="3D Model 8771" descr="Sphere">
                                  <a:extLst>
                                    <a:ext uri="{FF2B5EF4-FFF2-40B4-BE49-F238E27FC236}">
                                      <a16:creationId xmlns:a16="http://schemas.microsoft.com/office/drawing/2014/main" id="{3E2C1E48-5D98-4386-ACA5-15A68C19F76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770462086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773" name="Flowchart: Connector 8772">
                              <a:extLst>
                                <a:ext uri="{FF2B5EF4-FFF2-40B4-BE49-F238E27FC236}">
                                  <a16:creationId xmlns:a16="http://schemas.microsoft.com/office/drawing/2014/main" id="{CC5C4879-BBFA-484B-9DC1-91BA4404479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774" name="3D Model 8773" descr="Sphere">
                                  <a:extLst>
                                    <a:ext uri="{FF2B5EF4-FFF2-40B4-BE49-F238E27FC236}">
                                      <a16:creationId xmlns:a16="http://schemas.microsoft.com/office/drawing/2014/main" id="{350D4285-8578-4B42-BE5D-3471344F825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267644032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775" name="Flowchart: Connector 8774">
                              <a:extLst>
                                <a:ext uri="{FF2B5EF4-FFF2-40B4-BE49-F238E27FC236}">
                                  <a16:creationId xmlns:a16="http://schemas.microsoft.com/office/drawing/2014/main" id="{C1C089C9-74FD-4929-AE6E-E50C8B36C72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776" name="3D Model 8775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DF689-1387-45D3-A837-1CB72CD9599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373976704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777" name="Flowchart: Connector 8776">
                              <a:extLst>
                                <a:ext uri="{FF2B5EF4-FFF2-40B4-BE49-F238E27FC236}">
                                  <a16:creationId xmlns:a16="http://schemas.microsoft.com/office/drawing/2014/main" id="{5911295D-BC18-42F2-AF67-7F3319EEE08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778" name="3D Model 8777" descr="Sphere">
                                  <a:extLst>
                                    <a:ext uri="{FF2B5EF4-FFF2-40B4-BE49-F238E27FC236}">
                                      <a16:creationId xmlns:a16="http://schemas.microsoft.com/office/drawing/2014/main" id="{6162FBB8-7A10-4E0B-BB8C-4447DA77937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478385391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8749" name="Flowchart: Connector 8748">
                            <a:extLst>
                              <a:ext uri="{FF2B5EF4-FFF2-40B4-BE49-F238E27FC236}">
                                <a16:creationId xmlns:a16="http://schemas.microsoft.com/office/drawing/2014/main" id="{80187304-E843-4DEA-8B84-EAE673E44FC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750" name="Flowchart: Connector 8749">
                            <a:extLst>
                              <a:ext uri="{FF2B5EF4-FFF2-40B4-BE49-F238E27FC236}">
                                <a16:creationId xmlns:a16="http://schemas.microsoft.com/office/drawing/2014/main" id="{8E2F18EF-4660-4CC1-98EA-8D518AC51B6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751" name="Flowchart: Connector 8750">
                            <a:extLst>
                              <a:ext uri="{FF2B5EF4-FFF2-40B4-BE49-F238E27FC236}">
                                <a16:creationId xmlns:a16="http://schemas.microsoft.com/office/drawing/2014/main" id="{5C56E07A-00DA-42F3-9A1F-E375B6978B2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752" name="Flowchart: Connector 8751">
                            <a:extLst>
                              <a:ext uri="{FF2B5EF4-FFF2-40B4-BE49-F238E27FC236}">
                                <a16:creationId xmlns:a16="http://schemas.microsoft.com/office/drawing/2014/main" id="{C330A1F7-ECEF-486E-BD12-BD550C8784B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753" name="Flowchart: Connector 8752">
                            <a:extLst>
                              <a:ext uri="{FF2B5EF4-FFF2-40B4-BE49-F238E27FC236}">
                                <a16:creationId xmlns:a16="http://schemas.microsoft.com/office/drawing/2014/main" id="{00F32210-9BE2-4464-BCFF-E38E2736A34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754" name="Flowchart: Connector 8753">
                            <a:extLst>
                              <a:ext uri="{FF2B5EF4-FFF2-40B4-BE49-F238E27FC236}">
                                <a16:creationId xmlns:a16="http://schemas.microsoft.com/office/drawing/2014/main" id="{1E4F002D-A1C3-4E2E-92BF-622155D8251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755" name="Flowchart: Connector 8754">
                            <a:extLst>
                              <a:ext uri="{FF2B5EF4-FFF2-40B4-BE49-F238E27FC236}">
                                <a16:creationId xmlns:a16="http://schemas.microsoft.com/office/drawing/2014/main" id="{54AF38DE-552A-449D-A1AB-16831AEA895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756" name="Flowchart: Connector 8755">
                            <a:extLst>
                              <a:ext uri="{FF2B5EF4-FFF2-40B4-BE49-F238E27FC236}">
                                <a16:creationId xmlns:a16="http://schemas.microsoft.com/office/drawing/2014/main" id="{99A90A44-3229-4F5F-9F08-5F7A6459330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757" name="3D Model 8756" descr="Sphere">
                                <a:extLst>
                                  <a:ext uri="{FF2B5EF4-FFF2-40B4-BE49-F238E27FC236}">
                                    <a16:creationId xmlns:a16="http://schemas.microsoft.com/office/drawing/2014/main" id="{A2A58D29-37A0-4A49-82B1-8EE787C24B2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810765223"/>
                                  </p:ext>
                                </p:extLst>
                              </p:nvPr>
                            </p:nvGraphicFramePr>
                            <p:xfrm>
                              <a:off x="2134543" y="1523034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87" name="3D Model 686" descr="Sphere">
                                <a:extLst>
                                  <a:ext uri="{FF2B5EF4-FFF2-40B4-BE49-F238E27FC236}">
                                    <a16:creationId xmlns:a16="http://schemas.microsoft.com/office/drawing/2014/main" id="{D779BB84-A6FA-44CC-A6EB-F87228EC6E6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43267" y="2202980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758" name="Flowchart: Connector 8757">
                            <a:extLst>
                              <a:ext uri="{FF2B5EF4-FFF2-40B4-BE49-F238E27FC236}">
                                <a16:creationId xmlns:a16="http://schemas.microsoft.com/office/drawing/2014/main" id="{AEA1CE90-5A98-40D4-8610-E3666926278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759" name="3D Model 8758" descr="Sphere">
                                <a:extLst>
                                  <a:ext uri="{FF2B5EF4-FFF2-40B4-BE49-F238E27FC236}">
                                    <a16:creationId xmlns:a16="http://schemas.microsoft.com/office/drawing/2014/main" id="{8C230829-467B-4EBE-99A0-7E8A186DD08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404128617"/>
                                  </p:ext>
                                </p:extLst>
                              </p:nvPr>
                            </p:nvGraphicFramePr>
                            <p:xfrm>
                              <a:off x="2371307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89" name="3D Model 688" descr="Sphere">
                                <a:extLst>
                                  <a:ext uri="{FF2B5EF4-FFF2-40B4-BE49-F238E27FC236}">
                                    <a16:creationId xmlns:a16="http://schemas.microsoft.com/office/drawing/2014/main" id="{87811185-E719-4BE3-9BAB-EE2EEC76861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84395" y="221366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760" name="Flowchart: Connector 8759">
                            <a:extLst>
                              <a:ext uri="{FF2B5EF4-FFF2-40B4-BE49-F238E27FC236}">
                                <a16:creationId xmlns:a16="http://schemas.microsoft.com/office/drawing/2014/main" id="{E24E6D46-BD5E-4624-9391-98A269C015A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4559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761" name="3D Model 8760" descr="Sphere">
                                <a:extLst>
                                  <a:ext uri="{FF2B5EF4-FFF2-40B4-BE49-F238E27FC236}">
                                    <a16:creationId xmlns:a16="http://schemas.microsoft.com/office/drawing/2014/main" id="{A3DBDBD1-B426-4C19-A660-65DA1E1841B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707732923"/>
                                  </p:ext>
                                </p:extLst>
                              </p:nvPr>
                            </p:nvGraphicFramePr>
                            <p:xfrm>
                              <a:off x="2609177" y="164155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91" name="3D Model 690" descr="Sphere">
                                <a:extLst>
                                  <a:ext uri="{FF2B5EF4-FFF2-40B4-BE49-F238E27FC236}">
                                    <a16:creationId xmlns:a16="http://schemas.microsoft.com/office/drawing/2014/main" id="{CEAEF5D8-CB4C-40C9-886E-F08B5BA0B94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425714" y="222530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762" name="Flowchart: Connector 8761">
                            <a:extLst>
                              <a:ext uri="{FF2B5EF4-FFF2-40B4-BE49-F238E27FC236}">
                                <a16:creationId xmlns:a16="http://schemas.microsoft.com/office/drawing/2014/main" id="{B8E461C9-3EA7-4E64-8E79-C0AA6FEAEFB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763" name="3D Model 8762" descr="Sphere">
                                <a:extLst>
                                  <a:ext uri="{FF2B5EF4-FFF2-40B4-BE49-F238E27FC236}">
                                    <a16:creationId xmlns:a16="http://schemas.microsoft.com/office/drawing/2014/main" id="{6D5A8476-2782-4031-B959-85ABF885623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149806600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6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6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93" name="3D Model 692" descr="Sphere">
                                <a:extLst>
                                  <a:ext uri="{FF2B5EF4-FFF2-40B4-BE49-F238E27FC236}">
                                    <a16:creationId xmlns:a16="http://schemas.microsoft.com/office/drawing/2014/main" id="{340B75D1-AAA3-473D-983B-28171957CDB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472340" y="2241696"/>
                                <a:ext cx="51046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8524" name="Group 8523">
                        <a:extLst>
                          <a:ext uri="{FF2B5EF4-FFF2-40B4-BE49-F238E27FC236}">
                            <a16:creationId xmlns:a16="http://schemas.microsoft.com/office/drawing/2014/main" id="{342E840A-D48A-4BE1-B554-84F3D72B4CF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3325" y="2268938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8741" name="Flowchart: Connector 8740">
                          <a:extLst>
                            <a:ext uri="{FF2B5EF4-FFF2-40B4-BE49-F238E27FC236}">
                              <a16:creationId xmlns:a16="http://schemas.microsoft.com/office/drawing/2014/main" id="{2B3651EE-06EF-4E06-8384-EEC73CEDF1C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742" name="Flowchart: Connector 8741">
                          <a:extLst>
                            <a:ext uri="{FF2B5EF4-FFF2-40B4-BE49-F238E27FC236}">
                              <a16:creationId xmlns:a16="http://schemas.microsoft.com/office/drawing/2014/main" id="{61D8CD4C-27D7-4233-AF5D-C09BBD7331A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743" name="Flowchart: Connector 8742">
                          <a:extLst>
                            <a:ext uri="{FF2B5EF4-FFF2-40B4-BE49-F238E27FC236}">
                              <a16:creationId xmlns:a16="http://schemas.microsoft.com/office/drawing/2014/main" id="{9CAB520B-C67F-4F09-87EC-5FD166C7198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8525" name="Flowchart: Connector 8524">
                        <a:extLst>
                          <a:ext uri="{FF2B5EF4-FFF2-40B4-BE49-F238E27FC236}">
                            <a16:creationId xmlns:a16="http://schemas.microsoft.com/office/drawing/2014/main" id="{226B5365-9F28-4666-BCF8-2F6CAE7D25B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37026" y="201261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526" name="Flowchart: Connector 8525">
                        <a:extLst>
                          <a:ext uri="{FF2B5EF4-FFF2-40B4-BE49-F238E27FC236}">
                            <a16:creationId xmlns:a16="http://schemas.microsoft.com/office/drawing/2014/main" id="{817BB281-0BAC-43A0-9785-A8352240B77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588002" y="208727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8527" name="Group 8526">
                        <a:extLst>
                          <a:ext uri="{FF2B5EF4-FFF2-40B4-BE49-F238E27FC236}">
                            <a16:creationId xmlns:a16="http://schemas.microsoft.com/office/drawing/2014/main" id="{6DBE80EB-DB37-417C-8DBF-B3CC6CB95247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228750">
                        <a:off x="1171220" y="1918660"/>
                        <a:ext cx="698062" cy="387533"/>
                        <a:chOff x="854933" y="2290871"/>
                        <a:chExt cx="698062" cy="387533"/>
                      </a:xfrm>
                    </p:grpSpPr>
                    <p:sp>
                      <p:nvSpPr>
                        <p:cNvPr id="8738" name="Flowchart: Connector 8737">
                          <a:extLst>
                            <a:ext uri="{FF2B5EF4-FFF2-40B4-BE49-F238E27FC236}">
                              <a16:creationId xmlns:a16="http://schemas.microsoft.com/office/drawing/2014/main" id="{A2A27927-BB12-49E4-9FAD-DC48EF1F398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3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739" name="Flowchart: Connector 8738">
                          <a:extLst>
                            <a:ext uri="{FF2B5EF4-FFF2-40B4-BE49-F238E27FC236}">
                              <a16:creationId xmlns:a16="http://schemas.microsoft.com/office/drawing/2014/main" id="{739782B3-233F-474A-9366-B96439262A8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5206" y="2377897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740" name="Flowchart: Connector 8739">
                          <a:extLst>
                            <a:ext uri="{FF2B5EF4-FFF2-40B4-BE49-F238E27FC236}">
                              <a16:creationId xmlns:a16="http://schemas.microsoft.com/office/drawing/2014/main" id="{1A942253-0F4F-4698-AE8E-5CFB4095BAA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41136" y="2462404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8528" name="Group 8527">
                        <a:extLst>
                          <a:ext uri="{FF2B5EF4-FFF2-40B4-BE49-F238E27FC236}">
                            <a16:creationId xmlns:a16="http://schemas.microsoft.com/office/drawing/2014/main" id="{EC229166-C6AB-498D-8801-C091B3604C1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49741" y="1890320"/>
                        <a:ext cx="1098636" cy="1497980"/>
                        <a:chOff x="2089993" y="1501770"/>
                        <a:chExt cx="1098636" cy="1497980"/>
                      </a:xfrm>
                    </p:grpSpPr>
                    <p:grpSp>
                      <p:nvGrpSpPr>
                        <p:cNvPr id="8673" name="Group 8672">
                          <a:extLst>
                            <a:ext uri="{FF2B5EF4-FFF2-40B4-BE49-F238E27FC236}">
                              <a16:creationId xmlns:a16="http://schemas.microsoft.com/office/drawing/2014/main" id="{81FD8099-75B8-4538-BB05-99A713CC336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34990"/>
                          <a:ext cx="101484" cy="1051941"/>
                          <a:chOff x="1800622" y="2329236"/>
                          <a:chExt cx="101484" cy="1051941"/>
                        </a:xfrm>
                      </p:grpSpPr>
                      <p:sp>
                        <p:nvSpPr>
                          <p:cNvPr id="8734" name="Flowchart: Connector 8733">
                            <a:extLst>
                              <a:ext uri="{FF2B5EF4-FFF2-40B4-BE49-F238E27FC236}">
                                <a16:creationId xmlns:a16="http://schemas.microsoft.com/office/drawing/2014/main" id="{85D7BC11-2037-41C7-8010-203B5AB2910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735" name="Flowchart: Connector 8734">
                            <a:extLst>
                              <a:ext uri="{FF2B5EF4-FFF2-40B4-BE49-F238E27FC236}">
                                <a16:creationId xmlns:a16="http://schemas.microsoft.com/office/drawing/2014/main" id="{C9F750FD-6B5F-4667-8282-E3E1605FD89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736" name="Flowchart: Connector 8735">
                            <a:extLst>
                              <a:ext uri="{FF2B5EF4-FFF2-40B4-BE49-F238E27FC236}">
                                <a16:creationId xmlns:a16="http://schemas.microsoft.com/office/drawing/2014/main" id="{E6E81A67-9E15-4BE0-B51D-4A7FCDF811E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737" name="Flowchart: Connector 8736">
                            <a:extLst>
                              <a:ext uri="{FF2B5EF4-FFF2-40B4-BE49-F238E27FC236}">
                                <a16:creationId xmlns:a16="http://schemas.microsoft.com/office/drawing/2014/main" id="{B5AC56C4-4F03-45AE-8324-D089F30B62A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2923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8674" name="Group 8673">
                          <a:extLst>
                            <a:ext uri="{FF2B5EF4-FFF2-40B4-BE49-F238E27FC236}">
                              <a16:creationId xmlns:a16="http://schemas.microsoft.com/office/drawing/2014/main" id="{A8B88107-BC1D-4BFB-A45F-CB0F5F8DCAE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01770"/>
                          <a:ext cx="1074397" cy="1497980"/>
                          <a:chOff x="2114232" y="1501770"/>
                          <a:chExt cx="1074397" cy="1497980"/>
                        </a:xfrm>
                      </p:grpSpPr>
                      <p:grpSp>
                        <p:nvGrpSpPr>
                          <p:cNvPr id="8675" name="Group 8674">
                            <a:extLst>
                              <a:ext uri="{FF2B5EF4-FFF2-40B4-BE49-F238E27FC236}">
                                <a16:creationId xmlns:a16="http://schemas.microsoft.com/office/drawing/2014/main" id="{140B74CF-DCEF-4268-B805-47BAD09DAC6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8726" name="Flowchart: Connector 8725">
                              <a:extLst>
                                <a:ext uri="{FF2B5EF4-FFF2-40B4-BE49-F238E27FC236}">
                                  <a16:creationId xmlns:a16="http://schemas.microsoft.com/office/drawing/2014/main" id="{DDFB25D5-CB1F-4273-87B9-AC8EA425ECA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727" name="3D Model 8726" descr="Sphere">
                                  <a:extLst>
                                    <a:ext uri="{FF2B5EF4-FFF2-40B4-BE49-F238E27FC236}">
                                      <a16:creationId xmlns:a16="http://schemas.microsoft.com/office/drawing/2014/main" id="{862D6758-3462-49DC-8ADB-F6C0B59F28A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388518646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728" name="Flowchart: Connector 8727">
                              <a:extLst>
                                <a:ext uri="{FF2B5EF4-FFF2-40B4-BE49-F238E27FC236}">
                                  <a16:creationId xmlns:a16="http://schemas.microsoft.com/office/drawing/2014/main" id="{A45098E1-5392-4CB0-8167-2EE603EEB0E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729" name="3D Model 8728" descr="Sphere">
                                  <a:extLst>
                                    <a:ext uri="{FF2B5EF4-FFF2-40B4-BE49-F238E27FC236}">
                                      <a16:creationId xmlns:a16="http://schemas.microsoft.com/office/drawing/2014/main" id="{4D8AC4D4-E0F5-46F0-A624-B8661858EE0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204051411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730" name="Flowchart: Connector 8729">
                              <a:extLst>
                                <a:ext uri="{FF2B5EF4-FFF2-40B4-BE49-F238E27FC236}">
                                  <a16:creationId xmlns:a16="http://schemas.microsoft.com/office/drawing/2014/main" id="{05702342-AEF8-4C73-8129-C8103F65CAF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731" name="3D Model 8730" descr="Sphere">
                                  <a:extLst>
                                    <a:ext uri="{FF2B5EF4-FFF2-40B4-BE49-F238E27FC236}">
                                      <a16:creationId xmlns:a16="http://schemas.microsoft.com/office/drawing/2014/main" id="{AA502BE2-F158-47BA-9013-B5C5E0226A1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78978085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732" name="Flowchart: Connector 8731">
                              <a:extLst>
                                <a:ext uri="{FF2B5EF4-FFF2-40B4-BE49-F238E27FC236}">
                                  <a16:creationId xmlns:a16="http://schemas.microsoft.com/office/drawing/2014/main" id="{D45CC349-8A6F-4574-9A16-FDE2141171C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733" name="3D Model 8732" descr="Sphere">
                                  <a:extLst>
                                    <a:ext uri="{FF2B5EF4-FFF2-40B4-BE49-F238E27FC236}">
                                      <a16:creationId xmlns:a16="http://schemas.microsoft.com/office/drawing/2014/main" id="{E83D481E-AB48-477E-B4A4-55D34FEBAF0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972822029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8676" name="Group 8675">
                            <a:extLst>
                              <a:ext uri="{FF2B5EF4-FFF2-40B4-BE49-F238E27FC236}">
                                <a16:creationId xmlns:a16="http://schemas.microsoft.com/office/drawing/2014/main" id="{3BFFF0D7-61E6-4E1F-B855-1EBF6E38CE0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8710" name="Flowchart: Connector 8709">
                              <a:extLst>
                                <a:ext uri="{FF2B5EF4-FFF2-40B4-BE49-F238E27FC236}">
                                  <a16:creationId xmlns:a16="http://schemas.microsoft.com/office/drawing/2014/main" id="{27FDF31C-793A-4D04-9837-2CE30FF311F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711" name="Flowchart: Connector 8710">
                              <a:extLst>
                                <a:ext uri="{FF2B5EF4-FFF2-40B4-BE49-F238E27FC236}">
                                  <a16:creationId xmlns:a16="http://schemas.microsoft.com/office/drawing/2014/main" id="{52212EDD-D767-46D9-9AAB-8F4347FFED2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712" name="Flowchart: Connector 8711">
                              <a:extLst>
                                <a:ext uri="{FF2B5EF4-FFF2-40B4-BE49-F238E27FC236}">
                                  <a16:creationId xmlns:a16="http://schemas.microsoft.com/office/drawing/2014/main" id="{F3CB58F2-C2E2-4B36-B8DB-E1455B13CFC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713" name="Flowchart: Connector 8712">
                              <a:extLst>
                                <a:ext uri="{FF2B5EF4-FFF2-40B4-BE49-F238E27FC236}">
                                  <a16:creationId xmlns:a16="http://schemas.microsoft.com/office/drawing/2014/main" id="{17E62CAC-F17C-409D-B266-6687D394C45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714" name="Flowchart: Connector 8713">
                              <a:extLst>
                                <a:ext uri="{FF2B5EF4-FFF2-40B4-BE49-F238E27FC236}">
                                  <a16:creationId xmlns:a16="http://schemas.microsoft.com/office/drawing/2014/main" id="{697F4594-4B00-4F32-8DC6-4D44DC23B64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715" name="Flowchart: Connector 8714">
                              <a:extLst>
                                <a:ext uri="{FF2B5EF4-FFF2-40B4-BE49-F238E27FC236}">
                                  <a16:creationId xmlns:a16="http://schemas.microsoft.com/office/drawing/2014/main" id="{93E0A15C-8A85-474E-8EE4-CB8A5883DA6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716" name="Flowchart: Connector 8715">
                              <a:extLst>
                                <a:ext uri="{FF2B5EF4-FFF2-40B4-BE49-F238E27FC236}">
                                  <a16:creationId xmlns:a16="http://schemas.microsoft.com/office/drawing/2014/main" id="{57A99C5A-030F-4822-B341-445EE49F9F1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717" name="Flowchart: Connector 8716">
                              <a:extLst>
                                <a:ext uri="{FF2B5EF4-FFF2-40B4-BE49-F238E27FC236}">
                                  <a16:creationId xmlns:a16="http://schemas.microsoft.com/office/drawing/2014/main" id="{513FAF8E-497B-41AC-8563-BE56F4A523A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718" name="Flowchart: Connector 8717">
                              <a:extLst>
                                <a:ext uri="{FF2B5EF4-FFF2-40B4-BE49-F238E27FC236}">
                                  <a16:creationId xmlns:a16="http://schemas.microsoft.com/office/drawing/2014/main" id="{2A4AEC0A-9D91-4EEB-9BC0-B2D632BEC1C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719" name="3D Model 8718" descr="Sphere">
                                  <a:extLst>
                                    <a:ext uri="{FF2B5EF4-FFF2-40B4-BE49-F238E27FC236}">
                                      <a16:creationId xmlns:a16="http://schemas.microsoft.com/office/drawing/2014/main" id="{3D8B30F8-F77B-41FE-BDBE-E7F24C123C7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64853299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720" name="Flowchart: Connector 8719">
                              <a:extLst>
                                <a:ext uri="{FF2B5EF4-FFF2-40B4-BE49-F238E27FC236}">
                                  <a16:creationId xmlns:a16="http://schemas.microsoft.com/office/drawing/2014/main" id="{032E6889-4D99-4A95-9DFC-4FE939D6C58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721" name="3D Model 8720" descr="Sphere">
                                  <a:extLst>
                                    <a:ext uri="{FF2B5EF4-FFF2-40B4-BE49-F238E27FC236}">
                                      <a16:creationId xmlns:a16="http://schemas.microsoft.com/office/drawing/2014/main" id="{D51A26D6-C342-432D-8079-6DCE24BABD5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354182703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722" name="Flowchart: Connector 8721">
                              <a:extLst>
                                <a:ext uri="{FF2B5EF4-FFF2-40B4-BE49-F238E27FC236}">
                                  <a16:creationId xmlns:a16="http://schemas.microsoft.com/office/drawing/2014/main" id="{60FFE935-B728-4FBA-A814-34DC21CDD8F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723" name="3D Model 8722" descr="Sphere">
                                  <a:extLst>
                                    <a:ext uri="{FF2B5EF4-FFF2-40B4-BE49-F238E27FC236}">
                                      <a16:creationId xmlns:a16="http://schemas.microsoft.com/office/drawing/2014/main" id="{24735F56-E8D7-4F89-A2EE-85BD3F24442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59381978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724" name="Flowchart: Connector 8723">
                              <a:extLst>
                                <a:ext uri="{FF2B5EF4-FFF2-40B4-BE49-F238E27FC236}">
                                  <a16:creationId xmlns:a16="http://schemas.microsoft.com/office/drawing/2014/main" id="{2C6D689E-B76B-4F00-9B8D-77938E2624E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725" name="3D Model 8724" descr="Sphere">
                                  <a:extLst>
                                    <a:ext uri="{FF2B5EF4-FFF2-40B4-BE49-F238E27FC236}">
                                      <a16:creationId xmlns:a16="http://schemas.microsoft.com/office/drawing/2014/main" id="{C8C629C0-C395-49AF-93C0-C801943C386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106707191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8677" name="Group 8676">
                            <a:extLst>
                              <a:ext uri="{FF2B5EF4-FFF2-40B4-BE49-F238E27FC236}">
                                <a16:creationId xmlns:a16="http://schemas.microsoft.com/office/drawing/2014/main" id="{49878000-5541-47DA-81A0-0EB7C54EE3E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8694" name="Flowchart: Connector 8693">
                              <a:extLst>
                                <a:ext uri="{FF2B5EF4-FFF2-40B4-BE49-F238E27FC236}">
                                  <a16:creationId xmlns:a16="http://schemas.microsoft.com/office/drawing/2014/main" id="{0E3E9201-BD98-4A5D-B236-57881D6A167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695" name="Flowchart: Connector 8694">
                              <a:extLst>
                                <a:ext uri="{FF2B5EF4-FFF2-40B4-BE49-F238E27FC236}">
                                  <a16:creationId xmlns:a16="http://schemas.microsoft.com/office/drawing/2014/main" id="{53444D42-4E54-4455-95C6-3F9375896BE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696" name="Flowchart: Connector 8695">
                              <a:extLst>
                                <a:ext uri="{FF2B5EF4-FFF2-40B4-BE49-F238E27FC236}">
                                  <a16:creationId xmlns:a16="http://schemas.microsoft.com/office/drawing/2014/main" id="{B3385D97-0CAD-44DB-B478-8ABE152DA4F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697" name="Flowchart: Connector 8696">
                              <a:extLst>
                                <a:ext uri="{FF2B5EF4-FFF2-40B4-BE49-F238E27FC236}">
                                  <a16:creationId xmlns:a16="http://schemas.microsoft.com/office/drawing/2014/main" id="{79A8B775-D301-4D97-862E-696DCA5EEE3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698" name="Flowchart: Connector 8697">
                              <a:extLst>
                                <a:ext uri="{FF2B5EF4-FFF2-40B4-BE49-F238E27FC236}">
                                  <a16:creationId xmlns:a16="http://schemas.microsoft.com/office/drawing/2014/main" id="{3CC4A949-5F53-4090-BF0C-0BD38D90BD0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699" name="Flowchart: Connector 8698">
                              <a:extLst>
                                <a:ext uri="{FF2B5EF4-FFF2-40B4-BE49-F238E27FC236}">
                                  <a16:creationId xmlns:a16="http://schemas.microsoft.com/office/drawing/2014/main" id="{7CAF8756-4B87-4E91-BBCE-5FB056F13CB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700" name="Flowchart: Connector 8699">
                              <a:extLst>
                                <a:ext uri="{FF2B5EF4-FFF2-40B4-BE49-F238E27FC236}">
                                  <a16:creationId xmlns:a16="http://schemas.microsoft.com/office/drawing/2014/main" id="{0F2802B4-DF70-4AC4-A991-DA2A7D70178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701" name="Flowchart: Connector 8700">
                              <a:extLst>
                                <a:ext uri="{FF2B5EF4-FFF2-40B4-BE49-F238E27FC236}">
                                  <a16:creationId xmlns:a16="http://schemas.microsoft.com/office/drawing/2014/main" id="{F5A8E957-C46B-43D5-AA3F-6BC2EEF4CCA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702" name="Flowchart: Connector 8701">
                              <a:extLst>
                                <a:ext uri="{FF2B5EF4-FFF2-40B4-BE49-F238E27FC236}">
                                  <a16:creationId xmlns:a16="http://schemas.microsoft.com/office/drawing/2014/main" id="{86BA068C-861F-4D64-BFC4-BF6AB5BECC1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703" name="3D Model 8702" descr="Sphere">
                                  <a:extLst>
                                    <a:ext uri="{FF2B5EF4-FFF2-40B4-BE49-F238E27FC236}">
                                      <a16:creationId xmlns:a16="http://schemas.microsoft.com/office/drawing/2014/main" id="{4C785231-24AA-42D6-8466-C54EEFD1D12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365103872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704" name="Flowchart: Connector 8703">
                              <a:extLst>
                                <a:ext uri="{FF2B5EF4-FFF2-40B4-BE49-F238E27FC236}">
                                  <a16:creationId xmlns:a16="http://schemas.microsoft.com/office/drawing/2014/main" id="{0F500BB1-6298-4746-8EF8-5F0123E6B36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705" name="3D Model 8704" descr="Sphere">
                                  <a:extLst>
                                    <a:ext uri="{FF2B5EF4-FFF2-40B4-BE49-F238E27FC236}">
                                      <a16:creationId xmlns:a16="http://schemas.microsoft.com/office/drawing/2014/main" id="{98C2C973-DC4B-439C-A35B-CDA7A6F5ACB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875512220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706" name="Flowchart: Connector 8705">
                              <a:extLst>
                                <a:ext uri="{FF2B5EF4-FFF2-40B4-BE49-F238E27FC236}">
                                  <a16:creationId xmlns:a16="http://schemas.microsoft.com/office/drawing/2014/main" id="{01E04370-BE1A-4C53-8758-3704F3EF0C7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707" name="3D Model 8706" descr="Sphere">
                                  <a:extLst>
                                    <a:ext uri="{FF2B5EF4-FFF2-40B4-BE49-F238E27FC236}">
                                      <a16:creationId xmlns:a16="http://schemas.microsoft.com/office/drawing/2014/main" id="{63AA50FF-ECEB-4FB4-9D0E-D7AD3EABCC8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8599182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708" name="Flowchart: Connector 8707">
                              <a:extLst>
                                <a:ext uri="{FF2B5EF4-FFF2-40B4-BE49-F238E27FC236}">
                                  <a16:creationId xmlns:a16="http://schemas.microsoft.com/office/drawing/2014/main" id="{80F848C8-57B8-45C1-B6D2-C1DA6ED1D6E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709" name="3D Model 8708" descr="Sphere">
                                  <a:extLst>
                                    <a:ext uri="{FF2B5EF4-FFF2-40B4-BE49-F238E27FC236}">
                                      <a16:creationId xmlns:a16="http://schemas.microsoft.com/office/drawing/2014/main" id="{19872310-BC6F-4100-B7FD-F8247CFE9BD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14969063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8678" name="Flowchart: Connector 8677">
                            <a:extLst>
                              <a:ext uri="{FF2B5EF4-FFF2-40B4-BE49-F238E27FC236}">
                                <a16:creationId xmlns:a16="http://schemas.microsoft.com/office/drawing/2014/main" id="{FDC3D750-A10C-4AB4-8A61-C1D49C3AAE1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679" name="Flowchart: Connector 8678">
                            <a:extLst>
                              <a:ext uri="{FF2B5EF4-FFF2-40B4-BE49-F238E27FC236}">
                                <a16:creationId xmlns:a16="http://schemas.microsoft.com/office/drawing/2014/main" id="{F77D8EF1-4F84-4AB8-8095-5B4ED436D46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680" name="Flowchart: Connector 8679">
                            <a:extLst>
                              <a:ext uri="{FF2B5EF4-FFF2-40B4-BE49-F238E27FC236}">
                                <a16:creationId xmlns:a16="http://schemas.microsoft.com/office/drawing/2014/main" id="{E4D78497-10F5-43BB-8321-8E3D34A23E6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681" name="Flowchart: Connector 8680">
                            <a:extLst>
                              <a:ext uri="{FF2B5EF4-FFF2-40B4-BE49-F238E27FC236}">
                                <a16:creationId xmlns:a16="http://schemas.microsoft.com/office/drawing/2014/main" id="{2C767AD9-CF87-45AD-992D-226F27971E2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682" name="Flowchart: Connector 8681">
                            <a:extLst>
                              <a:ext uri="{FF2B5EF4-FFF2-40B4-BE49-F238E27FC236}">
                                <a16:creationId xmlns:a16="http://schemas.microsoft.com/office/drawing/2014/main" id="{EDC3930A-58ED-4CB8-9805-DEE281233F7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683" name="Flowchart: Connector 8682">
                            <a:extLst>
                              <a:ext uri="{FF2B5EF4-FFF2-40B4-BE49-F238E27FC236}">
                                <a16:creationId xmlns:a16="http://schemas.microsoft.com/office/drawing/2014/main" id="{8EF4567B-FD4B-4735-9FF5-61B3079659E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684" name="Flowchart: Connector 8683">
                            <a:extLst>
                              <a:ext uri="{FF2B5EF4-FFF2-40B4-BE49-F238E27FC236}">
                                <a16:creationId xmlns:a16="http://schemas.microsoft.com/office/drawing/2014/main" id="{BDEBAF72-50FE-4311-B232-27462F6D199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685" name="Flowchart: Connector 8684">
                            <a:extLst>
                              <a:ext uri="{FF2B5EF4-FFF2-40B4-BE49-F238E27FC236}">
                                <a16:creationId xmlns:a16="http://schemas.microsoft.com/office/drawing/2014/main" id="{1578B41A-7EDA-4270-A40E-9B5785FD05F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686" name="Flowchart: Connector 8685">
                            <a:extLst>
                              <a:ext uri="{FF2B5EF4-FFF2-40B4-BE49-F238E27FC236}">
                                <a16:creationId xmlns:a16="http://schemas.microsoft.com/office/drawing/2014/main" id="{A438213C-E284-4E56-9643-AFE30FD9D5B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687" name="3D Model 8686" descr="Sphere">
                                <a:extLst>
                                  <a:ext uri="{FF2B5EF4-FFF2-40B4-BE49-F238E27FC236}">
                                    <a16:creationId xmlns:a16="http://schemas.microsoft.com/office/drawing/2014/main" id="{2339C90E-5C78-4DB4-8A08-31880B7FF45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15183851"/>
                                  </p:ext>
                                </p:extLst>
                              </p:nvPr>
                            </p:nvGraphicFramePr>
                            <p:xfrm>
                              <a:off x="2123911" y="1501770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17" name="3D Model 616" descr="Sphere">
                                <a:extLst>
                                  <a:ext uri="{FF2B5EF4-FFF2-40B4-BE49-F238E27FC236}">
                                    <a16:creationId xmlns:a16="http://schemas.microsoft.com/office/drawing/2014/main" id="{AC68C940-5F1F-43C8-B096-655526A747E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03234" y="2222860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688" name="Flowchart: Connector 8687">
                            <a:extLst>
                              <a:ext uri="{FF2B5EF4-FFF2-40B4-BE49-F238E27FC236}">
                                <a16:creationId xmlns:a16="http://schemas.microsoft.com/office/drawing/2014/main" id="{B4A0829C-6B45-47EB-9BF8-9FB86BF049E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689" name="3D Model 8688" descr="Sphere">
                                <a:extLst>
                                  <a:ext uri="{FF2B5EF4-FFF2-40B4-BE49-F238E27FC236}">
                                    <a16:creationId xmlns:a16="http://schemas.microsoft.com/office/drawing/2014/main" id="{85F58F86-7E9B-482D-A54D-E2C95A87668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829178332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19" name="3D Model 618" descr="Sphere">
                                <a:extLst>
                                  <a:ext uri="{FF2B5EF4-FFF2-40B4-BE49-F238E27FC236}">
                                    <a16:creationId xmlns:a16="http://schemas.microsoft.com/office/drawing/2014/main" id="{CB029D8D-582B-46D9-A1AA-3CD7B3366185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45058" y="2237548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690" name="Flowchart: Connector 8689">
                            <a:extLst>
                              <a:ext uri="{FF2B5EF4-FFF2-40B4-BE49-F238E27FC236}">
                                <a16:creationId xmlns:a16="http://schemas.microsoft.com/office/drawing/2014/main" id="{DF2074FA-1CCE-49A5-A50A-D3F015AC2EE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93292" y="171776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691" name="3D Model 8690" descr="Sphere">
                                <a:extLst>
                                  <a:ext uri="{FF2B5EF4-FFF2-40B4-BE49-F238E27FC236}">
                                    <a16:creationId xmlns:a16="http://schemas.microsoft.com/office/drawing/2014/main" id="{22A1A3D9-39E4-459B-84FC-94B4E87B8EA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28791263"/>
                                  </p:ext>
                                </p:extLst>
                              </p:nvPr>
                            </p:nvGraphicFramePr>
                            <p:xfrm>
                              <a:off x="2622429" y="163823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21" name="3D Model 620" descr="Sphere">
                                <a:extLst>
                                  <a:ext uri="{FF2B5EF4-FFF2-40B4-BE49-F238E27FC236}">
                                    <a16:creationId xmlns:a16="http://schemas.microsoft.com/office/drawing/2014/main" id="{C00C5F72-38F1-4F9B-B38E-948D1AB1FFB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89830" y="224856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692" name="Flowchart: Connector 8691">
                            <a:extLst>
                              <a:ext uri="{FF2B5EF4-FFF2-40B4-BE49-F238E27FC236}">
                                <a16:creationId xmlns:a16="http://schemas.microsoft.com/office/drawing/2014/main" id="{C1C11034-02A4-43C5-9ECD-4A245B9B6FA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693" name="3D Model 8692" descr="Sphere">
                                <a:extLst>
                                  <a:ext uri="{FF2B5EF4-FFF2-40B4-BE49-F238E27FC236}">
                                    <a16:creationId xmlns:a16="http://schemas.microsoft.com/office/drawing/2014/main" id="{64064FDD-0DD0-4D21-8393-D1F4B69D726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799688775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623" name="3D Model 622" descr="Sphere">
                                <a:extLst>
                                  <a:ext uri="{FF2B5EF4-FFF2-40B4-BE49-F238E27FC236}">
                                    <a16:creationId xmlns:a16="http://schemas.microsoft.com/office/drawing/2014/main" id="{8B621330-C9CB-4BC0-8038-E231D6DCDA2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434154" y="2265581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8529" name="Group 8528">
                        <a:extLst>
                          <a:ext uri="{FF2B5EF4-FFF2-40B4-BE49-F238E27FC236}">
                            <a16:creationId xmlns:a16="http://schemas.microsoft.com/office/drawing/2014/main" id="{4448C311-34CC-4119-849B-D90FD77D62C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547436" y="2361226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8670" name="Flowchart: Connector 8669">
                          <a:extLst>
                            <a:ext uri="{FF2B5EF4-FFF2-40B4-BE49-F238E27FC236}">
                              <a16:creationId xmlns:a16="http://schemas.microsoft.com/office/drawing/2014/main" id="{98A6F4E3-8DB5-4292-A941-C84F0DC9162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671" name="Flowchart: Connector 8670">
                          <a:extLst>
                            <a:ext uri="{FF2B5EF4-FFF2-40B4-BE49-F238E27FC236}">
                              <a16:creationId xmlns:a16="http://schemas.microsoft.com/office/drawing/2014/main" id="{6BDC6316-1748-4BC0-8DFF-89D03537575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672" name="Flowchart: Connector 8671">
                          <a:extLst>
                            <a:ext uri="{FF2B5EF4-FFF2-40B4-BE49-F238E27FC236}">
                              <a16:creationId xmlns:a16="http://schemas.microsoft.com/office/drawing/2014/main" id="{85DD120D-FE08-4346-B4AF-45F2ACBF968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8530" name="Flowchart: Connector 8529">
                        <a:extLst>
                          <a:ext uri="{FF2B5EF4-FFF2-40B4-BE49-F238E27FC236}">
                            <a16:creationId xmlns:a16="http://schemas.microsoft.com/office/drawing/2014/main" id="{47D7BEC4-05EE-4BD2-8712-18661C18E95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19794" y="212254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531" name="Flowchart: Connector 8530">
                        <a:extLst>
                          <a:ext uri="{FF2B5EF4-FFF2-40B4-BE49-F238E27FC236}">
                            <a16:creationId xmlns:a16="http://schemas.microsoft.com/office/drawing/2014/main" id="{0DC35FF8-354D-44E2-B9F7-5D0B7155923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74020" y="218539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8532" name="Group 8531">
                        <a:extLst>
                          <a:ext uri="{FF2B5EF4-FFF2-40B4-BE49-F238E27FC236}">
                            <a16:creationId xmlns:a16="http://schemas.microsoft.com/office/drawing/2014/main" id="{49DD84C6-21E4-469E-820D-31845FB880AF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18957">
                        <a:off x="941432" y="2025443"/>
                        <a:ext cx="710250" cy="369080"/>
                        <a:chOff x="854932" y="2290871"/>
                        <a:chExt cx="710250" cy="369080"/>
                      </a:xfrm>
                    </p:grpSpPr>
                    <p:sp>
                      <p:nvSpPr>
                        <p:cNvPr id="8667" name="Flowchart: Connector 8666">
                          <a:extLst>
                            <a:ext uri="{FF2B5EF4-FFF2-40B4-BE49-F238E27FC236}">
                              <a16:creationId xmlns:a16="http://schemas.microsoft.com/office/drawing/2014/main" id="{67EB4450-6137-4C3A-8218-674AFE99986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2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668" name="Flowchart: Connector 8667">
                          <a:extLst>
                            <a:ext uri="{FF2B5EF4-FFF2-40B4-BE49-F238E27FC236}">
                              <a16:creationId xmlns:a16="http://schemas.microsoft.com/office/drawing/2014/main" id="{C0FDDC0D-1AB1-4307-AA92-E8E8869F832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1897" y="2377722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669" name="Flowchart: Connector 8668">
                          <a:extLst>
                            <a:ext uri="{FF2B5EF4-FFF2-40B4-BE49-F238E27FC236}">
                              <a16:creationId xmlns:a16="http://schemas.microsoft.com/office/drawing/2014/main" id="{B96556EA-7999-4290-A23A-692DEEE4C05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53323" y="244395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8533" name="Group 8532">
                        <a:extLst>
                          <a:ext uri="{FF2B5EF4-FFF2-40B4-BE49-F238E27FC236}">
                            <a16:creationId xmlns:a16="http://schemas.microsoft.com/office/drawing/2014/main" id="{418CF4A0-4BAF-420D-98E7-518AFE1929D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21287" y="1995259"/>
                        <a:ext cx="1102917" cy="1484052"/>
                        <a:chOff x="2085712" y="1515698"/>
                        <a:chExt cx="1102917" cy="1484052"/>
                      </a:xfrm>
                    </p:grpSpPr>
                    <p:grpSp>
                      <p:nvGrpSpPr>
                        <p:cNvPr id="8602" name="Group 8601">
                          <a:extLst>
                            <a:ext uri="{FF2B5EF4-FFF2-40B4-BE49-F238E27FC236}">
                              <a16:creationId xmlns:a16="http://schemas.microsoft.com/office/drawing/2014/main" id="{193CBBE3-74FE-4866-8D95-2C508A81974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5712" y="1648950"/>
                          <a:ext cx="105765" cy="1037981"/>
                          <a:chOff x="1796341" y="2343196"/>
                          <a:chExt cx="105765" cy="1037981"/>
                        </a:xfrm>
                      </p:grpSpPr>
                      <p:sp>
                        <p:nvSpPr>
                          <p:cNvPr id="8663" name="Flowchart: Connector 8662">
                            <a:extLst>
                              <a:ext uri="{FF2B5EF4-FFF2-40B4-BE49-F238E27FC236}">
                                <a16:creationId xmlns:a16="http://schemas.microsoft.com/office/drawing/2014/main" id="{603ACA8C-6AA8-4394-8D96-D8CC59885F1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664" name="Flowchart: Connector 8663">
                            <a:extLst>
                              <a:ext uri="{FF2B5EF4-FFF2-40B4-BE49-F238E27FC236}">
                                <a16:creationId xmlns:a16="http://schemas.microsoft.com/office/drawing/2014/main" id="{16AE46C3-4CB3-48A5-AA19-A49BBE2FC0D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665" name="Flowchart: Connector 8664">
                            <a:extLst>
                              <a:ext uri="{FF2B5EF4-FFF2-40B4-BE49-F238E27FC236}">
                                <a16:creationId xmlns:a16="http://schemas.microsoft.com/office/drawing/2014/main" id="{4AC0241F-439A-4994-973C-CA13C125100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666" name="Flowchart: Connector 8665">
                            <a:extLst>
                              <a:ext uri="{FF2B5EF4-FFF2-40B4-BE49-F238E27FC236}">
                                <a16:creationId xmlns:a16="http://schemas.microsoft.com/office/drawing/2014/main" id="{49C044C2-250F-4BB2-9202-33DE2B0B343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796341" y="2343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8603" name="Group 8602">
                          <a:extLst>
                            <a:ext uri="{FF2B5EF4-FFF2-40B4-BE49-F238E27FC236}">
                              <a16:creationId xmlns:a16="http://schemas.microsoft.com/office/drawing/2014/main" id="{2E014674-BA75-4BA1-A6E8-60946BBC8C4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15698"/>
                          <a:ext cx="1074397" cy="1484052"/>
                          <a:chOff x="2114232" y="1515698"/>
                          <a:chExt cx="1074397" cy="1484052"/>
                        </a:xfrm>
                      </p:grpSpPr>
                      <p:grpSp>
                        <p:nvGrpSpPr>
                          <p:cNvPr id="8604" name="Group 8603">
                            <a:extLst>
                              <a:ext uri="{FF2B5EF4-FFF2-40B4-BE49-F238E27FC236}">
                                <a16:creationId xmlns:a16="http://schemas.microsoft.com/office/drawing/2014/main" id="{132AD6F1-AD4E-478A-A219-E63612F7186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8655" name="Flowchart: Connector 8654">
                              <a:extLst>
                                <a:ext uri="{FF2B5EF4-FFF2-40B4-BE49-F238E27FC236}">
                                  <a16:creationId xmlns:a16="http://schemas.microsoft.com/office/drawing/2014/main" id="{A4850365-F376-4F72-9577-7E35CC8A94C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656" name="3D Model 8655" descr="Sphere">
                                  <a:extLst>
                                    <a:ext uri="{FF2B5EF4-FFF2-40B4-BE49-F238E27FC236}">
                                      <a16:creationId xmlns:a16="http://schemas.microsoft.com/office/drawing/2014/main" id="{E7082C5C-821F-46CE-BFAE-B6F0B42153C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514789395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657" name="Flowchart: Connector 8656">
                              <a:extLst>
                                <a:ext uri="{FF2B5EF4-FFF2-40B4-BE49-F238E27FC236}">
                                  <a16:creationId xmlns:a16="http://schemas.microsoft.com/office/drawing/2014/main" id="{4F51DA65-1A54-4AC7-9218-7C2E91AE226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658" name="3D Model 8657" descr="Sphere">
                                  <a:extLst>
                                    <a:ext uri="{FF2B5EF4-FFF2-40B4-BE49-F238E27FC236}">
                                      <a16:creationId xmlns:a16="http://schemas.microsoft.com/office/drawing/2014/main" id="{9816E9DD-16A4-4D5B-A73A-BABF23B23AC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414012326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659" name="Flowchart: Connector 8658">
                              <a:extLst>
                                <a:ext uri="{FF2B5EF4-FFF2-40B4-BE49-F238E27FC236}">
                                  <a16:creationId xmlns:a16="http://schemas.microsoft.com/office/drawing/2014/main" id="{212B8763-3A70-49E3-B8F7-50995BEF4F9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660" name="3D Model 8659" descr="Sphere">
                                  <a:extLst>
                                    <a:ext uri="{FF2B5EF4-FFF2-40B4-BE49-F238E27FC236}">
                                      <a16:creationId xmlns:a16="http://schemas.microsoft.com/office/drawing/2014/main" id="{325A0F22-1339-4AD6-B6D6-E09D33798DE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807451908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661" name="Flowchart: Connector 8660">
                              <a:extLst>
                                <a:ext uri="{FF2B5EF4-FFF2-40B4-BE49-F238E27FC236}">
                                  <a16:creationId xmlns:a16="http://schemas.microsoft.com/office/drawing/2014/main" id="{1EBBD777-E500-4138-BD53-4DBB43D9BD7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662" name="3D Model 8661" descr="Sphere">
                                  <a:extLst>
                                    <a:ext uri="{FF2B5EF4-FFF2-40B4-BE49-F238E27FC236}">
                                      <a16:creationId xmlns:a16="http://schemas.microsoft.com/office/drawing/2014/main" id="{1F1E148B-213D-4D6B-9050-E521CA5BEF9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265789667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8605" name="Group 8604">
                            <a:extLst>
                              <a:ext uri="{FF2B5EF4-FFF2-40B4-BE49-F238E27FC236}">
                                <a16:creationId xmlns:a16="http://schemas.microsoft.com/office/drawing/2014/main" id="{BF45D4B3-D85F-419E-9D75-81BB2879549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8639" name="Flowchart: Connector 8638">
                              <a:extLst>
                                <a:ext uri="{FF2B5EF4-FFF2-40B4-BE49-F238E27FC236}">
                                  <a16:creationId xmlns:a16="http://schemas.microsoft.com/office/drawing/2014/main" id="{79D03D5E-E04E-47BF-BBAE-5D9DED718A1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640" name="Flowchart: Connector 8639">
                              <a:extLst>
                                <a:ext uri="{FF2B5EF4-FFF2-40B4-BE49-F238E27FC236}">
                                  <a16:creationId xmlns:a16="http://schemas.microsoft.com/office/drawing/2014/main" id="{B4DA5B3C-2C90-46C5-B762-1BE59C6F3CC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641" name="Flowchart: Connector 8640">
                              <a:extLst>
                                <a:ext uri="{FF2B5EF4-FFF2-40B4-BE49-F238E27FC236}">
                                  <a16:creationId xmlns:a16="http://schemas.microsoft.com/office/drawing/2014/main" id="{4DB23BC9-0DE7-46B0-B598-1ED4B784820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642" name="Flowchart: Connector 8641">
                              <a:extLst>
                                <a:ext uri="{FF2B5EF4-FFF2-40B4-BE49-F238E27FC236}">
                                  <a16:creationId xmlns:a16="http://schemas.microsoft.com/office/drawing/2014/main" id="{F29BF4C8-853B-48A4-B0C6-F1DA88B6BEB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643" name="Flowchart: Connector 8642">
                              <a:extLst>
                                <a:ext uri="{FF2B5EF4-FFF2-40B4-BE49-F238E27FC236}">
                                  <a16:creationId xmlns:a16="http://schemas.microsoft.com/office/drawing/2014/main" id="{30AFC9DD-2492-4AAF-B530-3CA72670334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644" name="Flowchart: Connector 8643">
                              <a:extLst>
                                <a:ext uri="{FF2B5EF4-FFF2-40B4-BE49-F238E27FC236}">
                                  <a16:creationId xmlns:a16="http://schemas.microsoft.com/office/drawing/2014/main" id="{F80D3D25-BC82-48EE-8AA6-FD855B7AE895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645" name="Flowchart: Connector 8644">
                              <a:extLst>
                                <a:ext uri="{FF2B5EF4-FFF2-40B4-BE49-F238E27FC236}">
                                  <a16:creationId xmlns:a16="http://schemas.microsoft.com/office/drawing/2014/main" id="{F822F487-C78B-41AB-BB4C-0E54CB1EE0F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646" name="Flowchart: Connector 8645">
                              <a:extLst>
                                <a:ext uri="{FF2B5EF4-FFF2-40B4-BE49-F238E27FC236}">
                                  <a16:creationId xmlns:a16="http://schemas.microsoft.com/office/drawing/2014/main" id="{1D8DF180-A912-4251-AA4F-1A415416E08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647" name="Flowchart: Connector 8646">
                              <a:extLst>
                                <a:ext uri="{FF2B5EF4-FFF2-40B4-BE49-F238E27FC236}">
                                  <a16:creationId xmlns:a16="http://schemas.microsoft.com/office/drawing/2014/main" id="{38BEE291-E667-418A-BE4F-1BE7C991CE4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648" name="3D Model 8647" descr="Sphere">
                                  <a:extLst>
                                    <a:ext uri="{FF2B5EF4-FFF2-40B4-BE49-F238E27FC236}">
                                      <a16:creationId xmlns:a16="http://schemas.microsoft.com/office/drawing/2014/main" id="{179D942F-4BBD-4212-BE22-75493EA5F82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270662384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649" name="Flowchart: Connector 8648">
                              <a:extLst>
                                <a:ext uri="{FF2B5EF4-FFF2-40B4-BE49-F238E27FC236}">
                                  <a16:creationId xmlns:a16="http://schemas.microsoft.com/office/drawing/2014/main" id="{E1142525-37B7-4C9E-BACF-710E36C273B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650" name="3D Model 8649" descr="Sphere">
                                  <a:extLst>
                                    <a:ext uri="{FF2B5EF4-FFF2-40B4-BE49-F238E27FC236}">
                                      <a16:creationId xmlns:a16="http://schemas.microsoft.com/office/drawing/2014/main" id="{4E7BFB13-3CEC-49F6-94D9-1451C6708F8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517418721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651" name="Flowchart: Connector 8650">
                              <a:extLst>
                                <a:ext uri="{FF2B5EF4-FFF2-40B4-BE49-F238E27FC236}">
                                  <a16:creationId xmlns:a16="http://schemas.microsoft.com/office/drawing/2014/main" id="{25263C86-0F31-418F-9D8C-90B1B1C301F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652" name="3D Model 8651" descr="Sphere">
                                  <a:extLst>
                                    <a:ext uri="{FF2B5EF4-FFF2-40B4-BE49-F238E27FC236}">
                                      <a16:creationId xmlns:a16="http://schemas.microsoft.com/office/drawing/2014/main" id="{3547D10B-077A-42A2-9370-B0438F63699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558944638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653" name="Flowchart: Connector 8652">
                              <a:extLst>
                                <a:ext uri="{FF2B5EF4-FFF2-40B4-BE49-F238E27FC236}">
                                  <a16:creationId xmlns:a16="http://schemas.microsoft.com/office/drawing/2014/main" id="{60573690-3508-415D-9283-7A0C7D10196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654" name="3D Model 8653" descr="Sphere">
                                  <a:extLst>
                                    <a:ext uri="{FF2B5EF4-FFF2-40B4-BE49-F238E27FC236}">
                                      <a16:creationId xmlns:a16="http://schemas.microsoft.com/office/drawing/2014/main" id="{4ED1C21A-FB37-431B-92F0-F856E97EE42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93952064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8606" name="Group 8605">
                            <a:extLst>
                              <a:ext uri="{FF2B5EF4-FFF2-40B4-BE49-F238E27FC236}">
                                <a16:creationId xmlns:a16="http://schemas.microsoft.com/office/drawing/2014/main" id="{B8EE73B3-B89D-4D47-B93B-66DB1B74097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8623" name="Flowchart: Connector 8622">
                              <a:extLst>
                                <a:ext uri="{FF2B5EF4-FFF2-40B4-BE49-F238E27FC236}">
                                  <a16:creationId xmlns:a16="http://schemas.microsoft.com/office/drawing/2014/main" id="{7E013848-EAB5-42E4-A2CF-9327C2B81CB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624" name="Flowchart: Connector 8623">
                              <a:extLst>
                                <a:ext uri="{FF2B5EF4-FFF2-40B4-BE49-F238E27FC236}">
                                  <a16:creationId xmlns:a16="http://schemas.microsoft.com/office/drawing/2014/main" id="{E3EB8A95-0477-40E9-B65D-02E872AB741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625" name="Flowchart: Connector 8624">
                              <a:extLst>
                                <a:ext uri="{FF2B5EF4-FFF2-40B4-BE49-F238E27FC236}">
                                  <a16:creationId xmlns:a16="http://schemas.microsoft.com/office/drawing/2014/main" id="{B56C4A60-72A2-4536-B20B-CF721673824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626" name="Flowchart: Connector 8625">
                              <a:extLst>
                                <a:ext uri="{FF2B5EF4-FFF2-40B4-BE49-F238E27FC236}">
                                  <a16:creationId xmlns:a16="http://schemas.microsoft.com/office/drawing/2014/main" id="{DCAE810D-E2CF-48FD-98BC-F5C8F5724D0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627" name="Flowchart: Connector 8626">
                              <a:extLst>
                                <a:ext uri="{FF2B5EF4-FFF2-40B4-BE49-F238E27FC236}">
                                  <a16:creationId xmlns:a16="http://schemas.microsoft.com/office/drawing/2014/main" id="{D5357EDB-082E-40E9-8F80-D54B5824498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628" name="Flowchart: Connector 8627">
                              <a:extLst>
                                <a:ext uri="{FF2B5EF4-FFF2-40B4-BE49-F238E27FC236}">
                                  <a16:creationId xmlns:a16="http://schemas.microsoft.com/office/drawing/2014/main" id="{34B85224-D956-453C-97E6-7CFDBF494EF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629" name="Flowchart: Connector 8628">
                              <a:extLst>
                                <a:ext uri="{FF2B5EF4-FFF2-40B4-BE49-F238E27FC236}">
                                  <a16:creationId xmlns:a16="http://schemas.microsoft.com/office/drawing/2014/main" id="{902646F1-2E01-464A-AB2A-419B8A33804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630" name="Flowchart: Connector 8629">
                              <a:extLst>
                                <a:ext uri="{FF2B5EF4-FFF2-40B4-BE49-F238E27FC236}">
                                  <a16:creationId xmlns:a16="http://schemas.microsoft.com/office/drawing/2014/main" id="{D401AAC9-0F74-40E9-A5DE-8ED14C745F8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631" name="Flowchart: Connector 8630">
                              <a:extLst>
                                <a:ext uri="{FF2B5EF4-FFF2-40B4-BE49-F238E27FC236}">
                                  <a16:creationId xmlns:a16="http://schemas.microsoft.com/office/drawing/2014/main" id="{531258C9-F1AE-4D5A-B5EE-25AB85D88F6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632" name="3D Model 8631" descr="Sphere">
                                  <a:extLst>
                                    <a:ext uri="{FF2B5EF4-FFF2-40B4-BE49-F238E27FC236}">
                                      <a16:creationId xmlns:a16="http://schemas.microsoft.com/office/drawing/2014/main" id="{05EDD04A-84AF-4B0C-A2EC-118C8093596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09391543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633" name="Flowchart: Connector 8632">
                              <a:extLst>
                                <a:ext uri="{FF2B5EF4-FFF2-40B4-BE49-F238E27FC236}">
                                  <a16:creationId xmlns:a16="http://schemas.microsoft.com/office/drawing/2014/main" id="{BBC61E1B-F884-4309-9AE9-23E51477788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634" name="3D Model 8633" descr="Sphere">
                                  <a:extLst>
                                    <a:ext uri="{FF2B5EF4-FFF2-40B4-BE49-F238E27FC236}">
                                      <a16:creationId xmlns:a16="http://schemas.microsoft.com/office/drawing/2014/main" id="{09D8140F-F225-44BD-80E1-7E1B57D01AF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272590091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635" name="Flowchart: Connector 8634">
                              <a:extLst>
                                <a:ext uri="{FF2B5EF4-FFF2-40B4-BE49-F238E27FC236}">
                                  <a16:creationId xmlns:a16="http://schemas.microsoft.com/office/drawing/2014/main" id="{06B92EC2-66F2-4CBA-B534-BE61AA9D45F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636" name="3D Model 8635" descr="Sphere">
                                  <a:extLst>
                                    <a:ext uri="{FF2B5EF4-FFF2-40B4-BE49-F238E27FC236}">
                                      <a16:creationId xmlns:a16="http://schemas.microsoft.com/office/drawing/2014/main" id="{3A7F0E4B-0FC9-49FC-91C8-850970A8062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289195195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637" name="Flowchart: Connector 8636">
                              <a:extLst>
                                <a:ext uri="{FF2B5EF4-FFF2-40B4-BE49-F238E27FC236}">
                                  <a16:creationId xmlns:a16="http://schemas.microsoft.com/office/drawing/2014/main" id="{6CD4AD46-A2B8-46FB-820A-F144883AD57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638" name="3D Model 8637" descr="Sphere">
                                  <a:extLst>
                                    <a:ext uri="{FF2B5EF4-FFF2-40B4-BE49-F238E27FC236}">
                                      <a16:creationId xmlns:a16="http://schemas.microsoft.com/office/drawing/2014/main" id="{A4A87053-F868-4565-864D-2973C11138E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994356912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8607" name="Flowchart: Connector 8606">
                            <a:extLst>
                              <a:ext uri="{FF2B5EF4-FFF2-40B4-BE49-F238E27FC236}">
                                <a16:creationId xmlns:a16="http://schemas.microsoft.com/office/drawing/2014/main" id="{CE737749-55FE-4DB7-AB89-B68D59B984B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608" name="Flowchart: Connector 8607">
                            <a:extLst>
                              <a:ext uri="{FF2B5EF4-FFF2-40B4-BE49-F238E27FC236}">
                                <a16:creationId xmlns:a16="http://schemas.microsoft.com/office/drawing/2014/main" id="{61B17B07-433D-457B-B55C-99D84D1A141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609" name="Flowchart: Connector 8608">
                            <a:extLst>
                              <a:ext uri="{FF2B5EF4-FFF2-40B4-BE49-F238E27FC236}">
                                <a16:creationId xmlns:a16="http://schemas.microsoft.com/office/drawing/2014/main" id="{8DC0F9BF-1C45-4E58-BB78-222A4F9FAB5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610" name="Flowchart: Connector 8609">
                            <a:extLst>
                              <a:ext uri="{FF2B5EF4-FFF2-40B4-BE49-F238E27FC236}">
                                <a16:creationId xmlns:a16="http://schemas.microsoft.com/office/drawing/2014/main" id="{44C0C971-5B47-4EF2-9E60-2043B6763A2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611" name="Flowchart: Connector 8610">
                            <a:extLst>
                              <a:ext uri="{FF2B5EF4-FFF2-40B4-BE49-F238E27FC236}">
                                <a16:creationId xmlns:a16="http://schemas.microsoft.com/office/drawing/2014/main" id="{7300AEE8-8C7E-46B9-A692-30525DC665F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612" name="Flowchart: Connector 8611">
                            <a:extLst>
                              <a:ext uri="{FF2B5EF4-FFF2-40B4-BE49-F238E27FC236}">
                                <a16:creationId xmlns:a16="http://schemas.microsoft.com/office/drawing/2014/main" id="{70243C6F-E89B-4308-BFC1-AB217962B54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613" name="Flowchart: Connector 8612">
                            <a:extLst>
                              <a:ext uri="{FF2B5EF4-FFF2-40B4-BE49-F238E27FC236}">
                                <a16:creationId xmlns:a16="http://schemas.microsoft.com/office/drawing/2014/main" id="{5BF3347E-92D5-41DC-88AD-187B3846F06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614" name="Flowchart: Connector 8613">
                            <a:extLst>
                              <a:ext uri="{FF2B5EF4-FFF2-40B4-BE49-F238E27FC236}">
                                <a16:creationId xmlns:a16="http://schemas.microsoft.com/office/drawing/2014/main" id="{1D4BC9D9-BA50-471B-B085-B2F74D453D0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615" name="Flowchart: Connector 8614">
                            <a:extLst>
                              <a:ext uri="{FF2B5EF4-FFF2-40B4-BE49-F238E27FC236}">
                                <a16:creationId xmlns:a16="http://schemas.microsoft.com/office/drawing/2014/main" id="{E52D7D47-43B7-42A6-BF6B-88E6DCB325F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616" name="3D Model 8615" descr="Sphere">
                                <a:extLst>
                                  <a:ext uri="{FF2B5EF4-FFF2-40B4-BE49-F238E27FC236}">
                                    <a16:creationId xmlns:a16="http://schemas.microsoft.com/office/drawing/2014/main" id="{EED70735-5A79-44FF-B595-926A62C95D4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558895798"/>
                                  </p:ext>
                                </p:extLst>
                              </p:nvPr>
                            </p:nvGraphicFramePr>
                            <p:xfrm>
                              <a:off x="2127272" y="1515698"/>
                              <a:ext cx="299738" cy="29973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7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4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6" name="3D Model 545" descr="Sphere">
                                <a:extLst>
                                  <a:ext uri="{FF2B5EF4-FFF2-40B4-BE49-F238E27FC236}">
                                    <a16:creationId xmlns:a16="http://schemas.microsoft.com/office/drawing/2014/main" id="{0CD0AE2B-7060-451E-8741-37985044F70A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264878" y="2242625"/>
                                <a:ext cx="52067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617" name="Flowchart: Connector 8616">
                            <a:extLst>
                              <a:ext uri="{FF2B5EF4-FFF2-40B4-BE49-F238E27FC236}">
                                <a16:creationId xmlns:a16="http://schemas.microsoft.com/office/drawing/2014/main" id="{F840C442-31BE-417E-BEB0-A05304E21E9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618" name="3D Model 8617" descr="Sphere">
                                <a:extLst>
                                  <a:ext uri="{FF2B5EF4-FFF2-40B4-BE49-F238E27FC236}">
                                    <a16:creationId xmlns:a16="http://schemas.microsoft.com/office/drawing/2014/main" id="{E065E487-9E38-4F70-8F28-69D80C3BBB7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786490803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8" name="3D Model 547" descr="Sphere">
                                <a:extLst>
                                  <a:ext uri="{FF2B5EF4-FFF2-40B4-BE49-F238E27FC236}">
                                    <a16:creationId xmlns:a16="http://schemas.microsoft.com/office/drawing/2014/main" id="{0AC25DCD-1727-4856-A8A9-94402AE6CBC2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06118" y="2254689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619" name="Flowchart: Connector 8618">
                            <a:extLst>
                              <a:ext uri="{FF2B5EF4-FFF2-40B4-BE49-F238E27FC236}">
                                <a16:creationId xmlns:a16="http://schemas.microsoft.com/office/drawing/2014/main" id="{3ED65254-5F10-4E84-9BA3-8B4020632AE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6940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620" name="3D Model 8619" descr="Sphere">
                                <a:extLst>
                                  <a:ext uri="{FF2B5EF4-FFF2-40B4-BE49-F238E27FC236}">
                                    <a16:creationId xmlns:a16="http://schemas.microsoft.com/office/drawing/2014/main" id="{51EDC816-9BA4-4D61-9110-E64A410DA56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46448859"/>
                                  </p:ext>
                                </p:extLst>
                              </p:nvPr>
                            </p:nvGraphicFramePr>
                            <p:xfrm>
                              <a:off x="2609177" y="164853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0" name="3D Model 549" descr="Sphere">
                                <a:extLst>
                                  <a:ext uri="{FF2B5EF4-FFF2-40B4-BE49-F238E27FC236}">
                                    <a16:creationId xmlns:a16="http://schemas.microsoft.com/office/drawing/2014/main" id="{4EAC2773-26EB-4766-B406-04604BF828A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48588" y="226764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621" name="Flowchart: Connector 8620">
                            <a:extLst>
                              <a:ext uri="{FF2B5EF4-FFF2-40B4-BE49-F238E27FC236}">
                                <a16:creationId xmlns:a16="http://schemas.microsoft.com/office/drawing/2014/main" id="{894DC0B2-46E0-4F3A-8AE2-94D871894A0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622" name="3D Model 8621" descr="Sphere">
                                <a:extLst>
                                  <a:ext uri="{FF2B5EF4-FFF2-40B4-BE49-F238E27FC236}">
                                    <a16:creationId xmlns:a16="http://schemas.microsoft.com/office/drawing/2014/main" id="{6BB11506-6C79-41E6-90DF-8D554D7912E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557477609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2" name="3D Model 551" descr="Sphere">
                                <a:extLst>
                                  <a:ext uri="{FF2B5EF4-FFF2-40B4-BE49-F238E27FC236}">
                                    <a16:creationId xmlns:a16="http://schemas.microsoft.com/office/drawing/2014/main" id="{0A649C7F-F2E3-493F-BCFA-E4B276505982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395214" y="2282723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sp>
                    <p:nvSpPr>
                      <p:cNvPr id="8534" name="Flowchart: Connector 8533">
                        <a:extLst>
                          <a:ext uri="{FF2B5EF4-FFF2-40B4-BE49-F238E27FC236}">
                            <a16:creationId xmlns:a16="http://schemas.microsoft.com/office/drawing/2014/main" id="{6098B3F5-A758-4001-B6B9-50A80D5343B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06374" y="21384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535" name="Flowchart: Connector 8534">
                        <a:extLst>
                          <a:ext uri="{FF2B5EF4-FFF2-40B4-BE49-F238E27FC236}">
                            <a16:creationId xmlns:a16="http://schemas.microsoft.com/office/drawing/2014/main" id="{80C5558E-540E-4651-BED7-367326DCA8C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886236" y="22322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536" name="Flowchart: Connector 8535">
                        <a:extLst>
                          <a:ext uri="{FF2B5EF4-FFF2-40B4-BE49-F238E27FC236}">
                            <a16:creationId xmlns:a16="http://schemas.microsoft.com/office/drawing/2014/main" id="{4599EFAA-DBA2-424A-8832-ADD186FB746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952806" y="22254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537" name="Flowchart: Connector 8536">
                        <a:extLst>
                          <a:ext uri="{FF2B5EF4-FFF2-40B4-BE49-F238E27FC236}">
                            <a16:creationId xmlns:a16="http://schemas.microsoft.com/office/drawing/2014/main" id="{C059E62C-B929-41C2-9854-A0744F68703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0272" y="25040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538" name="Flowchart: Connector 8537">
                        <a:extLst>
                          <a:ext uri="{FF2B5EF4-FFF2-40B4-BE49-F238E27FC236}">
                            <a16:creationId xmlns:a16="http://schemas.microsoft.com/office/drawing/2014/main" id="{D16C4BC6-4A54-49F6-B2E8-C18E06A2AAE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20633" y="28301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539" name="Flowchart: Connector 8538">
                        <a:extLst>
                          <a:ext uri="{FF2B5EF4-FFF2-40B4-BE49-F238E27FC236}">
                            <a16:creationId xmlns:a16="http://schemas.microsoft.com/office/drawing/2014/main" id="{FA40CD1A-049A-4787-9015-87CAF2350C2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29128" y="231321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540" name="Flowchart: Connector 8539">
                        <a:extLst>
                          <a:ext uri="{FF2B5EF4-FFF2-40B4-BE49-F238E27FC236}">
                            <a16:creationId xmlns:a16="http://schemas.microsoft.com/office/drawing/2014/main" id="{DABF4216-E6A1-47AB-94DA-2E45184E0F0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211385" y="230237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541" name="Flowchart: Connector 8540">
                        <a:extLst>
                          <a:ext uri="{FF2B5EF4-FFF2-40B4-BE49-F238E27FC236}">
                            <a16:creationId xmlns:a16="http://schemas.microsoft.com/office/drawing/2014/main" id="{7B28E01B-A237-4046-B411-1ABD4DC6D37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1097" y="31484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grpSp>
                    <p:nvGrpSpPr>
                      <p:cNvPr id="8542" name="Group 8541">
                        <a:extLst>
                          <a:ext uri="{FF2B5EF4-FFF2-40B4-BE49-F238E27FC236}">
                            <a16:creationId xmlns:a16="http://schemas.microsoft.com/office/drawing/2014/main" id="{E72F71FD-21BC-48C2-AB00-2C347486A05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20511" y="2127869"/>
                        <a:ext cx="1073693" cy="1496391"/>
                        <a:chOff x="2114936" y="1503359"/>
                        <a:chExt cx="1073693" cy="1496391"/>
                      </a:xfrm>
                    </p:grpSpPr>
                    <p:grpSp>
                      <p:nvGrpSpPr>
                        <p:cNvPr id="8543" name="Group 8542">
                          <a:extLst>
                            <a:ext uri="{FF2B5EF4-FFF2-40B4-BE49-F238E27FC236}">
                              <a16:creationId xmlns:a16="http://schemas.microsoft.com/office/drawing/2014/main" id="{DF27FA9C-7C4C-4400-8E7D-AA973C8A9B8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7974" y="2474038"/>
                          <a:ext cx="1060655" cy="525712"/>
                          <a:chOff x="3721252" y="1733424"/>
                          <a:chExt cx="1060655" cy="525712"/>
                        </a:xfrm>
                      </p:grpSpPr>
                      <p:sp>
                        <p:nvSpPr>
                          <p:cNvPr id="8594" name="Flowchart: Connector 8593">
                            <a:extLst>
                              <a:ext uri="{FF2B5EF4-FFF2-40B4-BE49-F238E27FC236}">
                                <a16:creationId xmlns:a16="http://schemas.microsoft.com/office/drawing/2014/main" id="{CAD0D288-DA05-479E-BE9D-3CACA395CD8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595" name="3D Model 8594" descr="Sphere">
                                <a:extLst>
                                  <a:ext uri="{FF2B5EF4-FFF2-40B4-BE49-F238E27FC236}">
                                    <a16:creationId xmlns:a16="http://schemas.microsoft.com/office/drawing/2014/main" id="{8C309A37-9214-43DA-833F-017B6D55A1C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663824883"/>
                                  </p:ext>
                                </p:extLst>
                              </p:nvPr>
                            </p:nvGraphicFramePr>
                            <p:xfrm>
                              <a:off x="3721252" y="1733424"/>
                              <a:ext cx="299739" cy="299738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6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25" name="3D Model 524" descr="Sphere">
                                <a:extLst>
                                  <a:ext uri="{FF2B5EF4-FFF2-40B4-BE49-F238E27FC236}">
                                    <a16:creationId xmlns:a16="http://schemas.microsoft.com/office/drawing/2014/main" id="{7C296052-BFDD-4E1E-90E9-47DF8A39AA0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225048" y="2450427"/>
                                <a:ext cx="52066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596" name="Flowchart: Connector 8595">
                            <a:extLst>
                              <a:ext uri="{FF2B5EF4-FFF2-40B4-BE49-F238E27FC236}">
                                <a16:creationId xmlns:a16="http://schemas.microsoft.com/office/drawing/2014/main" id="{745D8175-5B84-49BF-B8A7-BD282CA60F1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597" name="3D Model 8596" descr="Sphere">
                                <a:extLst>
                                  <a:ext uri="{FF2B5EF4-FFF2-40B4-BE49-F238E27FC236}">
                                    <a16:creationId xmlns:a16="http://schemas.microsoft.com/office/drawing/2014/main" id="{D9D20B4E-E61D-4668-853A-60D690DA3A1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662333565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598" name="Flowchart: Connector 8597">
                            <a:extLst>
                              <a:ext uri="{FF2B5EF4-FFF2-40B4-BE49-F238E27FC236}">
                                <a16:creationId xmlns:a16="http://schemas.microsoft.com/office/drawing/2014/main" id="{DE59CB65-0F00-453F-9812-F0CB901719B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599" name="3D Model 8598" descr="Sphere">
                                <a:extLst>
                                  <a:ext uri="{FF2B5EF4-FFF2-40B4-BE49-F238E27FC236}">
                                    <a16:creationId xmlns:a16="http://schemas.microsoft.com/office/drawing/2014/main" id="{2CABADBE-2DB7-4886-9F34-500A03E2262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399697414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600" name="Flowchart: Connector 8599">
                            <a:extLst>
                              <a:ext uri="{FF2B5EF4-FFF2-40B4-BE49-F238E27FC236}">
                                <a16:creationId xmlns:a16="http://schemas.microsoft.com/office/drawing/2014/main" id="{87432262-A1C9-472B-8FB7-D0FF39B0D0A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601" name="3D Model 8600" descr="Sphere">
                                <a:extLst>
                                  <a:ext uri="{FF2B5EF4-FFF2-40B4-BE49-F238E27FC236}">
                                    <a16:creationId xmlns:a16="http://schemas.microsoft.com/office/drawing/2014/main" id="{00521408-2689-4937-9B43-876E0A4E38E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945466606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8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8544" name="Group 8543">
                          <a:extLst>
                            <a:ext uri="{FF2B5EF4-FFF2-40B4-BE49-F238E27FC236}">
                              <a16:creationId xmlns:a16="http://schemas.microsoft.com/office/drawing/2014/main" id="{778A3CC8-FFAB-484D-ACE0-04F17A5FA8C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4615" y="2140429"/>
                          <a:ext cx="1064014" cy="637179"/>
                          <a:chOff x="3717893" y="1719497"/>
                          <a:chExt cx="1064014" cy="637179"/>
                        </a:xfrm>
                      </p:grpSpPr>
                      <p:sp>
                        <p:nvSpPr>
                          <p:cNvPr id="8578" name="Flowchart: Connector 8577">
                            <a:extLst>
                              <a:ext uri="{FF2B5EF4-FFF2-40B4-BE49-F238E27FC236}">
                                <a16:creationId xmlns:a16="http://schemas.microsoft.com/office/drawing/2014/main" id="{5F388AC3-2CDF-4BF6-A1CE-8706DED0005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579" name="Flowchart: Connector 8578">
                            <a:extLst>
                              <a:ext uri="{FF2B5EF4-FFF2-40B4-BE49-F238E27FC236}">
                                <a16:creationId xmlns:a16="http://schemas.microsoft.com/office/drawing/2014/main" id="{DA033DD9-C558-4816-886D-9C46A9D198B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580" name="Flowchart: Connector 8579">
                            <a:extLst>
                              <a:ext uri="{FF2B5EF4-FFF2-40B4-BE49-F238E27FC236}">
                                <a16:creationId xmlns:a16="http://schemas.microsoft.com/office/drawing/2014/main" id="{3F916C7D-CA0F-465B-BDF8-C2706528DBA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581" name="Flowchart: Connector 8580">
                            <a:extLst>
                              <a:ext uri="{FF2B5EF4-FFF2-40B4-BE49-F238E27FC236}">
                                <a16:creationId xmlns:a16="http://schemas.microsoft.com/office/drawing/2014/main" id="{B9369240-854C-47EA-88CA-BEB0170087D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582" name="Flowchart: Connector 8581">
                            <a:extLst>
                              <a:ext uri="{FF2B5EF4-FFF2-40B4-BE49-F238E27FC236}">
                                <a16:creationId xmlns:a16="http://schemas.microsoft.com/office/drawing/2014/main" id="{3E4433F7-E090-4069-BFCE-0BE0AEFFA66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583" name="Flowchart: Connector 8582">
                            <a:extLst>
                              <a:ext uri="{FF2B5EF4-FFF2-40B4-BE49-F238E27FC236}">
                                <a16:creationId xmlns:a16="http://schemas.microsoft.com/office/drawing/2014/main" id="{DED039FB-B0B2-4392-8548-AE15B342AB6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584" name="Flowchart: Connector 8583">
                            <a:extLst>
                              <a:ext uri="{FF2B5EF4-FFF2-40B4-BE49-F238E27FC236}">
                                <a16:creationId xmlns:a16="http://schemas.microsoft.com/office/drawing/2014/main" id="{14D43DD6-573F-4FD4-BF7A-CDF5672DECD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585" name="Flowchart: Connector 8584">
                            <a:extLst>
                              <a:ext uri="{FF2B5EF4-FFF2-40B4-BE49-F238E27FC236}">
                                <a16:creationId xmlns:a16="http://schemas.microsoft.com/office/drawing/2014/main" id="{DFD2DD9C-30C2-4FDF-A289-784A4219A07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586" name="Flowchart: Connector 8585">
                            <a:extLst>
                              <a:ext uri="{FF2B5EF4-FFF2-40B4-BE49-F238E27FC236}">
                                <a16:creationId xmlns:a16="http://schemas.microsoft.com/office/drawing/2014/main" id="{BB49CA58-ABCA-4CE2-934A-FF4FD383C8B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587" name="3D Model 8586" descr="Sphere">
                                <a:extLst>
                                  <a:ext uri="{FF2B5EF4-FFF2-40B4-BE49-F238E27FC236}">
                                    <a16:creationId xmlns:a16="http://schemas.microsoft.com/office/drawing/2014/main" id="{526D02A2-6E51-40C2-A5BE-C50F4B7E957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508243302"/>
                                  </p:ext>
                                </p:extLst>
                              </p:nvPr>
                            </p:nvGraphicFramePr>
                            <p:xfrm>
                              <a:off x="3717893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17" name="3D Model 516" descr="Sphere">
                                <a:extLst>
                                  <a:ext uri="{FF2B5EF4-FFF2-40B4-BE49-F238E27FC236}">
                                    <a16:creationId xmlns:a16="http://schemas.microsoft.com/office/drawing/2014/main" id="{EEC73CE8-5EF1-49B8-88DD-6C958365703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224464" y="238759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588" name="Flowchart: Connector 8587">
                            <a:extLst>
                              <a:ext uri="{FF2B5EF4-FFF2-40B4-BE49-F238E27FC236}">
                                <a16:creationId xmlns:a16="http://schemas.microsoft.com/office/drawing/2014/main" id="{3CFC6A0D-2535-43CC-8290-6705E3A1669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589" name="3D Model 8588" descr="Sphere">
                                <a:extLst>
                                  <a:ext uri="{FF2B5EF4-FFF2-40B4-BE49-F238E27FC236}">
                                    <a16:creationId xmlns:a16="http://schemas.microsoft.com/office/drawing/2014/main" id="{36CBC507-2B38-417D-8B08-8D5213C6488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482197736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590" name="Flowchart: Connector 8589">
                            <a:extLst>
                              <a:ext uri="{FF2B5EF4-FFF2-40B4-BE49-F238E27FC236}">
                                <a16:creationId xmlns:a16="http://schemas.microsoft.com/office/drawing/2014/main" id="{E6232B7F-FEE4-45A3-851D-4DBB95EB3B6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591" name="3D Model 8590" descr="Sphere">
                                <a:extLst>
                                  <a:ext uri="{FF2B5EF4-FFF2-40B4-BE49-F238E27FC236}">
                                    <a16:creationId xmlns:a16="http://schemas.microsoft.com/office/drawing/2014/main" id="{5F928A0E-07EF-4E9D-BA58-A7D9C161812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288567281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592" name="Flowchart: Connector 8591">
                            <a:extLst>
                              <a:ext uri="{FF2B5EF4-FFF2-40B4-BE49-F238E27FC236}">
                                <a16:creationId xmlns:a16="http://schemas.microsoft.com/office/drawing/2014/main" id="{B1F663E6-665A-49BB-A04E-D6D30801C9A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593" name="3D Model 8592" descr="Sphere">
                                <a:extLst>
                                  <a:ext uri="{FF2B5EF4-FFF2-40B4-BE49-F238E27FC236}">
                                    <a16:creationId xmlns:a16="http://schemas.microsoft.com/office/drawing/2014/main" id="{5F666F49-3D2C-4800-8DF6-80BDC3473EE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224935473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8545" name="Group 8544">
                          <a:extLst>
                            <a:ext uri="{FF2B5EF4-FFF2-40B4-BE49-F238E27FC236}">
                              <a16:creationId xmlns:a16="http://schemas.microsoft.com/office/drawing/2014/main" id="{94D50756-72CE-4390-A4F1-613B5635D96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936" y="1817250"/>
                          <a:ext cx="1064014" cy="643455"/>
                          <a:chOff x="3717893" y="1713221"/>
                          <a:chExt cx="1064014" cy="643455"/>
                        </a:xfrm>
                      </p:grpSpPr>
                      <p:sp>
                        <p:nvSpPr>
                          <p:cNvPr id="8562" name="Flowchart: Connector 8561">
                            <a:extLst>
                              <a:ext uri="{FF2B5EF4-FFF2-40B4-BE49-F238E27FC236}">
                                <a16:creationId xmlns:a16="http://schemas.microsoft.com/office/drawing/2014/main" id="{92533E5D-7196-43C9-8D58-2173608B792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563" name="Flowchart: Connector 8562">
                            <a:extLst>
                              <a:ext uri="{FF2B5EF4-FFF2-40B4-BE49-F238E27FC236}">
                                <a16:creationId xmlns:a16="http://schemas.microsoft.com/office/drawing/2014/main" id="{1CEA8099-B743-46C5-90D4-42602657413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564" name="Flowchart: Connector 8563">
                            <a:extLst>
                              <a:ext uri="{FF2B5EF4-FFF2-40B4-BE49-F238E27FC236}">
                                <a16:creationId xmlns:a16="http://schemas.microsoft.com/office/drawing/2014/main" id="{AD900A2C-04B0-4790-9793-F214B48427F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565" name="Flowchart: Connector 8564">
                            <a:extLst>
                              <a:ext uri="{FF2B5EF4-FFF2-40B4-BE49-F238E27FC236}">
                                <a16:creationId xmlns:a16="http://schemas.microsoft.com/office/drawing/2014/main" id="{8D8A73C5-583F-48AB-968D-0593FC080CF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566" name="Flowchart: Connector 8565">
                            <a:extLst>
                              <a:ext uri="{FF2B5EF4-FFF2-40B4-BE49-F238E27FC236}">
                                <a16:creationId xmlns:a16="http://schemas.microsoft.com/office/drawing/2014/main" id="{8452F1A0-1D8D-4C4B-B85C-7B56A61344B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567" name="Flowchart: Connector 8566">
                            <a:extLst>
                              <a:ext uri="{FF2B5EF4-FFF2-40B4-BE49-F238E27FC236}">
                                <a16:creationId xmlns:a16="http://schemas.microsoft.com/office/drawing/2014/main" id="{47ACAEA4-43C1-48AD-9483-064DCB1B46D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568" name="Flowchart: Connector 8567">
                            <a:extLst>
                              <a:ext uri="{FF2B5EF4-FFF2-40B4-BE49-F238E27FC236}">
                                <a16:creationId xmlns:a16="http://schemas.microsoft.com/office/drawing/2014/main" id="{2F18C5B3-2196-47E2-AFBB-53698B4C9EC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569" name="Flowchart: Connector 8568">
                            <a:extLst>
                              <a:ext uri="{FF2B5EF4-FFF2-40B4-BE49-F238E27FC236}">
                                <a16:creationId xmlns:a16="http://schemas.microsoft.com/office/drawing/2014/main" id="{502ABFAA-94A0-4E8F-BF6A-DD422081E69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570" name="Flowchart: Connector 8569">
                            <a:extLst>
                              <a:ext uri="{FF2B5EF4-FFF2-40B4-BE49-F238E27FC236}">
                                <a16:creationId xmlns:a16="http://schemas.microsoft.com/office/drawing/2014/main" id="{4CB8EA14-3120-44A9-BE11-5641F7D8A00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571" name="3D Model 8570" descr="Sphere">
                                <a:extLst>
                                  <a:ext uri="{FF2B5EF4-FFF2-40B4-BE49-F238E27FC236}">
                                    <a16:creationId xmlns:a16="http://schemas.microsoft.com/office/drawing/2014/main" id="{727CE215-1985-42DA-8F5A-D460351D393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198316156"/>
                                  </p:ext>
                                </p:extLst>
                              </p:nvPr>
                            </p:nvGraphicFramePr>
                            <p:xfrm>
                              <a:off x="3717893" y="171322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01" name="3D Model 500" descr="Sphere">
                                <a:extLst>
                                  <a:ext uri="{FF2B5EF4-FFF2-40B4-BE49-F238E27FC236}">
                                    <a16:creationId xmlns:a16="http://schemas.microsoft.com/office/drawing/2014/main" id="{264BA7C0-B138-431D-801E-995913A2B56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222783" y="232672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572" name="Flowchart: Connector 8571">
                            <a:extLst>
                              <a:ext uri="{FF2B5EF4-FFF2-40B4-BE49-F238E27FC236}">
                                <a16:creationId xmlns:a16="http://schemas.microsoft.com/office/drawing/2014/main" id="{630F0706-16ED-49A5-BFEC-A2C72827776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573" name="3D Model 8572" descr="Sphere">
                                <a:extLst>
                                  <a:ext uri="{FF2B5EF4-FFF2-40B4-BE49-F238E27FC236}">
                                    <a16:creationId xmlns:a16="http://schemas.microsoft.com/office/drawing/2014/main" id="{93F8E8A0-C5A8-4BE7-97C4-9F2BB74257A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99429337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03" name="3D Model 502" descr="Sphere">
                                <a:extLst>
                                  <a:ext uri="{FF2B5EF4-FFF2-40B4-BE49-F238E27FC236}">
                                    <a16:creationId xmlns:a16="http://schemas.microsoft.com/office/drawing/2014/main" id="{C6B1DA16-6D44-4BF5-8BBD-CFD9B019426D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264484" y="234259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574" name="Flowchart: Connector 8573">
                            <a:extLst>
                              <a:ext uri="{FF2B5EF4-FFF2-40B4-BE49-F238E27FC236}">
                                <a16:creationId xmlns:a16="http://schemas.microsoft.com/office/drawing/2014/main" id="{692FCD85-7DEC-4737-8597-D53C6EC0E07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575" name="3D Model 8574" descr="Sphere">
                                <a:extLst>
                                  <a:ext uri="{FF2B5EF4-FFF2-40B4-BE49-F238E27FC236}">
                                    <a16:creationId xmlns:a16="http://schemas.microsoft.com/office/drawing/2014/main" id="{D0224A9E-53F0-4BC1-899F-FC09C1F2B2F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55752561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576" name="Flowchart: Connector 8575">
                            <a:extLst>
                              <a:ext uri="{FF2B5EF4-FFF2-40B4-BE49-F238E27FC236}">
                                <a16:creationId xmlns:a16="http://schemas.microsoft.com/office/drawing/2014/main" id="{DF13324E-9648-4888-9DDC-E5FAC2FD16A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577" name="3D Model 8576" descr="Sphere">
                                <a:extLst>
                                  <a:ext uri="{FF2B5EF4-FFF2-40B4-BE49-F238E27FC236}">
                                    <a16:creationId xmlns:a16="http://schemas.microsoft.com/office/drawing/2014/main" id="{F3B5B8AE-3237-4E93-8F88-940614947A1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875768244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8546" name="Flowchart: Connector 8545">
                          <a:extLst>
                            <a:ext uri="{FF2B5EF4-FFF2-40B4-BE49-F238E27FC236}">
                              <a16:creationId xmlns:a16="http://schemas.microsoft.com/office/drawing/2014/main" id="{B3DD7E5A-2F9E-4F3B-B7DE-3710BE365AA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547" name="Flowchart: Connector 8546">
                          <a:extLst>
                            <a:ext uri="{FF2B5EF4-FFF2-40B4-BE49-F238E27FC236}">
                              <a16:creationId xmlns:a16="http://schemas.microsoft.com/office/drawing/2014/main" id="{1D1D56DD-012B-4673-AB9D-A2512D9C871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548" name="Flowchart: Connector 8547">
                          <a:extLst>
                            <a:ext uri="{FF2B5EF4-FFF2-40B4-BE49-F238E27FC236}">
                              <a16:creationId xmlns:a16="http://schemas.microsoft.com/office/drawing/2014/main" id="{0738AD50-143D-49FA-9F47-46BFD4CC00C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26347" y="177334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549" name="Flowchart: Connector 8548">
                          <a:extLst>
                            <a:ext uri="{FF2B5EF4-FFF2-40B4-BE49-F238E27FC236}">
                              <a16:creationId xmlns:a16="http://schemas.microsoft.com/office/drawing/2014/main" id="{6572FBA8-FBC2-4C23-8053-356CD5934F0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550" name="Flowchart: Connector 8549">
                          <a:extLst>
                            <a:ext uri="{FF2B5EF4-FFF2-40B4-BE49-F238E27FC236}">
                              <a16:creationId xmlns:a16="http://schemas.microsoft.com/office/drawing/2014/main" id="{813DF54F-0AEB-4FC7-902F-A6746D0C2E4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551" name="Flowchart: Connector 8550">
                          <a:extLst>
                            <a:ext uri="{FF2B5EF4-FFF2-40B4-BE49-F238E27FC236}">
                              <a16:creationId xmlns:a16="http://schemas.microsoft.com/office/drawing/2014/main" id="{CCAFF7DA-5EC4-4F88-A31A-21C473BE888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552" name="Flowchart: Connector 8551">
                          <a:extLst>
                            <a:ext uri="{FF2B5EF4-FFF2-40B4-BE49-F238E27FC236}">
                              <a16:creationId xmlns:a16="http://schemas.microsoft.com/office/drawing/2014/main" id="{B342208F-9787-4BC5-8711-75791E2D546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553" name="Flowchart: Connector 8552">
                          <a:extLst>
                            <a:ext uri="{FF2B5EF4-FFF2-40B4-BE49-F238E27FC236}">
                              <a16:creationId xmlns:a16="http://schemas.microsoft.com/office/drawing/2014/main" id="{86577E00-61C0-420B-9928-E6594EF2AEB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554" name="Flowchart: Connector 8553">
                          <a:extLst>
                            <a:ext uri="{FF2B5EF4-FFF2-40B4-BE49-F238E27FC236}">
                              <a16:creationId xmlns:a16="http://schemas.microsoft.com/office/drawing/2014/main" id="{049669D1-8B56-4692-AC48-02D502C11E0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555" name="3D Model 8554" descr="Sphere">
                              <a:extLst>
                                <a:ext uri="{FF2B5EF4-FFF2-40B4-BE49-F238E27FC236}">
                                  <a16:creationId xmlns:a16="http://schemas.microsoft.com/office/drawing/2014/main" id="{6197DB3A-003B-4D14-9DC9-CCA80BB5820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646339806"/>
                                </p:ext>
                              </p:extLst>
                            </p:nvPr>
                          </p:nvGraphicFramePr>
                          <p:xfrm>
                            <a:off x="2122087" y="1503359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433448" ay="1433014" az="-1105299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7"/>
                                </am3d:raster>
                                <am3d:objViewport viewportSz="5757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485" name="3D Model 484" descr="Sphere">
                              <a:extLst>
                                <a:ext uri="{FF2B5EF4-FFF2-40B4-BE49-F238E27FC236}">
                                  <a16:creationId xmlns:a16="http://schemas.microsoft.com/office/drawing/2014/main" id="{E392EAF6-8834-406F-86CA-8AE04F51D4E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224025" y="2267602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556" name="Flowchart: Connector 8555">
                          <a:extLst>
                            <a:ext uri="{FF2B5EF4-FFF2-40B4-BE49-F238E27FC236}">
                              <a16:creationId xmlns:a16="http://schemas.microsoft.com/office/drawing/2014/main" id="{008EEFEB-CA95-4E50-A7AB-A66F8759AF6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557" name="3D Model 8556" descr="Sphere">
                              <a:extLst>
                                <a:ext uri="{FF2B5EF4-FFF2-40B4-BE49-F238E27FC236}">
                                  <a16:creationId xmlns:a16="http://schemas.microsoft.com/office/drawing/2014/main" id="{8CC33556-5772-468A-BDA2-814FC8B2765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556578450"/>
                                </p:ext>
                              </p:extLst>
                            </p:nvPr>
                          </p:nvGraphicFramePr>
                          <p:xfrm>
                            <a:off x="2368043" y="1593681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5"/>
                                </am3d:raster>
                                <am3d:objViewport viewportSz="5886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487" name="3D Model 486" descr="Sphere">
                              <a:extLst>
                                <a:ext uri="{FF2B5EF4-FFF2-40B4-BE49-F238E27FC236}">
                                  <a16:creationId xmlns:a16="http://schemas.microsoft.com/office/drawing/2014/main" id="{7A2DCE6F-9C05-4A7C-B3AF-B30F2B8EA8A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266749" y="2284614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558" name="Flowchart: Connector 8557">
                          <a:extLst>
                            <a:ext uri="{FF2B5EF4-FFF2-40B4-BE49-F238E27FC236}">
                              <a16:creationId xmlns:a16="http://schemas.microsoft.com/office/drawing/2014/main" id="{EB959038-AFFC-4561-BCCB-BE95DA883CF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559" name="3D Model 8558" descr="Sphere">
                              <a:extLst>
                                <a:ext uri="{FF2B5EF4-FFF2-40B4-BE49-F238E27FC236}">
                                  <a16:creationId xmlns:a16="http://schemas.microsoft.com/office/drawing/2014/main" id="{B28C6A6F-1D5B-41A6-918F-1CC4720B338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309705853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3235" cy="6170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7"/>
                                </am3d:raster>
                                <am3d:objViewport viewportSz="6018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489" name="3D Model 488" descr="Sphere">
                              <a:extLst>
                                <a:ext uri="{FF2B5EF4-FFF2-40B4-BE49-F238E27FC236}">
                                  <a16:creationId xmlns:a16="http://schemas.microsoft.com/office/drawing/2014/main" id="{35E3BD2E-BC4B-4CB6-9E17-43B614D5496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3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308636" y="2293630"/>
                              <a:ext cx="53235" cy="61702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560" name="Flowchart: Connector 8559">
                          <a:extLst>
                            <a:ext uri="{FF2B5EF4-FFF2-40B4-BE49-F238E27FC236}">
                              <a16:creationId xmlns:a16="http://schemas.microsoft.com/office/drawing/2014/main" id="{EA55391A-6550-4129-B565-012C4A6E628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561" name="3D Model 8560" descr="Sphere">
                              <a:extLst>
                                <a:ext uri="{FF2B5EF4-FFF2-40B4-BE49-F238E27FC236}">
                                  <a16:creationId xmlns:a16="http://schemas.microsoft.com/office/drawing/2014/main" id="{A29BDD22-220A-49C4-9BB9-57E71815AEE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598638707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1045" cy="5891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9"/>
                                </am3d:raster>
                                <am3d:objViewport viewportSz="5955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491" name="3D Model 490" descr="Sphere">
                              <a:extLst>
                                <a:ext uri="{FF2B5EF4-FFF2-40B4-BE49-F238E27FC236}">
                                  <a16:creationId xmlns:a16="http://schemas.microsoft.com/office/drawing/2014/main" id="{5DB00BF2-FEF3-4A21-8D32-D13B3D5675F5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355262" y="2310024"/>
                              <a:ext cx="51045" cy="589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8451" name="Group 8450">
                      <a:extLst>
                        <a:ext uri="{FF2B5EF4-FFF2-40B4-BE49-F238E27FC236}">
                          <a16:creationId xmlns:a16="http://schemas.microsoft.com/office/drawing/2014/main" id="{766CD1A9-03FB-4C26-AAF1-CF83B18B2844}"/>
                        </a:ext>
                      </a:extLst>
                    </p:cNvPr>
                    <p:cNvGrpSpPr/>
                    <p:nvPr/>
                  </p:nvGrpSpPr>
                  <p:grpSpPr>
                    <a:xfrm rot="18542409">
                      <a:off x="2257159" y="236280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8521" name="Freeform: Shape 8520">
                        <a:extLst>
                          <a:ext uri="{FF2B5EF4-FFF2-40B4-BE49-F238E27FC236}">
                            <a16:creationId xmlns:a16="http://schemas.microsoft.com/office/drawing/2014/main" id="{9896993E-24DD-4962-8857-D757A4B1A14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522" name="Rectangle: Rounded Corners 8521">
                        <a:extLst>
                          <a:ext uri="{FF2B5EF4-FFF2-40B4-BE49-F238E27FC236}">
                            <a16:creationId xmlns:a16="http://schemas.microsoft.com/office/drawing/2014/main" id="{96A45B4A-63BB-4043-83B9-0BCB0348BCB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452" name="Group 8451">
                      <a:extLst>
                        <a:ext uri="{FF2B5EF4-FFF2-40B4-BE49-F238E27FC236}">
                          <a16:creationId xmlns:a16="http://schemas.microsoft.com/office/drawing/2014/main" id="{75ABB13C-66DA-45FA-BCF5-A6469D0DA0B4}"/>
                        </a:ext>
                      </a:extLst>
                    </p:cNvPr>
                    <p:cNvGrpSpPr/>
                    <p:nvPr/>
                  </p:nvGrpSpPr>
                  <p:grpSpPr>
                    <a:xfrm rot="17122200">
                      <a:off x="1187274" y="235013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8519" name="Freeform: Shape 8518">
                        <a:extLst>
                          <a:ext uri="{FF2B5EF4-FFF2-40B4-BE49-F238E27FC236}">
                            <a16:creationId xmlns:a16="http://schemas.microsoft.com/office/drawing/2014/main" id="{021CDB4A-AB4C-4093-853A-CD3964CE90B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520" name="Rectangle: Rounded Corners 8519">
                        <a:extLst>
                          <a:ext uri="{FF2B5EF4-FFF2-40B4-BE49-F238E27FC236}">
                            <a16:creationId xmlns:a16="http://schemas.microsoft.com/office/drawing/2014/main" id="{0CCC0F14-B532-40BE-99B1-8C24857F77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453" name="Group 8452">
                      <a:extLst>
                        <a:ext uri="{FF2B5EF4-FFF2-40B4-BE49-F238E27FC236}">
                          <a16:creationId xmlns:a16="http://schemas.microsoft.com/office/drawing/2014/main" id="{E50C3EB5-0A5B-469E-A2BB-A2D7639EF183}"/>
                        </a:ext>
                      </a:extLst>
                    </p:cNvPr>
                    <p:cNvGrpSpPr/>
                    <p:nvPr/>
                  </p:nvGrpSpPr>
                  <p:grpSpPr>
                    <a:xfrm rot="658209">
                      <a:off x="2479276" y="3323586"/>
                      <a:ext cx="746642" cy="235253"/>
                      <a:chOff x="2620172" y="2546175"/>
                      <a:chExt cx="834986" cy="143092"/>
                    </a:xfrm>
                  </p:grpSpPr>
                  <p:sp>
                    <p:nvSpPr>
                      <p:cNvPr id="8517" name="Freeform: Shape 8516">
                        <a:extLst>
                          <a:ext uri="{FF2B5EF4-FFF2-40B4-BE49-F238E27FC236}">
                            <a16:creationId xmlns:a16="http://schemas.microsoft.com/office/drawing/2014/main" id="{ED2AF16C-77AE-4C27-A27C-AEE3370FD41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518" name="Rectangle: Rounded Corners 8517">
                        <a:extLst>
                          <a:ext uri="{FF2B5EF4-FFF2-40B4-BE49-F238E27FC236}">
                            <a16:creationId xmlns:a16="http://schemas.microsoft.com/office/drawing/2014/main" id="{1B9A99A4-D733-4795-9D1B-11DFF91B6C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454" name="Group 8453">
                      <a:extLst>
                        <a:ext uri="{FF2B5EF4-FFF2-40B4-BE49-F238E27FC236}">
                          <a16:creationId xmlns:a16="http://schemas.microsoft.com/office/drawing/2014/main" id="{8CAC37FE-9C19-4A1E-B235-CAFEB785E74E}"/>
                        </a:ext>
                      </a:extLst>
                    </p:cNvPr>
                    <p:cNvGrpSpPr/>
                    <p:nvPr/>
                  </p:nvGrpSpPr>
                  <p:grpSpPr>
                    <a:xfrm rot="18837888">
                      <a:off x="1789768" y="223810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8515" name="Freeform: Shape 8514">
                        <a:extLst>
                          <a:ext uri="{FF2B5EF4-FFF2-40B4-BE49-F238E27FC236}">
                            <a16:creationId xmlns:a16="http://schemas.microsoft.com/office/drawing/2014/main" id="{63C725DB-5062-48D7-BBA6-07B42CEA779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516" name="Rectangle: Rounded Corners 8515">
                        <a:extLst>
                          <a:ext uri="{FF2B5EF4-FFF2-40B4-BE49-F238E27FC236}">
                            <a16:creationId xmlns:a16="http://schemas.microsoft.com/office/drawing/2014/main" id="{EC187D36-094F-4C93-B2C3-5C5849EBF5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455" name="Group 8454">
                      <a:extLst>
                        <a:ext uri="{FF2B5EF4-FFF2-40B4-BE49-F238E27FC236}">
                          <a16:creationId xmlns:a16="http://schemas.microsoft.com/office/drawing/2014/main" id="{FBE82629-741B-4692-B079-97F3DF2A82D0}"/>
                        </a:ext>
                      </a:extLst>
                    </p:cNvPr>
                    <p:cNvGrpSpPr/>
                    <p:nvPr/>
                  </p:nvGrpSpPr>
                  <p:grpSpPr>
                    <a:xfrm rot="16200000">
                      <a:off x="563034" y="2429570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8513" name="Freeform: Shape 8512">
                        <a:extLst>
                          <a:ext uri="{FF2B5EF4-FFF2-40B4-BE49-F238E27FC236}">
                            <a16:creationId xmlns:a16="http://schemas.microsoft.com/office/drawing/2014/main" id="{F56BDBD3-DB30-480C-B538-7096965D2BE4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514" name="Rectangle: Rounded Corners 8513">
                        <a:extLst>
                          <a:ext uri="{FF2B5EF4-FFF2-40B4-BE49-F238E27FC236}">
                            <a16:creationId xmlns:a16="http://schemas.microsoft.com/office/drawing/2014/main" id="{64177505-7B29-4475-82EC-7AD332AD76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456" name="Group 8455">
                      <a:extLst>
                        <a:ext uri="{FF2B5EF4-FFF2-40B4-BE49-F238E27FC236}">
                          <a16:creationId xmlns:a16="http://schemas.microsoft.com/office/drawing/2014/main" id="{4D1080E4-5B47-47F8-A5B7-07EE3D92DFF6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350328" y="442527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8511" name="Freeform: Shape 8510">
                        <a:extLst>
                          <a:ext uri="{FF2B5EF4-FFF2-40B4-BE49-F238E27FC236}">
                            <a16:creationId xmlns:a16="http://schemas.microsoft.com/office/drawing/2014/main" id="{BAB5A529-5F45-434C-B889-0AAF6B089FE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512" name="Rectangle: Rounded Corners 8511">
                        <a:extLst>
                          <a:ext uri="{FF2B5EF4-FFF2-40B4-BE49-F238E27FC236}">
                            <a16:creationId xmlns:a16="http://schemas.microsoft.com/office/drawing/2014/main" id="{48531AB3-238E-42BF-A949-A5A57A140D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457" name="Group 8456">
                      <a:extLst>
                        <a:ext uri="{FF2B5EF4-FFF2-40B4-BE49-F238E27FC236}">
                          <a16:creationId xmlns:a16="http://schemas.microsoft.com/office/drawing/2014/main" id="{AA1F28D1-87E7-4515-8337-491A5B748482}"/>
                        </a:ext>
                      </a:extLst>
                    </p:cNvPr>
                    <p:cNvGrpSpPr/>
                    <p:nvPr/>
                  </p:nvGrpSpPr>
                  <p:grpSpPr>
                    <a:xfrm rot="5880914">
                      <a:off x="789613" y="438062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8509" name="Freeform: Shape 8508">
                        <a:extLst>
                          <a:ext uri="{FF2B5EF4-FFF2-40B4-BE49-F238E27FC236}">
                            <a16:creationId xmlns:a16="http://schemas.microsoft.com/office/drawing/2014/main" id="{B88C6752-4B7B-4542-9045-001AEBBCCE8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510" name="Rectangle: Rounded Corners 8509">
                        <a:extLst>
                          <a:ext uri="{FF2B5EF4-FFF2-40B4-BE49-F238E27FC236}">
                            <a16:creationId xmlns:a16="http://schemas.microsoft.com/office/drawing/2014/main" id="{1387DCCB-3F6B-4980-A1BE-F0F49F0272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458" name="Group 8457">
                      <a:extLst>
                        <a:ext uri="{FF2B5EF4-FFF2-40B4-BE49-F238E27FC236}">
                          <a16:creationId xmlns:a16="http://schemas.microsoft.com/office/drawing/2014/main" id="{194FDDCF-974D-4DA7-9107-E03D21A21517}"/>
                        </a:ext>
                      </a:extLst>
                    </p:cNvPr>
                    <p:cNvGrpSpPr/>
                    <p:nvPr/>
                  </p:nvGrpSpPr>
                  <p:grpSpPr>
                    <a:xfrm rot="13587211">
                      <a:off x="651990" y="2929858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8507" name="Freeform: Shape 8506">
                        <a:extLst>
                          <a:ext uri="{FF2B5EF4-FFF2-40B4-BE49-F238E27FC236}">
                            <a16:creationId xmlns:a16="http://schemas.microsoft.com/office/drawing/2014/main" id="{82BF1950-07CE-4E1B-9BF8-9F22EA9BE18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508" name="Rectangle: Rounded Corners 8507">
                        <a:extLst>
                          <a:ext uri="{FF2B5EF4-FFF2-40B4-BE49-F238E27FC236}">
                            <a16:creationId xmlns:a16="http://schemas.microsoft.com/office/drawing/2014/main" id="{43DA3997-92B7-4824-9FC2-CD5B22016F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459" name="Group 8458">
                      <a:extLst>
                        <a:ext uri="{FF2B5EF4-FFF2-40B4-BE49-F238E27FC236}">
                          <a16:creationId xmlns:a16="http://schemas.microsoft.com/office/drawing/2014/main" id="{505D1827-06C1-4CF7-81A2-F1625498849E}"/>
                        </a:ext>
                      </a:extLst>
                    </p:cNvPr>
                    <p:cNvGrpSpPr/>
                    <p:nvPr/>
                  </p:nvGrpSpPr>
                  <p:grpSpPr>
                    <a:xfrm rot="11351284">
                      <a:off x="163719" y="3807693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8505" name="Freeform: Shape 8504">
                        <a:extLst>
                          <a:ext uri="{FF2B5EF4-FFF2-40B4-BE49-F238E27FC236}">
                            <a16:creationId xmlns:a16="http://schemas.microsoft.com/office/drawing/2014/main" id="{0CB4FAAB-17FB-4FE0-8256-9D9F7461505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506" name="Rectangle: Rounded Corners 8505">
                        <a:extLst>
                          <a:ext uri="{FF2B5EF4-FFF2-40B4-BE49-F238E27FC236}">
                            <a16:creationId xmlns:a16="http://schemas.microsoft.com/office/drawing/2014/main" id="{2FD03F17-6D45-41EF-97B3-EDD8FB352A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460" name="Group 8459">
                      <a:extLst>
                        <a:ext uri="{FF2B5EF4-FFF2-40B4-BE49-F238E27FC236}">
                          <a16:creationId xmlns:a16="http://schemas.microsoft.com/office/drawing/2014/main" id="{83C08B5D-B8FE-46DF-B58A-D76288055C0D}"/>
                        </a:ext>
                      </a:extLst>
                    </p:cNvPr>
                    <p:cNvGrpSpPr/>
                    <p:nvPr/>
                  </p:nvGrpSpPr>
                  <p:grpSpPr>
                    <a:xfrm rot="4193783">
                      <a:off x="2062756" y="4148262"/>
                      <a:ext cx="706454" cy="171076"/>
                      <a:chOff x="2620172" y="2546175"/>
                      <a:chExt cx="834986" cy="143092"/>
                    </a:xfrm>
                  </p:grpSpPr>
                  <p:sp>
                    <p:nvSpPr>
                      <p:cNvPr id="8503" name="Freeform: Shape 8502">
                        <a:extLst>
                          <a:ext uri="{FF2B5EF4-FFF2-40B4-BE49-F238E27FC236}">
                            <a16:creationId xmlns:a16="http://schemas.microsoft.com/office/drawing/2014/main" id="{8B88BE2C-0901-47F0-9EEC-5C0F0EC53C6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504" name="Rectangle: Rounded Corners 8503">
                        <a:extLst>
                          <a:ext uri="{FF2B5EF4-FFF2-40B4-BE49-F238E27FC236}">
                            <a16:creationId xmlns:a16="http://schemas.microsoft.com/office/drawing/2014/main" id="{FC6E639B-82E5-4201-8C00-6A575322AF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461" name="Group 8460">
                      <a:extLst>
                        <a:ext uri="{FF2B5EF4-FFF2-40B4-BE49-F238E27FC236}">
                          <a16:creationId xmlns:a16="http://schemas.microsoft.com/office/drawing/2014/main" id="{E72EF029-9ADC-48FF-BE22-A76C36C2FE64}"/>
                        </a:ext>
                      </a:extLst>
                    </p:cNvPr>
                    <p:cNvGrpSpPr/>
                    <p:nvPr/>
                  </p:nvGrpSpPr>
                  <p:grpSpPr>
                    <a:xfrm rot="1837203">
                      <a:off x="2331692" y="387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8501" name="Freeform: Shape 8500">
                        <a:extLst>
                          <a:ext uri="{FF2B5EF4-FFF2-40B4-BE49-F238E27FC236}">
                            <a16:creationId xmlns:a16="http://schemas.microsoft.com/office/drawing/2014/main" id="{A8597892-A1EE-4B3E-B681-A45AFB01C7C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502" name="Rectangle: Rounded Corners 8501">
                        <a:extLst>
                          <a:ext uri="{FF2B5EF4-FFF2-40B4-BE49-F238E27FC236}">
                            <a16:creationId xmlns:a16="http://schemas.microsoft.com/office/drawing/2014/main" id="{8FE6706D-998C-4D78-B79F-E82DE0CEF2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462" name="Group 8461">
                      <a:extLst>
                        <a:ext uri="{FF2B5EF4-FFF2-40B4-BE49-F238E27FC236}">
                          <a16:creationId xmlns:a16="http://schemas.microsoft.com/office/drawing/2014/main" id="{9E814DFA-20F7-4B8D-BB9B-4737C6610B8E}"/>
                        </a:ext>
                      </a:extLst>
                    </p:cNvPr>
                    <p:cNvGrpSpPr/>
                    <p:nvPr/>
                  </p:nvGrpSpPr>
                  <p:grpSpPr>
                    <a:xfrm rot="932650">
                      <a:off x="2489621" y="310501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8499" name="Freeform: Shape 8498">
                        <a:extLst>
                          <a:ext uri="{FF2B5EF4-FFF2-40B4-BE49-F238E27FC236}">
                            <a16:creationId xmlns:a16="http://schemas.microsoft.com/office/drawing/2014/main" id="{9FEE06CB-950A-4D30-8A3D-7F851C41581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500" name="Rectangle: Rounded Corners 8499">
                        <a:extLst>
                          <a:ext uri="{FF2B5EF4-FFF2-40B4-BE49-F238E27FC236}">
                            <a16:creationId xmlns:a16="http://schemas.microsoft.com/office/drawing/2014/main" id="{C9E8E18A-023A-4419-9B9C-F00B70C9EE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463" name="Group 8462">
                      <a:extLst>
                        <a:ext uri="{FF2B5EF4-FFF2-40B4-BE49-F238E27FC236}">
                          <a16:creationId xmlns:a16="http://schemas.microsoft.com/office/drawing/2014/main" id="{74796236-6FEA-4066-A9D8-86FFBF219545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686489" y="34904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8497" name="Freeform: Shape 8496">
                        <a:extLst>
                          <a:ext uri="{FF2B5EF4-FFF2-40B4-BE49-F238E27FC236}">
                            <a16:creationId xmlns:a16="http://schemas.microsoft.com/office/drawing/2014/main" id="{8BD66CD4-CA72-4DAA-84AE-DD47BAE5DE2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498" name="Rectangle: Rounded Corners 8497">
                        <a:extLst>
                          <a:ext uri="{FF2B5EF4-FFF2-40B4-BE49-F238E27FC236}">
                            <a16:creationId xmlns:a16="http://schemas.microsoft.com/office/drawing/2014/main" id="{2B50E04A-DC3A-4AB4-8087-72FC1070F8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464" name="Group 8463">
                      <a:extLst>
                        <a:ext uri="{FF2B5EF4-FFF2-40B4-BE49-F238E27FC236}">
                          <a16:creationId xmlns:a16="http://schemas.microsoft.com/office/drawing/2014/main" id="{14DAEB95-4223-4C51-97B4-345E8F4B6117}"/>
                        </a:ext>
                      </a:extLst>
                    </p:cNvPr>
                    <p:cNvGrpSpPr/>
                    <p:nvPr/>
                  </p:nvGrpSpPr>
                  <p:grpSpPr>
                    <a:xfrm rot="16924252">
                      <a:off x="1635001" y="2371073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8495" name="Freeform: Shape 8494">
                        <a:extLst>
                          <a:ext uri="{FF2B5EF4-FFF2-40B4-BE49-F238E27FC236}">
                            <a16:creationId xmlns:a16="http://schemas.microsoft.com/office/drawing/2014/main" id="{CABCCCBA-C5AF-48A4-B7C5-8516E3006BB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496" name="Rectangle: Rounded Corners 8495">
                        <a:extLst>
                          <a:ext uri="{FF2B5EF4-FFF2-40B4-BE49-F238E27FC236}">
                            <a16:creationId xmlns:a16="http://schemas.microsoft.com/office/drawing/2014/main" id="{2C025546-258B-4D3A-8E35-30599BC80F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465" name="Group 8464">
                      <a:extLst>
                        <a:ext uri="{FF2B5EF4-FFF2-40B4-BE49-F238E27FC236}">
                          <a16:creationId xmlns:a16="http://schemas.microsoft.com/office/drawing/2014/main" id="{10AE6B8E-047A-46B9-A84E-F78B69BEB981}"/>
                        </a:ext>
                      </a:extLst>
                    </p:cNvPr>
                    <p:cNvGrpSpPr/>
                    <p:nvPr/>
                  </p:nvGrpSpPr>
                  <p:grpSpPr>
                    <a:xfrm rot="15677156">
                      <a:off x="985517" y="2521255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8493" name="Freeform: Shape 8492">
                        <a:extLst>
                          <a:ext uri="{FF2B5EF4-FFF2-40B4-BE49-F238E27FC236}">
                            <a16:creationId xmlns:a16="http://schemas.microsoft.com/office/drawing/2014/main" id="{B0E061BD-5A13-49F4-B479-D378718EAB3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494" name="Rectangle: Rounded Corners 8493">
                        <a:extLst>
                          <a:ext uri="{FF2B5EF4-FFF2-40B4-BE49-F238E27FC236}">
                            <a16:creationId xmlns:a16="http://schemas.microsoft.com/office/drawing/2014/main" id="{B6C1C0D6-C172-455C-96B7-AD75BFE222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466" name="Group 8465">
                      <a:extLst>
                        <a:ext uri="{FF2B5EF4-FFF2-40B4-BE49-F238E27FC236}">
                          <a16:creationId xmlns:a16="http://schemas.microsoft.com/office/drawing/2014/main" id="{C61A2DEF-C6F7-4D0C-B4CD-C0E6100232F1}"/>
                        </a:ext>
                      </a:extLst>
                    </p:cNvPr>
                    <p:cNvGrpSpPr/>
                    <p:nvPr/>
                  </p:nvGrpSpPr>
                  <p:grpSpPr>
                    <a:xfrm rot="14354853" flipV="1">
                      <a:off x="976412" y="243847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8491" name="Freeform: Shape 8490">
                        <a:extLst>
                          <a:ext uri="{FF2B5EF4-FFF2-40B4-BE49-F238E27FC236}">
                            <a16:creationId xmlns:a16="http://schemas.microsoft.com/office/drawing/2014/main" id="{9CA933B9-92B2-43CC-996A-E25C605059C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492" name="Rectangle: Rounded Corners 8491">
                        <a:extLst>
                          <a:ext uri="{FF2B5EF4-FFF2-40B4-BE49-F238E27FC236}">
                            <a16:creationId xmlns:a16="http://schemas.microsoft.com/office/drawing/2014/main" id="{EB7D6B56-6259-4D34-9F22-BA34722BA0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467" name="Group 8466">
                      <a:extLst>
                        <a:ext uri="{FF2B5EF4-FFF2-40B4-BE49-F238E27FC236}">
                          <a16:creationId xmlns:a16="http://schemas.microsoft.com/office/drawing/2014/main" id="{2A34EDFC-D5A8-44A8-A722-3AD100219A7E}"/>
                        </a:ext>
                      </a:extLst>
                    </p:cNvPr>
                    <p:cNvGrpSpPr/>
                    <p:nvPr/>
                  </p:nvGrpSpPr>
                  <p:grpSpPr>
                    <a:xfrm rot="9793356" flipV="1">
                      <a:off x="215985" y="323790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8489" name="Freeform: Shape 8488">
                        <a:extLst>
                          <a:ext uri="{FF2B5EF4-FFF2-40B4-BE49-F238E27FC236}">
                            <a16:creationId xmlns:a16="http://schemas.microsoft.com/office/drawing/2014/main" id="{1BC06B98-6753-49CA-A168-CF85904F922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490" name="Rectangle: Rounded Corners 8489">
                        <a:extLst>
                          <a:ext uri="{FF2B5EF4-FFF2-40B4-BE49-F238E27FC236}">
                            <a16:creationId xmlns:a16="http://schemas.microsoft.com/office/drawing/2014/main" id="{64662B14-7E17-4FC9-BC72-485EDA52E3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468" name="Group 8467">
                      <a:extLst>
                        <a:ext uri="{FF2B5EF4-FFF2-40B4-BE49-F238E27FC236}">
                          <a16:creationId xmlns:a16="http://schemas.microsoft.com/office/drawing/2014/main" id="{2FCCA513-81F7-4112-AA49-A17B683035BA}"/>
                        </a:ext>
                      </a:extLst>
                    </p:cNvPr>
                    <p:cNvGrpSpPr/>
                    <p:nvPr/>
                  </p:nvGrpSpPr>
                  <p:grpSpPr>
                    <a:xfrm rot="6907686" flipV="1">
                      <a:off x="692019" y="393196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8487" name="Freeform: Shape 8486">
                        <a:extLst>
                          <a:ext uri="{FF2B5EF4-FFF2-40B4-BE49-F238E27FC236}">
                            <a16:creationId xmlns:a16="http://schemas.microsoft.com/office/drawing/2014/main" id="{5150EA60-2452-4598-9118-4A42B8406F04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488" name="Rectangle: Rounded Corners 8487">
                        <a:extLst>
                          <a:ext uri="{FF2B5EF4-FFF2-40B4-BE49-F238E27FC236}">
                            <a16:creationId xmlns:a16="http://schemas.microsoft.com/office/drawing/2014/main" id="{A2B0DDE2-671C-48CB-B028-AACEAC46CA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469" name="Group 8468">
                      <a:extLst>
                        <a:ext uri="{FF2B5EF4-FFF2-40B4-BE49-F238E27FC236}">
                          <a16:creationId xmlns:a16="http://schemas.microsoft.com/office/drawing/2014/main" id="{E96B4B79-7EA5-444D-BAEE-D5BB8B21F33B}"/>
                        </a:ext>
                      </a:extLst>
                    </p:cNvPr>
                    <p:cNvGrpSpPr/>
                    <p:nvPr/>
                  </p:nvGrpSpPr>
                  <p:grpSpPr>
                    <a:xfrm rot="1465711" flipV="1">
                      <a:off x="2002734" y="340448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8485" name="Freeform: Shape 8484">
                        <a:extLst>
                          <a:ext uri="{FF2B5EF4-FFF2-40B4-BE49-F238E27FC236}">
                            <a16:creationId xmlns:a16="http://schemas.microsoft.com/office/drawing/2014/main" id="{762B0BCC-6196-4A2C-BD38-B666BF738C8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486" name="Rectangle: Rounded Corners 8485">
                        <a:extLst>
                          <a:ext uri="{FF2B5EF4-FFF2-40B4-BE49-F238E27FC236}">
                            <a16:creationId xmlns:a16="http://schemas.microsoft.com/office/drawing/2014/main" id="{2B4F8427-4805-4D67-8CB0-7891101A36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470" name="Group 8469">
                      <a:extLst>
                        <a:ext uri="{FF2B5EF4-FFF2-40B4-BE49-F238E27FC236}">
                          <a16:creationId xmlns:a16="http://schemas.microsoft.com/office/drawing/2014/main" id="{48DE6654-BD88-4411-A333-E9B019449A20}"/>
                        </a:ext>
                      </a:extLst>
                    </p:cNvPr>
                    <p:cNvGrpSpPr/>
                    <p:nvPr/>
                  </p:nvGrpSpPr>
                  <p:grpSpPr>
                    <a:xfrm rot="19016516">
                      <a:off x="1733273" y="283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8483" name="Freeform: Shape 8482">
                        <a:extLst>
                          <a:ext uri="{FF2B5EF4-FFF2-40B4-BE49-F238E27FC236}">
                            <a16:creationId xmlns:a16="http://schemas.microsoft.com/office/drawing/2014/main" id="{41A6DF06-3925-4309-840D-1B561CA0E9C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484" name="Rectangle: Rounded Corners 8483">
                        <a:extLst>
                          <a:ext uri="{FF2B5EF4-FFF2-40B4-BE49-F238E27FC236}">
                            <a16:creationId xmlns:a16="http://schemas.microsoft.com/office/drawing/2014/main" id="{BA7F17E6-7DD6-43BA-AEF7-97A6183333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471" name="Group 8470">
                      <a:extLst>
                        <a:ext uri="{FF2B5EF4-FFF2-40B4-BE49-F238E27FC236}">
                          <a16:creationId xmlns:a16="http://schemas.microsoft.com/office/drawing/2014/main" id="{73238841-579F-4A52-A465-C93A24710240}"/>
                        </a:ext>
                      </a:extLst>
                    </p:cNvPr>
                    <p:cNvGrpSpPr/>
                    <p:nvPr/>
                  </p:nvGrpSpPr>
                  <p:grpSpPr>
                    <a:xfrm rot="19245075">
                      <a:off x="1632068" y="282541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8481" name="Freeform: Shape 8480">
                        <a:extLst>
                          <a:ext uri="{FF2B5EF4-FFF2-40B4-BE49-F238E27FC236}">
                            <a16:creationId xmlns:a16="http://schemas.microsoft.com/office/drawing/2014/main" id="{4BF7B9EB-6354-4C96-B0A0-AC75567B1A6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482" name="Rectangle: Rounded Corners 8481">
                        <a:extLst>
                          <a:ext uri="{FF2B5EF4-FFF2-40B4-BE49-F238E27FC236}">
                            <a16:creationId xmlns:a16="http://schemas.microsoft.com/office/drawing/2014/main" id="{827D357A-6A0A-4F06-98EA-6EF6394A73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472" name="Group 8471">
                      <a:extLst>
                        <a:ext uri="{FF2B5EF4-FFF2-40B4-BE49-F238E27FC236}">
                          <a16:creationId xmlns:a16="http://schemas.microsoft.com/office/drawing/2014/main" id="{D17E3ED9-7D2A-491B-A014-AC63692820FB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838889" y="36428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8479" name="Freeform: Shape 8478">
                        <a:extLst>
                          <a:ext uri="{FF2B5EF4-FFF2-40B4-BE49-F238E27FC236}">
                            <a16:creationId xmlns:a16="http://schemas.microsoft.com/office/drawing/2014/main" id="{476026BE-CBD8-4B9E-9D3C-27CAD3BA78B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480" name="Rectangle: Rounded Corners 8479">
                        <a:extLst>
                          <a:ext uri="{FF2B5EF4-FFF2-40B4-BE49-F238E27FC236}">
                            <a16:creationId xmlns:a16="http://schemas.microsoft.com/office/drawing/2014/main" id="{78A5941F-B53D-4890-8F0B-B9236CEEBF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473" name="Group 8472">
                      <a:extLst>
                        <a:ext uri="{FF2B5EF4-FFF2-40B4-BE49-F238E27FC236}">
                          <a16:creationId xmlns:a16="http://schemas.microsoft.com/office/drawing/2014/main" id="{4ABDF62D-D4D8-4AE8-8213-486672F32142}"/>
                        </a:ext>
                      </a:extLst>
                    </p:cNvPr>
                    <p:cNvGrpSpPr/>
                    <p:nvPr/>
                  </p:nvGrpSpPr>
                  <p:grpSpPr>
                    <a:xfrm rot="15824399">
                      <a:off x="1224680" y="281893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8477" name="Freeform: Shape 8476">
                        <a:extLst>
                          <a:ext uri="{FF2B5EF4-FFF2-40B4-BE49-F238E27FC236}">
                            <a16:creationId xmlns:a16="http://schemas.microsoft.com/office/drawing/2014/main" id="{9F89D935-218C-4D9A-8CD7-4F97613CF39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478" name="Rectangle: Rounded Corners 8477">
                        <a:extLst>
                          <a:ext uri="{FF2B5EF4-FFF2-40B4-BE49-F238E27FC236}">
                            <a16:creationId xmlns:a16="http://schemas.microsoft.com/office/drawing/2014/main" id="{96DAA719-1713-4A07-B777-1250302C31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474" name="Group 8473">
                      <a:extLst>
                        <a:ext uri="{FF2B5EF4-FFF2-40B4-BE49-F238E27FC236}">
                          <a16:creationId xmlns:a16="http://schemas.microsoft.com/office/drawing/2014/main" id="{3131A19B-6846-4AFC-B9EB-D498F85C7494}"/>
                        </a:ext>
                      </a:extLst>
                    </p:cNvPr>
                    <p:cNvGrpSpPr/>
                    <p:nvPr/>
                  </p:nvGrpSpPr>
                  <p:grpSpPr>
                    <a:xfrm rot="16697394">
                      <a:off x="1080028" y="2168448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8475" name="Freeform: Shape 8474">
                        <a:extLst>
                          <a:ext uri="{FF2B5EF4-FFF2-40B4-BE49-F238E27FC236}">
                            <a16:creationId xmlns:a16="http://schemas.microsoft.com/office/drawing/2014/main" id="{655D37AD-43D0-4E7C-98DE-883FD5D7B64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476" name="Rectangle: Rounded Corners 8475">
                        <a:extLst>
                          <a:ext uri="{FF2B5EF4-FFF2-40B4-BE49-F238E27FC236}">
                            <a16:creationId xmlns:a16="http://schemas.microsoft.com/office/drawing/2014/main" id="{913ACF0A-8388-4682-A480-FF57CDB881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</p:grpSp>
              <p:sp>
                <p:nvSpPr>
                  <p:cNvPr id="8445" name="Freeform: Shape 8444">
                    <a:extLst>
                      <a:ext uri="{FF2B5EF4-FFF2-40B4-BE49-F238E27FC236}">
                        <a16:creationId xmlns:a16="http://schemas.microsoft.com/office/drawing/2014/main" id="{37ACE21E-06D2-4681-B871-DEA53264ABA8}"/>
                      </a:ext>
                    </a:extLst>
                  </p:cNvPr>
                  <p:cNvSpPr/>
                  <p:nvPr/>
                </p:nvSpPr>
                <p:spPr>
                  <a:xfrm rot="6017948" flipV="1">
                    <a:off x="1305755" y="4290452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8446" name="Freeform: Shape 8445">
                    <a:extLst>
                      <a:ext uri="{FF2B5EF4-FFF2-40B4-BE49-F238E27FC236}">
                        <a16:creationId xmlns:a16="http://schemas.microsoft.com/office/drawing/2014/main" id="{B9565017-CE29-493D-995A-50AD5092CB61}"/>
                      </a:ext>
                    </a:extLst>
                  </p:cNvPr>
                  <p:cNvSpPr/>
                  <p:nvPr/>
                </p:nvSpPr>
                <p:spPr>
                  <a:xfrm rot="21277659">
                    <a:off x="2517403" y="2906549"/>
                    <a:ext cx="690584" cy="235253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8447" name="Freeform: Shape 8446">
                    <a:extLst>
                      <a:ext uri="{FF2B5EF4-FFF2-40B4-BE49-F238E27FC236}">
                        <a16:creationId xmlns:a16="http://schemas.microsoft.com/office/drawing/2014/main" id="{8D975FDA-F64F-4227-9172-BF65EF0FC81B}"/>
                      </a:ext>
                    </a:extLst>
                  </p:cNvPr>
                  <p:cNvSpPr/>
                  <p:nvPr/>
                </p:nvSpPr>
                <p:spPr>
                  <a:xfrm rot="11528244" flipV="1">
                    <a:off x="344853" y="2978311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</p:grpSp>
            <p:grpSp>
              <p:nvGrpSpPr>
                <p:cNvPr id="6614" name="Group 6613">
                  <a:extLst>
                    <a:ext uri="{FF2B5EF4-FFF2-40B4-BE49-F238E27FC236}">
                      <a16:creationId xmlns:a16="http://schemas.microsoft.com/office/drawing/2014/main" id="{DF37D10F-C16E-445C-AAE0-259D797DE0BE}"/>
                    </a:ext>
                  </a:extLst>
                </p:cNvPr>
                <p:cNvGrpSpPr/>
                <p:nvPr/>
              </p:nvGrpSpPr>
              <p:grpSpPr>
                <a:xfrm>
                  <a:off x="3528453" y="2101500"/>
                  <a:ext cx="531923" cy="573923"/>
                  <a:chOff x="163719" y="1822501"/>
                  <a:chExt cx="3062199" cy="3047160"/>
                </a:xfrm>
              </p:grpSpPr>
              <p:grpSp>
                <p:nvGrpSpPr>
                  <p:cNvPr id="8079" name="Group 8078">
                    <a:extLst>
                      <a:ext uri="{FF2B5EF4-FFF2-40B4-BE49-F238E27FC236}">
                        <a16:creationId xmlns:a16="http://schemas.microsoft.com/office/drawing/2014/main" id="{B793610C-84C5-42B8-AAB2-DC5EA2F33146}"/>
                      </a:ext>
                    </a:extLst>
                  </p:cNvPr>
                  <p:cNvGrpSpPr/>
                  <p:nvPr/>
                </p:nvGrpSpPr>
                <p:grpSpPr>
                  <a:xfrm>
                    <a:off x="163719" y="1822501"/>
                    <a:ext cx="3062199" cy="3047160"/>
                    <a:chOff x="163719" y="1822501"/>
                    <a:chExt cx="3062199" cy="3047160"/>
                  </a:xfrm>
                </p:grpSpPr>
                <p:grpSp>
                  <p:nvGrpSpPr>
                    <p:cNvPr id="8083" name="Group 8082">
                      <a:extLst>
                        <a:ext uri="{FF2B5EF4-FFF2-40B4-BE49-F238E27FC236}">
                          <a16:creationId xmlns:a16="http://schemas.microsoft.com/office/drawing/2014/main" id="{351361B9-D23C-4F12-ACFB-B74068CED083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683131" y="384412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8442" name="Freeform: Shape 8441">
                        <a:extLst>
                          <a:ext uri="{FF2B5EF4-FFF2-40B4-BE49-F238E27FC236}">
                            <a16:creationId xmlns:a16="http://schemas.microsoft.com/office/drawing/2014/main" id="{4F79CD49-6580-4502-8BEF-15BA051BD37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443" name="Rectangle: Rounded Corners 8442">
                        <a:extLst>
                          <a:ext uri="{FF2B5EF4-FFF2-40B4-BE49-F238E27FC236}">
                            <a16:creationId xmlns:a16="http://schemas.microsoft.com/office/drawing/2014/main" id="{A793F287-F475-4AFF-957E-468D77A288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084" name="Group 8083">
                      <a:extLst>
                        <a:ext uri="{FF2B5EF4-FFF2-40B4-BE49-F238E27FC236}">
                          <a16:creationId xmlns:a16="http://schemas.microsoft.com/office/drawing/2014/main" id="{A36C2959-F583-4F52-9B9A-F198D75E7B83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123013" y="4110752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8440" name="Freeform: Shape 8439">
                        <a:extLst>
                          <a:ext uri="{FF2B5EF4-FFF2-40B4-BE49-F238E27FC236}">
                            <a16:creationId xmlns:a16="http://schemas.microsoft.com/office/drawing/2014/main" id="{B4575485-6085-4ADE-9CE8-98ADB2C00F3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441" name="Rectangle: Rounded Corners 8440">
                        <a:extLst>
                          <a:ext uri="{FF2B5EF4-FFF2-40B4-BE49-F238E27FC236}">
                            <a16:creationId xmlns:a16="http://schemas.microsoft.com/office/drawing/2014/main" id="{26FDBCD8-A60D-4489-8F3E-F3F1EDDF7F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085" name="Group 8084">
                      <a:extLst>
                        <a:ext uri="{FF2B5EF4-FFF2-40B4-BE49-F238E27FC236}">
                          <a16:creationId xmlns:a16="http://schemas.microsoft.com/office/drawing/2014/main" id="{01BD0D7A-560B-4994-AD3F-2C3E50C83E2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0260" y="2440902"/>
                      <a:ext cx="1730523" cy="1839492"/>
                      <a:chOff x="420511" y="1784768"/>
                      <a:chExt cx="1730523" cy="1839492"/>
                    </a:xfrm>
                  </p:grpSpPr>
                  <p:grpSp>
                    <p:nvGrpSpPr>
                      <p:cNvPr id="8158" name="Group 8157">
                        <a:extLst>
                          <a:ext uri="{FF2B5EF4-FFF2-40B4-BE49-F238E27FC236}">
                            <a16:creationId xmlns:a16="http://schemas.microsoft.com/office/drawing/2014/main" id="{52BB214A-C09E-4BDA-8195-41B4C37BE23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69572" y="1784768"/>
                        <a:ext cx="1081462" cy="1476716"/>
                        <a:chOff x="2089993" y="1523034"/>
                        <a:chExt cx="1081462" cy="1476716"/>
                      </a:xfrm>
                    </p:grpSpPr>
                    <p:grpSp>
                      <p:nvGrpSpPr>
                        <p:cNvPr id="8379" name="Group 8378">
                          <a:extLst>
                            <a:ext uri="{FF2B5EF4-FFF2-40B4-BE49-F238E27FC236}">
                              <a16:creationId xmlns:a16="http://schemas.microsoft.com/office/drawing/2014/main" id="{B31F94A1-C4C7-4B51-94CF-D54FC5C2C0B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70705"/>
                          <a:ext cx="101484" cy="1016226"/>
                          <a:chOff x="1800622" y="2364951"/>
                          <a:chExt cx="101484" cy="1016226"/>
                        </a:xfrm>
                      </p:grpSpPr>
                      <p:sp>
                        <p:nvSpPr>
                          <p:cNvPr id="8436" name="Flowchart: Connector 8435">
                            <a:extLst>
                              <a:ext uri="{FF2B5EF4-FFF2-40B4-BE49-F238E27FC236}">
                                <a16:creationId xmlns:a16="http://schemas.microsoft.com/office/drawing/2014/main" id="{6112DD6B-B5FF-4C3A-8A51-D216EB44E60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437" name="Flowchart: Connector 8436">
                            <a:extLst>
                              <a:ext uri="{FF2B5EF4-FFF2-40B4-BE49-F238E27FC236}">
                                <a16:creationId xmlns:a16="http://schemas.microsoft.com/office/drawing/2014/main" id="{17596E8D-C137-4471-988A-389FD175F75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438" name="Flowchart: Connector 8437">
                            <a:extLst>
                              <a:ext uri="{FF2B5EF4-FFF2-40B4-BE49-F238E27FC236}">
                                <a16:creationId xmlns:a16="http://schemas.microsoft.com/office/drawing/2014/main" id="{58229AAE-EFBC-40A0-8DC0-C14EFC72223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439" name="Flowchart: Connector 8438">
                            <a:extLst>
                              <a:ext uri="{FF2B5EF4-FFF2-40B4-BE49-F238E27FC236}">
                                <a16:creationId xmlns:a16="http://schemas.microsoft.com/office/drawing/2014/main" id="{AA37D4E1-18E5-4CAC-96D9-B1D0D903E49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649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8380" name="Group 8379">
                          <a:extLst>
                            <a:ext uri="{FF2B5EF4-FFF2-40B4-BE49-F238E27FC236}">
                              <a16:creationId xmlns:a16="http://schemas.microsoft.com/office/drawing/2014/main" id="{9F4A0072-30F1-4A9B-B5DC-EB1B717DCAF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23034"/>
                          <a:ext cx="1057223" cy="1476716"/>
                          <a:chOff x="2114232" y="1523034"/>
                          <a:chExt cx="1057223" cy="1476716"/>
                        </a:xfrm>
                      </p:grpSpPr>
                      <p:grpSp>
                        <p:nvGrpSpPr>
                          <p:cNvPr id="8381" name="Group 8380">
                            <a:extLst>
                              <a:ext uri="{FF2B5EF4-FFF2-40B4-BE49-F238E27FC236}">
                                <a16:creationId xmlns:a16="http://schemas.microsoft.com/office/drawing/2014/main" id="{8A3F9A54-037C-4074-B1D7-0733A74FE3E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47544" cy="539639"/>
                            <a:chOff x="3717189" y="1719497"/>
                            <a:chExt cx="1047544" cy="539639"/>
                          </a:xfrm>
                        </p:grpSpPr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429" name="3D Model 8428" descr="Sphere">
                                  <a:extLst>
                                    <a:ext uri="{FF2B5EF4-FFF2-40B4-BE49-F238E27FC236}">
                                      <a16:creationId xmlns:a16="http://schemas.microsoft.com/office/drawing/2014/main" id="{FB7A0C7F-E589-4730-8FA1-7E33F1422B6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47398510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430" name="Flowchart: Connector 8429">
                              <a:extLst>
                                <a:ext uri="{FF2B5EF4-FFF2-40B4-BE49-F238E27FC236}">
                                  <a16:creationId xmlns:a16="http://schemas.microsoft.com/office/drawing/2014/main" id="{F9D0477E-4B1D-4B24-8CFB-A926FCC7977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431" name="3D Model 8430" descr="Sphere">
                                  <a:extLst>
                                    <a:ext uri="{FF2B5EF4-FFF2-40B4-BE49-F238E27FC236}">
                                      <a16:creationId xmlns:a16="http://schemas.microsoft.com/office/drawing/2014/main" id="{9EA78D57-2D4E-4490-BA72-57D5B9B6EEB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235555976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432" name="Flowchart: Connector 8431">
                              <a:extLst>
                                <a:ext uri="{FF2B5EF4-FFF2-40B4-BE49-F238E27FC236}">
                                  <a16:creationId xmlns:a16="http://schemas.microsoft.com/office/drawing/2014/main" id="{540184C8-528F-495F-9137-FB9B2410A9D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433" name="3D Model 8432" descr="Sphere">
                                  <a:extLst>
                                    <a:ext uri="{FF2B5EF4-FFF2-40B4-BE49-F238E27FC236}">
                                      <a16:creationId xmlns:a16="http://schemas.microsoft.com/office/drawing/2014/main" id="{E7D1CFCB-83CE-4A79-8B20-5146C1ACD0F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233740601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434" name="Flowchart: Connector 8433">
                              <a:extLst>
                                <a:ext uri="{FF2B5EF4-FFF2-40B4-BE49-F238E27FC236}">
                                  <a16:creationId xmlns:a16="http://schemas.microsoft.com/office/drawing/2014/main" id="{4A47AC0F-9381-4F1D-AE08-EE7ED5F757E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435" name="3D Model 8434" descr="Sphere">
                                  <a:extLst>
                                    <a:ext uri="{FF2B5EF4-FFF2-40B4-BE49-F238E27FC236}">
                                      <a16:creationId xmlns:a16="http://schemas.microsoft.com/office/drawing/2014/main" id="{1CC80BE3-265D-4C1D-9AD7-928D695E03C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463572604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8382" name="Group 8381">
                            <a:extLst>
                              <a:ext uri="{FF2B5EF4-FFF2-40B4-BE49-F238E27FC236}">
                                <a16:creationId xmlns:a16="http://schemas.microsoft.com/office/drawing/2014/main" id="{E68C4F2A-06CC-41D1-B718-E8B0B1E6A08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8414" name="Flowchart: Connector 8413">
                              <a:extLst>
                                <a:ext uri="{FF2B5EF4-FFF2-40B4-BE49-F238E27FC236}">
                                  <a16:creationId xmlns:a16="http://schemas.microsoft.com/office/drawing/2014/main" id="{8296F52F-EDD5-4A3B-889F-5AC517F5025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415" name="Flowchart: Connector 8414">
                              <a:extLst>
                                <a:ext uri="{FF2B5EF4-FFF2-40B4-BE49-F238E27FC236}">
                                  <a16:creationId xmlns:a16="http://schemas.microsoft.com/office/drawing/2014/main" id="{598E0E8A-BD23-449C-BDDF-242DC9BE149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416" name="Flowchart: Connector 8415">
                              <a:extLst>
                                <a:ext uri="{FF2B5EF4-FFF2-40B4-BE49-F238E27FC236}">
                                  <a16:creationId xmlns:a16="http://schemas.microsoft.com/office/drawing/2014/main" id="{667D1D81-B0DC-4698-A991-D3BCDBE8895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417" name="Flowchart: Connector 8416">
                              <a:extLst>
                                <a:ext uri="{FF2B5EF4-FFF2-40B4-BE49-F238E27FC236}">
                                  <a16:creationId xmlns:a16="http://schemas.microsoft.com/office/drawing/2014/main" id="{97060C76-A859-4DFA-AC76-D895915A80F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418" name="Flowchart: Connector 8417">
                              <a:extLst>
                                <a:ext uri="{FF2B5EF4-FFF2-40B4-BE49-F238E27FC236}">
                                  <a16:creationId xmlns:a16="http://schemas.microsoft.com/office/drawing/2014/main" id="{CFFA3170-4807-4499-B296-FC8AFD52753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419" name="Flowchart: Connector 8418">
                              <a:extLst>
                                <a:ext uri="{FF2B5EF4-FFF2-40B4-BE49-F238E27FC236}">
                                  <a16:creationId xmlns:a16="http://schemas.microsoft.com/office/drawing/2014/main" id="{8C83FA91-DBF3-465B-86F6-A32A26D478D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420" name="Flowchart: Connector 8419">
                              <a:extLst>
                                <a:ext uri="{FF2B5EF4-FFF2-40B4-BE49-F238E27FC236}">
                                  <a16:creationId xmlns:a16="http://schemas.microsoft.com/office/drawing/2014/main" id="{4F2C37EE-8BD0-4CD0-AA30-FAB12BE31A5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421" name="Flowchart: Connector 8420">
                              <a:extLst>
                                <a:ext uri="{FF2B5EF4-FFF2-40B4-BE49-F238E27FC236}">
                                  <a16:creationId xmlns:a16="http://schemas.microsoft.com/office/drawing/2014/main" id="{DE154CF8-5DDE-4F15-A2FE-DAB0A4A5FAF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422" name="3D Model 8421" descr="Sphere">
                                  <a:extLst>
                                    <a:ext uri="{FF2B5EF4-FFF2-40B4-BE49-F238E27FC236}">
                                      <a16:creationId xmlns:a16="http://schemas.microsoft.com/office/drawing/2014/main" id="{18F88A89-06EE-478C-83C5-8E75B79AC12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070014215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423" name="Flowchart: Connector 8422">
                              <a:extLst>
                                <a:ext uri="{FF2B5EF4-FFF2-40B4-BE49-F238E27FC236}">
                                  <a16:creationId xmlns:a16="http://schemas.microsoft.com/office/drawing/2014/main" id="{A09C7ECB-C9C5-4807-B0F2-891B8024380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424" name="3D Model 8423" descr="Sphere">
                                  <a:extLst>
                                    <a:ext uri="{FF2B5EF4-FFF2-40B4-BE49-F238E27FC236}">
                                      <a16:creationId xmlns:a16="http://schemas.microsoft.com/office/drawing/2014/main" id="{4FB0A689-0F7F-4DD8-9464-9608F27F45E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209018452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425" name="Flowchart: Connector 8424">
                              <a:extLst>
                                <a:ext uri="{FF2B5EF4-FFF2-40B4-BE49-F238E27FC236}">
                                  <a16:creationId xmlns:a16="http://schemas.microsoft.com/office/drawing/2014/main" id="{03D254C9-E07C-433E-99C6-CAD292293AC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426" name="3D Model 8425" descr="Sphere">
                                  <a:extLst>
                                    <a:ext uri="{FF2B5EF4-FFF2-40B4-BE49-F238E27FC236}">
                                      <a16:creationId xmlns:a16="http://schemas.microsoft.com/office/drawing/2014/main" id="{4AA3634E-A83F-4DA0-8C93-15B4157FF0F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593111975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427" name="Flowchart: Connector 8426">
                              <a:extLst>
                                <a:ext uri="{FF2B5EF4-FFF2-40B4-BE49-F238E27FC236}">
                                  <a16:creationId xmlns:a16="http://schemas.microsoft.com/office/drawing/2014/main" id="{A2579CBD-CF80-4D7A-9495-36D2C43FC2B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428" name="3D Model 8427" descr="Sphere">
                                  <a:extLst>
                                    <a:ext uri="{FF2B5EF4-FFF2-40B4-BE49-F238E27FC236}">
                                      <a16:creationId xmlns:a16="http://schemas.microsoft.com/office/drawing/2014/main" id="{997D8384-6744-4340-9AC0-01E2A1BBABC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27447065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8383" name="Group 8382">
                            <a:extLst>
                              <a:ext uri="{FF2B5EF4-FFF2-40B4-BE49-F238E27FC236}">
                                <a16:creationId xmlns:a16="http://schemas.microsoft.com/office/drawing/2014/main" id="{4A1A2C7A-4565-477B-AD5C-670C128E51F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8399" name="Flowchart: Connector 8398">
                              <a:extLst>
                                <a:ext uri="{FF2B5EF4-FFF2-40B4-BE49-F238E27FC236}">
                                  <a16:creationId xmlns:a16="http://schemas.microsoft.com/office/drawing/2014/main" id="{6CFD56EA-5346-457A-AA5B-7205E509424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400" name="Flowchart: Connector 8399">
                              <a:extLst>
                                <a:ext uri="{FF2B5EF4-FFF2-40B4-BE49-F238E27FC236}">
                                  <a16:creationId xmlns:a16="http://schemas.microsoft.com/office/drawing/2014/main" id="{4BF41B59-D715-4D1B-9ED2-AC0419C4A01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401" name="Flowchart: Connector 8400">
                              <a:extLst>
                                <a:ext uri="{FF2B5EF4-FFF2-40B4-BE49-F238E27FC236}">
                                  <a16:creationId xmlns:a16="http://schemas.microsoft.com/office/drawing/2014/main" id="{74FDDAFA-BB71-4C71-8A6A-5DE051D2D3E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402" name="Flowchart: Connector 8401">
                              <a:extLst>
                                <a:ext uri="{FF2B5EF4-FFF2-40B4-BE49-F238E27FC236}">
                                  <a16:creationId xmlns:a16="http://schemas.microsoft.com/office/drawing/2014/main" id="{08204A9B-9421-4AF9-85F7-032903F50EB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403" name="Flowchart: Connector 8402">
                              <a:extLst>
                                <a:ext uri="{FF2B5EF4-FFF2-40B4-BE49-F238E27FC236}">
                                  <a16:creationId xmlns:a16="http://schemas.microsoft.com/office/drawing/2014/main" id="{72B5BD6A-EC5B-4323-9C93-273D54C210C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404" name="Flowchart: Connector 8403">
                              <a:extLst>
                                <a:ext uri="{FF2B5EF4-FFF2-40B4-BE49-F238E27FC236}">
                                  <a16:creationId xmlns:a16="http://schemas.microsoft.com/office/drawing/2014/main" id="{642A2CEF-3774-439C-8132-B994F22D71B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405" name="Flowchart: Connector 8404">
                              <a:extLst>
                                <a:ext uri="{FF2B5EF4-FFF2-40B4-BE49-F238E27FC236}">
                                  <a16:creationId xmlns:a16="http://schemas.microsoft.com/office/drawing/2014/main" id="{0EE29D3F-3BE9-4EFA-94A3-C26D3F65EE4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406" name="Flowchart: Connector 8405">
                              <a:extLst>
                                <a:ext uri="{FF2B5EF4-FFF2-40B4-BE49-F238E27FC236}">
                                  <a16:creationId xmlns:a16="http://schemas.microsoft.com/office/drawing/2014/main" id="{FA592A19-8722-47D2-8065-B6F698B21A9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407" name="3D Model 8406" descr="Sphere">
                                  <a:extLst>
                                    <a:ext uri="{FF2B5EF4-FFF2-40B4-BE49-F238E27FC236}">
                                      <a16:creationId xmlns:a16="http://schemas.microsoft.com/office/drawing/2014/main" id="{7FC34BE9-DDD1-4B17-944E-ED27DEB5479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324761682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408" name="Flowchart: Connector 8407">
                              <a:extLst>
                                <a:ext uri="{FF2B5EF4-FFF2-40B4-BE49-F238E27FC236}">
                                  <a16:creationId xmlns:a16="http://schemas.microsoft.com/office/drawing/2014/main" id="{B97D8DA3-1D37-4DAB-9F44-21334389A19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409" name="3D Model 8408" descr="Sphere">
                                  <a:extLst>
                                    <a:ext uri="{FF2B5EF4-FFF2-40B4-BE49-F238E27FC236}">
                                      <a16:creationId xmlns:a16="http://schemas.microsoft.com/office/drawing/2014/main" id="{13D38421-6C7A-46FD-B0E8-99D0FFC4157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217176737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410" name="Flowchart: Connector 8409">
                              <a:extLst>
                                <a:ext uri="{FF2B5EF4-FFF2-40B4-BE49-F238E27FC236}">
                                  <a16:creationId xmlns:a16="http://schemas.microsoft.com/office/drawing/2014/main" id="{8F472B3F-4370-46BA-96E2-0CB76DD1AB5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411" name="3D Model 8410" descr="Sphere">
                                  <a:extLst>
                                    <a:ext uri="{FF2B5EF4-FFF2-40B4-BE49-F238E27FC236}">
                                      <a16:creationId xmlns:a16="http://schemas.microsoft.com/office/drawing/2014/main" id="{1163F406-6E8D-4275-A7E7-07BB86409CA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967041828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412" name="Flowchart: Connector 8411">
                              <a:extLst>
                                <a:ext uri="{FF2B5EF4-FFF2-40B4-BE49-F238E27FC236}">
                                  <a16:creationId xmlns:a16="http://schemas.microsoft.com/office/drawing/2014/main" id="{B83695C9-348E-4C91-A257-D044F7D0C7B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413" name="3D Model 8412" descr="Sphere">
                                  <a:extLst>
                                    <a:ext uri="{FF2B5EF4-FFF2-40B4-BE49-F238E27FC236}">
                                      <a16:creationId xmlns:a16="http://schemas.microsoft.com/office/drawing/2014/main" id="{C5890E5B-9805-4A79-8889-04490CE2931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76891728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8384" name="Flowchart: Connector 8383">
                            <a:extLst>
                              <a:ext uri="{FF2B5EF4-FFF2-40B4-BE49-F238E27FC236}">
                                <a16:creationId xmlns:a16="http://schemas.microsoft.com/office/drawing/2014/main" id="{89F759BF-14BA-4CC5-86E4-685F1D5586E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385" name="Flowchart: Connector 8384">
                            <a:extLst>
                              <a:ext uri="{FF2B5EF4-FFF2-40B4-BE49-F238E27FC236}">
                                <a16:creationId xmlns:a16="http://schemas.microsoft.com/office/drawing/2014/main" id="{D1BF6061-1F25-4B4B-AF46-E6A6B397690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386" name="Flowchart: Connector 8385">
                            <a:extLst>
                              <a:ext uri="{FF2B5EF4-FFF2-40B4-BE49-F238E27FC236}">
                                <a16:creationId xmlns:a16="http://schemas.microsoft.com/office/drawing/2014/main" id="{F778C4E5-54A3-4DA6-8CEC-80C3FACDDB2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387" name="Flowchart: Connector 8386">
                            <a:extLst>
                              <a:ext uri="{FF2B5EF4-FFF2-40B4-BE49-F238E27FC236}">
                                <a16:creationId xmlns:a16="http://schemas.microsoft.com/office/drawing/2014/main" id="{F1755261-61B3-4223-81AC-22A52BFA2F8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388" name="Flowchart: Connector 8387">
                            <a:extLst>
                              <a:ext uri="{FF2B5EF4-FFF2-40B4-BE49-F238E27FC236}">
                                <a16:creationId xmlns:a16="http://schemas.microsoft.com/office/drawing/2014/main" id="{1488637A-4E53-4787-9431-70CBC6BD08C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389" name="Flowchart: Connector 8388">
                            <a:extLst>
                              <a:ext uri="{FF2B5EF4-FFF2-40B4-BE49-F238E27FC236}">
                                <a16:creationId xmlns:a16="http://schemas.microsoft.com/office/drawing/2014/main" id="{E94B2D62-E6F4-40BB-9785-DC3277E69E0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390" name="Flowchart: Connector 8389">
                            <a:extLst>
                              <a:ext uri="{FF2B5EF4-FFF2-40B4-BE49-F238E27FC236}">
                                <a16:creationId xmlns:a16="http://schemas.microsoft.com/office/drawing/2014/main" id="{09367529-64A8-4E0C-AD32-E3DDDE3AEEC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391" name="Flowchart: Connector 8390">
                            <a:extLst>
                              <a:ext uri="{FF2B5EF4-FFF2-40B4-BE49-F238E27FC236}">
                                <a16:creationId xmlns:a16="http://schemas.microsoft.com/office/drawing/2014/main" id="{FF34F02F-7E40-4B9B-AD29-825BDCF28CF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392" name="3D Model 8391" descr="Sphere">
                                <a:extLst>
                                  <a:ext uri="{FF2B5EF4-FFF2-40B4-BE49-F238E27FC236}">
                                    <a16:creationId xmlns:a16="http://schemas.microsoft.com/office/drawing/2014/main" id="{E4FCFFA6-EED4-4946-A223-C2013AD6C2E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596398129"/>
                                  </p:ext>
                                </p:extLst>
                              </p:nvPr>
                            </p:nvGraphicFramePr>
                            <p:xfrm>
                              <a:off x="2134543" y="1523034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053" name="3D Model 1052" descr="Sphere">
                                <a:extLst>
                                  <a:ext uri="{FF2B5EF4-FFF2-40B4-BE49-F238E27FC236}">
                                    <a16:creationId xmlns:a16="http://schemas.microsoft.com/office/drawing/2014/main" id="{E185EB93-A5FF-4887-8019-45BC41F007C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769931" y="221797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393" name="Flowchart: Connector 8392">
                            <a:extLst>
                              <a:ext uri="{FF2B5EF4-FFF2-40B4-BE49-F238E27FC236}">
                                <a16:creationId xmlns:a16="http://schemas.microsoft.com/office/drawing/2014/main" id="{E6DDBA2F-610B-4E32-A2AE-AADA43CD307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394" name="3D Model 8393" descr="Sphere">
                                <a:extLst>
                                  <a:ext uri="{FF2B5EF4-FFF2-40B4-BE49-F238E27FC236}">
                                    <a16:creationId xmlns:a16="http://schemas.microsoft.com/office/drawing/2014/main" id="{E747ACD1-B7EF-4702-93C0-EAAB0E9CD75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99849142"/>
                                  </p:ext>
                                </p:extLst>
                              </p:nvPr>
                            </p:nvGraphicFramePr>
                            <p:xfrm>
                              <a:off x="2371307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055" name="3D Model 1054" descr="Sphere">
                                <a:extLst>
                                  <a:ext uri="{FF2B5EF4-FFF2-40B4-BE49-F238E27FC236}">
                                    <a16:creationId xmlns:a16="http://schemas.microsoft.com/office/drawing/2014/main" id="{FF50E6D9-E8A3-4B47-BD1E-DB43B9D0075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811059" y="2228657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395" name="Flowchart: Connector 8394">
                            <a:extLst>
                              <a:ext uri="{FF2B5EF4-FFF2-40B4-BE49-F238E27FC236}">
                                <a16:creationId xmlns:a16="http://schemas.microsoft.com/office/drawing/2014/main" id="{1DBB29B7-FF32-4551-8532-0B43A2F1A54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4559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396" name="3D Model 8395" descr="Sphere">
                                <a:extLst>
                                  <a:ext uri="{FF2B5EF4-FFF2-40B4-BE49-F238E27FC236}">
                                    <a16:creationId xmlns:a16="http://schemas.microsoft.com/office/drawing/2014/main" id="{8729F1FA-5408-464A-8268-756B49B9AF5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199508189"/>
                                  </p:ext>
                                </p:extLst>
                              </p:nvPr>
                            </p:nvGraphicFramePr>
                            <p:xfrm>
                              <a:off x="2609177" y="164155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057" name="3D Model 1056" descr="Sphere">
                                <a:extLst>
                                  <a:ext uri="{FF2B5EF4-FFF2-40B4-BE49-F238E27FC236}">
                                    <a16:creationId xmlns:a16="http://schemas.microsoft.com/office/drawing/2014/main" id="{6A436E4E-5C07-4DFB-A10F-61442DFC805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852378" y="2240296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397" name="Flowchart: Connector 8396">
                            <a:extLst>
                              <a:ext uri="{FF2B5EF4-FFF2-40B4-BE49-F238E27FC236}">
                                <a16:creationId xmlns:a16="http://schemas.microsoft.com/office/drawing/2014/main" id="{E849B9D5-9B4B-4CEF-B4B9-88DA78F0526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398" name="3D Model 8397" descr="Sphere">
                                <a:extLst>
                                  <a:ext uri="{FF2B5EF4-FFF2-40B4-BE49-F238E27FC236}">
                                    <a16:creationId xmlns:a16="http://schemas.microsoft.com/office/drawing/2014/main" id="{7C396ADF-29C3-41C7-8FB1-BDE89540337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729157342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6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6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059" name="3D Model 1058" descr="Sphere">
                                <a:extLst>
                                  <a:ext uri="{FF2B5EF4-FFF2-40B4-BE49-F238E27FC236}">
                                    <a16:creationId xmlns:a16="http://schemas.microsoft.com/office/drawing/2014/main" id="{1091C89F-AB3F-4E91-A247-7DE232367EF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899004" y="2256690"/>
                                <a:ext cx="51046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8159" name="Group 8158">
                        <a:extLst>
                          <a:ext uri="{FF2B5EF4-FFF2-40B4-BE49-F238E27FC236}">
                            <a16:creationId xmlns:a16="http://schemas.microsoft.com/office/drawing/2014/main" id="{65E72910-43DC-4462-8D71-FFD4134440F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3325" y="2268938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8376" name="Flowchart: Connector 8375">
                          <a:extLst>
                            <a:ext uri="{FF2B5EF4-FFF2-40B4-BE49-F238E27FC236}">
                              <a16:creationId xmlns:a16="http://schemas.microsoft.com/office/drawing/2014/main" id="{D81B06CD-1D9C-4C9B-B77B-69054BD3ECE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377" name="Flowchart: Connector 8376">
                          <a:extLst>
                            <a:ext uri="{FF2B5EF4-FFF2-40B4-BE49-F238E27FC236}">
                              <a16:creationId xmlns:a16="http://schemas.microsoft.com/office/drawing/2014/main" id="{4478D5F0-D998-4BAB-AF88-92D5FE9A99E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378" name="Flowchart: Connector 8377">
                          <a:extLst>
                            <a:ext uri="{FF2B5EF4-FFF2-40B4-BE49-F238E27FC236}">
                              <a16:creationId xmlns:a16="http://schemas.microsoft.com/office/drawing/2014/main" id="{B8BB5B1F-84F2-4E85-B015-4652CFB5F5B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8160" name="Flowchart: Connector 8159">
                        <a:extLst>
                          <a:ext uri="{FF2B5EF4-FFF2-40B4-BE49-F238E27FC236}">
                            <a16:creationId xmlns:a16="http://schemas.microsoft.com/office/drawing/2014/main" id="{9AF89536-2636-4A2E-BC1D-8B35026DD52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37026" y="201261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161" name="Flowchart: Connector 8160">
                        <a:extLst>
                          <a:ext uri="{FF2B5EF4-FFF2-40B4-BE49-F238E27FC236}">
                            <a16:creationId xmlns:a16="http://schemas.microsoft.com/office/drawing/2014/main" id="{1970E116-D6B7-4810-AB21-9122AC9E30C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588002" y="208727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8162" name="Group 8161">
                        <a:extLst>
                          <a:ext uri="{FF2B5EF4-FFF2-40B4-BE49-F238E27FC236}">
                            <a16:creationId xmlns:a16="http://schemas.microsoft.com/office/drawing/2014/main" id="{F93FAE91-D6BC-4428-BF0D-D3ABE604EB21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228750">
                        <a:off x="1171220" y="1918660"/>
                        <a:ext cx="698062" cy="387533"/>
                        <a:chOff x="854933" y="2290871"/>
                        <a:chExt cx="698062" cy="387533"/>
                      </a:xfrm>
                    </p:grpSpPr>
                    <p:sp>
                      <p:nvSpPr>
                        <p:cNvPr id="8373" name="Flowchart: Connector 8372">
                          <a:extLst>
                            <a:ext uri="{FF2B5EF4-FFF2-40B4-BE49-F238E27FC236}">
                              <a16:creationId xmlns:a16="http://schemas.microsoft.com/office/drawing/2014/main" id="{2C605BAE-9759-4A9F-8752-0C830EF10BA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3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374" name="Flowchart: Connector 8373">
                          <a:extLst>
                            <a:ext uri="{FF2B5EF4-FFF2-40B4-BE49-F238E27FC236}">
                              <a16:creationId xmlns:a16="http://schemas.microsoft.com/office/drawing/2014/main" id="{0BC8C240-1AD5-4525-83E6-704F881A796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5206" y="2377897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375" name="Flowchart: Connector 8374">
                          <a:extLst>
                            <a:ext uri="{FF2B5EF4-FFF2-40B4-BE49-F238E27FC236}">
                              <a16:creationId xmlns:a16="http://schemas.microsoft.com/office/drawing/2014/main" id="{54202BD9-AB2A-4217-B3B2-B78BD67891F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41136" y="2462404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8163" name="Group 8162">
                        <a:extLst>
                          <a:ext uri="{FF2B5EF4-FFF2-40B4-BE49-F238E27FC236}">
                            <a16:creationId xmlns:a16="http://schemas.microsoft.com/office/drawing/2014/main" id="{69AD4AF4-DBEB-4049-9414-BBECA7FB003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49741" y="1890320"/>
                        <a:ext cx="1098636" cy="1497980"/>
                        <a:chOff x="2089993" y="1501770"/>
                        <a:chExt cx="1098636" cy="1497980"/>
                      </a:xfrm>
                    </p:grpSpPr>
                    <p:grpSp>
                      <p:nvGrpSpPr>
                        <p:cNvPr id="8308" name="Group 8307">
                          <a:extLst>
                            <a:ext uri="{FF2B5EF4-FFF2-40B4-BE49-F238E27FC236}">
                              <a16:creationId xmlns:a16="http://schemas.microsoft.com/office/drawing/2014/main" id="{92AAD260-F8CF-4314-A8F0-9CE22EC68EF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34990"/>
                          <a:ext cx="101484" cy="1051941"/>
                          <a:chOff x="1800622" y="2329236"/>
                          <a:chExt cx="101484" cy="1051941"/>
                        </a:xfrm>
                      </p:grpSpPr>
                      <p:sp>
                        <p:nvSpPr>
                          <p:cNvPr id="8369" name="Flowchart: Connector 8368">
                            <a:extLst>
                              <a:ext uri="{FF2B5EF4-FFF2-40B4-BE49-F238E27FC236}">
                                <a16:creationId xmlns:a16="http://schemas.microsoft.com/office/drawing/2014/main" id="{E1D24538-0E47-4D2F-A3D9-EEFE6D86B1A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370" name="Flowchart: Connector 8369">
                            <a:extLst>
                              <a:ext uri="{FF2B5EF4-FFF2-40B4-BE49-F238E27FC236}">
                                <a16:creationId xmlns:a16="http://schemas.microsoft.com/office/drawing/2014/main" id="{58608951-4E19-448E-80B9-039A3ABCC10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371" name="Flowchart: Connector 8370">
                            <a:extLst>
                              <a:ext uri="{FF2B5EF4-FFF2-40B4-BE49-F238E27FC236}">
                                <a16:creationId xmlns:a16="http://schemas.microsoft.com/office/drawing/2014/main" id="{CF259759-A525-4AE6-966E-AFDC22D4EAD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372" name="Flowchart: Connector 8371">
                            <a:extLst>
                              <a:ext uri="{FF2B5EF4-FFF2-40B4-BE49-F238E27FC236}">
                                <a16:creationId xmlns:a16="http://schemas.microsoft.com/office/drawing/2014/main" id="{FD2E4DFA-8B3D-481C-99B5-733F1406EBE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2923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8309" name="Group 8308">
                          <a:extLst>
                            <a:ext uri="{FF2B5EF4-FFF2-40B4-BE49-F238E27FC236}">
                              <a16:creationId xmlns:a16="http://schemas.microsoft.com/office/drawing/2014/main" id="{701E8940-D42D-46C0-AF6C-B124E1BFFC0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01770"/>
                          <a:ext cx="1074397" cy="1497980"/>
                          <a:chOff x="2114232" y="1501770"/>
                          <a:chExt cx="1074397" cy="1497980"/>
                        </a:xfrm>
                      </p:grpSpPr>
                      <p:grpSp>
                        <p:nvGrpSpPr>
                          <p:cNvPr id="8310" name="Group 8309">
                            <a:extLst>
                              <a:ext uri="{FF2B5EF4-FFF2-40B4-BE49-F238E27FC236}">
                                <a16:creationId xmlns:a16="http://schemas.microsoft.com/office/drawing/2014/main" id="{00E51471-ADC1-4638-B599-FC33F84C856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8361" name="Flowchart: Connector 8360">
                              <a:extLst>
                                <a:ext uri="{FF2B5EF4-FFF2-40B4-BE49-F238E27FC236}">
                                  <a16:creationId xmlns:a16="http://schemas.microsoft.com/office/drawing/2014/main" id="{A467F5FF-378D-464A-85BB-3AF5FD3A703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362" name="3D Model 8361" descr="Sphere">
                                  <a:extLst>
                                    <a:ext uri="{FF2B5EF4-FFF2-40B4-BE49-F238E27FC236}">
                                      <a16:creationId xmlns:a16="http://schemas.microsoft.com/office/drawing/2014/main" id="{D85C918E-9FA9-4995-92C4-1AD39D90BAF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200441943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363" name="Flowchart: Connector 8362">
                              <a:extLst>
                                <a:ext uri="{FF2B5EF4-FFF2-40B4-BE49-F238E27FC236}">
                                  <a16:creationId xmlns:a16="http://schemas.microsoft.com/office/drawing/2014/main" id="{F5B024C3-8BB4-49DD-B079-9FC0CB65187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364" name="3D Model 8363" descr="Sphere">
                                  <a:extLst>
                                    <a:ext uri="{FF2B5EF4-FFF2-40B4-BE49-F238E27FC236}">
                                      <a16:creationId xmlns:a16="http://schemas.microsoft.com/office/drawing/2014/main" id="{ABEDCC49-614D-4032-8D3D-4CD511CC8DE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661819970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365" name="Flowchart: Connector 8364">
                              <a:extLst>
                                <a:ext uri="{FF2B5EF4-FFF2-40B4-BE49-F238E27FC236}">
                                  <a16:creationId xmlns:a16="http://schemas.microsoft.com/office/drawing/2014/main" id="{3EF64EC6-9AC9-473F-A6C8-AA684A7FE37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366" name="3D Model 8365" descr="Sphere">
                                  <a:extLst>
                                    <a:ext uri="{FF2B5EF4-FFF2-40B4-BE49-F238E27FC236}">
                                      <a16:creationId xmlns:a16="http://schemas.microsoft.com/office/drawing/2014/main" id="{466466B8-0418-4E12-8CF9-511482DE3FF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162346035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367" name="Flowchart: Connector 8366">
                              <a:extLst>
                                <a:ext uri="{FF2B5EF4-FFF2-40B4-BE49-F238E27FC236}">
                                  <a16:creationId xmlns:a16="http://schemas.microsoft.com/office/drawing/2014/main" id="{9AE90407-2BA9-4054-AC9D-30780B2EAFB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368" name="3D Model 8367" descr="Sphere">
                                  <a:extLst>
                                    <a:ext uri="{FF2B5EF4-FFF2-40B4-BE49-F238E27FC236}">
                                      <a16:creationId xmlns:a16="http://schemas.microsoft.com/office/drawing/2014/main" id="{C0A8D6A7-BA31-4031-BC93-FB90F0DADF1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52150654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8311" name="Group 8310">
                            <a:extLst>
                              <a:ext uri="{FF2B5EF4-FFF2-40B4-BE49-F238E27FC236}">
                                <a16:creationId xmlns:a16="http://schemas.microsoft.com/office/drawing/2014/main" id="{2DCF0519-F18C-411E-90C0-0005876A509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8345" name="Flowchart: Connector 8344">
                              <a:extLst>
                                <a:ext uri="{FF2B5EF4-FFF2-40B4-BE49-F238E27FC236}">
                                  <a16:creationId xmlns:a16="http://schemas.microsoft.com/office/drawing/2014/main" id="{715E5F2C-3E6B-4E67-98C4-7DC32F670E9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346" name="Flowchart: Connector 8345">
                              <a:extLst>
                                <a:ext uri="{FF2B5EF4-FFF2-40B4-BE49-F238E27FC236}">
                                  <a16:creationId xmlns:a16="http://schemas.microsoft.com/office/drawing/2014/main" id="{84A9A0B4-2839-40A5-B627-B43D07635B9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347" name="Flowchart: Connector 8346">
                              <a:extLst>
                                <a:ext uri="{FF2B5EF4-FFF2-40B4-BE49-F238E27FC236}">
                                  <a16:creationId xmlns:a16="http://schemas.microsoft.com/office/drawing/2014/main" id="{C7EB4EED-7715-4441-ADEE-3D434518E67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348" name="Flowchart: Connector 8347">
                              <a:extLst>
                                <a:ext uri="{FF2B5EF4-FFF2-40B4-BE49-F238E27FC236}">
                                  <a16:creationId xmlns:a16="http://schemas.microsoft.com/office/drawing/2014/main" id="{B95805E9-31BD-47D5-A6C1-1709020B58A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349" name="Flowchart: Connector 8348">
                              <a:extLst>
                                <a:ext uri="{FF2B5EF4-FFF2-40B4-BE49-F238E27FC236}">
                                  <a16:creationId xmlns:a16="http://schemas.microsoft.com/office/drawing/2014/main" id="{B1356E59-1C04-4755-B123-C0F27549513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350" name="Flowchart: Connector 8349">
                              <a:extLst>
                                <a:ext uri="{FF2B5EF4-FFF2-40B4-BE49-F238E27FC236}">
                                  <a16:creationId xmlns:a16="http://schemas.microsoft.com/office/drawing/2014/main" id="{ECBE9548-E0C5-48B1-93CC-ADC49BC12CA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351" name="Flowchart: Connector 8350">
                              <a:extLst>
                                <a:ext uri="{FF2B5EF4-FFF2-40B4-BE49-F238E27FC236}">
                                  <a16:creationId xmlns:a16="http://schemas.microsoft.com/office/drawing/2014/main" id="{25056CAC-C877-4B9E-A168-0BAE7E1D8AF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352" name="Flowchart: Connector 8351">
                              <a:extLst>
                                <a:ext uri="{FF2B5EF4-FFF2-40B4-BE49-F238E27FC236}">
                                  <a16:creationId xmlns:a16="http://schemas.microsoft.com/office/drawing/2014/main" id="{923B148C-08E4-4C29-84F9-475F5A62660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353" name="Flowchart: Connector 8352">
                              <a:extLst>
                                <a:ext uri="{FF2B5EF4-FFF2-40B4-BE49-F238E27FC236}">
                                  <a16:creationId xmlns:a16="http://schemas.microsoft.com/office/drawing/2014/main" id="{2C2A96F9-8B8E-4333-B319-1F7F9B8C32D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354" name="3D Model 8353" descr="Sphere">
                                  <a:extLst>
                                    <a:ext uri="{FF2B5EF4-FFF2-40B4-BE49-F238E27FC236}">
                                      <a16:creationId xmlns:a16="http://schemas.microsoft.com/office/drawing/2014/main" id="{EF260230-2FB8-414E-BEF6-6E1975E7AE9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371404116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355" name="Flowchart: Connector 8354">
                              <a:extLst>
                                <a:ext uri="{FF2B5EF4-FFF2-40B4-BE49-F238E27FC236}">
                                  <a16:creationId xmlns:a16="http://schemas.microsoft.com/office/drawing/2014/main" id="{D333F62D-FFD9-470D-80A2-AFE8F4BF0E9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356" name="3D Model 8355" descr="Sphere">
                                  <a:extLst>
                                    <a:ext uri="{FF2B5EF4-FFF2-40B4-BE49-F238E27FC236}">
                                      <a16:creationId xmlns:a16="http://schemas.microsoft.com/office/drawing/2014/main" id="{6A41D218-5E86-4A5A-99FE-911C593F3C3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063472673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357" name="Flowchart: Connector 8356">
                              <a:extLst>
                                <a:ext uri="{FF2B5EF4-FFF2-40B4-BE49-F238E27FC236}">
                                  <a16:creationId xmlns:a16="http://schemas.microsoft.com/office/drawing/2014/main" id="{310EA2FE-2D42-4FFA-BF26-56ADD1D6752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358" name="3D Model 8357" descr="Sphere">
                                  <a:extLst>
                                    <a:ext uri="{FF2B5EF4-FFF2-40B4-BE49-F238E27FC236}">
                                      <a16:creationId xmlns:a16="http://schemas.microsoft.com/office/drawing/2014/main" id="{8335627E-DDFC-49E9-B228-28F664E5555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257252098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359" name="Flowchart: Connector 8358">
                              <a:extLst>
                                <a:ext uri="{FF2B5EF4-FFF2-40B4-BE49-F238E27FC236}">
                                  <a16:creationId xmlns:a16="http://schemas.microsoft.com/office/drawing/2014/main" id="{C75A55C4-B069-4D80-AF3F-193350B9DD3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360" name="3D Model 8359" descr="Sphere">
                                  <a:extLst>
                                    <a:ext uri="{FF2B5EF4-FFF2-40B4-BE49-F238E27FC236}">
                                      <a16:creationId xmlns:a16="http://schemas.microsoft.com/office/drawing/2014/main" id="{0174556C-CB35-45E3-84E0-2B8004B308B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55980744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8312" name="Group 8311">
                            <a:extLst>
                              <a:ext uri="{FF2B5EF4-FFF2-40B4-BE49-F238E27FC236}">
                                <a16:creationId xmlns:a16="http://schemas.microsoft.com/office/drawing/2014/main" id="{2C181CBA-8669-42E9-AEB2-06CBA0058FA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8329" name="Flowchart: Connector 8328">
                              <a:extLst>
                                <a:ext uri="{FF2B5EF4-FFF2-40B4-BE49-F238E27FC236}">
                                  <a16:creationId xmlns:a16="http://schemas.microsoft.com/office/drawing/2014/main" id="{A74AC893-7B0E-464D-A461-0F8B9460781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330" name="Flowchart: Connector 8329">
                              <a:extLst>
                                <a:ext uri="{FF2B5EF4-FFF2-40B4-BE49-F238E27FC236}">
                                  <a16:creationId xmlns:a16="http://schemas.microsoft.com/office/drawing/2014/main" id="{3A329692-3603-4C4F-8FE6-5F96CDED0FD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331" name="Flowchart: Connector 8330">
                              <a:extLst>
                                <a:ext uri="{FF2B5EF4-FFF2-40B4-BE49-F238E27FC236}">
                                  <a16:creationId xmlns:a16="http://schemas.microsoft.com/office/drawing/2014/main" id="{74A9BF36-5391-4873-BAA7-64A27F97F60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332" name="Flowchart: Connector 8331">
                              <a:extLst>
                                <a:ext uri="{FF2B5EF4-FFF2-40B4-BE49-F238E27FC236}">
                                  <a16:creationId xmlns:a16="http://schemas.microsoft.com/office/drawing/2014/main" id="{8955FBBE-EE78-4CE3-A5CC-D64BC8BBDF9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333" name="Flowchart: Connector 8332">
                              <a:extLst>
                                <a:ext uri="{FF2B5EF4-FFF2-40B4-BE49-F238E27FC236}">
                                  <a16:creationId xmlns:a16="http://schemas.microsoft.com/office/drawing/2014/main" id="{F433AA28-3643-410F-B4AA-0DE8152E10A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334" name="Flowchart: Connector 8333">
                              <a:extLst>
                                <a:ext uri="{FF2B5EF4-FFF2-40B4-BE49-F238E27FC236}">
                                  <a16:creationId xmlns:a16="http://schemas.microsoft.com/office/drawing/2014/main" id="{4F8272C2-8BC9-4FC4-A943-75D832C4FFB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335" name="Flowchart: Connector 8334">
                              <a:extLst>
                                <a:ext uri="{FF2B5EF4-FFF2-40B4-BE49-F238E27FC236}">
                                  <a16:creationId xmlns:a16="http://schemas.microsoft.com/office/drawing/2014/main" id="{0C8AFFA6-5B10-4130-B2B0-916774D2F9C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336" name="Flowchart: Connector 8335">
                              <a:extLst>
                                <a:ext uri="{FF2B5EF4-FFF2-40B4-BE49-F238E27FC236}">
                                  <a16:creationId xmlns:a16="http://schemas.microsoft.com/office/drawing/2014/main" id="{70984F8D-D40C-46D3-AA3B-5992B393ECF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337" name="Flowchart: Connector 8336">
                              <a:extLst>
                                <a:ext uri="{FF2B5EF4-FFF2-40B4-BE49-F238E27FC236}">
                                  <a16:creationId xmlns:a16="http://schemas.microsoft.com/office/drawing/2014/main" id="{CF5927D8-6A08-489F-9B9D-EF8A7CB44B5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338" name="3D Model 8337" descr="Sphere">
                                  <a:extLst>
                                    <a:ext uri="{FF2B5EF4-FFF2-40B4-BE49-F238E27FC236}">
                                      <a16:creationId xmlns:a16="http://schemas.microsoft.com/office/drawing/2014/main" id="{1B828239-146B-4E61-BE47-A1B40090932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974820473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339" name="Flowchart: Connector 8338">
                              <a:extLst>
                                <a:ext uri="{FF2B5EF4-FFF2-40B4-BE49-F238E27FC236}">
                                  <a16:creationId xmlns:a16="http://schemas.microsoft.com/office/drawing/2014/main" id="{B62F492E-6354-4156-A60E-8474D248246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340" name="3D Model 8339" descr="Sphere">
                                  <a:extLst>
                                    <a:ext uri="{FF2B5EF4-FFF2-40B4-BE49-F238E27FC236}">
                                      <a16:creationId xmlns:a16="http://schemas.microsoft.com/office/drawing/2014/main" id="{DD541FC7-A53F-40BA-92B0-2ABFDC44285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43651807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341" name="Flowchart: Connector 8340">
                              <a:extLst>
                                <a:ext uri="{FF2B5EF4-FFF2-40B4-BE49-F238E27FC236}">
                                  <a16:creationId xmlns:a16="http://schemas.microsoft.com/office/drawing/2014/main" id="{688E7B20-410C-4D9D-8E3F-5C62F58B45B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342" name="3D Model 8341" descr="Sphere">
                                  <a:extLst>
                                    <a:ext uri="{FF2B5EF4-FFF2-40B4-BE49-F238E27FC236}">
                                      <a16:creationId xmlns:a16="http://schemas.microsoft.com/office/drawing/2014/main" id="{8F5CE053-700A-4630-83B3-1F24C7AB667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514053194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343" name="Flowchart: Connector 8342">
                              <a:extLst>
                                <a:ext uri="{FF2B5EF4-FFF2-40B4-BE49-F238E27FC236}">
                                  <a16:creationId xmlns:a16="http://schemas.microsoft.com/office/drawing/2014/main" id="{A1192F9E-9BF9-44BF-98DF-E3AFF3F1B5E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344" name="3D Model 8343" descr="Sphere">
                                  <a:extLst>
                                    <a:ext uri="{FF2B5EF4-FFF2-40B4-BE49-F238E27FC236}">
                                      <a16:creationId xmlns:a16="http://schemas.microsoft.com/office/drawing/2014/main" id="{7E41B4F2-BAFC-4693-B8B2-E1F71C784C0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032741977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8313" name="Flowchart: Connector 8312">
                            <a:extLst>
                              <a:ext uri="{FF2B5EF4-FFF2-40B4-BE49-F238E27FC236}">
                                <a16:creationId xmlns:a16="http://schemas.microsoft.com/office/drawing/2014/main" id="{579920BA-DA8C-4B1D-B475-EDB4492E489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314" name="Flowchart: Connector 8313">
                            <a:extLst>
                              <a:ext uri="{FF2B5EF4-FFF2-40B4-BE49-F238E27FC236}">
                                <a16:creationId xmlns:a16="http://schemas.microsoft.com/office/drawing/2014/main" id="{707C3DE2-5341-4A53-8B2C-2F4ACA1F22B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315" name="Flowchart: Connector 8314">
                            <a:extLst>
                              <a:ext uri="{FF2B5EF4-FFF2-40B4-BE49-F238E27FC236}">
                                <a16:creationId xmlns:a16="http://schemas.microsoft.com/office/drawing/2014/main" id="{E48CB0CB-7ED7-4890-8109-E863FEBA0D3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316" name="Flowchart: Connector 8315">
                            <a:extLst>
                              <a:ext uri="{FF2B5EF4-FFF2-40B4-BE49-F238E27FC236}">
                                <a16:creationId xmlns:a16="http://schemas.microsoft.com/office/drawing/2014/main" id="{143FBDB7-C3D1-457E-8876-5FC655DAC57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317" name="Flowchart: Connector 8316">
                            <a:extLst>
                              <a:ext uri="{FF2B5EF4-FFF2-40B4-BE49-F238E27FC236}">
                                <a16:creationId xmlns:a16="http://schemas.microsoft.com/office/drawing/2014/main" id="{A8F2096C-8B17-4C1C-B91B-723A9CB5A75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318" name="Flowchart: Connector 8317">
                            <a:extLst>
                              <a:ext uri="{FF2B5EF4-FFF2-40B4-BE49-F238E27FC236}">
                                <a16:creationId xmlns:a16="http://schemas.microsoft.com/office/drawing/2014/main" id="{B40F9AEE-8F3B-47BC-BB56-CD4995E0545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319" name="Flowchart: Connector 8318">
                            <a:extLst>
                              <a:ext uri="{FF2B5EF4-FFF2-40B4-BE49-F238E27FC236}">
                                <a16:creationId xmlns:a16="http://schemas.microsoft.com/office/drawing/2014/main" id="{0BBBBF24-17E4-40C9-9DC5-39BA34D1577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320" name="Flowchart: Connector 8319">
                            <a:extLst>
                              <a:ext uri="{FF2B5EF4-FFF2-40B4-BE49-F238E27FC236}">
                                <a16:creationId xmlns:a16="http://schemas.microsoft.com/office/drawing/2014/main" id="{9F5CD264-FBB0-4745-89EE-6F452350742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321" name="Flowchart: Connector 8320">
                            <a:extLst>
                              <a:ext uri="{FF2B5EF4-FFF2-40B4-BE49-F238E27FC236}">
                                <a16:creationId xmlns:a16="http://schemas.microsoft.com/office/drawing/2014/main" id="{ACDE6B3C-0475-49AA-8C7A-D75427207CA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322" name="3D Model 8321" descr="Sphere">
                                <a:extLst>
                                  <a:ext uri="{FF2B5EF4-FFF2-40B4-BE49-F238E27FC236}">
                                    <a16:creationId xmlns:a16="http://schemas.microsoft.com/office/drawing/2014/main" id="{A6783892-C07A-495A-A1BC-D96401B18AF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906397028"/>
                                  </p:ext>
                                </p:extLst>
                              </p:nvPr>
                            </p:nvGraphicFramePr>
                            <p:xfrm>
                              <a:off x="2123911" y="1501770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83" name="3D Model 982" descr="Sphere">
                                <a:extLst>
                                  <a:ext uri="{FF2B5EF4-FFF2-40B4-BE49-F238E27FC236}">
                                    <a16:creationId xmlns:a16="http://schemas.microsoft.com/office/drawing/2014/main" id="{FB416F3B-0451-42EE-A1D4-E6FB787E5E4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729898" y="223785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323" name="Flowchart: Connector 8322">
                            <a:extLst>
                              <a:ext uri="{FF2B5EF4-FFF2-40B4-BE49-F238E27FC236}">
                                <a16:creationId xmlns:a16="http://schemas.microsoft.com/office/drawing/2014/main" id="{7E1665DA-1F10-4898-9C35-D4708A22E24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324" name="3D Model 8323" descr="Sphere">
                                <a:extLst>
                                  <a:ext uri="{FF2B5EF4-FFF2-40B4-BE49-F238E27FC236}">
                                    <a16:creationId xmlns:a16="http://schemas.microsoft.com/office/drawing/2014/main" id="{947D5999-DCB3-4BF2-AAB3-D055BB25AE7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986416022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85" name="3D Model 984" descr="Sphere">
                                <a:extLst>
                                  <a:ext uri="{FF2B5EF4-FFF2-40B4-BE49-F238E27FC236}">
                                    <a16:creationId xmlns:a16="http://schemas.microsoft.com/office/drawing/2014/main" id="{2E9E03F8-8480-42C0-99A1-5F214647DB3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771722" y="225254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325" name="Flowchart: Connector 8324">
                            <a:extLst>
                              <a:ext uri="{FF2B5EF4-FFF2-40B4-BE49-F238E27FC236}">
                                <a16:creationId xmlns:a16="http://schemas.microsoft.com/office/drawing/2014/main" id="{5EF1D9C3-390A-4A0A-B8E9-679FD1DA564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93292" y="171776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326" name="3D Model 8325" descr="Sphere">
                                <a:extLst>
                                  <a:ext uri="{FF2B5EF4-FFF2-40B4-BE49-F238E27FC236}">
                                    <a16:creationId xmlns:a16="http://schemas.microsoft.com/office/drawing/2014/main" id="{084A3171-376F-4D70-9185-EC03D550EE6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120134709"/>
                                  </p:ext>
                                </p:extLst>
                              </p:nvPr>
                            </p:nvGraphicFramePr>
                            <p:xfrm>
                              <a:off x="2622429" y="163823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87" name="3D Model 986" descr="Sphere">
                                <a:extLst>
                                  <a:ext uri="{FF2B5EF4-FFF2-40B4-BE49-F238E27FC236}">
                                    <a16:creationId xmlns:a16="http://schemas.microsoft.com/office/drawing/2014/main" id="{C171328B-1BA7-43BC-AD9C-A4153FC27D2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816494" y="2263557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327" name="Flowchart: Connector 8326">
                            <a:extLst>
                              <a:ext uri="{FF2B5EF4-FFF2-40B4-BE49-F238E27FC236}">
                                <a16:creationId xmlns:a16="http://schemas.microsoft.com/office/drawing/2014/main" id="{606590A7-0B76-4527-89A7-FFB587ACF03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328" name="3D Model 8327" descr="Sphere">
                                <a:extLst>
                                  <a:ext uri="{FF2B5EF4-FFF2-40B4-BE49-F238E27FC236}">
                                    <a16:creationId xmlns:a16="http://schemas.microsoft.com/office/drawing/2014/main" id="{A559AC60-095C-4485-87A9-12BF043EC52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608526876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89" name="3D Model 988" descr="Sphere">
                                <a:extLst>
                                  <a:ext uri="{FF2B5EF4-FFF2-40B4-BE49-F238E27FC236}">
                                    <a16:creationId xmlns:a16="http://schemas.microsoft.com/office/drawing/2014/main" id="{A2B7A9BF-F60A-4BAF-AAC1-A0035A95F75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860818" y="2280575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8164" name="Group 8163">
                        <a:extLst>
                          <a:ext uri="{FF2B5EF4-FFF2-40B4-BE49-F238E27FC236}">
                            <a16:creationId xmlns:a16="http://schemas.microsoft.com/office/drawing/2014/main" id="{D4B31EB2-A6AE-4FB6-8885-766D0955E36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547436" y="2361226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8305" name="Flowchart: Connector 8304">
                          <a:extLst>
                            <a:ext uri="{FF2B5EF4-FFF2-40B4-BE49-F238E27FC236}">
                              <a16:creationId xmlns:a16="http://schemas.microsoft.com/office/drawing/2014/main" id="{C5B16185-FAEA-4A75-BD18-24660D0A1F7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306" name="Flowchart: Connector 8305">
                          <a:extLst>
                            <a:ext uri="{FF2B5EF4-FFF2-40B4-BE49-F238E27FC236}">
                              <a16:creationId xmlns:a16="http://schemas.microsoft.com/office/drawing/2014/main" id="{078516BE-9936-4090-9944-74CD189B928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307" name="Flowchart: Connector 8306">
                          <a:extLst>
                            <a:ext uri="{FF2B5EF4-FFF2-40B4-BE49-F238E27FC236}">
                              <a16:creationId xmlns:a16="http://schemas.microsoft.com/office/drawing/2014/main" id="{B3FF7CAA-7361-460B-95DF-EA254492D7D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8165" name="Flowchart: Connector 8164">
                        <a:extLst>
                          <a:ext uri="{FF2B5EF4-FFF2-40B4-BE49-F238E27FC236}">
                            <a16:creationId xmlns:a16="http://schemas.microsoft.com/office/drawing/2014/main" id="{D198E842-6DFF-49A1-B0B2-932E5507793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19794" y="212254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166" name="Flowchart: Connector 8165">
                        <a:extLst>
                          <a:ext uri="{FF2B5EF4-FFF2-40B4-BE49-F238E27FC236}">
                            <a16:creationId xmlns:a16="http://schemas.microsoft.com/office/drawing/2014/main" id="{C131AF33-18F4-42BD-837E-9BFC18238B2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74020" y="218539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8167" name="Group 8166">
                        <a:extLst>
                          <a:ext uri="{FF2B5EF4-FFF2-40B4-BE49-F238E27FC236}">
                            <a16:creationId xmlns:a16="http://schemas.microsoft.com/office/drawing/2014/main" id="{52A61AEA-C092-4D4B-B001-D886A79627F6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18957">
                        <a:off x="941432" y="2025443"/>
                        <a:ext cx="710250" cy="369080"/>
                        <a:chOff x="854932" y="2290871"/>
                        <a:chExt cx="710250" cy="369080"/>
                      </a:xfrm>
                    </p:grpSpPr>
                    <p:sp>
                      <p:nvSpPr>
                        <p:cNvPr id="8302" name="Flowchart: Connector 8301">
                          <a:extLst>
                            <a:ext uri="{FF2B5EF4-FFF2-40B4-BE49-F238E27FC236}">
                              <a16:creationId xmlns:a16="http://schemas.microsoft.com/office/drawing/2014/main" id="{67196133-24AB-4377-A96F-CAE2A2A70A4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2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303" name="Flowchart: Connector 8302">
                          <a:extLst>
                            <a:ext uri="{FF2B5EF4-FFF2-40B4-BE49-F238E27FC236}">
                              <a16:creationId xmlns:a16="http://schemas.microsoft.com/office/drawing/2014/main" id="{57579A4A-DE6D-4D39-A33E-8A78CBCBFDD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1897" y="2377722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304" name="Flowchart: Connector 8303">
                          <a:extLst>
                            <a:ext uri="{FF2B5EF4-FFF2-40B4-BE49-F238E27FC236}">
                              <a16:creationId xmlns:a16="http://schemas.microsoft.com/office/drawing/2014/main" id="{55E64477-996F-4BB0-9FBE-95F0FE0FB7F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53323" y="244395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8168" name="Group 8167">
                        <a:extLst>
                          <a:ext uri="{FF2B5EF4-FFF2-40B4-BE49-F238E27FC236}">
                            <a16:creationId xmlns:a16="http://schemas.microsoft.com/office/drawing/2014/main" id="{04C073EB-0E07-4C16-BE44-02BA033E147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21287" y="1995259"/>
                        <a:ext cx="1102917" cy="1484052"/>
                        <a:chOff x="2085712" y="1515698"/>
                        <a:chExt cx="1102917" cy="1484052"/>
                      </a:xfrm>
                    </p:grpSpPr>
                    <p:grpSp>
                      <p:nvGrpSpPr>
                        <p:cNvPr id="8237" name="Group 8236">
                          <a:extLst>
                            <a:ext uri="{FF2B5EF4-FFF2-40B4-BE49-F238E27FC236}">
                              <a16:creationId xmlns:a16="http://schemas.microsoft.com/office/drawing/2014/main" id="{C61CE9B5-15D9-4275-B008-9BAB96AA490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5712" y="1648950"/>
                          <a:ext cx="105765" cy="1037981"/>
                          <a:chOff x="1796341" y="2343196"/>
                          <a:chExt cx="105765" cy="1037981"/>
                        </a:xfrm>
                      </p:grpSpPr>
                      <p:sp>
                        <p:nvSpPr>
                          <p:cNvPr id="8298" name="Flowchart: Connector 8297">
                            <a:extLst>
                              <a:ext uri="{FF2B5EF4-FFF2-40B4-BE49-F238E27FC236}">
                                <a16:creationId xmlns:a16="http://schemas.microsoft.com/office/drawing/2014/main" id="{0AA825D0-D32D-4FB3-AA54-9BDFE78F0D5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299" name="Flowchart: Connector 8298">
                            <a:extLst>
                              <a:ext uri="{FF2B5EF4-FFF2-40B4-BE49-F238E27FC236}">
                                <a16:creationId xmlns:a16="http://schemas.microsoft.com/office/drawing/2014/main" id="{43A40D8E-47C4-4D07-8488-CCA4FEA6CDC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300" name="Flowchart: Connector 8299">
                            <a:extLst>
                              <a:ext uri="{FF2B5EF4-FFF2-40B4-BE49-F238E27FC236}">
                                <a16:creationId xmlns:a16="http://schemas.microsoft.com/office/drawing/2014/main" id="{63DAB1E0-9765-495B-919E-8B9C22A17B5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301" name="Flowchart: Connector 8300">
                            <a:extLst>
                              <a:ext uri="{FF2B5EF4-FFF2-40B4-BE49-F238E27FC236}">
                                <a16:creationId xmlns:a16="http://schemas.microsoft.com/office/drawing/2014/main" id="{256130DE-C8BB-4530-971A-2825D2ABA5A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796341" y="2343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8238" name="Group 8237">
                          <a:extLst>
                            <a:ext uri="{FF2B5EF4-FFF2-40B4-BE49-F238E27FC236}">
                              <a16:creationId xmlns:a16="http://schemas.microsoft.com/office/drawing/2014/main" id="{F043A99D-8032-444E-B635-A8AD656AC14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15698"/>
                          <a:ext cx="1074397" cy="1484052"/>
                          <a:chOff x="2114232" y="1515698"/>
                          <a:chExt cx="1074397" cy="1484052"/>
                        </a:xfrm>
                      </p:grpSpPr>
                      <p:grpSp>
                        <p:nvGrpSpPr>
                          <p:cNvPr id="8239" name="Group 8238">
                            <a:extLst>
                              <a:ext uri="{FF2B5EF4-FFF2-40B4-BE49-F238E27FC236}">
                                <a16:creationId xmlns:a16="http://schemas.microsoft.com/office/drawing/2014/main" id="{8CD48C3E-09BF-490F-807A-AA46B1BC0FC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8290" name="Flowchart: Connector 8289">
                              <a:extLst>
                                <a:ext uri="{FF2B5EF4-FFF2-40B4-BE49-F238E27FC236}">
                                  <a16:creationId xmlns:a16="http://schemas.microsoft.com/office/drawing/2014/main" id="{712B3204-B27C-43EF-80D6-781DADDC78E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291" name="3D Model 8290" descr="Sphere">
                                  <a:extLst>
                                    <a:ext uri="{FF2B5EF4-FFF2-40B4-BE49-F238E27FC236}">
                                      <a16:creationId xmlns:a16="http://schemas.microsoft.com/office/drawing/2014/main" id="{E354168E-71AB-470C-81BF-8EAC604826E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570716282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292" name="Flowchart: Connector 8291">
                              <a:extLst>
                                <a:ext uri="{FF2B5EF4-FFF2-40B4-BE49-F238E27FC236}">
                                  <a16:creationId xmlns:a16="http://schemas.microsoft.com/office/drawing/2014/main" id="{95DEC658-9BAF-43D6-9BB9-33E69849958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293" name="3D Model 8292" descr="Sphere">
                                  <a:extLst>
                                    <a:ext uri="{FF2B5EF4-FFF2-40B4-BE49-F238E27FC236}">
                                      <a16:creationId xmlns:a16="http://schemas.microsoft.com/office/drawing/2014/main" id="{E1DBD1F8-421C-48D0-8855-FD8487B1970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81752876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294" name="Flowchart: Connector 8293">
                              <a:extLst>
                                <a:ext uri="{FF2B5EF4-FFF2-40B4-BE49-F238E27FC236}">
                                  <a16:creationId xmlns:a16="http://schemas.microsoft.com/office/drawing/2014/main" id="{EB858111-32DD-4050-BD0F-78F22A796F8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295" name="3D Model 8294" descr="Sphere">
                                  <a:extLst>
                                    <a:ext uri="{FF2B5EF4-FFF2-40B4-BE49-F238E27FC236}">
                                      <a16:creationId xmlns:a16="http://schemas.microsoft.com/office/drawing/2014/main" id="{39278F68-AA77-49E7-A54B-4EDCF3C6CC1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815461076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296" name="Flowchart: Connector 8295">
                              <a:extLst>
                                <a:ext uri="{FF2B5EF4-FFF2-40B4-BE49-F238E27FC236}">
                                  <a16:creationId xmlns:a16="http://schemas.microsoft.com/office/drawing/2014/main" id="{E4CB27DD-721D-4F52-84A5-653B3798ABC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297" name="3D Model 8296" descr="Sphere">
                                  <a:extLst>
                                    <a:ext uri="{FF2B5EF4-FFF2-40B4-BE49-F238E27FC236}">
                                      <a16:creationId xmlns:a16="http://schemas.microsoft.com/office/drawing/2014/main" id="{80716A19-0DA1-48EA-AD70-95C6B0DE9B5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376712432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8240" name="Group 8239">
                            <a:extLst>
                              <a:ext uri="{FF2B5EF4-FFF2-40B4-BE49-F238E27FC236}">
                                <a16:creationId xmlns:a16="http://schemas.microsoft.com/office/drawing/2014/main" id="{AFFCC2DB-8865-4E67-A085-3405E6DA58D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8274" name="Flowchart: Connector 8273">
                              <a:extLst>
                                <a:ext uri="{FF2B5EF4-FFF2-40B4-BE49-F238E27FC236}">
                                  <a16:creationId xmlns:a16="http://schemas.microsoft.com/office/drawing/2014/main" id="{2BF2CB96-9160-4BDF-AAB3-5F558772142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275" name="Flowchart: Connector 8274">
                              <a:extLst>
                                <a:ext uri="{FF2B5EF4-FFF2-40B4-BE49-F238E27FC236}">
                                  <a16:creationId xmlns:a16="http://schemas.microsoft.com/office/drawing/2014/main" id="{B20E5AAC-21B1-4B44-AA9D-DFD1C1069AF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276" name="Flowchart: Connector 8275">
                              <a:extLst>
                                <a:ext uri="{FF2B5EF4-FFF2-40B4-BE49-F238E27FC236}">
                                  <a16:creationId xmlns:a16="http://schemas.microsoft.com/office/drawing/2014/main" id="{F9057375-9DF0-483C-B442-9571B213A0F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277" name="Flowchart: Connector 8276">
                              <a:extLst>
                                <a:ext uri="{FF2B5EF4-FFF2-40B4-BE49-F238E27FC236}">
                                  <a16:creationId xmlns:a16="http://schemas.microsoft.com/office/drawing/2014/main" id="{2BE07501-84EF-4949-9026-A1B8225872F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278" name="Flowchart: Connector 8277">
                              <a:extLst>
                                <a:ext uri="{FF2B5EF4-FFF2-40B4-BE49-F238E27FC236}">
                                  <a16:creationId xmlns:a16="http://schemas.microsoft.com/office/drawing/2014/main" id="{929C440C-81D9-4D01-AF35-FF8B33A681E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279" name="Flowchart: Connector 8278">
                              <a:extLst>
                                <a:ext uri="{FF2B5EF4-FFF2-40B4-BE49-F238E27FC236}">
                                  <a16:creationId xmlns:a16="http://schemas.microsoft.com/office/drawing/2014/main" id="{D137495A-C895-4681-A491-DA7FD8C78D1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280" name="Flowchart: Connector 8279">
                              <a:extLst>
                                <a:ext uri="{FF2B5EF4-FFF2-40B4-BE49-F238E27FC236}">
                                  <a16:creationId xmlns:a16="http://schemas.microsoft.com/office/drawing/2014/main" id="{0853990C-81A0-4407-A2D8-4D53100FC67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281" name="Flowchart: Connector 8280">
                              <a:extLst>
                                <a:ext uri="{FF2B5EF4-FFF2-40B4-BE49-F238E27FC236}">
                                  <a16:creationId xmlns:a16="http://schemas.microsoft.com/office/drawing/2014/main" id="{B7D5D835-A2EB-44A0-9223-C74FB7482D0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282" name="Flowchart: Connector 8281">
                              <a:extLst>
                                <a:ext uri="{FF2B5EF4-FFF2-40B4-BE49-F238E27FC236}">
                                  <a16:creationId xmlns:a16="http://schemas.microsoft.com/office/drawing/2014/main" id="{420918A3-1D42-4F21-88B2-392641FCBB4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283" name="3D Model 8282" descr="Sphere">
                                  <a:extLst>
                                    <a:ext uri="{FF2B5EF4-FFF2-40B4-BE49-F238E27FC236}">
                                      <a16:creationId xmlns:a16="http://schemas.microsoft.com/office/drawing/2014/main" id="{30A95787-CD6F-4047-8963-71465FD972A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50346045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284" name="Flowchart: Connector 8283">
                              <a:extLst>
                                <a:ext uri="{FF2B5EF4-FFF2-40B4-BE49-F238E27FC236}">
                                  <a16:creationId xmlns:a16="http://schemas.microsoft.com/office/drawing/2014/main" id="{37E760C5-06AB-4B42-9636-DF9BB3D19E4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285" name="3D Model 8284" descr="Sphere">
                                  <a:extLst>
                                    <a:ext uri="{FF2B5EF4-FFF2-40B4-BE49-F238E27FC236}">
                                      <a16:creationId xmlns:a16="http://schemas.microsoft.com/office/drawing/2014/main" id="{6EEBA7DD-8CC2-4B57-957C-EDA383DB0C3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347433514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286" name="Flowchart: Connector 8285">
                              <a:extLst>
                                <a:ext uri="{FF2B5EF4-FFF2-40B4-BE49-F238E27FC236}">
                                  <a16:creationId xmlns:a16="http://schemas.microsoft.com/office/drawing/2014/main" id="{54C47DD1-F82D-451E-886F-CA09CF8B565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287" name="3D Model 8286" descr="Sphere">
                                  <a:extLst>
                                    <a:ext uri="{FF2B5EF4-FFF2-40B4-BE49-F238E27FC236}">
                                      <a16:creationId xmlns:a16="http://schemas.microsoft.com/office/drawing/2014/main" id="{3A1DCBE7-515D-4B03-8A8F-A86ABC7167E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476246631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288" name="Flowchart: Connector 8287">
                              <a:extLst>
                                <a:ext uri="{FF2B5EF4-FFF2-40B4-BE49-F238E27FC236}">
                                  <a16:creationId xmlns:a16="http://schemas.microsoft.com/office/drawing/2014/main" id="{0B8EE53F-A02E-455A-9771-D022DFC1D20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289" name="3D Model 8288" descr="Sphere">
                                  <a:extLst>
                                    <a:ext uri="{FF2B5EF4-FFF2-40B4-BE49-F238E27FC236}">
                                      <a16:creationId xmlns:a16="http://schemas.microsoft.com/office/drawing/2014/main" id="{F88123A1-226B-4F14-A0DA-E654D3EF4EB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895801232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8241" name="Group 8240">
                            <a:extLst>
                              <a:ext uri="{FF2B5EF4-FFF2-40B4-BE49-F238E27FC236}">
                                <a16:creationId xmlns:a16="http://schemas.microsoft.com/office/drawing/2014/main" id="{F16287BC-0083-48B1-B1BF-49B047C57EF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8258" name="Flowchart: Connector 8257">
                              <a:extLst>
                                <a:ext uri="{FF2B5EF4-FFF2-40B4-BE49-F238E27FC236}">
                                  <a16:creationId xmlns:a16="http://schemas.microsoft.com/office/drawing/2014/main" id="{3567A517-A2E0-4E61-96D6-D0CEFDB5682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259" name="Flowchart: Connector 8258">
                              <a:extLst>
                                <a:ext uri="{FF2B5EF4-FFF2-40B4-BE49-F238E27FC236}">
                                  <a16:creationId xmlns:a16="http://schemas.microsoft.com/office/drawing/2014/main" id="{0B0D9985-635A-4A25-8D8C-20614CA270F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260" name="Flowchart: Connector 8259">
                              <a:extLst>
                                <a:ext uri="{FF2B5EF4-FFF2-40B4-BE49-F238E27FC236}">
                                  <a16:creationId xmlns:a16="http://schemas.microsoft.com/office/drawing/2014/main" id="{E0883369-014C-4CD4-B2EA-02CEECE10D4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261" name="Flowchart: Connector 8260">
                              <a:extLst>
                                <a:ext uri="{FF2B5EF4-FFF2-40B4-BE49-F238E27FC236}">
                                  <a16:creationId xmlns:a16="http://schemas.microsoft.com/office/drawing/2014/main" id="{A5CA75A1-41E5-4A73-B49A-3B0B1ACA955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262" name="Flowchart: Connector 8261">
                              <a:extLst>
                                <a:ext uri="{FF2B5EF4-FFF2-40B4-BE49-F238E27FC236}">
                                  <a16:creationId xmlns:a16="http://schemas.microsoft.com/office/drawing/2014/main" id="{A7B56C2E-BFA2-442C-A028-C9BA78C107C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263" name="Flowchart: Connector 8262">
                              <a:extLst>
                                <a:ext uri="{FF2B5EF4-FFF2-40B4-BE49-F238E27FC236}">
                                  <a16:creationId xmlns:a16="http://schemas.microsoft.com/office/drawing/2014/main" id="{CC348A7D-884E-4F97-8464-C01696D23CB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264" name="Flowchart: Connector 8263">
                              <a:extLst>
                                <a:ext uri="{FF2B5EF4-FFF2-40B4-BE49-F238E27FC236}">
                                  <a16:creationId xmlns:a16="http://schemas.microsoft.com/office/drawing/2014/main" id="{D5FF97F7-9906-4C44-9BCA-2DEDEBCC908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265" name="Flowchart: Connector 8264">
                              <a:extLst>
                                <a:ext uri="{FF2B5EF4-FFF2-40B4-BE49-F238E27FC236}">
                                  <a16:creationId xmlns:a16="http://schemas.microsoft.com/office/drawing/2014/main" id="{BFCF4130-6083-4E61-94BE-C56B913837D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266" name="Flowchart: Connector 8265">
                              <a:extLst>
                                <a:ext uri="{FF2B5EF4-FFF2-40B4-BE49-F238E27FC236}">
                                  <a16:creationId xmlns:a16="http://schemas.microsoft.com/office/drawing/2014/main" id="{1E837D79-0A1D-4503-A8F0-7F49C9A94EA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267" name="3D Model 8266" descr="Sphere">
                                  <a:extLst>
                                    <a:ext uri="{FF2B5EF4-FFF2-40B4-BE49-F238E27FC236}">
                                      <a16:creationId xmlns:a16="http://schemas.microsoft.com/office/drawing/2014/main" id="{244AC42F-FAE2-4A90-BDED-C93784E5DEA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759323854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268" name="Flowchart: Connector 8267">
                              <a:extLst>
                                <a:ext uri="{FF2B5EF4-FFF2-40B4-BE49-F238E27FC236}">
                                  <a16:creationId xmlns:a16="http://schemas.microsoft.com/office/drawing/2014/main" id="{C4622FFB-4C9B-4D57-A3DB-31646591BFC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269" name="3D Model 8268" descr="Sphere">
                                  <a:extLst>
                                    <a:ext uri="{FF2B5EF4-FFF2-40B4-BE49-F238E27FC236}">
                                      <a16:creationId xmlns:a16="http://schemas.microsoft.com/office/drawing/2014/main" id="{B795F630-C089-4FEE-991E-9DC9A02128E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519162761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270" name="Flowchart: Connector 8269">
                              <a:extLst>
                                <a:ext uri="{FF2B5EF4-FFF2-40B4-BE49-F238E27FC236}">
                                  <a16:creationId xmlns:a16="http://schemas.microsoft.com/office/drawing/2014/main" id="{61351BC5-29F3-47E1-B1E9-4DBCC05C94A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271" name="3D Model 8270" descr="Sphere">
                                  <a:extLst>
                                    <a:ext uri="{FF2B5EF4-FFF2-40B4-BE49-F238E27FC236}">
                                      <a16:creationId xmlns:a16="http://schemas.microsoft.com/office/drawing/2014/main" id="{B43D462C-BFF0-4F79-A46F-ECEE3365367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950508583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272" name="Flowchart: Connector 8271">
                              <a:extLst>
                                <a:ext uri="{FF2B5EF4-FFF2-40B4-BE49-F238E27FC236}">
                                  <a16:creationId xmlns:a16="http://schemas.microsoft.com/office/drawing/2014/main" id="{33FD9194-87B5-4D77-93CA-8DE8EF51322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273" name="3D Model 8272" descr="Sphere">
                                  <a:extLst>
                                    <a:ext uri="{FF2B5EF4-FFF2-40B4-BE49-F238E27FC236}">
                                      <a16:creationId xmlns:a16="http://schemas.microsoft.com/office/drawing/2014/main" id="{7030849F-3615-4608-AE18-0733DCCB2A5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44672032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8242" name="Flowchart: Connector 8241">
                            <a:extLst>
                              <a:ext uri="{FF2B5EF4-FFF2-40B4-BE49-F238E27FC236}">
                                <a16:creationId xmlns:a16="http://schemas.microsoft.com/office/drawing/2014/main" id="{EB264309-B0D9-46C1-94CD-A66078E62F3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243" name="Flowchart: Connector 8242">
                            <a:extLst>
                              <a:ext uri="{FF2B5EF4-FFF2-40B4-BE49-F238E27FC236}">
                                <a16:creationId xmlns:a16="http://schemas.microsoft.com/office/drawing/2014/main" id="{52539E0F-0C1F-480F-B6A5-C24FEA15775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244" name="Flowchart: Connector 8243">
                            <a:extLst>
                              <a:ext uri="{FF2B5EF4-FFF2-40B4-BE49-F238E27FC236}">
                                <a16:creationId xmlns:a16="http://schemas.microsoft.com/office/drawing/2014/main" id="{8085A3C5-87DF-416B-BA2C-03DC561068F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245" name="Flowchart: Connector 8244">
                            <a:extLst>
                              <a:ext uri="{FF2B5EF4-FFF2-40B4-BE49-F238E27FC236}">
                                <a16:creationId xmlns:a16="http://schemas.microsoft.com/office/drawing/2014/main" id="{1CD3AEDA-9E47-44A6-9E8C-395B6624A90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246" name="Flowchart: Connector 8245">
                            <a:extLst>
                              <a:ext uri="{FF2B5EF4-FFF2-40B4-BE49-F238E27FC236}">
                                <a16:creationId xmlns:a16="http://schemas.microsoft.com/office/drawing/2014/main" id="{FD4D3DC4-DF0A-4591-890F-CFC6B85E754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247" name="Flowchart: Connector 8246">
                            <a:extLst>
                              <a:ext uri="{FF2B5EF4-FFF2-40B4-BE49-F238E27FC236}">
                                <a16:creationId xmlns:a16="http://schemas.microsoft.com/office/drawing/2014/main" id="{B4F07729-01C6-41E4-A896-A9F7484F83E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248" name="Flowchart: Connector 8247">
                            <a:extLst>
                              <a:ext uri="{FF2B5EF4-FFF2-40B4-BE49-F238E27FC236}">
                                <a16:creationId xmlns:a16="http://schemas.microsoft.com/office/drawing/2014/main" id="{4636219C-44E4-4857-8EE4-B4E127E7D1F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249" name="Flowchart: Connector 8248">
                            <a:extLst>
                              <a:ext uri="{FF2B5EF4-FFF2-40B4-BE49-F238E27FC236}">
                                <a16:creationId xmlns:a16="http://schemas.microsoft.com/office/drawing/2014/main" id="{E6064DD3-4159-42B1-A9AA-5C52FFB89E9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250" name="Flowchart: Connector 8249">
                            <a:extLst>
                              <a:ext uri="{FF2B5EF4-FFF2-40B4-BE49-F238E27FC236}">
                                <a16:creationId xmlns:a16="http://schemas.microsoft.com/office/drawing/2014/main" id="{A12F7A17-F9C9-449E-8388-FC3741016E5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251" name="3D Model 8250" descr="Sphere">
                                <a:extLst>
                                  <a:ext uri="{FF2B5EF4-FFF2-40B4-BE49-F238E27FC236}">
                                    <a16:creationId xmlns:a16="http://schemas.microsoft.com/office/drawing/2014/main" id="{A7ECA36E-9E67-4733-97D3-EA83362C97C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223693486"/>
                                  </p:ext>
                                </p:extLst>
                              </p:nvPr>
                            </p:nvGraphicFramePr>
                            <p:xfrm>
                              <a:off x="2127272" y="1515698"/>
                              <a:ext cx="299738" cy="29973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7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4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12" name="3D Model 911" descr="Sphere">
                                <a:extLst>
                                  <a:ext uri="{FF2B5EF4-FFF2-40B4-BE49-F238E27FC236}">
                                    <a16:creationId xmlns:a16="http://schemas.microsoft.com/office/drawing/2014/main" id="{EFF63504-F791-4099-8B09-8ACAE9152D7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691542" y="2257619"/>
                                <a:ext cx="52067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252" name="Flowchart: Connector 8251">
                            <a:extLst>
                              <a:ext uri="{FF2B5EF4-FFF2-40B4-BE49-F238E27FC236}">
                                <a16:creationId xmlns:a16="http://schemas.microsoft.com/office/drawing/2014/main" id="{44D5604F-2BD4-4D07-A785-BA2C8B8390D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253" name="3D Model 8252" descr="Sphere">
                                <a:extLst>
                                  <a:ext uri="{FF2B5EF4-FFF2-40B4-BE49-F238E27FC236}">
                                    <a16:creationId xmlns:a16="http://schemas.microsoft.com/office/drawing/2014/main" id="{BA7FF4E5-010E-48D9-BFC5-7EE02C5F166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729310738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14" name="3D Model 913" descr="Sphere">
                                <a:extLst>
                                  <a:ext uri="{FF2B5EF4-FFF2-40B4-BE49-F238E27FC236}">
                                    <a16:creationId xmlns:a16="http://schemas.microsoft.com/office/drawing/2014/main" id="{BB2A5801-0595-4989-A3CE-F9C2107FA37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732782" y="226968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254" name="Flowchart: Connector 8253">
                            <a:extLst>
                              <a:ext uri="{FF2B5EF4-FFF2-40B4-BE49-F238E27FC236}">
                                <a16:creationId xmlns:a16="http://schemas.microsoft.com/office/drawing/2014/main" id="{0C8AFD53-02F5-4048-93FF-02A4274E6F4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6940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255" name="3D Model 8254" descr="Sphere">
                                <a:extLst>
                                  <a:ext uri="{FF2B5EF4-FFF2-40B4-BE49-F238E27FC236}">
                                    <a16:creationId xmlns:a16="http://schemas.microsoft.com/office/drawing/2014/main" id="{F0509627-6C11-4C9B-8191-FD1D461658B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002922124"/>
                                  </p:ext>
                                </p:extLst>
                              </p:nvPr>
                            </p:nvGraphicFramePr>
                            <p:xfrm>
                              <a:off x="2609177" y="164853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16" name="3D Model 915" descr="Sphere">
                                <a:extLst>
                                  <a:ext uri="{FF2B5EF4-FFF2-40B4-BE49-F238E27FC236}">
                                    <a16:creationId xmlns:a16="http://schemas.microsoft.com/office/drawing/2014/main" id="{085EEDE2-4F9B-41F7-9E9E-B5B166BCABD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775252" y="2282638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256" name="Flowchart: Connector 8255">
                            <a:extLst>
                              <a:ext uri="{FF2B5EF4-FFF2-40B4-BE49-F238E27FC236}">
                                <a16:creationId xmlns:a16="http://schemas.microsoft.com/office/drawing/2014/main" id="{EA92AD82-F856-4FAB-9803-8D207FAE1C2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257" name="3D Model 8256" descr="Sphere">
                                <a:extLst>
                                  <a:ext uri="{FF2B5EF4-FFF2-40B4-BE49-F238E27FC236}">
                                    <a16:creationId xmlns:a16="http://schemas.microsoft.com/office/drawing/2014/main" id="{7E0930BC-62FF-4E58-B334-B70CBC8793A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573327884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918" name="3D Model 917" descr="Sphere">
                                <a:extLst>
                                  <a:ext uri="{FF2B5EF4-FFF2-40B4-BE49-F238E27FC236}">
                                    <a16:creationId xmlns:a16="http://schemas.microsoft.com/office/drawing/2014/main" id="{2068CB14-7D8F-47FD-955D-7AD0EB5FF67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821878" y="2297717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sp>
                    <p:nvSpPr>
                      <p:cNvPr id="8169" name="Flowchart: Connector 8168">
                        <a:extLst>
                          <a:ext uri="{FF2B5EF4-FFF2-40B4-BE49-F238E27FC236}">
                            <a16:creationId xmlns:a16="http://schemas.microsoft.com/office/drawing/2014/main" id="{64230D96-C271-4938-8E98-3CD0325A006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06374" y="21384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170" name="Flowchart: Connector 8169">
                        <a:extLst>
                          <a:ext uri="{FF2B5EF4-FFF2-40B4-BE49-F238E27FC236}">
                            <a16:creationId xmlns:a16="http://schemas.microsoft.com/office/drawing/2014/main" id="{C93E551C-5C0A-46B1-8FB6-9852FAFEDAB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886236" y="22322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171" name="Flowchart: Connector 8170">
                        <a:extLst>
                          <a:ext uri="{FF2B5EF4-FFF2-40B4-BE49-F238E27FC236}">
                            <a16:creationId xmlns:a16="http://schemas.microsoft.com/office/drawing/2014/main" id="{A23A5025-C70A-49B0-BF8B-2DFF62260AA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952806" y="22254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172" name="Flowchart: Connector 8171">
                        <a:extLst>
                          <a:ext uri="{FF2B5EF4-FFF2-40B4-BE49-F238E27FC236}">
                            <a16:creationId xmlns:a16="http://schemas.microsoft.com/office/drawing/2014/main" id="{058F443B-AF37-4AC3-B319-FD7E098AC79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0272" y="25040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173" name="Flowchart: Connector 8172">
                        <a:extLst>
                          <a:ext uri="{FF2B5EF4-FFF2-40B4-BE49-F238E27FC236}">
                            <a16:creationId xmlns:a16="http://schemas.microsoft.com/office/drawing/2014/main" id="{9F577CB3-4325-4C14-A202-8C00C7B27B2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20633" y="28301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174" name="Flowchart: Connector 8173">
                        <a:extLst>
                          <a:ext uri="{FF2B5EF4-FFF2-40B4-BE49-F238E27FC236}">
                            <a16:creationId xmlns:a16="http://schemas.microsoft.com/office/drawing/2014/main" id="{4A4C3737-B4C5-4643-A91A-34B7FA02636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29128" y="231321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175" name="Flowchart: Connector 8174">
                        <a:extLst>
                          <a:ext uri="{FF2B5EF4-FFF2-40B4-BE49-F238E27FC236}">
                            <a16:creationId xmlns:a16="http://schemas.microsoft.com/office/drawing/2014/main" id="{3E5DB0D7-4E73-4613-8636-A93D5BA8ECC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211385" y="230237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176" name="Flowchart: Connector 8175">
                        <a:extLst>
                          <a:ext uri="{FF2B5EF4-FFF2-40B4-BE49-F238E27FC236}">
                            <a16:creationId xmlns:a16="http://schemas.microsoft.com/office/drawing/2014/main" id="{12FBFDD5-90F6-452B-99A4-6A1D2619C63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1097" y="31484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grpSp>
                    <p:nvGrpSpPr>
                      <p:cNvPr id="8177" name="Group 8176">
                        <a:extLst>
                          <a:ext uri="{FF2B5EF4-FFF2-40B4-BE49-F238E27FC236}">
                            <a16:creationId xmlns:a16="http://schemas.microsoft.com/office/drawing/2014/main" id="{E88C6364-84D3-4613-9CD3-AC7A5A69858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20511" y="2127869"/>
                        <a:ext cx="1073693" cy="1496391"/>
                        <a:chOff x="2114936" y="1503359"/>
                        <a:chExt cx="1073693" cy="1496391"/>
                      </a:xfrm>
                    </p:grpSpPr>
                    <p:grpSp>
                      <p:nvGrpSpPr>
                        <p:cNvPr id="8178" name="Group 8177">
                          <a:extLst>
                            <a:ext uri="{FF2B5EF4-FFF2-40B4-BE49-F238E27FC236}">
                              <a16:creationId xmlns:a16="http://schemas.microsoft.com/office/drawing/2014/main" id="{1FA3323E-E2C1-4399-993C-37AF3AE1633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7974" y="2474038"/>
                          <a:ext cx="1060655" cy="525712"/>
                          <a:chOff x="3721252" y="1733424"/>
                          <a:chExt cx="1060655" cy="525712"/>
                        </a:xfrm>
                      </p:grpSpPr>
                      <p:sp>
                        <p:nvSpPr>
                          <p:cNvPr id="8229" name="Flowchart: Connector 8228">
                            <a:extLst>
                              <a:ext uri="{FF2B5EF4-FFF2-40B4-BE49-F238E27FC236}">
                                <a16:creationId xmlns:a16="http://schemas.microsoft.com/office/drawing/2014/main" id="{E572283D-CABE-4F1F-91E9-89E4716567E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230" name="3D Model 8229" descr="Sphere">
                                <a:extLst>
                                  <a:ext uri="{FF2B5EF4-FFF2-40B4-BE49-F238E27FC236}">
                                    <a16:creationId xmlns:a16="http://schemas.microsoft.com/office/drawing/2014/main" id="{26D6E9FA-4CA2-40F7-B9BE-0451248DD6E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29504091"/>
                                  </p:ext>
                                </p:extLst>
                              </p:nvPr>
                            </p:nvGraphicFramePr>
                            <p:xfrm>
                              <a:off x="3721252" y="1733424"/>
                              <a:ext cx="299739" cy="299738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6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891" name="3D Model 890" descr="Sphere">
                                <a:extLst>
                                  <a:ext uri="{FF2B5EF4-FFF2-40B4-BE49-F238E27FC236}">
                                    <a16:creationId xmlns:a16="http://schemas.microsoft.com/office/drawing/2014/main" id="{7104BA4B-8A96-40B6-B0CF-BD492034CF7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651712" y="2465421"/>
                                <a:ext cx="52066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231" name="Flowchart: Connector 8230">
                            <a:extLst>
                              <a:ext uri="{FF2B5EF4-FFF2-40B4-BE49-F238E27FC236}">
                                <a16:creationId xmlns:a16="http://schemas.microsoft.com/office/drawing/2014/main" id="{5E1A4A98-7C27-4F3A-863C-DF65BB6997C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232" name="3D Model 8231" descr="Sphere">
                                <a:extLst>
                                  <a:ext uri="{FF2B5EF4-FFF2-40B4-BE49-F238E27FC236}">
                                    <a16:creationId xmlns:a16="http://schemas.microsoft.com/office/drawing/2014/main" id="{76BCA757-1800-4C92-8BB7-D26B93FC69F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91774747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233" name="Flowchart: Connector 8232">
                            <a:extLst>
                              <a:ext uri="{FF2B5EF4-FFF2-40B4-BE49-F238E27FC236}">
                                <a16:creationId xmlns:a16="http://schemas.microsoft.com/office/drawing/2014/main" id="{F6927CF9-948F-4AF5-9745-AB04981D7D0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234" name="3D Model 8233" descr="Sphere">
                                <a:extLst>
                                  <a:ext uri="{FF2B5EF4-FFF2-40B4-BE49-F238E27FC236}">
                                    <a16:creationId xmlns:a16="http://schemas.microsoft.com/office/drawing/2014/main" id="{915C79E9-4A22-4F34-88A7-4D0D55D105E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700255842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235" name="Flowchart: Connector 8234">
                            <a:extLst>
                              <a:ext uri="{FF2B5EF4-FFF2-40B4-BE49-F238E27FC236}">
                                <a16:creationId xmlns:a16="http://schemas.microsoft.com/office/drawing/2014/main" id="{F62DC804-3BB2-4960-9FC0-6DDCB500C6F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236" name="3D Model 8235" descr="Sphere">
                                <a:extLst>
                                  <a:ext uri="{FF2B5EF4-FFF2-40B4-BE49-F238E27FC236}">
                                    <a16:creationId xmlns:a16="http://schemas.microsoft.com/office/drawing/2014/main" id="{4712179E-8E38-46A4-9C43-F69CD894D05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62150039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8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8179" name="Group 8178">
                          <a:extLst>
                            <a:ext uri="{FF2B5EF4-FFF2-40B4-BE49-F238E27FC236}">
                              <a16:creationId xmlns:a16="http://schemas.microsoft.com/office/drawing/2014/main" id="{DEADCED0-59C9-4088-BDB4-0CAC3589982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4615" y="2140429"/>
                          <a:ext cx="1064014" cy="637179"/>
                          <a:chOff x="3717893" y="1719497"/>
                          <a:chExt cx="1064014" cy="637179"/>
                        </a:xfrm>
                      </p:grpSpPr>
                      <p:sp>
                        <p:nvSpPr>
                          <p:cNvPr id="8213" name="Flowchart: Connector 8212">
                            <a:extLst>
                              <a:ext uri="{FF2B5EF4-FFF2-40B4-BE49-F238E27FC236}">
                                <a16:creationId xmlns:a16="http://schemas.microsoft.com/office/drawing/2014/main" id="{EEB8AD38-BE34-4C62-A000-71C47089656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214" name="Flowchart: Connector 8213">
                            <a:extLst>
                              <a:ext uri="{FF2B5EF4-FFF2-40B4-BE49-F238E27FC236}">
                                <a16:creationId xmlns:a16="http://schemas.microsoft.com/office/drawing/2014/main" id="{C14CF078-303D-4623-BC2B-4454185B67C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215" name="Flowchart: Connector 8214">
                            <a:extLst>
                              <a:ext uri="{FF2B5EF4-FFF2-40B4-BE49-F238E27FC236}">
                                <a16:creationId xmlns:a16="http://schemas.microsoft.com/office/drawing/2014/main" id="{E19EAD31-F2E9-442E-9A03-5A920E108C0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216" name="Flowchart: Connector 8215">
                            <a:extLst>
                              <a:ext uri="{FF2B5EF4-FFF2-40B4-BE49-F238E27FC236}">
                                <a16:creationId xmlns:a16="http://schemas.microsoft.com/office/drawing/2014/main" id="{F137882D-6A11-4B2C-9EEA-A7462568870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217" name="Flowchart: Connector 8216">
                            <a:extLst>
                              <a:ext uri="{FF2B5EF4-FFF2-40B4-BE49-F238E27FC236}">
                                <a16:creationId xmlns:a16="http://schemas.microsoft.com/office/drawing/2014/main" id="{0BC8FF5D-7DF5-4BA9-BFC1-078DF983E1F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218" name="Flowchart: Connector 8217">
                            <a:extLst>
                              <a:ext uri="{FF2B5EF4-FFF2-40B4-BE49-F238E27FC236}">
                                <a16:creationId xmlns:a16="http://schemas.microsoft.com/office/drawing/2014/main" id="{2802CF63-DD9C-45DE-8EA1-9910377CED4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219" name="Flowchart: Connector 8218">
                            <a:extLst>
                              <a:ext uri="{FF2B5EF4-FFF2-40B4-BE49-F238E27FC236}">
                                <a16:creationId xmlns:a16="http://schemas.microsoft.com/office/drawing/2014/main" id="{9ED9C5A0-7F9E-4A25-8E35-B0422A23848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220" name="Flowchart: Connector 8219">
                            <a:extLst>
                              <a:ext uri="{FF2B5EF4-FFF2-40B4-BE49-F238E27FC236}">
                                <a16:creationId xmlns:a16="http://schemas.microsoft.com/office/drawing/2014/main" id="{9D8C2BF9-93D4-4083-A5FA-193AFAB906E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221" name="Flowchart: Connector 8220">
                            <a:extLst>
                              <a:ext uri="{FF2B5EF4-FFF2-40B4-BE49-F238E27FC236}">
                                <a16:creationId xmlns:a16="http://schemas.microsoft.com/office/drawing/2014/main" id="{B4D1DB4F-B114-4E70-BDAF-31D1C68659E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222" name="3D Model 8221" descr="Sphere">
                                <a:extLst>
                                  <a:ext uri="{FF2B5EF4-FFF2-40B4-BE49-F238E27FC236}">
                                    <a16:creationId xmlns:a16="http://schemas.microsoft.com/office/drawing/2014/main" id="{7BAFEC96-E74B-4515-BDC3-B082B7E607B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930080280"/>
                                  </p:ext>
                                </p:extLst>
                              </p:nvPr>
                            </p:nvGraphicFramePr>
                            <p:xfrm>
                              <a:off x="3717893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883" name="3D Model 882" descr="Sphere">
                                <a:extLst>
                                  <a:ext uri="{FF2B5EF4-FFF2-40B4-BE49-F238E27FC236}">
                                    <a16:creationId xmlns:a16="http://schemas.microsoft.com/office/drawing/2014/main" id="{34424F11-9FE6-4FB3-B40C-12306578544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651128" y="2402586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223" name="Flowchart: Connector 8222">
                            <a:extLst>
                              <a:ext uri="{FF2B5EF4-FFF2-40B4-BE49-F238E27FC236}">
                                <a16:creationId xmlns:a16="http://schemas.microsoft.com/office/drawing/2014/main" id="{0C55923F-31E0-4702-80EA-3FC502DA1C8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224" name="3D Model 8223" descr="Sphere">
                                <a:extLst>
                                  <a:ext uri="{FF2B5EF4-FFF2-40B4-BE49-F238E27FC236}">
                                    <a16:creationId xmlns:a16="http://schemas.microsoft.com/office/drawing/2014/main" id="{301277EA-6D78-4D7F-BB69-6C643E27E78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190334627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225" name="Flowchart: Connector 8224">
                            <a:extLst>
                              <a:ext uri="{FF2B5EF4-FFF2-40B4-BE49-F238E27FC236}">
                                <a16:creationId xmlns:a16="http://schemas.microsoft.com/office/drawing/2014/main" id="{15718125-0367-4025-BAAB-615A1C95B0B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226" name="3D Model 8225" descr="Sphere">
                                <a:extLst>
                                  <a:ext uri="{FF2B5EF4-FFF2-40B4-BE49-F238E27FC236}">
                                    <a16:creationId xmlns:a16="http://schemas.microsoft.com/office/drawing/2014/main" id="{812C0186-F738-420F-9763-361C4A6252D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226524845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227" name="Flowchart: Connector 8226">
                            <a:extLst>
                              <a:ext uri="{FF2B5EF4-FFF2-40B4-BE49-F238E27FC236}">
                                <a16:creationId xmlns:a16="http://schemas.microsoft.com/office/drawing/2014/main" id="{166261B5-6DE7-4234-91CA-4BC84AC7013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228" name="3D Model 8227" descr="Sphere">
                                <a:extLst>
                                  <a:ext uri="{FF2B5EF4-FFF2-40B4-BE49-F238E27FC236}">
                                    <a16:creationId xmlns:a16="http://schemas.microsoft.com/office/drawing/2014/main" id="{C4C898B9-3884-42AF-ABCC-D66A0AEC679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735550974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8180" name="Group 8179">
                          <a:extLst>
                            <a:ext uri="{FF2B5EF4-FFF2-40B4-BE49-F238E27FC236}">
                              <a16:creationId xmlns:a16="http://schemas.microsoft.com/office/drawing/2014/main" id="{193140C2-E6B5-486F-A91A-95C69F557B8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936" y="1817250"/>
                          <a:ext cx="1064014" cy="643455"/>
                          <a:chOff x="3717893" y="1713221"/>
                          <a:chExt cx="1064014" cy="643455"/>
                        </a:xfrm>
                      </p:grpSpPr>
                      <p:sp>
                        <p:nvSpPr>
                          <p:cNvPr id="8197" name="Flowchart: Connector 8196">
                            <a:extLst>
                              <a:ext uri="{FF2B5EF4-FFF2-40B4-BE49-F238E27FC236}">
                                <a16:creationId xmlns:a16="http://schemas.microsoft.com/office/drawing/2014/main" id="{53F0ECE6-3B91-49C4-968E-30706315414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198" name="Flowchart: Connector 8197">
                            <a:extLst>
                              <a:ext uri="{FF2B5EF4-FFF2-40B4-BE49-F238E27FC236}">
                                <a16:creationId xmlns:a16="http://schemas.microsoft.com/office/drawing/2014/main" id="{EFE1860D-6E29-4ACB-B508-D2B9D9EC54D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199" name="Flowchart: Connector 8198">
                            <a:extLst>
                              <a:ext uri="{FF2B5EF4-FFF2-40B4-BE49-F238E27FC236}">
                                <a16:creationId xmlns:a16="http://schemas.microsoft.com/office/drawing/2014/main" id="{49AEFC0C-2880-4988-8684-1A3DA480520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200" name="Flowchart: Connector 8199">
                            <a:extLst>
                              <a:ext uri="{FF2B5EF4-FFF2-40B4-BE49-F238E27FC236}">
                                <a16:creationId xmlns:a16="http://schemas.microsoft.com/office/drawing/2014/main" id="{873973C8-28E3-4A33-9D41-B7DFAEE0C24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201" name="Flowchart: Connector 8200">
                            <a:extLst>
                              <a:ext uri="{FF2B5EF4-FFF2-40B4-BE49-F238E27FC236}">
                                <a16:creationId xmlns:a16="http://schemas.microsoft.com/office/drawing/2014/main" id="{EAEDCC81-E5E5-479F-A3D1-CD2BF8B9909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202" name="Flowchart: Connector 8201">
                            <a:extLst>
                              <a:ext uri="{FF2B5EF4-FFF2-40B4-BE49-F238E27FC236}">
                                <a16:creationId xmlns:a16="http://schemas.microsoft.com/office/drawing/2014/main" id="{18C57089-9C8D-403D-8D06-F027AC2D45D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203" name="Flowchart: Connector 8202">
                            <a:extLst>
                              <a:ext uri="{FF2B5EF4-FFF2-40B4-BE49-F238E27FC236}">
                                <a16:creationId xmlns:a16="http://schemas.microsoft.com/office/drawing/2014/main" id="{2E695EE3-4F7C-40AA-8543-2A06C33A94B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204" name="Flowchart: Connector 8203">
                            <a:extLst>
                              <a:ext uri="{FF2B5EF4-FFF2-40B4-BE49-F238E27FC236}">
                                <a16:creationId xmlns:a16="http://schemas.microsoft.com/office/drawing/2014/main" id="{0288E013-5224-4B90-968B-6707AA304BD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205" name="Flowchart: Connector 8204">
                            <a:extLst>
                              <a:ext uri="{FF2B5EF4-FFF2-40B4-BE49-F238E27FC236}">
                                <a16:creationId xmlns:a16="http://schemas.microsoft.com/office/drawing/2014/main" id="{71AC2850-94B1-4605-8331-7BD9C8C4035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206" name="3D Model 8205" descr="Sphere">
                                <a:extLst>
                                  <a:ext uri="{FF2B5EF4-FFF2-40B4-BE49-F238E27FC236}">
                                    <a16:creationId xmlns:a16="http://schemas.microsoft.com/office/drawing/2014/main" id="{26261E58-E84D-4951-80A5-10FFF474703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986924602"/>
                                  </p:ext>
                                </p:extLst>
                              </p:nvPr>
                            </p:nvGraphicFramePr>
                            <p:xfrm>
                              <a:off x="3717893" y="171322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867" name="3D Model 866" descr="Sphere">
                                <a:extLst>
                                  <a:ext uri="{FF2B5EF4-FFF2-40B4-BE49-F238E27FC236}">
                                    <a16:creationId xmlns:a16="http://schemas.microsoft.com/office/drawing/2014/main" id="{91844925-F6F7-450C-B8D3-E63B7F45C8E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649447" y="2341716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207" name="Flowchart: Connector 8206">
                            <a:extLst>
                              <a:ext uri="{FF2B5EF4-FFF2-40B4-BE49-F238E27FC236}">
                                <a16:creationId xmlns:a16="http://schemas.microsoft.com/office/drawing/2014/main" id="{59BDF21F-7011-4680-AC80-15084D9AB6D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208" name="3D Model 8207" descr="Sphere">
                                <a:extLst>
                                  <a:ext uri="{FF2B5EF4-FFF2-40B4-BE49-F238E27FC236}">
                                    <a16:creationId xmlns:a16="http://schemas.microsoft.com/office/drawing/2014/main" id="{383EFA26-942F-4358-BAB7-04EF71DFA1A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34029280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869" name="3D Model 868" descr="Sphere">
                                <a:extLst>
                                  <a:ext uri="{FF2B5EF4-FFF2-40B4-BE49-F238E27FC236}">
                                    <a16:creationId xmlns:a16="http://schemas.microsoft.com/office/drawing/2014/main" id="{FF55A920-C771-44B6-BF72-F840F1842F7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691148" y="2357586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209" name="Flowchart: Connector 8208">
                            <a:extLst>
                              <a:ext uri="{FF2B5EF4-FFF2-40B4-BE49-F238E27FC236}">
                                <a16:creationId xmlns:a16="http://schemas.microsoft.com/office/drawing/2014/main" id="{18EB9F60-05E9-4ABE-8513-1EED3B30E6A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210" name="3D Model 8209" descr="Sphere">
                                <a:extLst>
                                  <a:ext uri="{FF2B5EF4-FFF2-40B4-BE49-F238E27FC236}">
                                    <a16:creationId xmlns:a16="http://schemas.microsoft.com/office/drawing/2014/main" id="{DC744CA1-8836-41E0-9291-84E9A8B3DF6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72006606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211" name="Flowchart: Connector 8210">
                            <a:extLst>
                              <a:ext uri="{FF2B5EF4-FFF2-40B4-BE49-F238E27FC236}">
                                <a16:creationId xmlns:a16="http://schemas.microsoft.com/office/drawing/2014/main" id="{7BB64763-5714-4352-9302-81B41D6BC31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212" name="3D Model 8211" descr="Sphere">
                                <a:extLst>
                                  <a:ext uri="{FF2B5EF4-FFF2-40B4-BE49-F238E27FC236}">
                                    <a16:creationId xmlns:a16="http://schemas.microsoft.com/office/drawing/2014/main" id="{100FF4F9-1FC0-4516-8DE7-2477C980004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70912853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8181" name="Flowchart: Connector 8180">
                          <a:extLst>
                            <a:ext uri="{FF2B5EF4-FFF2-40B4-BE49-F238E27FC236}">
                              <a16:creationId xmlns:a16="http://schemas.microsoft.com/office/drawing/2014/main" id="{058CDB3B-2957-427A-9854-0BC1352135E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182" name="Flowchart: Connector 8181">
                          <a:extLst>
                            <a:ext uri="{FF2B5EF4-FFF2-40B4-BE49-F238E27FC236}">
                              <a16:creationId xmlns:a16="http://schemas.microsoft.com/office/drawing/2014/main" id="{8D2AE3FC-50AB-4878-BB3F-20E96F67EBF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183" name="Flowchart: Connector 8182">
                          <a:extLst>
                            <a:ext uri="{FF2B5EF4-FFF2-40B4-BE49-F238E27FC236}">
                              <a16:creationId xmlns:a16="http://schemas.microsoft.com/office/drawing/2014/main" id="{1DA65B05-2048-4C33-94D5-B2196F8BEFC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26347" y="177334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184" name="Flowchart: Connector 8183">
                          <a:extLst>
                            <a:ext uri="{FF2B5EF4-FFF2-40B4-BE49-F238E27FC236}">
                              <a16:creationId xmlns:a16="http://schemas.microsoft.com/office/drawing/2014/main" id="{06ED0BDB-9811-4D19-9670-6831D886511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185" name="Flowchart: Connector 8184">
                          <a:extLst>
                            <a:ext uri="{FF2B5EF4-FFF2-40B4-BE49-F238E27FC236}">
                              <a16:creationId xmlns:a16="http://schemas.microsoft.com/office/drawing/2014/main" id="{E21E5563-F478-47A9-B839-0DB39423687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186" name="Flowchart: Connector 8185">
                          <a:extLst>
                            <a:ext uri="{FF2B5EF4-FFF2-40B4-BE49-F238E27FC236}">
                              <a16:creationId xmlns:a16="http://schemas.microsoft.com/office/drawing/2014/main" id="{3CD721E7-7D04-4DC9-9EC8-4AD2CFA0100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187" name="Flowchart: Connector 8186">
                          <a:extLst>
                            <a:ext uri="{FF2B5EF4-FFF2-40B4-BE49-F238E27FC236}">
                              <a16:creationId xmlns:a16="http://schemas.microsoft.com/office/drawing/2014/main" id="{33D30EAF-320A-4759-AAE4-C161026862F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188" name="Flowchart: Connector 8187">
                          <a:extLst>
                            <a:ext uri="{FF2B5EF4-FFF2-40B4-BE49-F238E27FC236}">
                              <a16:creationId xmlns:a16="http://schemas.microsoft.com/office/drawing/2014/main" id="{72603BC5-9AC3-40F7-8E88-A97D4361AA2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189" name="Flowchart: Connector 8188">
                          <a:extLst>
                            <a:ext uri="{FF2B5EF4-FFF2-40B4-BE49-F238E27FC236}">
                              <a16:creationId xmlns:a16="http://schemas.microsoft.com/office/drawing/2014/main" id="{00E68797-3073-4174-AE36-5063E8A7DF7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190" name="3D Model 8189" descr="Sphere">
                              <a:extLst>
                                <a:ext uri="{FF2B5EF4-FFF2-40B4-BE49-F238E27FC236}">
                                  <a16:creationId xmlns:a16="http://schemas.microsoft.com/office/drawing/2014/main" id="{99C81AF5-8C4E-4F3F-B564-A025CAA00CF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872004134"/>
                                </p:ext>
                              </p:extLst>
                            </p:nvPr>
                          </p:nvGraphicFramePr>
                          <p:xfrm>
                            <a:off x="2122087" y="1503359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433448" ay="1433014" az="-1105299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7"/>
                                </am3d:raster>
                                <am3d:objViewport viewportSz="5757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851" name="3D Model 850" descr="Sphere">
                              <a:extLst>
                                <a:ext uri="{FF2B5EF4-FFF2-40B4-BE49-F238E27FC236}">
                                  <a16:creationId xmlns:a16="http://schemas.microsoft.com/office/drawing/2014/main" id="{0727A1CA-B6CD-4DAE-99FF-69BB90DD571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650689" y="2282596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191" name="Flowchart: Connector 8190">
                          <a:extLst>
                            <a:ext uri="{FF2B5EF4-FFF2-40B4-BE49-F238E27FC236}">
                              <a16:creationId xmlns:a16="http://schemas.microsoft.com/office/drawing/2014/main" id="{8F30D31C-7D24-46B7-932A-2E40B0E5EC6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192" name="3D Model 8191" descr="Sphere">
                              <a:extLst>
                                <a:ext uri="{FF2B5EF4-FFF2-40B4-BE49-F238E27FC236}">
                                  <a16:creationId xmlns:a16="http://schemas.microsoft.com/office/drawing/2014/main" id="{3BE1E84D-613B-449D-BD92-2D18C12024A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091493122"/>
                                </p:ext>
                              </p:extLst>
                            </p:nvPr>
                          </p:nvGraphicFramePr>
                          <p:xfrm>
                            <a:off x="2368043" y="1593681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5"/>
                                </am3d:raster>
                                <am3d:objViewport viewportSz="5886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853" name="3D Model 852" descr="Sphere">
                              <a:extLst>
                                <a:ext uri="{FF2B5EF4-FFF2-40B4-BE49-F238E27FC236}">
                                  <a16:creationId xmlns:a16="http://schemas.microsoft.com/office/drawing/2014/main" id="{D841DD42-36A5-4623-BE98-E44C0C8B5602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693413" y="2299608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193" name="Flowchart: Connector 8192">
                          <a:extLst>
                            <a:ext uri="{FF2B5EF4-FFF2-40B4-BE49-F238E27FC236}">
                              <a16:creationId xmlns:a16="http://schemas.microsoft.com/office/drawing/2014/main" id="{58124CBE-9108-4706-81AD-F08FA73BF06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194" name="3D Model 8193" descr="Sphere">
                              <a:extLst>
                                <a:ext uri="{FF2B5EF4-FFF2-40B4-BE49-F238E27FC236}">
                                  <a16:creationId xmlns:a16="http://schemas.microsoft.com/office/drawing/2014/main" id="{6E4B3EA7-7385-4B58-8302-EFCD40FC93E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37193832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3235" cy="6170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7"/>
                                </am3d:raster>
                                <am3d:objViewport viewportSz="6018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855" name="3D Model 854" descr="Sphere">
                              <a:extLst>
                                <a:ext uri="{FF2B5EF4-FFF2-40B4-BE49-F238E27FC236}">
                                  <a16:creationId xmlns:a16="http://schemas.microsoft.com/office/drawing/2014/main" id="{AEEBBBBB-6EA1-41E8-A645-A2AC3676D29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3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735300" y="2308624"/>
                              <a:ext cx="53235" cy="61702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195" name="Flowchart: Connector 8194">
                          <a:extLst>
                            <a:ext uri="{FF2B5EF4-FFF2-40B4-BE49-F238E27FC236}">
                              <a16:creationId xmlns:a16="http://schemas.microsoft.com/office/drawing/2014/main" id="{71CF7D1C-29E7-4F3E-9791-5A693712DC5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196" name="3D Model 8195" descr="Sphere">
                              <a:extLst>
                                <a:ext uri="{FF2B5EF4-FFF2-40B4-BE49-F238E27FC236}">
                                  <a16:creationId xmlns:a16="http://schemas.microsoft.com/office/drawing/2014/main" id="{459F02D0-2CAF-4ED6-920F-051471A8FF9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170305161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1045" cy="5891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9"/>
                                </am3d:raster>
                                <am3d:objViewport viewportSz="5955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857" name="3D Model 856" descr="Sphere">
                              <a:extLst>
                                <a:ext uri="{FF2B5EF4-FFF2-40B4-BE49-F238E27FC236}">
                                  <a16:creationId xmlns:a16="http://schemas.microsoft.com/office/drawing/2014/main" id="{6C1E3FBB-6BE6-4150-AA32-F4B23F79453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781926" y="2325018"/>
                              <a:ext cx="51045" cy="589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8086" name="Group 8085">
                      <a:extLst>
                        <a:ext uri="{FF2B5EF4-FFF2-40B4-BE49-F238E27FC236}">
                          <a16:creationId xmlns:a16="http://schemas.microsoft.com/office/drawing/2014/main" id="{EA9D8E55-0AB8-4B30-9A0E-060B6749A277}"/>
                        </a:ext>
                      </a:extLst>
                    </p:cNvPr>
                    <p:cNvGrpSpPr/>
                    <p:nvPr/>
                  </p:nvGrpSpPr>
                  <p:grpSpPr>
                    <a:xfrm rot="18542409">
                      <a:off x="2257159" y="236280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8156" name="Freeform: Shape 8155">
                        <a:extLst>
                          <a:ext uri="{FF2B5EF4-FFF2-40B4-BE49-F238E27FC236}">
                            <a16:creationId xmlns:a16="http://schemas.microsoft.com/office/drawing/2014/main" id="{2E4B18E8-B4BE-4E2E-BA81-3E3EF76D9BF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157" name="Rectangle: Rounded Corners 8156">
                        <a:extLst>
                          <a:ext uri="{FF2B5EF4-FFF2-40B4-BE49-F238E27FC236}">
                            <a16:creationId xmlns:a16="http://schemas.microsoft.com/office/drawing/2014/main" id="{5FB08CE7-0E5D-41E6-A5AA-48BF926DE4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087" name="Group 8086">
                      <a:extLst>
                        <a:ext uri="{FF2B5EF4-FFF2-40B4-BE49-F238E27FC236}">
                          <a16:creationId xmlns:a16="http://schemas.microsoft.com/office/drawing/2014/main" id="{9625742A-A1C2-4D8C-859E-AB5445975284}"/>
                        </a:ext>
                      </a:extLst>
                    </p:cNvPr>
                    <p:cNvGrpSpPr/>
                    <p:nvPr/>
                  </p:nvGrpSpPr>
                  <p:grpSpPr>
                    <a:xfrm rot="17122200">
                      <a:off x="1187274" y="235013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8154" name="Freeform: Shape 8153">
                        <a:extLst>
                          <a:ext uri="{FF2B5EF4-FFF2-40B4-BE49-F238E27FC236}">
                            <a16:creationId xmlns:a16="http://schemas.microsoft.com/office/drawing/2014/main" id="{FDA33FE7-9BED-4448-8C77-F350435E1E7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155" name="Rectangle: Rounded Corners 8154">
                        <a:extLst>
                          <a:ext uri="{FF2B5EF4-FFF2-40B4-BE49-F238E27FC236}">
                            <a16:creationId xmlns:a16="http://schemas.microsoft.com/office/drawing/2014/main" id="{E0E7334A-495B-4E35-8D56-C48EF02FB0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088" name="Group 8087">
                      <a:extLst>
                        <a:ext uri="{FF2B5EF4-FFF2-40B4-BE49-F238E27FC236}">
                          <a16:creationId xmlns:a16="http://schemas.microsoft.com/office/drawing/2014/main" id="{DA6B7B25-29F3-4106-BEBE-4650F864FEBD}"/>
                        </a:ext>
                      </a:extLst>
                    </p:cNvPr>
                    <p:cNvGrpSpPr/>
                    <p:nvPr/>
                  </p:nvGrpSpPr>
                  <p:grpSpPr>
                    <a:xfrm rot="658209">
                      <a:off x="2479276" y="3323586"/>
                      <a:ext cx="746642" cy="235253"/>
                      <a:chOff x="2620172" y="2546175"/>
                      <a:chExt cx="834986" cy="143092"/>
                    </a:xfrm>
                  </p:grpSpPr>
                  <p:sp>
                    <p:nvSpPr>
                      <p:cNvPr id="8152" name="Freeform: Shape 8151">
                        <a:extLst>
                          <a:ext uri="{FF2B5EF4-FFF2-40B4-BE49-F238E27FC236}">
                            <a16:creationId xmlns:a16="http://schemas.microsoft.com/office/drawing/2014/main" id="{DBCDD889-C9D4-4AD1-B463-9985BC2B031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153" name="Rectangle: Rounded Corners 8152">
                        <a:extLst>
                          <a:ext uri="{FF2B5EF4-FFF2-40B4-BE49-F238E27FC236}">
                            <a16:creationId xmlns:a16="http://schemas.microsoft.com/office/drawing/2014/main" id="{4417823C-89A5-4C46-B00E-86610F9897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089" name="Group 8088">
                      <a:extLst>
                        <a:ext uri="{FF2B5EF4-FFF2-40B4-BE49-F238E27FC236}">
                          <a16:creationId xmlns:a16="http://schemas.microsoft.com/office/drawing/2014/main" id="{D7C53802-88D1-472B-BD0E-B8E6D39152EF}"/>
                        </a:ext>
                      </a:extLst>
                    </p:cNvPr>
                    <p:cNvGrpSpPr/>
                    <p:nvPr/>
                  </p:nvGrpSpPr>
                  <p:grpSpPr>
                    <a:xfrm rot="18837888">
                      <a:off x="1789768" y="223810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8150" name="Freeform: Shape 8149">
                        <a:extLst>
                          <a:ext uri="{FF2B5EF4-FFF2-40B4-BE49-F238E27FC236}">
                            <a16:creationId xmlns:a16="http://schemas.microsoft.com/office/drawing/2014/main" id="{55A0947B-A9F1-4846-95E3-D5C347C40D5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151" name="Rectangle: Rounded Corners 8150">
                        <a:extLst>
                          <a:ext uri="{FF2B5EF4-FFF2-40B4-BE49-F238E27FC236}">
                            <a16:creationId xmlns:a16="http://schemas.microsoft.com/office/drawing/2014/main" id="{1F482ABF-6A90-4008-A6FA-DF29F5FB93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090" name="Group 8089">
                      <a:extLst>
                        <a:ext uri="{FF2B5EF4-FFF2-40B4-BE49-F238E27FC236}">
                          <a16:creationId xmlns:a16="http://schemas.microsoft.com/office/drawing/2014/main" id="{5A286832-ED58-4A6F-842C-ABA0009BA22B}"/>
                        </a:ext>
                      </a:extLst>
                    </p:cNvPr>
                    <p:cNvGrpSpPr/>
                    <p:nvPr/>
                  </p:nvGrpSpPr>
                  <p:grpSpPr>
                    <a:xfrm rot="16200000">
                      <a:off x="563034" y="2429570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8148" name="Freeform: Shape 8147">
                        <a:extLst>
                          <a:ext uri="{FF2B5EF4-FFF2-40B4-BE49-F238E27FC236}">
                            <a16:creationId xmlns:a16="http://schemas.microsoft.com/office/drawing/2014/main" id="{ACF0D2BB-8CF6-4A8F-AB03-D8BF791EA96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149" name="Rectangle: Rounded Corners 8148">
                        <a:extLst>
                          <a:ext uri="{FF2B5EF4-FFF2-40B4-BE49-F238E27FC236}">
                            <a16:creationId xmlns:a16="http://schemas.microsoft.com/office/drawing/2014/main" id="{88924D62-BEFA-4120-B278-4B7AD9DEF8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091" name="Group 8090">
                      <a:extLst>
                        <a:ext uri="{FF2B5EF4-FFF2-40B4-BE49-F238E27FC236}">
                          <a16:creationId xmlns:a16="http://schemas.microsoft.com/office/drawing/2014/main" id="{060ED028-8EA1-4273-A90B-8EC0C5C0A2DF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350328" y="442527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8146" name="Freeform: Shape 8145">
                        <a:extLst>
                          <a:ext uri="{FF2B5EF4-FFF2-40B4-BE49-F238E27FC236}">
                            <a16:creationId xmlns:a16="http://schemas.microsoft.com/office/drawing/2014/main" id="{4AF224E2-46A0-4445-B5A7-63DCA1FFBED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147" name="Rectangle: Rounded Corners 8146">
                        <a:extLst>
                          <a:ext uri="{FF2B5EF4-FFF2-40B4-BE49-F238E27FC236}">
                            <a16:creationId xmlns:a16="http://schemas.microsoft.com/office/drawing/2014/main" id="{0E3F070B-7A73-49F7-89C6-0DEC7F3147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092" name="Group 8091">
                      <a:extLst>
                        <a:ext uri="{FF2B5EF4-FFF2-40B4-BE49-F238E27FC236}">
                          <a16:creationId xmlns:a16="http://schemas.microsoft.com/office/drawing/2014/main" id="{B96EB864-59EC-4BC4-BF45-3DB8B40080AE}"/>
                        </a:ext>
                      </a:extLst>
                    </p:cNvPr>
                    <p:cNvGrpSpPr/>
                    <p:nvPr/>
                  </p:nvGrpSpPr>
                  <p:grpSpPr>
                    <a:xfrm rot="5880914">
                      <a:off x="789613" y="438062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8144" name="Freeform: Shape 8143">
                        <a:extLst>
                          <a:ext uri="{FF2B5EF4-FFF2-40B4-BE49-F238E27FC236}">
                            <a16:creationId xmlns:a16="http://schemas.microsoft.com/office/drawing/2014/main" id="{485081E0-E457-4935-B46A-7F0DBF897D6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145" name="Rectangle: Rounded Corners 8144">
                        <a:extLst>
                          <a:ext uri="{FF2B5EF4-FFF2-40B4-BE49-F238E27FC236}">
                            <a16:creationId xmlns:a16="http://schemas.microsoft.com/office/drawing/2014/main" id="{B980A270-EB17-47E6-97BC-41BD18F969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093" name="Group 8092">
                      <a:extLst>
                        <a:ext uri="{FF2B5EF4-FFF2-40B4-BE49-F238E27FC236}">
                          <a16:creationId xmlns:a16="http://schemas.microsoft.com/office/drawing/2014/main" id="{701E98C8-D513-4F2B-9A69-E3950FC27064}"/>
                        </a:ext>
                      </a:extLst>
                    </p:cNvPr>
                    <p:cNvGrpSpPr/>
                    <p:nvPr/>
                  </p:nvGrpSpPr>
                  <p:grpSpPr>
                    <a:xfrm rot="13587211">
                      <a:off x="651990" y="2929858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8142" name="Freeform: Shape 8141">
                        <a:extLst>
                          <a:ext uri="{FF2B5EF4-FFF2-40B4-BE49-F238E27FC236}">
                            <a16:creationId xmlns:a16="http://schemas.microsoft.com/office/drawing/2014/main" id="{84EB85FB-6004-4AD4-8B65-847F3283FEC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143" name="Rectangle: Rounded Corners 8142">
                        <a:extLst>
                          <a:ext uri="{FF2B5EF4-FFF2-40B4-BE49-F238E27FC236}">
                            <a16:creationId xmlns:a16="http://schemas.microsoft.com/office/drawing/2014/main" id="{FA0F33E3-DE10-451C-8859-7413DFBF3A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094" name="Group 8093">
                      <a:extLst>
                        <a:ext uri="{FF2B5EF4-FFF2-40B4-BE49-F238E27FC236}">
                          <a16:creationId xmlns:a16="http://schemas.microsoft.com/office/drawing/2014/main" id="{28E114F3-82D3-4EC6-B4FF-8DE4EB4AE8A1}"/>
                        </a:ext>
                      </a:extLst>
                    </p:cNvPr>
                    <p:cNvGrpSpPr/>
                    <p:nvPr/>
                  </p:nvGrpSpPr>
                  <p:grpSpPr>
                    <a:xfrm rot="11351284">
                      <a:off x="163719" y="3807693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8140" name="Freeform: Shape 8139">
                        <a:extLst>
                          <a:ext uri="{FF2B5EF4-FFF2-40B4-BE49-F238E27FC236}">
                            <a16:creationId xmlns:a16="http://schemas.microsoft.com/office/drawing/2014/main" id="{8AF858ED-5867-40CE-879A-4C8BAFE89E5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141" name="Rectangle: Rounded Corners 8140">
                        <a:extLst>
                          <a:ext uri="{FF2B5EF4-FFF2-40B4-BE49-F238E27FC236}">
                            <a16:creationId xmlns:a16="http://schemas.microsoft.com/office/drawing/2014/main" id="{E2C282F6-ED8A-40FD-B742-AF19EA2A1D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095" name="Group 8094">
                      <a:extLst>
                        <a:ext uri="{FF2B5EF4-FFF2-40B4-BE49-F238E27FC236}">
                          <a16:creationId xmlns:a16="http://schemas.microsoft.com/office/drawing/2014/main" id="{EB0FDD0E-96BD-47EB-979F-CC3E8F6C1175}"/>
                        </a:ext>
                      </a:extLst>
                    </p:cNvPr>
                    <p:cNvGrpSpPr/>
                    <p:nvPr/>
                  </p:nvGrpSpPr>
                  <p:grpSpPr>
                    <a:xfrm rot="4193783">
                      <a:off x="2062756" y="4148262"/>
                      <a:ext cx="706454" cy="171076"/>
                      <a:chOff x="2620172" y="2546175"/>
                      <a:chExt cx="834986" cy="143092"/>
                    </a:xfrm>
                  </p:grpSpPr>
                  <p:sp>
                    <p:nvSpPr>
                      <p:cNvPr id="8138" name="Freeform: Shape 8137">
                        <a:extLst>
                          <a:ext uri="{FF2B5EF4-FFF2-40B4-BE49-F238E27FC236}">
                            <a16:creationId xmlns:a16="http://schemas.microsoft.com/office/drawing/2014/main" id="{6015A47F-08FE-4868-AA2D-934CFD984A4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139" name="Rectangle: Rounded Corners 8138">
                        <a:extLst>
                          <a:ext uri="{FF2B5EF4-FFF2-40B4-BE49-F238E27FC236}">
                            <a16:creationId xmlns:a16="http://schemas.microsoft.com/office/drawing/2014/main" id="{27432E5C-6189-4802-89A0-2B7F0D8D81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096" name="Group 8095">
                      <a:extLst>
                        <a:ext uri="{FF2B5EF4-FFF2-40B4-BE49-F238E27FC236}">
                          <a16:creationId xmlns:a16="http://schemas.microsoft.com/office/drawing/2014/main" id="{DEF58893-BC5C-41A3-A22C-691A05B9AEAF}"/>
                        </a:ext>
                      </a:extLst>
                    </p:cNvPr>
                    <p:cNvGrpSpPr/>
                    <p:nvPr/>
                  </p:nvGrpSpPr>
                  <p:grpSpPr>
                    <a:xfrm rot="1837203">
                      <a:off x="2331692" y="387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8136" name="Freeform: Shape 8135">
                        <a:extLst>
                          <a:ext uri="{FF2B5EF4-FFF2-40B4-BE49-F238E27FC236}">
                            <a16:creationId xmlns:a16="http://schemas.microsoft.com/office/drawing/2014/main" id="{47233BA9-848D-41DD-A32F-65A19BD781A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137" name="Rectangle: Rounded Corners 8136">
                        <a:extLst>
                          <a:ext uri="{FF2B5EF4-FFF2-40B4-BE49-F238E27FC236}">
                            <a16:creationId xmlns:a16="http://schemas.microsoft.com/office/drawing/2014/main" id="{2F3B63ED-5F2B-4B91-9588-AD7AFF40B03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097" name="Group 8096">
                      <a:extLst>
                        <a:ext uri="{FF2B5EF4-FFF2-40B4-BE49-F238E27FC236}">
                          <a16:creationId xmlns:a16="http://schemas.microsoft.com/office/drawing/2014/main" id="{C3B5D59E-3CE2-4B7C-80A0-BD9F1E488AD3}"/>
                        </a:ext>
                      </a:extLst>
                    </p:cNvPr>
                    <p:cNvGrpSpPr/>
                    <p:nvPr/>
                  </p:nvGrpSpPr>
                  <p:grpSpPr>
                    <a:xfrm rot="932650">
                      <a:off x="2489621" y="310501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8134" name="Freeform: Shape 8133">
                        <a:extLst>
                          <a:ext uri="{FF2B5EF4-FFF2-40B4-BE49-F238E27FC236}">
                            <a16:creationId xmlns:a16="http://schemas.microsoft.com/office/drawing/2014/main" id="{85C32C1C-94F5-4336-A6B9-D505257DEBD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135" name="Rectangle: Rounded Corners 8134">
                        <a:extLst>
                          <a:ext uri="{FF2B5EF4-FFF2-40B4-BE49-F238E27FC236}">
                            <a16:creationId xmlns:a16="http://schemas.microsoft.com/office/drawing/2014/main" id="{763FD609-82E9-4180-9275-FA519427BC8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098" name="Group 8097">
                      <a:extLst>
                        <a:ext uri="{FF2B5EF4-FFF2-40B4-BE49-F238E27FC236}">
                          <a16:creationId xmlns:a16="http://schemas.microsoft.com/office/drawing/2014/main" id="{67CE471E-E5B5-457E-82BA-2AB691C3B55E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686489" y="34904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8132" name="Freeform: Shape 8131">
                        <a:extLst>
                          <a:ext uri="{FF2B5EF4-FFF2-40B4-BE49-F238E27FC236}">
                            <a16:creationId xmlns:a16="http://schemas.microsoft.com/office/drawing/2014/main" id="{6D7849A0-B666-4450-95C2-B693F2D1424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133" name="Rectangle: Rounded Corners 8132">
                        <a:extLst>
                          <a:ext uri="{FF2B5EF4-FFF2-40B4-BE49-F238E27FC236}">
                            <a16:creationId xmlns:a16="http://schemas.microsoft.com/office/drawing/2014/main" id="{FAB0F173-C50E-43B6-B668-D3C7540B34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099" name="Group 8098">
                      <a:extLst>
                        <a:ext uri="{FF2B5EF4-FFF2-40B4-BE49-F238E27FC236}">
                          <a16:creationId xmlns:a16="http://schemas.microsoft.com/office/drawing/2014/main" id="{EC6354C7-9756-4280-B786-E205FA07F0C6}"/>
                        </a:ext>
                      </a:extLst>
                    </p:cNvPr>
                    <p:cNvGrpSpPr/>
                    <p:nvPr/>
                  </p:nvGrpSpPr>
                  <p:grpSpPr>
                    <a:xfrm rot="16924252">
                      <a:off x="1635001" y="2371073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8130" name="Freeform: Shape 8129">
                        <a:extLst>
                          <a:ext uri="{FF2B5EF4-FFF2-40B4-BE49-F238E27FC236}">
                            <a16:creationId xmlns:a16="http://schemas.microsoft.com/office/drawing/2014/main" id="{BBB79C6A-B414-4CEA-A877-4CC34232CC1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131" name="Rectangle: Rounded Corners 8130">
                        <a:extLst>
                          <a:ext uri="{FF2B5EF4-FFF2-40B4-BE49-F238E27FC236}">
                            <a16:creationId xmlns:a16="http://schemas.microsoft.com/office/drawing/2014/main" id="{0BA2B08E-095B-4285-92ED-7002E9CFB4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100" name="Group 8099">
                      <a:extLst>
                        <a:ext uri="{FF2B5EF4-FFF2-40B4-BE49-F238E27FC236}">
                          <a16:creationId xmlns:a16="http://schemas.microsoft.com/office/drawing/2014/main" id="{7B4F931B-697C-43D9-9ED0-263AC50D4AA2}"/>
                        </a:ext>
                      </a:extLst>
                    </p:cNvPr>
                    <p:cNvGrpSpPr/>
                    <p:nvPr/>
                  </p:nvGrpSpPr>
                  <p:grpSpPr>
                    <a:xfrm rot="15677156">
                      <a:off x="985517" y="2521255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8128" name="Freeform: Shape 8127">
                        <a:extLst>
                          <a:ext uri="{FF2B5EF4-FFF2-40B4-BE49-F238E27FC236}">
                            <a16:creationId xmlns:a16="http://schemas.microsoft.com/office/drawing/2014/main" id="{8438C41A-7F01-448B-ACFE-209E8C197AD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129" name="Rectangle: Rounded Corners 8128">
                        <a:extLst>
                          <a:ext uri="{FF2B5EF4-FFF2-40B4-BE49-F238E27FC236}">
                            <a16:creationId xmlns:a16="http://schemas.microsoft.com/office/drawing/2014/main" id="{883E99F5-3AF2-46F6-BD1F-5A0127B179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101" name="Group 8100">
                      <a:extLst>
                        <a:ext uri="{FF2B5EF4-FFF2-40B4-BE49-F238E27FC236}">
                          <a16:creationId xmlns:a16="http://schemas.microsoft.com/office/drawing/2014/main" id="{B0AD12D4-67E3-427A-805F-0505F48F030E}"/>
                        </a:ext>
                      </a:extLst>
                    </p:cNvPr>
                    <p:cNvGrpSpPr/>
                    <p:nvPr/>
                  </p:nvGrpSpPr>
                  <p:grpSpPr>
                    <a:xfrm rot="14354853" flipV="1">
                      <a:off x="976412" y="243847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8126" name="Freeform: Shape 8125">
                        <a:extLst>
                          <a:ext uri="{FF2B5EF4-FFF2-40B4-BE49-F238E27FC236}">
                            <a16:creationId xmlns:a16="http://schemas.microsoft.com/office/drawing/2014/main" id="{29243C0B-2DC0-4F97-8626-B3A15C3EB60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127" name="Rectangle: Rounded Corners 8126">
                        <a:extLst>
                          <a:ext uri="{FF2B5EF4-FFF2-40B4-BE49-F238E27FC236}">
                            <a16:creationId xmlns:a16="http://schemas.microsoft.com/office/drawing/2014/main" id="{47EFFB5C-DC23-48C3-84AB-5FB677BF64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102" name="Group 8101">
                      <a:extLst>
                        <a:ext uri="{FF2B5EF4-FFF2-40B4-BE49-F238E27FC236}">
                          <a16:creationId xmlns:a16="http://schemas.microsoft.com/office/drawing/2014/main" id="{7E370249-59CE-4FC4-A9F1-68244067F37D}"/>
                        </a:ext>
                      </a:extLst>
                    </p:cNvPr>
                    <p:cNvGrpSpPr/>
                    <p:nvPr/>
                  </p:nvGrpSpPr>
                  <p:grpSpPr>
                    <a:xfrm rot="9793356" flipV="1">
                      <a:off x="215985" y="323790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8124" name="Freeform: Shape 8123">
                        <a:extLst>
                          <a:ext uri="{FF2B5EF4-FFF2-40B4-BE49-F238E27FC236}">
                            <a16:creationId xmlns:a16="http://schemas.microsoft.com/office/drawing/2014/main" id="{6C459A70-CFD3-4BB8-AD80-3E2D18C280E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125" name="Rectangle: Rounded Corners 8124">
                        <a:extLst>
                          <a:ext uri="{FF2B5EF4-FFF2-40B4-BE49-F238E27FC236}">
                            <a16:creationId xmlns:a16="http://schemas.microsoft.com/office/drawing/2014/main" id="{89AC0A56-91BF-4ED4-9E4B-1E95710630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103" name="Group 8102">
                      <a:extLst>
                        <a:ext uri="{FF2B5EF4-FFF2-40B4-BE49-F238E27FC236}">
                          <a16:creationId xmlns:a16="http://schemas.microsoft.com/office/drawing/2014/main" id="{DA05DC01-6FB7-4EAD-B7B7-D0D503DA3C24}"/>
                        </a:ext>
                      </a:extLst>
                    </p:cNvPr>
                    <p:cNvGrpSpPr/>
                    <p:nvPr/>
                  </p:nvGrpSpPr>
                  <p:grpSpPr>
                    <a:xfrm rot="6907686" flipV="1">
                      <a:off x="692019" y="393196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8122" name="Freeform: Shape 8121">
                        <a:extLst>
                          <a:ext uri="{FF2B5EF4-FFF2-40B4-BE49-F238E27FC236}">
                            <a16:creationId xmlns:a16="http://schemas.microsoft.com/office/drawing/2014/main" id="{679903C2-7299-452C-8ABE-F2E3D6929DD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123" name="Rectangle: Rounded Corners 8122">
                        <a:extLst>
                          <a:ext uri="{FF2B5EF4-FFF2-40B4-BE49-F238E27FC236}">
                            <a16:creationId xmlns:a16="http://schemas.microsoft.com/office/drawing/2014/main" id="{AB5A81E6-E663-44EB-8859-F28F92DD1D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104" name="Group 8103">
                      <a:extLst>
                        <a:ext uri="{FF2B5EF4-FFF2-40B4-BE49-F238E27FC236}">
                          <a16:creationId xmlns:a16="http://schemas.microsoft.com/office/drawing/2014/main" id="{6C26C921-AFB6-4462-B8D3-AF17C98F3589}"/>
                        </a:ext>
                      </a:extLst>
                    </p:cNvPr>
                    <p:cNvGrpSpPr/>
                    <p:nvPr/>
                  </p:nvGrpSpPr>
                  <p:grpSpPr>
                    <a:xfrm rot="1465711" flipV="1">
                      <a:off x="2002734" y="340448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8120" name="Freeform: Shape 8119">
                        <a:extLst>
                          <a:ext uri="{FF2B5EF4-FFF2-40B4-BE49-F238E27FC236}">
                            <a16:creationId xmlns:a16="http://schemas.microsoft.com/office/drawing/2014/main" id="{293C86B0-B28C-43E0-810A-BADDDF92BAE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121" name="Rectangle: Rounded Corners 8120">
                        <a:extLst>
                          <a:ext uri="{FF2B5EF4-FFF2-40B4-BE49-F238E27FC236}">
                            <a16:creationId xmlns:a16="http://schemas.microsoft.com/office/drawing/2014/main" id="{E94A5D42-ED54-4725-9C7D-51CBAF2C99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105" name="Group 8104">
                      <a:extLst>
                        <a:ext uri="{FF2B5EF4-FFF2-40B4-BE49-F238E27FC236}">
                          <a16:creationId xmlns:a16="http://schemas.microsoft.com/office/drawing/2014/main" id="{F60C188D-127F-4178-B097-24AA14B885D0}"/>
                        </a:ext>
                      </a:extLst>
                    </p:cNvPr>
                    <p:cNvGrpSpPr/>
                    <p:nvPr/>
                  </p:nvGrpSpPr>
                  <p:grpSpPr>
                    <a:xfrm rot="19016516">
                      <a:off x="1733273" y="283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8118" name="Freeform: Shape 8117">
                        <a:extLst>
                          <a:ext uri="{FF2B5EF4-FFF2-40B4-BE49-F238E27FC236}">
                            <a16:creationId xmlns:a16="http://schemas.microsoft.com/office/drawing/2014/main" id="{26067AA0-5525-43B3-9C78-AD0EED0A3AA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119" name="Rectangle: Rounded Corners 8118">
                        <a:extLst>
                          <a:ext uri="{FF2B5EF4-FFF2-40B4-BE49-F238E27FC236}">
                            <a16:creationId xmlns:a16="http://schemas.microsoft.com/office/drawing/2014/main" id="{B4589636-68F0-40DF-8874-74B4908406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106" name="Group 8105">
                      <a:extLst>
                        <a:ext uri="{FF2B5EF4-FFF2-40B4-BE49-F238E27FC236}">
                          <a16:creationId xmlns:a16="http://schemas.microsoft.com/office/drawing/2014/main" id="{6836DA2D-9F41-48C0-AF61-13CCB97F81BD}"/>
                        </a:ext>
                      </a:extLst>
                    </p:cNvPr>
                    <p:cNvGrpSpPr/>
                    <p:nvPr/>
                  </p:nvGrpSpPr>
                  <p:grpSpPr>
                    <a:xfrm rot="19245075">
                      <a:off x="1632068" y="282541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8116" name="Freeform: Shape 8115">
                        <a:extLst>
                          <a:ext uri="{FF2B5EF4-FFF2-40B4-BE49-F238E27FC236}">
                            <a16:creationId xmlns:a16="http://schemas.microsoft.com/office/drawing/2014/main" id="{4C72ABDE-04AE-4582-A635-080E7CF52404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117" name="Rectangle: Rounded Corners 8116">
                        <a:extLst>
                          <a:ext uri="{FF2B5EF4-FFF2-40B4-BE49-F238E27FC236}">
                            <a16:creationId xmlns:a16="http://schemas.microsoft.com/office/drawing/2014/main" id="{566B844A-0F07-4A99-B959-5247A676EC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107" name="Group 8106">
                      <a:extLst>
                        <a:ext uri="{FF2B5EF4-FFF2-40B4-BE49-F238E27FC236}">
                          <a16:creationId xmlns:a16="http://schemas.microsoft.com/office/drawing/2014/main" id="{974BF058-C4D0-40DE-9422-FD432B947C63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838889" y="36428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8114" name="Freeform: Shape 8113">
                        <a:extLst>
                          <a:ext uri="{FF2B5EF4-FFF2-40B4-BE49-F238E27FC236}">
                            <a16:creationId xmlns:a16="http://schemas.microsoft.com/office/drawing/2014/main" id="{8E026CC7-91C8-43E2-88CD-36953C49D03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115" name="Rectangle: Rounded Corners 8114">
                        <a:extLst>
                          <a:ext uri="{FF2B5EF4-FFF2-40B4-BE49-F238E27FC236}">
                            <a16:creationId xmlns:a16="http://schemas.microsoft.com/office/drawing/2014/main" id="{A6C1786A-EBA8-4A49-BF02-24581F6085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108" name="Group 8107">
                      <a:extLst>
                        <a:ext uri="{FF2B5EF4-FFF2-40B4-BE49-F238E27FC236}">
                          <a16:creationId xmlns:a16="http://schemas.microsoft.com/office/drawing/2014/main" id="{4CE60FC9-29AC-4D0B-8F36-578DA80D4DAA}"/>
                        </a:ext>
                      </a:extLst>
                    </p:cNvPr>
                    <p:cNvGrpSpPr/>
                    <p:nvPr/>
                  </p:nvGrpSpPr>
                  <p:grpSpPr>
                    <a:xfrm rot="15824399">
                      <a:off x="1224680" y="281893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8112" name="Freeform: Shape 8111">
                        <a:extLst>
                          <a:ext uri="{FF2B5EF4-FFF2-40B4-BE49-F238E27FC236}">
                            <a16:creationId xmlns:a16="http://schemas.microsoft.com/office/drawing/2014/main" id="{921583D2-7F36-487F-B4C5-6E4790AD15A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113" name="Rectangle: Rounded Corners 8112">
                        <a:extLst>
                          <a:ext uri="{FF2B5EF4-FFF2-40B4-BE49-F238E27FC236}">
                            <a16:creationId xmlns:a16="http://schemas.microsoft.com/office/drawing/2014/main" id="{4088513B-D676-4EE9-BE28-BBCFFD9AF7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8109" name="Group 8108">
                      <a:extLst>
                        <a:ext uri="{FF2B5EF4-FFF2-40B4-BE49-F238E27FC236}">
                          <a16:creationId xmlns:a16="http://schemas.microsoft.com/office/drawing/2014/main" id="{15C618A6-A1FA-4585-98C2-9123F4BF00AE}"/>
                        </a:ext>
                      </a:extLst>
                    </p:cNvPr>
                    <p:cNvGrpSpPr/>
                    <p:nvPr/>
                  </p:nvGrpSpPr>
                  <p:grpSpPr>
                    <a:xfrm rot="16697394">
                      <a:off x="1080028" y="2168448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8110" name="Freeform: Shape 8109">
                        <a:extLst>
                          <a:ext uri="{FF2B5EF4-FFF2-40B4-BE49-F238E27FC236}">
                            <a16:creationId xmlns:a16="http://schemas.microsoft.com/office/drawing/2014/main" id="{5CFB46B2-C73B-4ADB-831C-D6B47F50F78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111" name="Rectangle: Rounded Corners 8110">
                        <a:extLst>
                          <a:ext uri="{FF2B5EF4-FFF2-40B4-BE49-F238E27FC236}">
                            <a16:creationId xmlns:a16="http://schemas.microsoft.com/office/drawing/2014/main" id="{DB0E6467-237B-4872-8145-AD8FE664E1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</p:grpSp>
              <p:sp>
                <p:nvSpPr>
                  <p:cNvPr id="8080" name="Freeform: Shape 8079">
                    <a:extLst>
                      <a:ext uri="{FF2B5EF4-FFF2-40B4-BE49-F238E27FC236}">
                        <a16:creationId xmlns:a16="http://schemas.microsoft.com/office/drawing/2014/main" id="{19D41ED6-C68B-4A85-B280-9AB7E33390EC}"/>
                      </a:ext>
                    </a:extLst>
                  </p:cNvPr>
                  <p:cNvSpPr/>
                  <p:nvPr/>
                </p:nvSpPr>
                <p:spPr>
                  <a:xfrm rot="6017948" flipV="1">
                    <a:off x="1305755" y="4290452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8081" name="Freeform: Shape 8080">
                    <a:extLst>
                      <a:ext uri="{FF2B5EF4-FFF2-40B4-BE49-F238E27FC236}">
                        <a16:creationId xmlns:a16="http://schemas.microsoft.com/office/drawing/2014/main" id="{4C50D3B4-4EE7-4544-B41C-FF34AF48A5BA}"/>
                      </a:ext>
                    </a:extLst>
                  </p:cNvPr>
                  <p:cNvSpPr/>
                  <p:nvPr/>
                </p:nvSpPr>
                <p:spPr>
                  <a:xfrm rot="21277659">
                    <a:off x="2517403" y="2906549"/>
                    <a:ext cx="690584" cy="235253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8082" name="Freeform: Shape 8081">
                    <a:extLst>
                      <a:ext uri="{FF2B5EF4-FFF2-40B4-BE49-F238E27FC236}">
                        <a16:creationId xmlns:a16="http://schemas.microsoft.com/office/drawing/2014/main" id="{8D28F9ED-4C59-4565-943E-B4E5F968BFB6}"/>
                      </a:ext>
                    </a:extLst>
                  </p:cNvPr>
                  <p:cNvSpPr/>
                  <p:nvPr/>
                </p:nvSpPr>
                <p:spPr>
                  <a:xfrm rot="11528244" flipV="1">
                    <a:off x="344853" y="2978311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</p:grpSp>
            <p:grpSp>
              <p:nvGrpSpPr>
                <p:cNvPr id="6615" name="Group 6614">
                  <a:extLst>
                    <a:ext uri="{FF2B5EF4-FFF2-40B4-BE49-F238E27FC236}">
                      <a16:creationId xmlns:a16="http://schemas.microsoft.com/office/drawing/2014/main" id="{11565E7E-5227-4245-AE49-7F275CA1010B}"/>
                    </a:ext>
                  </a:extLst>
                </p:cNvPr>
                <p:cNvGrpSpPr/>
                <p:nvPr/>
              </p:nvGrpSpPr>
              <p:grpSpPr>
                <a:xfrm>
                  <a:off x="3962289" y="2103579"/>
                  <a:ext cx="531923" cy="573923"/>
                  <a:chOff x="163719" y="1822501"/>
                  <a:chExt cx="3062199" cy="3047160"/>
                </a:xfrm>
              </p:grpSpPr>
              <p:grpSp>
                <p:nvGrpSpPr>
                  <p:cNvPr id="7714" name="Group 7713">
                    <a:extLst>
                      <a:ext uri="{FF2B5EF4-FFF2-40B4-BE49-F238E27FC236}">
                        <a16:creationId xmlns:a16="http://schemas.microsoft.com/office/drawing/2014/main" id="{7CD702B0-85B1-4E5F-8780-A1AD19DFDFC1}"/>
                      </a:ext>
                    </a:extLst>
                  </p:cNvPr>
                  <p:cNvGrpSpPr/>
                  <p:nvPr/>
                </p:nvGrpSpPr>
                <p:grpSpPr>
                  <a:xfrm>
                    <a:off x="163719" y="1822501"/>
                    <a:ext cx="3062199" cy="3047160"/>
                    <a:chOff x="163719" y="1822501"/>
                    <a:chExt cx="3062199" cy="3047160"/>
                  </a:xfrm>
                </p:grpSpPr>
                <p:grpSp>
                  <p:nvGrpSpPr>
                    <p:cNvPr id="7718" name="Group 7717">
                      <a:extLst>
                        <a:ext uri="{FF2B5EF4-FFF2-40B4-BE49-F238E27FC236}">
                          <a16:creationId xmlns:a16="http://schemas.microsoft.com/office/drawing/2014/main" id="{1085A25F-9511-4564-B4AA-361512A90371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683131" y="384412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8077" name="Freeform: Shape 8076">
                        <a:extLst>
                          <a:ext uri="{FF2B5EF4-FFF2-40B4-BE49-F238E27FC236}">
                            <a16:creationId xmlns:a16="http://schemas.microsoft.com/office/drawing/2014/main" id="{27F9EB2B-A516-4BBC-8241-45A241CCF23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078" name="Rectangle: Rounded Corners 8077">
                        <a:extLst>
                          <a:ext uri="{FF2B5EF4-FFF2-40B4-BE49-F238E27FC236}">
                            <a16:creationId xmlns:a16="http://schemas.microsoft.com/office/drawing/2014/main" id="{6EF849FC-F6B6-4551-BFB5-D1EE8EC9598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719" name="Group 7718">
                      <a:extLst>
                        <a:ext uri="{FF2B5EF4-FFF2-40B4-BE49-F238E27FC236}">
                          <a16:creationId xmlns:a16="http://schemas.microsoft.com/office/drawing/2014/main" id="{71965D54-EFFD-4CA6-8C27-6DC96F998EFF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123013" y="4110752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8075" name="Freeform: Shape 8074">
                        <a:extLst>
                          <a:ext uri="{FF2B5EF4-FFF2-40B4-BE49-F238E27FC236}">
                            <a16:creationId xmlns:a16="http://schemas.microsoft.com/office/drawing/2014/main" id="{C0571032-8FFC-45E8-8709-BD600410E10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8076" name="Rectangle: Rounded Corners 8075">
                        <a:extLst>
                          <a:ext uri="{FF2B5EF4-FFF2-40B4-BE49-F238E27FC236}">
                            <a16:creationId xmlns:a16="http://schemas.microsoft.com/office/drawing/2014/main" id="{01BA435E-0BF0-4E9E-8D8B-7CF19481AF9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720" name="Group 7719">
                      <a:extLst>
                        <a:ext uri="{FF2B5EF4-FFF2-40B4-BE49-F238E27FC236}">
                          <a16:creationId xmlns:a16="http://schemas.microsoft.com/office/drawing/2014/main" id="{17A23F25-E765-42C9-8C4A-09837F18CDD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0260" y="2440902"/>
                      <a:ext cx="1730523" cy="1839492"/>
                      <a:chOff x="420511" y="1784768"/>
                      <a:chExt cx="1730523" cy="1839492"/>
                    </a:xfrm>
                  </p:grpSpPr>
                  <p:grpSp>
                    <p:nvGrpSpPr>
                      <p:cNvPr id="7793" name="Group 7792">
                        <a:extLst>
                          <a:ext uri="{FF2B5EF4-FFF2-40B4-BE49-F238E27FC236}">
                            <a16:creationId xmlns:a16="http://schemas.microsoft.com/office/drawing/2014/main" id="{5D696872-107D-4319-BEB6-B369BDA8787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69572" y="1784768"/>
                        <a:ext cx="1081462" cy="1476716"/>
                        <a:chOff x="2089993" y="1523034"/>
                        <a:chExt cx="1081462" cy="1476716"/>
                      </a:xfrm>
                    </p:grpSpPr>
                    <p:grpSp>
                      <p:nvGrpSpPr>
                        <p:cNvPr id="8014" name="Group 8013">
                          <a:extLst>
                            <a:ext uri="{FF2B5EF4-FFF2-40B4-BE49-F238E27FC236}">
                              <a16:creationId xmlns:a16="http://schemas.microsoft.com/office/drawing/2014/main" id="{AD1A1346-9CCE-4E61-BC25-4F3B6613FAF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70705"/>
                          <a:ext cx="101484" cy="1016226"/>
                          <a:chOff x="1800622" y="2364951"/>
                          <a:chExt cx="101484" cy="1016226"/>
                        </a:xfrm>
                      </p:grpSpPr>
                      <p:sp>
                        <p:nvSpPr>
                          <p:cNvPr id="8071" name="Flowchart: Connector 8070">
                            <a:extLst>
                              <a:ext uri="{FF2B5EF4-FFF2-40B4-BE49-F238E27FC236}">
                                <a16:creationId xmlns:a16="http://schemas.microsoft.com/office/drawing/2014/main" id="{C11FC7A7-D581-4DD9-AD17-04FB2B708BB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072" name="Flowchart: Connector 8071">
                            <a:extLst>
                              <a:ext uri="{FF2B5EF4-FFF2-40B4-BE49-F238E27FC236}">
                                <a16:creationId xmlns:a16="http://schemas.microsoft.com/office/drawing/2014/main" id="{9536D067-02EE-4BEB-886F-22059A71960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073" name="Flowchart: Connector 8072">
                            <a:extLst>
                              <a:ext uri="{FF2B5EF4-FFF2-40B4-BE49-F238E27FC236}">
                                <a16:creationId xmlns:a16="http://schemas.microsoft.com/office/drawing/2014/main" id="{C3065DFE-4254-4CA2-B467-A81E9234F9F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074" name="Flowchart: Connector 8073">
                            <a:extLst>
                              <a:ext uri="{FF2B5EF4-FFF2-40B4-BE49-F238E27FC236}">
                                <a16:creationId xmlns:a16="http://schemas.microsoft.com/office/drawing/2014/main" id="{86EB4EA2-1997-4328-AFAA-C83ACDE8293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649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8015" name="Group 8014">
                          <a:extLst>
                            <a:ext uri="{FF2B5EF4-FFF2-40B4-BE49-F238E27FC236}">
                              <a16:creationId xmlns:a16="http://schemas.microsoft.com/office/drawing/2014/main" id="{34A7C7BA-679E-4C39-8956-FF1BFC63CF4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23034"/>
                          <a:ext cx="1057223" cy="1476716"/>
                          <a:chOff x="2114232" y="1523034"/>
                          <a:chExt cx="1057223" cy="1476716"/>
                        </a:xfrm>
                      </p:grpSpPr>
                      <p:grpSp>
                        <p:nvGrpSpPr>
                          <p:cNvPr id="8016" name="Group 8015">
                            <a:extLst>
                              <a:ext uri="{FF2B5EF4-FFF2-40B4-BE49-F238E27FC236}">
                                <a16:creationId xmlns:a16="http://schemas.microsoft.com/office/drawing/2014/main" id="{1321B6F3-FA1C-4BD6-AD53-655E8B7556C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47544" cy="539639"/>
                            <a:chOff x="3717189" y="1719497"/>
                            <a:chExt cx="1047544" cy="539639"/>
                          </a:xfrm>
                        </p:grpSpPr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064" name="3D Model 8063" descr="Sphere">
                                  <a:extLst>
                                    <a:ext uri="{FF2B5EF4-FFF2-40B4-BE49-F238E27FC236}">
                                      <a16:creationId xmlns:a16="http://schemas.microsoft.com/office/drawing/2014/main" id="{7E0D2718-5B45-45F3-964C-DAC6D35CF9B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030316194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065" name="Flowchart: Connector 8064">
                              <a:extLst>
                                <a:ext uri="{FF2B5EF4-FFF2-40B4-BE49-F238E27FC236}">
                                  <a16:creationId xmlns:a16="http://schemas.microsoft.com/office/drawing/2014/main" id="{4D7C8D24-5B7F-409F-8446-7681978B4E0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066" name="3D Model 8065" descr="Sphere">
                                  <a:extLst>
                                    <a:ext uri="{FF2B5EF4-FFF2-40B4-BE49-F238E27FC236}">
                                      <a16:creationId xmlns:a16="http://schemas.microsoft.com/office/drawing/2014/main" id="{5F99A064-0F68-45EC-B576-1423186F978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632882088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067" name="Flowchart: Connector 8066">
                              <a:extLst>
                                <a:ext uri="{FF2B5EF4-FFF2-40B4-BE49-F238E27FC236}">
                                  <a16:creationId xmlns:a16="http://schemas.microsoft.com/office/drawing/2014/main" id="{F65E9A2E-C8FC-47C3-932A-B01A27F553A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068" name="3D Model 8067" descr="Sphere">
                                  <a:extLst>
                                    <a:ext uri="{FF2B5EF4-FFF2-40B4-BE49-F238E27FC236}">
                                      <a16:creationId xmlns:a16="http://schemas.microsoft.com/office/drawing/2014/main" id="{1DD428F5-F9C0-4D75-9116-5CC8E780117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190434111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069" name="Flowchart: Connector 8068">
                              <a:extLst>
                                <a:ext uri="{FF2B5EF4-FFF2-40B4-BE49-F238E27FC236}">
                                  <a16:creationId xmlns:a16="http://schemas.microsoft.com/office/drawing/2014/main" id="{FAA70BB0-3B54-44A6-96F6-4D6D495E9DB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070" name="3D Model 8069" descr="Sphere">
                                  <a:extLst>
                                    <a:ext uri="{FF2B5EF4-FFF2-40B4-BE49-F238E27FC236}">
                                      <a16:creationId xmlns:a16="http://schemas.microsoft.com/office/drawing/2014/main" id="{34AB0BFC-B62F-4F19-AEE0-4D6DB9DCC3C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332679612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8017" name="Group 8016">
                            <a:extLst>
                              <a:ext uri="{FF2B5EF4-FFF2-40B4-BE49-F238E27FC236}">
                                <a16:creationId xmlns:a16="http://schemas.microsoft.com/office/drawing/2014/main" id="{66C68654-D2A2-4FB5-85D7-C35333ABFDB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8049" name="Flowchart: Connector 8048">
                              <a:extLst>
                                <a:ext uri="{FF2B5EF4-FFF2-40B4-BE49-F238E27FC236}">
                                  <a16:creationId xmlns:a16="http://schemas.microsoft.com/office/drawing/2014/main" id="{5F6BDDAA-8431-4A5E-BEE6-636C58924B4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050" name="Flowchart: Connector 8049">
                              <a:extLst>
                                <a:ext uri="{FF2B5EF4-FFF2-40B4-BE49-F238E27FC236}">
                                  <a16:creationId xmlns:a16="http://schemas.microsoft.com/office/drawing/2014/main" id="{3F8E3152-0DD4-43D3-8CD9-37840BDDF52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051" name="Flowchart: Connector 8050">
                              <a:extLst>
                                <a:ext uri="{FF2B5EF4-FFF2-40B4-BE49-F238E27FC236}">
                                  <a16:creationId xmlns:a16="http://schemas.microsoft.com/office/drawing/2014/main" id="{F8AB7F2B-1352-4831-BE32-820C38F1E81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052" name="Flowchart: Connector 8051">
                              <a:extLst>
                                <a:ext uri="{FF2B5EF4-FFF2-40B4-BE49-F238E27FC236}">
                                  <a16:creationId xmlns:a16="http://schemas.microsoft.com/office/drawing/2014/main" id="{0CBC162A-18C1-40BB-9171-AA496A58519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053" name="Flowchart: Connector 8052">
                              <a:extLst>
                                <a:ext uri="{FF2B5EF4-FFF2-40B4-BE49-F238E27FC236}">
                                  <a16:creationId xmlns:a16="http://schemas.microsoft.com/office/drawing/2014/main" id="{AA767667-B886-4F88-A15A-81E3DCFAA50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054" name="Flowchart: Connector 8053">
                              <a:extLst>
                                <a:ext uri="{FF2B5EF4-FFF2-40B4-BE49-F238E27FC236}">
                                  <a16:creationId xmlns:a16="http://schemas.microsoft.com/office/drawing/2014/main" id="{F6AEB5AE-85B7-409C-99C5-44AD3BE9486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055" name="Flowchart: Connector 8054">
                              <a:extLst>
                                <a:ext uri="{FF2B5EF4-FFF2-40B4-BE49-F238E27FC236}">
                                  <a16:creationId xmlns:a16="http://schemas.microsoft.com/office/drawing/2014/main" id="{27CE1C1C-7098-4ACB-B423-39A3E0DEDBC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056" name="Flowchart: Connector 8055">
                              <a:extLst>
                                <a:ext uri="{FF2B5EF4-FFF2-40B4-BE49-F238E27FC236}">
                                  <a16:creationId xmlns:a16="http://schemas.microsoft.com/office/drawing/2014/main" id="{55F1466C-160A-42FE-8095-3A6CBAC17AE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057" name="3D Model 8056" descr="Sphere">
                                  <a:extLst>
                                    <a:ext uri="{FF2B5EF4-FFF2-40B4-BE49-F238E27FC236}">
                                      <a16:creationId xmlns:a16="http://schemas.microsoft.com/office/drawing/2014/main" id="{297367CA-DF45-4212-A67C-9941002A129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571612901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058" name="Flowchart: Connector 8057">
                              <a:extLst>
                                <a:ext uri="{FF2B5EF4-FFF2-40B4-BE49-F238E27FC236}">
                                  <a16:creationId xmlns:a16="http://schemas.microsoft.com/office/drawing/2014/main" id="{CC0C7FB6-840A-41F1-BEBE-DBEB863A9B7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059" name="3D Model 8058" descr="Sphere">
                                  <a:extLst>
                                    <a:ext uri="{FF2B5EF4-FFF2-40B4-BE49-F238E27FC236}">
                                      <a16:creationId xmlns:a16="http://schemas.microsoft.com/office/drawing/2014/main" id="{B04EC54D-CC5E-4CE7-AB61-2D218E954FD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629440191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060" name="Flowchart: Connector 8059">
                              <a:extLst>
                                <a:ext uri="{FF2B5EF4-FFF2-40B4-BE49-F238E27FC236}">
                                  <a16:creationId xmlns:a16="http://schemas.microsoft.com/office/drawing/2014/main" id="{C44E1FEE-A08F-411C-A056-CD2713051BA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061" name="3D Model 8060" descr="Sphere">
                                  <a:extLst>
                                    <a:ext uri="{FF2B5EF4-FFF2-40B4-BE49-F238E27FC236}">
                                      <a16:creationId xmlns:a16="http://schemas.microsoft.com/office/drawing/2014/main" id="{D75E5001-C66B-4D00-94AC-7BD82524539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46748419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062" name="Flowchart: Connector 8061">
                              <a:extLst>
                                <a:ext uri="{FF2B5EF4-FFF2-40B4-BE49-F238E27FC236}">
                                  <a16:creationId xmlns:a16="http://schemas.microsoft.com/office/drawing/2014/main" id="{BF6087FE-2436-4B16-978D-9BDFD21336C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063" name="3D Model 8062" descr="Sphere">
                                  <a:extLst>
                                    <a:ext uri="{FF2B5EF4-FFF2-40B4-BE49-F238E27FC236}">
                                      <a16:creationId xmlns:a16="http://schemas.microsoft.com/office/drawing/2014/main" id="{1751C472-789E-4528-B266-B893C5A85AA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170154949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8018" name="Group 8017">
                            <a:extLst>
                              <a:ext uri="{FF2B5EF4-FFF2-40B4-BE49-F238E27FC236}">
                                <a16:creationId xmlns:a16="http://schemas.microsoft.com/office/drawing/2014/main" id="{366D9F43-8BBD-4307-933B-5F50D1665AA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8034" name="Flowchart: Connector 8033">
                              <a:extLst>
                                <a:ext uri="{FF2B5EF4-FFF2-40B4-BE49-F238E27FC236}">
                                  <a16:creationId xmlns:a16="http://schemas.microsoft.com/office/drawing/2014/main" id="{DA4C90A3-C4FD-4CB9-8D5A-AFC12570C30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035" name="Flowchart: Connector 8034">
                              <a:extLst>
                                <a:ext uri="{FF2B5EF4-FFF2-40B4-BE49-F238E27FC236}">
                                  <a16:creationId xmlns:a16="http://schemas.microsoft.com/office/drawing/2014/main" id="{7E1ED881-F00F-4E2F-8E6B-1C4416E1FA7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036" name="Flowchart: Connector 8035">
                              <a:extLst>
                                <a:ext uri="{FF2B5EF4-FFF2-40B4-BE49-F238E27FC236}">
                                  <a16:creationId xmlns:a16="http://schemas.microsoft.com/office/drawing/2014/main" id="{0A38CD8B-2935-4D9A-B21B-4F6917747595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037" name="Flowchart: Connector 8036">
                              <a:extLst>
                                <a:ext uri="{FF2B5EF4-FFF2-40B4-BE49-F238E27FC236}">
                                  <a16:creationId xmlns:a16="http://schemas.microsoft.com/office/drawing/2014/main" id="{04567696-54F0-4085-BF81-AC5DA739569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038" name="Flowchart: Connector 8037">
                              <a:extLst>
                                <a:ext uri="{FF2B5EF4-FFF2-40B4-BE49-F238E27FC236}">
                                  <a16:creationId xmlns:a16="http://schemas.microsoft.com/office/drawing/2014/main" id="{2D4B9804-E3F2-40D7-ACD4-1675A940D89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039" name="Flowchart: Connector 8038">
                              <a:extLst>
                                <a:ext uri="{FF2B5EF4-FFF2-40B4-BE49-F238E27FC236}">
                                  <a16:creationId xmlns:a16="http://schemas.microsoft.com/office/drawing/2014/main" id="{1D783C19-B5F0-4D23-978C-40F3529227A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040" name="Flowchart: Connector 8039">
                              <a:extLst>
                                <a:ext uri="{FF2B5EF4-FFF2-40B4-BE49-F238E27FC236}">
                                  <a16:creationId xmlns:a16="http://schemas.microsoft.com/office/drawing/2014/main" id="{1D8416F6-9870-4021-8E45-7CD46D98C1B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8041" name="Flowchart: Connector 8040">
                              <a:extLst>
                                <a:ext uri="{FF2B5EF4-FFF2-40B4-BE49-F238E27FC236}">
                                  <a16:creationId xmlns:a16="http://schemas.microsoft.com/office/drawing/2014/main" id="{943F2528-5062-4C8A-9559-93765904125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042" name="3D Model 8041" descr="Sphere">
                                  <a:extLst>
                                    <a:ext uri="{FF2B5EF4-FFF2-40B4-BE49-F238E27FC236}">
                                      <a16:creationId xmlns:a16="http://schemas.microsoft.com/office/drawing/2014/main" id="{AE5994A3-5176-4E22-9F5D-558B4F2B844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18333607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043" name="Flowchart: Connector 8042">
                              <a:extLst>
                                <a:ext uri="{FF2B5EF4-FFF2-40B4-BE49-F238E27FC236}">
                                  <a16:creationId xmlns:a16="http://schemas.microsoft.com/office/drawing/2014/main" id="{0124E953-0A1B-42DE-A09E-94C1A815BD1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044" name="3D Model 8043" descr="Sphere">
                                  <a:extLst>
                                    <a:ext uri="{FF2B5EF4-FFF2-40B4-BE49-F238E27FC236}">
                                      <a16:creationId xmlns:a16="http://schemas.microsoft.com/office/drawing/2014/main" id="{AD8DF1CA-7BBC-48D9-85ED-833429F51F4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229076584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045" name="Flowchart: Connector 8044">
                              <a:extLst>
                                <a:ext uri="{FF2B5EF4-FFF2-40B4-BE49-F238E27FC236}">
                                  <a16:creationId xmlns:a16="http://schemas.microsoft.com/office/drawing/2014/main" id="{282EA60C-5DA1-4C80-B0D3-18C4BE588A5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046" name="3D Model 8045" descr="Sphere">
                                  <a:extLst>
                                    <a:ext uri="{FF2B5EF4-FFF2-40B4-BE49-F238E27FC236}">
                                      <a16:creationId xmlns:a16="http://schemas.microsoft.com/office/drawing/2014/main" id="{4CEAD168-1BAC-4980-9E29-13597D18A43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99336323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047" name="Flowchart: Connector 8046">
                              <a:extLst>
                                <a:ext uri="{FF2B5EF4-FFF2-40B4-BE49-F238E27FC236}">
                                  <a16:creationId xmlns:a16="http://schemas.microsoft.com/office/drawing/2014/main" id="{954BC57B-4093-49FD-B7F5-D71595355D4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048" name="3D Model 8047" descr="Sphere">
                                  <a:extLst>
                                    <a:ext uri="{FF2B5EF4-FFF2-40B4-BE49-F238E27FC236}">
                                      <a16:creationId xmlns:a16="http://schemas.microsoft.com/office/drawing/2014/main" id="{279086DB-9B91-4261-9CEC-F218D82B4D0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216366973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8019" name="Flowchart: Connector 8018">
                            <a:extLst>
                              <a:ext uri="{FF2B5EF4-FFF2-40B4-BE49-F238E27FC236}">
                                <a16:creationId xmlns:a16="http://schemas.microsoft.com/office/drawing/2014/main" id="{EC038266-EAE8-4429-A5FB-1FCBA65F355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020" name="Flowchart: Connector 8019">
                            <a:extLst>
                              <a:ext uri="{FF2B5EF4-FFF2-40B4-BE49-F238E27FC236}">
                                <a16:creationId xmlns:a16="http://schemas.microsoft.com/office/drawing/2014/main" id="{8953BCD0-8953-4DFD-80D7-41728633529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021" name="Flowchart: Connector 8020">
                            <a:extLst>
                              <a:ext uri="{FF2B5EF4-FFF2-40B4-BE49-F238E27FC236}">
                                <a16:creationId xmlns:a16="http://schemas.microsoft.com/office/drawing/2014/main" id="{5D806674-5D30-47DB-9915-FE3929A7F1C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022" name="Flowchart: Connector 8021">
                            <a:extLst>
                              <a:ext uri="{FF2B5EF4-FFF2-40B4-BE49-F238E27FC236}">
                                <a16:creationId xmlns:a16="http://schemas.microsoft.com/office/drawing/2014/main" id="{2800CB10-F19A-47BF-9A85-2DA723BE2FF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023" name="Flowchart: Connector 8022">
                            <a:extLst>
                              <a:ext uri="{FF2B5EF4-FFF2-40B4-BE49-F238E27FC236}">
                                <a16:creationId xmlns:a16="http://schemas.microsoft.com/office/drawing/2014/main" id="{2F7D1FA6-4163-4BCE-AC0C-DAAD43E7EDF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024" name="Flowchart: Connector 8023">
                            <a:extLst>
                              <a:ext uri="{FF2B5EF4-FFF2-40B4-BE49-F238E27FC236}">
                                <a16:creationId xmlns:a16="http://schemas.microsoft.com/office/drawing/2014/main" id="{C75072F1-D192-4F0C-82A0-D895BB5EFF1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025" name="Flowchart: Connector 8024">
                            <a:extLst>
                              <a:ext uri="{FF2B5EF4-FFF2-40B4-BE49-F238E27FC236}">
                                <a16:creationId xmlns:a16="http://schemas.microsoft.com/office/drawing/2014/main" id="{865173A8-835F-4401-8CD4-B7360BE2303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026" name="Flowchart: Connector 8025">
                            <a:extLst>
                              <a:ext uri="{FF2B5EF4-FFF2-40B4-BE49-F238E27FC236}">
                                <a16:creationId xmlns:a16="http://schemas.microsoft.com/office/drawing/2014/main" id="{13AE9D6D-A01A-48B5-A43B-0761C461054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027" name="3D Model 8026" descr="Sphere">
                                <a:extLst>
                                  <a:ext uri="{FF2B5EF4-FFF2-40B4-BE49-F238E27FC236}">
                                    <a16:creationId xmlns:a16="http://schemas.microsoft.com/office/drawing/2014/main" id="{CB261F0F-3E26-4128-8417-3FC47024D34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289584376"/>
                                  </p:ext>
                                </p:extLst>
                              </p:nvPr>
                            </p:nvGraphicFramePr>
                            <p:xfrm>
                              <a:off x="2134543" y="1523034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419" name="3D Model 1418" descr="Sphere">
                                <a:extLst>
                                  <a:ext uri="{FF2B5EF4-FFF2-40B4-BE49-F238E27FC236}">
                                    <a16:creationId xmlns:a16="http://schemas.microsoft.com/office/drawing/2014/main" id="{7229CE40-5DC5-4D9D-A7D9-859629ED0F1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03767" y="222005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028" name="Flowchart: Connector 8027">
                            <a:extLst>
                              <a:ext uri="{FF2B5EF4-FFF2-40B4-BE49-F238E27FC236}">
                                <a16:creationId xmlns:a16="http://schemas.microsoft.com/office/drawing/2014/main" id="{62B49774-93F8-4F4B-B015-30705640F71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029" name="3D Model 8028" descr="Sphere">
                                <a:extLst>
                                  <a:ext uri="{FF2B5EF4-FFF2-40B4-BE49-F238E27FC236}">
                                    <a16:creationId xmlns:a16="http://schemas.microsoft.com/office/drawing/2014/main" id="{655F6E32-669C-4A14-AAF2-338238E06D1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194982759"/>
                                  </p:ext>
                                </p:extLst>
                              </p:nvPr>
                            </p:nvGraphicFramePr>
                            <p:xfrm>
                              <a:off x="2371307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421" name="3D Model 1420" descr="Sphere">
                                <a:extLst>
                                  <a:ext uri="{FF2B5EF4-FFF2-40B4-BE49-F238E27FC236}">
                                    <a16:creationId xmlns:a16="http://schemas.microsoft.com/office/drawing/2014/main" id="{97350ED2-333A-46EE-AD93-D7BDDBE739F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44895" y="2230736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030" name="Flowchart: Connector 8029">
                            <a:extLst>
                              <a:ext uri="{FF2B5EF4-FFF2-40B4-BE49-F238E27FC236}">
                                <a16:creationId xmlns:a16="http://schemas.microsoft.com/office/drawing/2014/main" id="{6691F821-4D57-403C-9399-ED587A85518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4559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031" name="3D Model 8030" descr="Sphere">
                                <a:extLst>
                                  <a:ext uri="{FF2B5EF4-FFF2-40B4-BE49-F238E27FC236}">
                                    <a16:creationId xmlns:a16="http://schemas.microsoft.com/office/drawing/2014/main" id="{19C95728-91E7-48AF-B1A4-BDF70AF1493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3396672"/>
                                  </p:ext>
                                </p:extLst>
                              </p:nvPr>
                            </p:nvGraphicFramePr>
                            <p:xfrm>
                              <a:off x="2609177" y="164155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423" name="3D Model 1422" descr="Sphere">
                                <a:extLst>
                                  <a:ext uri="{FF2B5EF4-FFF2-40B4-BE49-F238E27FC236}">
                                    <a16:creationId xmlns:a16="http://schemas.microsoft.com/office/drawing/2014/main" id="{4127809F-7720-42F3-8F40-EDE8E5BBA65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86214" y="2242375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032" name="Flowchart: Connector 8031">
                            <a:extLst>
                              <a:ext uri="{FF2B5EF4-FFF2-40B4-BE49-F238E27FC236}">
                                <a16:creationId xmlns:a16="http://schemas.microsoft.com/office/drawing/2014/main" id="{FF672F24-9F9A-417E-B7ED-E665CC5E4F2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033" name="3D Model 8032" descr="Sphere">
                                <a:extLst>
                                  <a:ext uri="{FF2B5EF4-FFF2-40B4-BE49-F238E27FC236}">
                                    <a16:creationId xmlns:a16="http://schemas.microsoft.com/office/drawing/2014/main" id="{E938535D-5008-4974-945E-39C3BAB3B7C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35849133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6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6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425" name="3D Model 1424" descr="Sphere">
                                <a:extLst>
                                  <a:ext uri="{FF2B5EF4-FFF2-40B4-BE49-F238E27FC236}">
                                    <a16:creationId xmlns:a16="http://schemas.microsoft.com/office/drawing/2014/main" id="{7A7252BE-764A-422C-BF13-66AACF3A455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332840" y="2258769"/>
                                <a:ext cx="51046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7794" name="Group 7793">
                        <a:extLst>
                          <a:ext uri="{FF2B5EF4-FFF2-40B4-BE49-F238E27FC236}">
                            <a16:creationId xmlns:a16="http://schemas.microsoft.com/office/drawing/2014/main" id="{2AD98332-00BF-471F-9C37-A242292AE3C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3325" y="2268938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8011" name="Flowchart: Connector 8010">
                          <a:extLst>
                            <a:ext uri="{FF2B5EF4-FFF2-40B4-BE49-F238E27FC236}">
                              <a16:creationId xmlns:a16="http://schemas.microsoft.com/office/drawing/2014/main" id="{671EFA65-CE23-4CCE-93B6-89FCFE5EBFA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012" name="Flowchart: Connector 8011">
                          <a:extLst>
                            <a:ext uri="{FF2B5EF4-FFF2-40B4-BE49-F238E27FC236}">
                              <a16:creationId xmlns:a16="http://schemas.microsoft.com/office/drawing/2014/main" id="{BBB9BF99-2B86-41C9-BEF2-483580E4D90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013" name="Flowchart: Connector 8012">
                          <a:extLst>
                            <a:ext uri="{FF2B5EF4-FFF2-40B4-BE49-F238E27FC236}">
                              <a16:creationId xmlns:a16="http://schemas.microsoft.com/office/drawing/2014/main" id="{9DD6595B-741A-40EB-BE50-0BDCEFBAF63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7795" name="Flowchart: Connector 7794">
                        <a:extLst>
                          <a:ext uri="{FF2B5EF4-FFF2-40B4-BE49-F238E27FC236}">
                            <a16:creationId xmlns:a16="http://schemas.microsoft.com/office/drawing/2014/main" id="{44AC0833-7A78-4445-84AF-6C8B91F6403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37026" y="201261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796" name="Flowchart: Connector 7795">
                        <a:extLst>
                          <a:ext uri="{FF2B5EF4-FFF2-40B4-BE49-F238E27FC236}">
                            <a16:creationId xmlns:a16="http://schemas.microsoft.com/office/drawing/2014/main" id="{D47A047B-C833-44E9-BBE5-38DF65B4EDE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588002" y="208727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7797" name="Group 7796">
                        <a:extLst>
                          <a:ext uri="{FF2B5EF4-FFF2-40B4-BE49-F238E27FC236}">
                            <a16:creationId xmlns:a16="http://schemas.microsoft.com/office/drawing/2014/main" id="{47EE54A9-F514-4157-8BB6-8187B2BD41CD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228750">
                        <a:off x="1171220" y="1918660"/>
                        <a:ext cx="698062" cy="387533"/>
                        <a:chOff x="854933" y="2290871"/>
                        <a:chExt cx="698062" cy="387533"/>
                      </a:xfrm>
                    </p:grpSpPr>
                    <p:sp>
                      <p:nvSpPr>
                        <p:cNvPr id="8008" name="Flowchart: Connector 8007">
                          <a:extLst>
                            <a:ext uri="{FF2B5EF4-FFF2-40B4-BE49-F238E27FC236}">
                              <a16:creationId xmlns:a16="http://schemas.microsoft.com/office/drawing/2014/main" id="{CF45836C-2A68-48A9-A616-75FAE65047C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3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009" name="Flowchart: Connector 8008">
                          <a:extLst>
                            <a:ext uri="{FF2B5EF4-FFF2-40B4-BE49-F238E27FC236}">
                              <a16:creationId xmlns:a16="http://schemas.microsoft.com/office/drawing/2014/main" id="{FB37611B-1610-4DB7-B479-36A8B724F93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5206" y="2377897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010" name="Flowchart: Connector 8009">
                          <a:extLst>
                            <a:ext uri="{FF2B5EF4-FFF2-40B4-BE49-F238E27FC236}">
                              <a16:creationId xmlns:a16="http://schemas.microsoft.com/office/drawing/2014/main" id="{9335EDD4-CB21-4519-99EF-992708B2386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41136" y="2462404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7798" name="Group 7797">
                        <a:extLst>
                          <a:ext uri="{FF2B5EF4-FFF2-40B4-BE49-F238E27FC236}">
                            <a16:creationId xmlns:a16="http://schemas.microsoft.com/office/drawing/2014/main" id="{9B76BA52-B661-423F-B407-8C3C7F80921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49741" y="1890320"/>
                        <a:ext cx="1098636" cy="1497980"/>
                        <a:chOff x="2089993" y="1501770"/>
                        <a:chExt cx="1098636" cy="1497980"/>
                      </a:xfrm>
                    </p:grpSpPr>
                    <p:grpSp>
                      <p:nvGrpSpPr>
                        <p:cNvPr id="7943" name="Group 7942">
                          <a:extLst>
                            <a:ext uri="{FF2B5EF4-FFF2-40B4-BE49-F238E27FC236}">
                              <a16:creationId xmlns:a16="http://schemas.microsoft.com/office/drawing/2014/main" id="{2F7EA407-4679-4258-8338-BCC5B0B8E03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34990"/>
                          <a:ext cx="101484" cy="1051941"/>
                          <a:chOff x="1800622" y="2329236"/>
                          <a:chExt cx="101484" cy="1051941"/>
                        </a:xfrm>
                      </p:grpSpPr>
                      <p:sp>
                        <p:nvSpPr>
                          <p:cNvPr id="8004" name="Flowchart: Connector 8003">
                            <a:extLst>
                              <a:ext uri="{FF2B5EF4-FFF2-40B4-BE49-F238E27FC236}">
                                <a16:creationId xmlns:a16="http://schemas.microsoft.com/office/drawing/2014/main" id="{88874FCD-AA8C-425C-9DD7-0118BC6752C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005" name="Flowchart: Connector 8004">
                            <a:extLst>
                              <a:ext uri="{FF2B5EF4-FFF2-40B4-BE49-F238E27FC236}">
                                <a16:creationId xmlns:a16="http://schemas.microsoft.com/office/drawing/2014/main" id="{BBB27A46-6F37-488A-96BB-4BF8E1240BA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006" name="Flowchart: Connector 8005">
                            <a:extLst>
                              <a:ext uri="{FF2B5EF4-FFF2-40B4-BE49-F238E27FC236}">
                                <a16:creationId xmlns:a16="http://schemas.microsoft.com/office/drawing/2014/main" id="{50F9E106-ED0C-4B31-92AB-34C9DBFD54C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007" name="Flowchart: Connector 8006">
                            <a:extLst>
                              <a:ext uri="{FF2B5EF4-FFF2-40B4-BE49-F238E27FC236}">
                                <a16:creationId xmlns:a16="http://schemas.microsoft.com/office/drawing/2014/main" id="{4E974EB1-FF83-4290-ABE7-C6F22379FD9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2923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7944" name="Group 7943">
                          <a:extLst>
                            <a:ext uri="{FF2B5EF4-FFF2-40B4-BE49-F238E27FC236}">
                              <a16:creationId xmlns:a16="http://schemas.microsoft.com/office/drawing/2014/main" id="{987DB1F0-F667-41DA-9D2C-AF7C2C248A4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01770"/>
                          <a:ext cx="1074397" cy="1497980"/>
                          <a:chOff x="2114232" y="1501770"/>
                          <a:chExt cx="1074397" cy="1497980"/>
                        </a:xfrm>
                      </p:grpSpPr>
                      <p:grpSp>
                        <p:nvGrpSpPr>
                          <p:cNvPr id="7945" name="Group 7944">
                            <a:extLst>
                              <a:ext uri="{FF2B5EF4-FFF2-40B4-BE49-F238E27FC236}">
                                <a16:creationId xmlns:a16="http://schemas.microsoft.com/office/drawing/2014/main" id="{6DD1D82E-F3C9-41E8-A04F-6A68F062BAD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7996" name="Flowchart: Connector 7995">
                              <a:extLst>
                                <a:ext uri="{FF2B5EF4-FFF2-40B4-BE49-F238E27FC236}">
                                  <a16:creationId xmlns:a16="http://schemas.microsoft.com/office/drawing/2014/main" id="{B118D2B7-8BCB-4660-B1C7-25A6716109C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997" name="3D Model 7996" descr="Sphere">
                                  <a:extLst>
                                    <a:ext uri="{FF2B5EF4-FFF2-40B4-BE49-F238E27FC236}">
                                      <a16:creationId xmlns:a16="http://schemas.microsoft.com/office/drawing/2014/main" id="{761DD11E-CDE7-4E52-928F-0922471D38C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23954057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998" name="Flowchart: Connector 7997">
                              <a:extLst>
                                <a:ext uri="{FF2B5EF4-FFF2-40B4-BE49-F238E27FC236}">
                                  <a16:creationId xmlns:a16="http://schemas.microsoft.com/office/drawing/2014/main" id="{C1EFB92B-DD28-4834-BA9F-DB2F4299393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999" name="3D Model 7998" descr="Sphere">
                                  <a:extLst>
                                    <a:ext uri="{FF2B5EF4-FFF2-40B4-BE49-F238E27FC236}">
                                      <a16:creationId xmlns:a16="http://schemas.microsoft.com/office/drawing/2014/main" id="{6AF801F6-129D-4B3D-96AE-4C15A95A3A9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669065372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000" name="Flowchart: Connector 7999">
                              <a:extLst>
                                <a:ext uri="{FF2B5EF4-FFF2-40B4-BE49-F238E27FC236}">
                                  <a16:creationId xmlns:a16="http://schemas.microsoft.com/office/drawing/2014/main" id="{3BB463FC-62C2-401B-B2C6-F0424D94442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001" name="3D Model 8000" descr="Sphere">
                                  <a:extLst>
                                    <a:ext uri="{FF2B5EF4-FFF2-40B4-BE49-F238E27FC236}">
                                      <a16:creationId xmlns:a16="http://schemas.microsoft.com/office/drawing/2014/main" id="{2A0D793B-A147-4BC3-B3FA-746F2188FEE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51827580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8002" name="Flowchart: Connector 8001">
                              <a:extLst>
                                <a:ext uri="{FF2B5EF4-FFF2-40B4-BE49-F238E27FC236}">
                                  <a16:creationId xmlns:a16="http://schemas.microsoft.com/office/drawing/2014/main" id="{304FB33E-3669-4A90-8645-4AC397A27A5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8003" name="3D Model 8002" descr="Sphere">
                                  <a:extLst>
                                    <a:ext uri="{FF2B5EF4-FFF2-40B4-BE49-F238E27FC236}">
                                      <a16:creationId xmlns:a16="http://schemas.microsoft.com/office/drawing/2014/main" id="{0B155A1A-270B-4460-9E07-57D52A6FE16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098844068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7946" name="Group 7945">
                            <a:extLst>
                              <a:ext uri="{FF2B5EF4-FFF2-40B4-BE49-F238E27FC236}">
                                <a16:creationId xmlns:a16="http://schemas.microsoft.com/office/drawing/2014/main" id="{32878C86-B981-47EB-8FEA-181A047D86D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7980" name="Flowchart: Connector 7979">
                              <a:extLst>
                                <a:ext uri="{FF2B5EF4-FFF2-40B4-BE49-F238E27FC236}">
                                  <a16:creationId xmlns:a16="http://schemas.microsoft.com/office/drawing/2014/main" id="{5A47478F-CFCC-49FE-938D-7A478D44E05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981" name="Flowchart: Connector 7980">
                              <a:extLst>
                                <a:ext uri="{FF2B5EF4-FFF2-40B4-BE49-F238E27FC236}">
                                  <a16:creationId xmlns:a16="http://schemas.microsoft.com/office/drawing/2014/main" id="{5F55A670-3B7A-4DBC-B342-10A956AE951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982" name="Flowchart: Connector 7981">
                              <a:extLst>
                                <a:ext uri="{FF2B5EF4-FFF2-40B4-BE49-F238E27FC236}">
                                  <a16:creationId xmlns:a16="http://schemas.microsoft.com/office/drawing/2014/main" id="{4FF89758-3987-4E4C-82E4-64B84404BA7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983" name="Flowchart: Connector 7982">
                              <a:extLst>
                                <a:ext uri="{FF2B5EF4-FFF2-40B4-BE49-F238E27FC236}">
                                  <a16:creationId xmlns:a16="http://schemas.microsoft.com/office/drawing/2014/main" id="{90C136E6-7E0F-4442-8486-CE82415F5FF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984" name="Flowchart: Connector 7983">
                              <a:extLst>
                                <a:ext uri="{FF2B5EF4-FFF2-40B4-BE49-F238E27FC236}">
                                  <a16:creationId xmlns:a16="http://schemas.microsoft.com/office/drawing/2014/main" id="{4482CDA6-4623-4A3D-9049-13379DB0CCB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985" name="Flowchart: Connector 7984">
                              <a:extLst>
                                <a:ext uri="{FF2B5EF4-FFF2-40B4-BE49-F238E27FC236}">
                                  <a16:creationId xmlns:a16="http://schemas.microsoft.com/office/drawing/2014/main" id="{D552EF50-907F-43A1-9512-942A61FCCE5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986" name="Flowchart: Connector 7985">
                              <a:extLst>
                                <a:ext uri="{FF2B5EF4-FFF2-40B4-BE49-F238E27FC236}">
                                  <a16:creationId xmlns:a16="http://schemas.microsoft.com/office/drawing/2014/main" id="{0EC47C09-8C91-4A46-9DEB-48EC8934508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987" name="Flowchart: Connector 7986">
                              <a:extLst>
                                <a:ext uri="{FF2B5EF4-FFF2-40B4-BE49-F238E27FC236}">
                                  <a16:creationId xmlns:a16="http://schemas.microsoft.com/office/drawing/2014/main" id="{3D4982A5-3313-47AD-9955-CCC538D7B3E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988" name="Flowchart: Connector 7987">
                              <a:extLst>
                                <a:ext uri="{FF2B5EF4-FFF2-40B4-BE49-F238E27FC236}">
                                  <a16:creationId xmlns:a16="http://schemas.microsoft.com/office/drawing/2014/main" id="{6E561EDB-CDC2-4A2D-9FD3-7C7BF09D9C9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989" name="3D Model 7988" descr="Sphere">
                                  <a:extLst>
                                    <a:ext uri="{FF2B5EF4-FFF2-40B4-BE49-F238E27FC236}">
                                      <a16:creationId xmlns:a16="http://schemas.microsoft.com/office/drawing/2014/main" id="{9A2770A0-2E8A-481D-B082-91F7D9D92C9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61582922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990" name="Flowchart: Connector 7989">
                              <a:extLst>
                                <a:ext uri="{FF2B5EF4-FFF2-40B4-BE49-F238E27FC236}">
                                  <a16:creationId xmlns:a16="http://schemas.microsoft.com/office/drawing/2014/main" id="{D4FF88A5-4250-4C0E-A0BD-DB5E1AFB522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991" name="3D Model 7990" descr="Sphere">
                                  <a:extLst>
                                    <a:ext uri="{FF2B5EF4-FFF2-40B4-BE49-F238E27FC236}">
                                      <a16:creationId xmlns:a16="http://schemas.microsoft.com/office/drawing/2014/main" id="{B272AA7D-FA30-4875-9BCF-20973081A8B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4123606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992" name="Flowchart: Connector 7991">
                              <a:extLst>
                                <a:ext uri="{FF2B5EF4-FFF2-40B4-BE49-F238E27FC236}">
                                  <a16:creationId xmlns:a16="http://schemas.microsoft.com/office/drawing/2014/main" id="{580AB1E1-72DA-4FE0-B5E7-0B8E611818C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993" name="3D Model 7992" descr="Sphere">
                                  <a:extLst>
                                    <a:ext uri="{FF2B5EF4-FFF2-40B4-BE49-F238E27FC236}">
                                      <a16:creationId xmlns:a16="http://schemas.microsoft.com/office/drawing/2014/main" id="{E27B276E-B37E-4D3D-A158-D7095201DA0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105183624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994" name="Flowchart: Connector 7993">
                              <a:extLst>
                                <a:ext uri="{FF2B5EF4-FFF2-40B4-BE49-F238E27FC236}">
                                  <a16:creationId xmlns:a16="http://schemas.microsoft.com/office/drawing/2014/main" id="{B4CBE056-9A23-446B-904C-01EA15E96EA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995" name="3D Model 7994" descr="Sphere">
                                  <a:extLst>
                                    <a:ext uri="{FF2B5EF4-FFF2-40B4-BE49-F238E27FC236}">
                                      <a16:creationId xmlns:a16="http://schemas.microsoft.com/office/drawing/2014/main" id="{F5C10B6E-8284-4EC8-BC6A-6D3A4CB4FBA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471367534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7947" name="Group 7946">
                            <a:extLst>
                              <a:ext uri="{FF2B5EF4-FFF2-40B4-BE49-F238E27FC236}">
                                <a16:creationId xmlns:a16="http://schemas.microsoft.com/office/drawing/2014/main" id="{B771D02D-1797-44D8-B77F-118A99D50F0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7964" name="Flowchart: Connector 7963">
                              <a:extLst>
                                <a:ext uri="{FF2B5EF4-FFF2-40B4-BE49-F238E27FC236}">
                                  <a16:creationId xmlns:a16="http://schemas.microsoft.com/office/drawing/2014/main" id="{BE0456A7-BCDD-4AE8-AE20-6E38B2F387F5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965" name="Flowchart: Connector 7964">
                              <a:extLst>
                                <a:ext uri="{FF2B5EF4-FFF2-40B4-BE49-F238E27FC236}">
                                  <a16:creationId xmlns:a16="http://schemas.microsoft.com/office/drawing/2014/main" id="{CE6B62F0-9FCA-43DA-800C-C825A89AD88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966" name="Flowchart: Connector 7965">
                              <a:extLst>
                                <a:ext uri="{FF2B5EF4-FFF2-40B4-BE49-F238E27FC236}">
                                  <a16:creationId xmlns:a16="http://schemas.microsoft.com/office/drawing/2014/main" id="{A3ECBF13-FCFF-48C6-AB22-8CBF3BB0E91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967" name="Flowchart: Connector 7966">
                              <a:extLst>
                                <a:ext uri="{FF2B5EF4-FFF2-40B4-BE49-F238E27FC236}">
                                  <a16:creationId xmlns:a16="http://schemas.microsoft.com/office/drawing/2014/main" id="{BC5E8062-AC94-44D0-9512-4AB7ED96649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968" name="Flowchart: Connector 7967">
                              <a:extLst>
                                <a:ext uri="{FF2B5EF4-FFF2-40B4-BE49-F238E27FC236}">
                                  <a16:creationId xmlns:a16="http://schemas.microsoft.com/office/drawing/2014/main" id="{94B55C4E-1FED-4C9A-9BAE-B69827DBA14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969" name="Flowchart: Connector 7968">
                              <a:extLst>
                                <a:ext uri="{FF2B5EF4-FFF2-40B4-BE49-F238E27FC236}">
                                  <a16:creationId xmlns:a16="http://schemas.microsoft.com/office/drawing/2014/main" id="{78DC0BC3-BC32-44A3-A578-D93D843E255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970" name="Flowchart: Connector 7969">
                              <a:extLst>
                                <a:ext uri="{FF2B5EF4-FFF2-40B4-BE49-F238E27FC236}">
                                  <a16:creationId xmlns:a16="http://schemas.microsoft.com/office/drawing/2014/main" id="{AD332BA9-9C1B-4A1F-AE62-7FF33E5DB89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971" name="Flowchart: Connector 7970">
                              <a:extLst>
                                <a:ext uri="{FF2B5EF4-FFF2-40B4-BE49-F238E27FC236}">
                                  <a16:creationId xmlns:a16="http://schemas.microsoft.com/office/drawing/2014/main" id="{B622311D-C0E5-4E36-A904-B66E0FD89E1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972" name="Flowchart: Connector 7971">
                              <a:extLst>
                                <a:ext uri="{FF2B5EF4-FFF2-40B4-BE49-F238E27FC236}">
                                  <a16:creationId xmlns:a16="http://schemas.microsoft.com/office/drawing/2014/main" id="{E266CD07-0BE5-498A-80DD-A40F0AC1983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973" name="3D Model 7972" descr="Sphere">
                                  <a:extLst>
                                    <a:ext uri="{FF2B5EF4-FFF2-40B4-BE49-F238E27FC236}">
                                      <a16:creationId xmlns:a16="http://schemas.microsoft.com/office/drawing/2014/main" id="{67BF9B8A-84ED-4DA0-97CC-6412396B9B8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34686343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974" name="Flowchart: Connector 7973">
                              <a:extLst>
                                <a:ext uri="{FF2B5EF4-FFF2-40B4-BE49-F238E27FC236}">
                                  <a16:creationId xmlns:a16="http://schemas.microsoft.com/office/drawing/2014/main" id="{B77C8C92-40A9-4E1F-8DB1-1F17C4312F2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975" name="3D Model 7974" descr="Sphere">
                                  <a:extLst>
                                    <a:ext uri="{FF2B5EF4-FFF2-40B4-BE49-F238E27FC236}">
                                      <a16:creationId xmlns:a16="http://schemas.microsoft.com/office/drawing/2014/main" id="{0E3B12AC-94CD-40CC-90E0-6CA4B6D866B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000826499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976" name="Flowchart: Connector 7975">
                              <a:extLst>
                                <a:ext uri="{FF2B5EF4-FFF2-40B4-BE49-F238E27FC236}">
                                  <a16:creationId xmlns:a16="http://schemas.microsoft.com/office/drawing/2014/main" id="{2C92718E-A69C-4917-9801-6474BC16633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977" name="3D Model 7976" descr="Sphere">
                                  <a:extLst>
                                    <a:ext uri="{FF2B5EF4-FFF2-40B4-BE49-F238E27FC236}">
                                      <a16:creationId xmlns:a16="http://schemas.microsoft.com/office/drawing/2014/main" id="{4C9421A5-31AA-4C04-A475-9D8BEC9E702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814658332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978" name="Flowchart: Connector 7977">
                              <a:extLst>
                                <a:ext uri="{FF2B5EF4-FFF2-40B4-BE49-F238E27FC236}">
                                  <a16:creationId xmlns:a16="http://schemas.microsoft.com/office/drawing/2014/main" id="{A918B020-3343-423C-A2D9-1399CAA8E58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979" name="3D Model 7978" descr="Sphere">
                                  <a:extLst>
                                    <a:ext uri="{FF2B5EF4-FFF2-40B4-BE49-F238E27FC236}">
                                      <a16:creationId xmlns:a16="http://schemas.microsoft.com/office/drawing/2014/main" id="{1AD6E5CF-1125-4E06-845E-4CF28BF28C1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51761236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7948" name="Flowchart: Connector 7947">
                            <a:extLst>
                              <a:ext uri="{FF2B5EF4-FFF2-40B4-BE49-F238E27FC236}">
                                <a16:creationId xmlns:a16="http://schemas.microsoft.com/office/drawing/2014/main" id="{880F2D12-1A99-40CE-A321-02E093CAA10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949" name="Flowchart: Connector 7948">
                            <a:extLst>
                              <a:ext uri="{FF2B5EF4-FFF2-40B4-BE49-F238E27FC236}">
                                <a16:creationId xmlns:a16="http://schemas.microsoft.com/office/drawing/2014/main" id="{A58DDFBF-754D-4A43-ABDF-9FFBADA5222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950" name="Flowchart: Connector 7949">
                            <a:extLst>
                              <a:ext uri="{FF2B5EF4-FFF2-40B4-BE49-F238E27FC236}">
                                <a16:creationId xmlns:a16="http://schemas.microsoft.com/office/drawing/2014/main" id="{A60D077B-9857-4236-80F0-2A96BAB5168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951" name="Flowchart: Connector 7950">
                            <a:extLst>
                              <a:ext uri="{FF2B5EF4-FFF2-40B4-BE49-F238E27FC236}">
                                <a16:creationId xmlns:a16="http://schemas.microsoft.com/office/drawing/2014/main" id="{08CF3B5B-4759-4ECB-913B-7DB39604224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952" name="Flowchart: Connector 7951">
                            <a:extLst>
                              <a:ext uri="{FF2B5EF4-FFF2-40B4-BE49-F238E27FC236}">
                                <a16:creationId xmlns:a16="http://schemas.microsoft.com/office/drawing/2014/main" id="{0CEA61B0-27F2-4E7E-8EC6-254F2476B5A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953" name="Flowchart: Connector 7952">
                            <a:extLst>
                              <a:ext uri="{FF2B5EF4-FFF2-40B4-BE49-F238E27FC236}">
                                <a16:creationId xmlns:a16="http://schemas.microsoft.com/office/drawing/2014/main" id="{1A282493-37E5-4E88-A746-EA94E1B58B7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954" name="Flowchart: Connector 7953">
                            <a:extLst>
                              <a:ext uri="{FF2B5EF4-FFF2-40B4-BE49-F238E27FC236}">
                                <a16:creationId xmlns:a16="http://schemas.microsoft.com/office/drawing/2014/main" id="{7BFE306E-EB39-448E-A090-0B0E6D11E8D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955" name="Flowchart: Connector 7954">
                            <a:extLst>
                              <a:ext uri="{FF2B5EF4-FFF2-40B4-BE49-F238E27FC236}">
                                <a16:creationId xmlns:a16="http://schemas.microsoft.com/office/drawing/2014/main" id="{30377A4C-E892-4CEB-95AF-56C9FBA6AE9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956" name="Flowchart: Connector 7955">
                            <a:extLst>
                              <a:ext uri="{FF2B5EF4-FFF2-40B4-BE49-F238E27FC236}">
                                <a16:creationId xmlns:a16="http://schemas.microsoft.com/office/drawing/2014/main" id="{3650316C-3459-4F0C-BE19-7C7C531B9AE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957" name="3D Model 7956" descr="Sphere">
                                <a:extLst>
                                  <a:ext uri="{FF2B5EF4-FFF2-40B4-BE49-F238E27FC236}">
                                    <a16:creationId xmlns:a16="http://schemas.microsoft.com/office/drawing/2014/main" id="{9DC9D660-830F-4CBA-9C20-8A0E8F899A4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00701921"/>
                                  </p:ext>
                                </p:extLst>
                              </p:nvPr>
                            </p:nvGraphicFramePr>
                            <p:xfrm>
                              <a:off x="2123911" y="1501770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349" name="3D Model 1348" descr="Sphere">
                                <a:extLst>
                                  <a:ext uri="{FF2B5EF4-FFF2-40B4-BE49-F238E27FC236}">
                                    <a16:creationId xmlns:a16="http://schemas.microsoft.com/office/drawing/2014/main" id="{4395919B-9E14-47A0-ADC7-DA1EAA2D3C0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163734" y="223993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958" name="Flowchart: Connector 7957">
                            <a:extLst>
                              <a:ext uri="{FF2B5EF4-FFF2-40B4-BE49-F238E27FC236}">
                                <a16:creationId xmlns:a16="http://schemas.microsoft.com/office/drawing/2014/main" id="{28819EBF-9624-41D3-9C91-2FEDD8C6DE0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959" name="3D Model 7958" descr="Sphere">
                                <a:extLst>
                                  <a:ext uri="{FF2B5EF4-FFF2-40B4-BE49-F238E27FC236}">
                                    <a16:creationId xmlns:a16="http://schemas.microsoft.com/office/drawing/2014/main" id="{E2025740-A952-4796-87D6-1D8E00EC5B1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807484606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351" name="3D Model 1350" descr="Sphere">
                                <a:extLst>
                                  <a:ext uri="{FF2B5EF4-FFF2-40B4-BE49-F238E27FC236}">
                                    <a16:creationId xmlns:a16="http://schemas.microsoft.com/office/drawing/2014/main" id="{47A1AE26-2079-4736-9E83-4305685E21D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05558" y="2254621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960" name="Flowchart: Connector 7959">
                            <a:extLst>
                              <a:ext uri="{FF2B5EF4-FFF2-40B4-BE49-F238E27FC236}">
                                <a16:creationId xmlns:a16="http://schemas.microsoft.com/office/drawing/2014/main" id="{C62F021C-E776-400C-A60D-C178DC25476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93292" y="171776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961" name="3D Model 7960" descr="Sphere">
                                <a:extLst>
                                  <a:ext uri="{FF2B5EF4-FFF2-40B4-BE49-F238E27FC236}">
                                    <a16:creationId xmlns:a16="http://schemas.microsoft.com/office/drawing/2014/main" id="{7EFDD47E-C37E-4FBC-81FD-9C9DF259BF7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5623466"/>
                                  </p:ext>
                                </p:extLst>
                              </p:nvPr>
                            </p:nvGraphicFramePr>
                            <p:xfrm>
                              <a:off x="2622429" y="163823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353" name="3D Model 1352" descr="Sphere">
                                <a:extLst>
                                  <a:ext uri="{FF2B5EF4-FFF2-40B4-BE49-F238E27FC236}">
                                    <a16:creationId xmlns:a16="http://schemas.microsoft.com/office/drawing/2014/main" id="{E2505DDD-37A8-4CA9-B315-7854E04DEBE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50330" y="2265636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962" name="Flowchart: Connector 7961">
                            <a:extLst>
                              <a:ext uri="{FF2B5EF4-FFF2-40B4-BE49-F238E27FC236}">
                                <a16:creationId xmlns:a16="http://schemas.microsoft.com/office/drawing/2014/main" id="{58833EBA-8E99-43F5-B4D2-23A2885CEA9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963" name="3D Model 7962" descr="Sphere">
                                <a:extLst>
                                  <a:ext uri="{FF2B5EF4-FFF2-40B4-BE49-F238E27FC236}">
                                    <a16:creationId xmlns:a16="http://schemas.microsoft.com/office/drawing/2014/main" id="{803758AB-990F-45B4-8F6A-466B39BE753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990571582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355" name="3D Model 1354" descr="Sphere">
                                <a:extLst>
                                  <a:ext uri="{FF2B5EF4-FFF2-40B4-BE49-F238E27FC236}">
                                    <a16:creationId xmlns:a16="http://schemas.microsoft.com/office/drawing/2014/main" id="{E21BD0D0-B373-436E-BAAD-FEE3FBB8CE95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94654" y="2282654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7799" name="Group 7798">
                        <a:extLst>
                          <a:ext uri="{FF2B5EF4-FFF2-40B4-BE49-F238E27FC236}">
                            <a16:creationId xmlns:a16="http://schemas.microsoft.com/office/drawing/2014/main" id="{CE654506-1B8A-466B-BEB0-46CADD03031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547436" y="2361226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7940" name="Flowchart: Connector 7939">
                          <a:extLst>
                            <a:ext uri="{FF2B5EF4-FFF2-40B4-BE49-F238E27FC236}">
                              <a16:creationId xmlns:a16="http://schemas.microsoft.com/office/drawing/2014/main" id="{A995128B-A62D-49DD-B1DC-1CD557114FA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941" name="Flowchart: Connector 7940">
                          <a:extLst>
                            <a:ext uri="{FF2B5EF4-FFF2-40B4-BE49-F238E27FC236}">
                              <a16:creationId xmlns:a16="http://schemas.microsoft.com/office/drawing/2014/main" id="{8DBF8CE6-53C2-4ED7-AC56-ED57047ED19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942" name="Flowchart: Connector 7941">
                          <a:extLst>
                            <a:ext uri="{FF2B5EF4-FFF2-40B4-BE49-F238E27FC236}">
                              <a16:creationId xmlns:a16="http://schemas.microsoft.com/office/drawing/2014/main" id="{92405C4C-4FC9-41E4-8297-B288339F90B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7800" name="Flowchart: Connector 7799">
                        <a:extLst>
                          <a:ext uri="{FF2B5EF4-FFF2-40B4-BE49-F238E27FC236}">
                            <a16:creationId xmlns:a16="http://schemas.microsoft.com/office/drawing/2014/main" id="{5677669B-515A-4A37-B5E2-B028170F71A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19794" y="212254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801" name="Flowchart: Connector 7800">
                        <a:extLst>
                          <a:ext uri="{FF2B5EF4-FFF2-40B4-BE49-F238E27FC236}">
                            <a16:creationId xmlns:a16="http://schemas.microsoft.com/office/drawing/2014/main" id="{A5C32423-B81A-4879-AC85-170F19B1D28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74020" y="218539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7802" name="Group 7801">
                        <a:extLst>
                          <a:ext uri="{FF2B5EF4-FFF2-40B4-BE49-F238E27FC236}">
                            <a16:creationId xmlns:a16="http://schemas.microsoft.com/office/drawing/2014/main" id="{1326CCDB-297C-4DE6-9314-766E6ABA0528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18957">
                        <a:off x="941432" y="2025443"/>
                        <a:ext cx="710250" cy="369080"/>
                        <a:chOff x="854932" y="2290871"/>
                        <a:chExt cx="710250" cy="369080"/>
                      </a:xfrm>
                    </p:grpSpPr>
                    <p:sp>
                      <p:nvSpPr>
                        <p:cNvPr id="7937" name="Flowchart: Connector 7936">
                          <a:extLst>
                            <a:ext uri="{FF2B5EF4-FFF2-40B4-BE49-F238E27FC236}">
                              <a16:creationId xmlns:a16="http://schemas.microsoft.com/office/drawing/2014/main" id="{731BAE06-27E5-4E14-9B62-AA39A2DC16C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2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938" name="Flowchart: Connector 7937">
                          <a:extLst>
                            <a:ext uri="{FF2B5EF4-FFF2-40B4-BE49-F238E27FC236}">
                              <a16:creationId xmlns:a16="http://schemas.microsoft.com/office/drawing/2014/main" id="{E08D4CB6-DF49-400B-8C54-323B73A5542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1897" y="2377722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939" name="Flowchart: Connector 7938">
                          <a:extLst>
                            <a:ext uri="{FF2B5EF4-FFF2-40B4-BE49-F238E27FC236}">
                              <a16:creationId xmlns:a16="http://schemas.microsoft.com/office/drawing/2014/main" id="{5C176F97-FE78-4C9D-ACF9-987F41235F4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53323" y="244395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7803" name="Group 7802">
                        <a:extLst>
                          <a:ext uri="{FF2B5EF4-FFF2-40B4-BE49-F238E27FC236}">
                            <a16:creationId xmlns:a16="http://schemas.microsoft.com/office/drawing/2014/main" id="{993C1D84-8C3A-4F0E-9AFA-1F7E7E166D1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21287" y="1995259"/>
                        <a:ext cx="1102917" cy="1484052"/>
                        <a:chOff x="2085712" y="1515698"/>
                        <a:chExt cx="1102917" cy="1484052"/>
                      </a:xfrm>
                    </p:grpSpPr>
                    <p:grpSp>
                      <p:nvGrpSpPr>
                        <p:cNvPr id="7872" name="Group 7871">
                          <a:extLst>
                            <a:ext uri="{FF2B5EF4-FFF2-40B4-BE49-F238E27FC236}">
                              <a16:creationId xmlns:a16="http://schemas.microsoft.com/office/drawing/2014/main" id="{432E560F-7CEF-4D2F-938A-796AE76A959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5712" y="1648950"/>
                          <a:ext cx="105765" cy="1037981"/>
                          <a:chOff x="1796341" y="2343196"/>
                          <a:chExt cx="105765" cy="1037981"/>
                        </a:xfrm>
                      </p:grpSpPr>
                      <p:sp>
                        <p:nvSpPr>
                          <p:cNvPr id="7933" name="Flowchart: Connector 7932">
                            <a:extLst>
                              <a:ext uri="{FF2B5EF4-FFF2-40B4-BE49-F238E27FC236}">
                                <a16:creationId xmlns:a16="http://schemas.microsoft.com/office/drawing/2014/main" id="{C211FAC9-A610-4A14-8FF9-EC99C4A57D9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934" name="Flowchart: Connector 7933">
                            <a:extLst>
                              <a:ext uri="{FF2B5EF4-FFF2-40B4-BE49-F238E27FC236}">
                                <a16:creationId xmlns:a16="http://schemas.microsoft.com/office/drawing/2014/main" id="{F2084B69-BEC1-4B1F-A8FD-CA429089018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935" name="Flowchart: Connector 7934">
                            <a:extLst>
                              <a:ext uri="{FF2B5EF4-FFF2-40B4-BE49-F238E27FC236}">
                                <a16:creationId xmlns:a16="http://schemas.microsoft.com/office/drawing/2014/main" id="{FB68649B-0653-4F96-901C-E0EAB125B6F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936" name="Flowchart: Connector 7935">
                            <a:extLst>
                              <a:ext uri="{FF2B5EF4-FFF2-40B4-BE49-F238E27FC236}">
                                <a16:creationId xmlns:a16="http://schemas.microsoft.com/office/drawing/2014/main" id="{B41B243B-4B4F-4A42-813E-0FF7D477042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796341" y="2343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7873" name="Group 7872">
                          <a:extLst>
                            <a:ext uri="{FF2B5EF4-FFF2-40B4-BE49-F238E27FC236}">
                              <a16:creationId xmlns:a16="http://schemas.microsoft.com/office/drawing/2014/main" id="{B2007D04-DC3C-4D65-8DDA-52F569FD671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15698"/>
                          <a:ext cx="1074397" cy="1484052"/>
                          <a:chOff x="2114232" y="1515698"/>
                          <a:chExt cx="1074397" cy="1484052"/>
                        </a:xfrm>
                      </p:grpSpPr>
                      <p:grpSp>
                        <p:nvGrpSpPr>
                          <p:cNvPr id="7874" name="Group 7873">
                            <a:extLst>
                              <a:ext uri="{FF2B5EF4-FFF2-40B4-BE49-F238E27FC236}">
                                <a16:creationId xmlns:a16="http://schemas.microsoft.com/office/drawing/2014/main" id="{F601B9E5-F2BA-4AB0-B47A-0FF839F783B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7925" name="Flowchart: Connector 7924">
                              <a:extLst>
                                <a:ext uri="{FF2B5EF4-FFF2-40B4-BE49-F238E27FC236}">
                                  <a16:creationId xmlns:a16="http://schemas.microsoft.com/office/drawing/2014/main" id="{1717048C-C8DB-4B13-8474-1D4D10EA70A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926" name="3D Model 7925" descr="Sphere">
                                  <a:extLst>
                                    <a:ext uri="{FF2B5EF4-FFF2-40B4-BE49-F238E27FC236}">
                                      <a16:creationId xmlns:a16="http://schemas.microsoft.com/office/drawing/2014/main" id="{6EF003C7-9FE0-4D8F-91AC-4A97490CD48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980961722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927" name="Flowchart: Connector 7926">
                              <a:extLst>
                                <a:ext uri="{FF2B5EF4-FFF2-40B4-BE49-F238E27FC236}">
                                  <a16:creationId xmlns:a16="http://schemas.microsoft.com/office/drawing/2014/main" id="{926E1CFF-C550-45F6-810E-D1E2AC7DBEE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928" name="3D Model 7927" descr="Sphere">
                                  <a:extLst>
                                    <a:ext uri="{FF2B5EF4-FFF2-40B4-BE49-F238E27FC236}">
                                      <a16:creationId xmlns:a16="http://schemas.microsoft.com/office/drawing/2014/main" id="{74B36FA6-BE35-45CE-AC56-C0A703228FB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07829219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929" name="Flowchart: Connector 7928">
                              <a:extLst>
                                <a:ext uri="{FF2B5EF4-FFF2-40B4-BE49-F238E27FC236}">
                                  <a16:creationId xmlns:a16="http://schemas.microsoft.com/office/drawing/2014/main" id="{3BD6AE6F-F3C9-4455-96EB-B2BD3305BB4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930" name="3D Model 7929" descr="Sphere">
                                  <a:extLst>
                                    <a:ext uri="{FF2B5EF4-FFF2-40B4-BE49-F238E27FC236}">
                                      <a16:creationId xmlns:a16="http://schemas.microsoft.com/office/drawing/2014/main" id="{A3F78B04-1697-4F23-BEB6-160F4423FAC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418723238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931" name="Flowchart: Connector 7930">
                              <a:extLst>
                                <a:ext uri="{FF2B5EF4-FFF2-40B4-BE49-F238E27FC236}">
                                  <a16:creationId xmlns:a16="http://schemas.microsoft.com/office/drawing/2014/main" id="{3E877F7F-2070-4B9B-BEDA-8AB41D21B15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932" name="3D Model 7931" descr="Sphere">
                                  <a:extLst>
                                    <a:ext uri="{FF2B5EF4-FFF2-40B4-BE49-F238E27FC236}">
                                      <a16:creationId xmlns:a16="http://schemas.microsoft.com/office/drawing/2014/main" id="{81440B3F-6406-4A51-9581-A8FC7BAB95D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392296289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7875" name="Group 7874">
                            <a:extLst>
                              <a:ext uri="{FF2B5EF4-FFF2-40B4-BE49-F238E27FC236}">
                                <a16:creationId xmlns:a16="http://schemas.microsoft.com/office/drawing/2014/main" id="{C5D5C203-8335-4B8F-9B93-C9FA33AB092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7909" name="Flowchart: Connector 7908">
                              <a:extLst>
                                <a:ext uri="{FF2B5EF4-FFF2-40B4-BE49-F238E27FC236}">
                                  <a16:creationId xmlns:a16="http://schemas.microsoft.com/office/drawing/2014/main" id="{BFE095B8-5C30-4446-8755-9E184352BDB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910" name="Flowchart: Connector 7909">
                              <a:extLst>
                                <a:ext uri="{FF2B5EF4-FFF2-40B4-BE49-F238E27FC236}">
                                  <a16:creationId xmlns:a16="http://schemas.microsoft.com/office/drawing/2014/main" id="{5ACBCBC3-DFEB-4E93-9387-32F5A876A5C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911" name="Flowchart: Connector 7910">
                              <a:extLst>
                                <a:ext uri="{FF2B5EF4-FFF2-40B4-BE49-F238E27FC236}">
                                  <a16:creationId xmlns:a16="http://schemas.microsoft.com/office/drawing/2014/main" id="{66F47073-7381-4A11-AB31-AF50336019A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912" name="Flowchart: Connector 7911">
                              <a:extLst>
                                <a:ext uri="{FF2B5EF4-FFF2-40B4-BE49-F238E27FC236}">
                                  <a16:creationId xmlns:a16="http://schemas.microsoft.com/office/drawing/2014/main" id="{37E0524E-0E0D-4911-92CA-F676FD9241C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913" name="Flowchart: Connector 7912">
                              <a:extLst>
                                <a:ext uri="{FF2B5EF4-FFF2-40B4-BE49-F238E27FC236}">
                                  <a16:creationId xmlns:a16="http://schemas.microsoft.com/office/drawing/2014/main" id="{672B29A1-3640-4197-83CC-6638A7055F2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914" name="Flowchart: Connector 7913">
                              <a:extLst>
                                <a:ext uri="{FF2B5EF4-FFF2-40B4-BE49-F238E27FC236}">
                                  <a16:creationId xmlns:a16="http://schemas.microsoft.com/office/drawing/2014/main" id="{045C797D-BEF4-4372-97FD-B0C0581AACB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915" name="Flowchart: Connector 7914">
                              <a:extLst>
                                <a:ext uri="{FF2B5EF4-FFF2-40B4-BE49-F238E27FC236}">
                                  <a16:creationId xmlns:a16="http://schemas.microsoft.com/office/drawing/2014/main" id="{10448B63-DA4F-4429-B33C-E769802ADE3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916" name="Flowchart: Connector 7915">
                              <a:extLst>
                                <a:ext uri="{FF2B5EF4-FFF2-40B4-BE49-F238E27FC236}">
                                  <a16:creationId xmlns:a16="http://schemas.microsoft.com/office/drawing/2014/main" id="{B96B2E9A-0A53-4158-AA4F-7A56A97D7A4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917" name="Flowchart: Connector 7916">
                              <a:extLst>
                                <a:ext uri="{FF2B5EF4-FFF2-40B4-BE49-F238E27FC236}">
                                  <a16:creationId xmlns:a16="http://schemas.microsoft.com/office/drawing/2014/main" id="{EBC829E6-CC75-4129-8A41-75FC9E14C43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918" name="3D Model 7917" descr="Sphere">
                                  <a:extLst>
                                    <a:ext uri="{FF2B5EF4-FFF2-40B4-BE49-F238E27FC236}">
                                      <a16:creationId xmlns:a16="http://schemas.microsoft.com/office/drawing/2014/main" id="{5B951B57-526A-4F78-B353-6C0CCDC6B29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179240724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919" name="Flowchart: Connector 7918">
                              <a:extLst>
                                <a:ext uri="{FF2B5EF4-FFF2-40B4-BE49-F238E27FC236}">
                                  <a16:creationId xmlns:a16="http://schemas.microsoft.com/office/drawing/2014/main" id="{1D3094B1-C5C9-4E92-9559-C327DB70E29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920" name="3D Model 7919" descr="Sphere">
                                  <a:extLst>
                                    <a:ext uri="{FF2B5EF4-FFF2-40B4-BE49-F238E27FC236}">
                                      <a16:creationId xmlns:a16="http://schemas.microsoft.com/office/drawing/2014/main" id="{64EB7D41-1DC6-4105-A395-E69EC698F3C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118655756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921" name="Flowchart: Connector 7920">
                              <a:extLst>
                                <a:ext uri="{FF2B5EF4-FFF2-40B4-BE49-F238E27FC236}">
                                  <a16:creationId xmlns:a16="http://schemas.microsoft.com/office/drawing/2014/main" id="{C93EBF60-2947-4F82-B1C6-F9B2309C6DA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922" name="3D Model 7921" descr="Sphere">
                                  <a:extLst>
                                    <a:ext uri="{FF2B5EF4-FFF2-40B4-BE49-F238E27FC236}">
                                      <a16:creationId xmlns:a16="http://schemas.microsoft.com/office/drawing/2014/main" id="{322C63CE-BE14-43C2-9A3B-ABD2E1A91E0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765230296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923" name="Flowchart: Connector 7922">
                              <a:extLst>
                                <a:ext uri="{FF2B5EF4-FFF2-40B4-BE49-F238E27FC236}">
                                  <a16:creationId xmlns:a16="http://schemas.microsoft.com/office/drawing/2014/main" id="{6ECF87E4-9B58-4975-A38B-C6CFB45E923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924" name="3D Model 7923" descr="Sphere">
                                  <a:extLst>
                                    <a:ext uri="{FF2B5EF4-FFF2-40B4-BE49-F238E27FC236}">
                                      <a16:creationId xmlns:a16="http://schemas.microsoft.com/office/drawing/2014/main" id="{A99729BB-CCC5-4498-9659-44CC6B906F1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636732846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7876" name="Group 7875">
                            <a:extLst>
                              <a:ext uri="{FF2B5EF4-FFF2-40B4-BE49-F238E27FC236}">
                                <a16:creationId xmlns:a16="http://schemas.microsoft.com/office/drawing/2014/main" id="{9FB8793F-5B0D-4D34-9AA6-FA345B81422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7893" name="Flowchart: Connector 7892">
                              <a:extLst>
                                <a:ext uri="{FF2B5EF4-FFF2-40B4-BE49-F238E27FC236}">
                                  <a16:creationId xmlns:a16="http://schemas.microsoft.com/office/drawing/2014/main" id="{72B26B23-8188-4168-B550-87CA409B32E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894" name="Flowchart: Connector 7893">
                              <a:extLst>
                                <a:ext uri="{FF2B5EF4-FFF2-40B4-BE49-F238E27FC236}">
                                  <a16:creationId xmlns:a16="http://schemas.microsoft.com/office/drawing/2014/main" id="{DDD609DD-2A41-4C93-8C84-99575E47941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895" name="Flowchart: Connector 7894">
                              <a:extLst>
                                <a:ext uri="{FF2B5EF4-FFF2-40B4-BE49-F238E27FC236}">
                                  <a16:creationId xmlns:a16="http://schemas.microsoft.com/office/drawing/2014/main" id="{DB7C2796-16E3-40DC-B379-1E4191EB79A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896" name="Flowchart: Connector 7895">
                              <a:extLst>
                                <a:ext uri="{FF2B5EF4-FFF2-40B4-BE49-F238E27FC236}">
                                  <a16:creationId xmlns:a16="http://schemas.microsoft.com/office/drawing/2014/main" id="{B2AFCF04-10BF-4AAA-8EE4-677307CACE2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897" name="Flowchart: Connector 7896">
                              <a:extLst>
                                <a:ext uri="{FF2B5EF4-FFF2-40B4-BE49-F238E27FC236}">
                                  <a16:creationId xmlns:a16="http://schemas.microsoft.com/office/drawing/2014/main" id="{F438F5E0-5EB1-436C-873D-9A3AE936FDC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898" name="Flowchart: Connector 7897">
                              <a:extLst>
                                <a:ext uri="{FF2B5EF4-FFF2-40B4-BE49-F238E27FC236}">
                                  <a16:creationId xmlns:a16="http://schemas.microsoft.com/office/drawing/2014/main" id="{17435D68-B0A8-4A3A-9599-AEE87362AB3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899" name="Flowchart: Connector 7898">
                              <a:extLst>
                                <a:ext uri="{FF2B5EF4-FFF2-40B4-BE49-F238E27FC236}">
                                  <a16:creationId xmlns:a16="http://schemas.microsoft.com/office/drawing/2014/main" id="{CC7E81E5-68EF-44FA-9DE9-B9CB8C7383C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900" name="Flowchart: Connector 7899">
                              <a:extLst>
                                <a:ext uri="{FF2B5EF4-FFF2-40B4-BE49-F238E27FC236}">
                                  <a16:creationId xmlns:a16="http://schemas.microsoft.com/office/drawing/2014/main" id="{C0975E02-B025-403B-9098-5650CA9B159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901" name="Flowchart: Connector 7900">
                              <a:extLst>
                                <a:ext uri="{FF2B5EF4-FFF2-40B4-BE49-F238E27FC236}">
                                  <a16:creationId xmlns:a16="http://schemas.microsoft.com/office/drawing/2014/main" id="{4596A908-0638-4E57-BA5A-132A01236E5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902" name="3D Model 7901" descr="Sphere">
                                  <a:extLst>
                                    <a:ext uri="{FF2B5EF4-FFF2-40B4-BE49-F238E27FC236}">
                                      <a16:creationId xmlns:a16="http://schemas.microsoft.com/office/drawing/2014/main" id="{72C7AA19-062D-4D5F-B813-B683DAF78F8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354804033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903" name="Flowchart: Connector 7902">
                              <a:extLst>
                                <a:ext uri="{FF2B5EF4-FFF2-40B4-BE49-F238E27FC236}">
                                  <a16:creationId xmlns:a16="http://schemas.microsoft.com/office/drawing/2014/main" id="{B5E79573-5175-4A65-8EBE-D36A9982E1C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904" name="3D Model 7903" descr="Sphere">
                                  <a:extLst>
                                    <a:ext uri="{FF2B5EF4-FFF2-40B4-BE49-F238E27FC236}">
                                      <a16:creationId xmlns:a16="http://schemas.microsoft.com/office/drawing/2014/main" id="{8F0A6B3A-56A4-4B83-8389-CDB5BD11423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571863354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905" name="Flowchart: Connector 7904">
                              <a:extLst>
                                <a:ext uri="{FF2B5EF4-FFF2-40B4-BE49-F238E27FC236}">
                                  <a16:creationId xmlns:a16="http://schemas.microsoft.com/office/drawing/2014/main" id="{D60E595B-F10E-41F6-8A42-3D904031F3C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906" name="3D Model 7905" descr="Sphere">
                                  <a:extLst>
                                    <a:ext uri="{FF2B5EF4-FFF2-40B4-BE49-F238E27FC236}">
                                      <a16:creationId xmlns:a16="http://schemas.microsoft.com/office/drawing/2014/main" id="{2ACB79D8-B69B-4997-AE24-502A6C7E0C5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83746223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907" name="Flowchart: Connector 7906">
                              <a:extLst>
                                <a:ext uri="{FF2B5EF4-FFF2-40B4-BE49-F238E27FC236}">
                                  <a16:creationId xmlns:a16="http://schemas.microsoft.com/office/drawing/2014/main" id="{1FA7A32A-0E4D-4694-8A01-356BD05A3DD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908" name="3D Model 7907" descr="Sphere">
                                  <a:extLst>
                                    <a:ext uri="{FF2B5EF4-FFF2-40B4-BE49-F238E27FC236}">
                                      <a16:creationId xmlns:a16="http://schemas.microsoft.com/office/drawing/2014/main" id="{C0502B44-F450-466F-8D13-AF08CE8FE76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768620123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7877" name="Flowchart: Connector 7876">
                            <a:extLst>
                              <a:ext uri="{FF2B5EF4-FFF2-40B4-BE49-F238E27FC236}">
                                <a16:creationId xmlns:a16="http://schemas.microsoft.com/office/drawing/2014/main" id="{941695AC-F2F8-4873-85C1-2DD8441880E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878" name="Flowchart: Connector 7877">
                            <a:extLst>
                              <a:ext uri="{FF2B5EF4-FFF2-40B4-BE49-F238E27FC236}">
                                <a16:creationId xmlns:a16="http://schemas.microsoft.com/office/drawing/2014/main" id="{21E811D4-E2B7-41C2-9E10-F8AD4DA7E12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879" name="Flowchart: Connector 7878">
                            <a:extLst>
                              <a:ext uri="{FF2B5EF4-FFF2-40B4-BE49-F238E27FC236}">
                                <a16:creationId xmlns:a16="http://schemas.microsoft.com/office/drawing/2014/main" id="{9598C9B2-370C-4F13-84CF-D0D279F6C0F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880" name="Flowchart: Connector 7879">
                            <a:extLst>
                              <a:ext uri="{FF2B5EF4-FFF2-40B4-BE49-F238E27FC236}">
                                <a16:creationId xmlns:a16="http://schemas.microsoft.com/office/drawing/2014/main" id="{74F707AD-BD2B-44A3-BB33-7B6E71035C7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881" name="Flowchart: Connector 7880">
                            <a:extLst>
                              <a:ext uri="{FF2B5EF4-FFF2-40B4-BE49-F238E27FC236}">
                                <a16:creationId xmlns:a16="http://schemas.microsoft.com/office/drawing/2014/main" id="{791E8803-9958-4187-94F1-D35D799A11E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882" name="Flowchart: Connector 7881">
                            <a:extLst>
                              <a:ext uri="{FF2B5EF4-FFF2-40B4-BE49-F238E27FC236}">
                                <a16:creationId xmlns:a16="http://schemas.microsoft.com/office/drawing/2014/main" id="{2399BC2B-B86A-4E91-AAF2-D6C962C2F10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883" name="Flowchart: Connector 7882">
                            <a:extLst>
                              <a:ext uri="{FF2B5EF4-FFF2-40B4-BE49-F238E27FC236}">
                                <a16:creationId xmlns:a16="http://schemas.microsoft.com/office/drawing/2014/main" id="{26F17783-D1A1-466D-951F-B1817C24CBE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884" name="Flowchart: Connector 7883">
                            <a:extLst>
                              <a:ext uri="{FF2B5EF4-FFF2-40B4-BE49-F238E27FC236}">
                                <a16:creationId xmlns:a16="http://schemas.microsoft.com/office/drawing/2014/main" id="{A35037BC-BE2D-4F9B-9321-91489E7471C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885" name="Flowchart: Connector 7884">
                            <a:extLst>
                              <a:ext uri="{FF2B5EF4-FFF2-40B4-BE49-F238E27FC236}">
                                <a16:creationId xmlns:a16="http://schemas.microsoft.com/office/drawing/2014/main" id="{04B01FEE-1E5F-4E18-83F4-54EBE624380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886" name="3D Model 7885" descr="Sphere">
                                <a:extLst>
                                  <a:ext uri="{FF2B5EF4-FFF2-40B4-BE49-F238E27FC236}">
                                    <a16:creationId xmlns:a16="http://schemas.microsoft.com/office/drawing/2014/main" id="{E17AF291-D00D-448D-9CD9-B6BA844A82B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633911272"/>
                                  </p:ext>
                                </p:extLst>
                              </p:nvPr>
                            </p:nvGraphicFramePr>
                            <p:xfrm>
                              <a:off x="2127272" y="1515698"/>
                              <a:ext cx="299738" cy="29973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7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4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78" name="3D Model 1277" descr="Sphere">
                                <a:extLst>
                                  <a:ext uri="{FF2B5EF4-FFF2-40B4-BE49-F238E27FC236}">
                                    <a16:creationId xmlns:a16="http://schemas.microsoft.com/office/drawing/2014/main" id="{72F01E67-6938-498B-8F3A-4826869DB5D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125378" y="2259698"/>
                                <a:ext cx="52067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887" name="Flowchart: Connector 7886">
                            <a:extLst>
                              <a:ext uri="{FF2B5EF4-FFF2-40B4-BE49-F238E27FC236}">
                                <a16:creationId xmlns:a16="http://schemas.microsoft.com/office/drawing/2014/main" id="{4D1D2927-A519-48AA-B75C-1F33FC6F4AF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888" name="3D Model 7887" descr="Sphere">
                                <a:extLst>
                                  <a:ext uri="{FF2B5EF4-FFF2-40B4-BE49-F238E27FC236}">
                                    <a16:creationId xmlns:a16="http://schemas.microsoft.com/office/drawing/2014/main" id="{514454B9-8EBE-49B4-9E9E-581E0BEC84C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690435649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80" name="3D Model 1279" descr="Sphere">
                                <a:extLst>
                                  <a:ext uri="{FF2B5EF4-FFF2-40B4-BE49-F238E27FC236}">
                                    <a16:creationId xmlns:a16="http://schemas.microsoft.com/office/drawing/2014/main" id="{4C124C0B-3F81-4B37-AB15-0E5E4374124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166618" y="227176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889" name="Flowchart: Connector 7888">
                            <a:extLst>
                              <a:ext uri="{FF2B5EF4-FFF2-40B4-BE49-F238E27FC236}">
                                <a16:creationId xmlns:a16="http://schemas.microsoft.com/office/drawing/2014/main" id="{4F9D38C6-FBF0-4B03-B90A-DD649C24E37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6940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890" name="3D Model 7889" descr="Sphere">
                                <a:extLst>
                                  <a:ext uri="{FF2B5EF4-FFF2-40B4-BE49-F238E27FC236}">
                                    <a16:creationId xmlns:a16="http://schemas.microsoft.com/office/drawing/2014/main" id="{FCBABA1C-D645-4E87-BE02-898E4547F58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199224999"/>
                                  </p:ext>
                                </p:extLst>
                              </p:nvPr>
                            </p:nvGraphicFramePr>
                            <p:xfrm>
                              <a:off x="2609177" y="164853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82" name="3D Model 1281" descr="Sphere">
                                <a:extLst>
                                  <a:ext uri="{FF2B5EF4-FFF2-40B4-BE49-F238E27FC236}">
                                    <a16:creationId xmlns:a16="http://schemas.microsoft.com/office/drawing/2014/main" id="{4FAEA037-38E5-4411-8709-FD4C9E435B0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09088" y="2284717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891" name="Flowchart: Connector 7890">
                            <a:extLst>
                              <a:ext uri="{FF2B5EF4-FFF2-40B4-BE49-F238E27FC236}">
                                <a16:creationId xmlns:a16="http://schemas.microsoft.com/office/drawing/2014/main" id="{E69DC120-4A56-453A-BCE1-3232054F2A9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892" name="3D Model 7891" descr="Sphere">
                                <a:extLst>
                                  <a:ext uri="{FF2B5EF4-FFF2-40B4-BE49-F238E27FC236}">
                                    <a16:creationId xmlns:a16="http://schemas.microsoft.com/office/drawing/2014/main" id="{339E50F1-2B85-482D-9406-7ABF5681E10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829067006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84" name="3D Model 1283" descr="Sphere">
                                <a:extLst>
                                  <a:ext uri="{FF2B5EF4-FFF2-40B4-BE49-F238E27FC236}">
                                    <a16:creationId xmlns:a16="http://schemas.microsoft.com/office/drawing/2014/main" id="{B24FD411-785C-4B35-A110-7DE7E3C7EC2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255714" y="2299796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sp>
                    <p:nvSpPr>
                      <p:cNvPr id="7804" name="Flowchart: Connector 7803">
                        <a:extLst>
                          <a:ext uri="{FF2B5EF4-FFF2-40B4-BE49-F238E27FC236}">
                            <a16:creationId xmlns:a16="http://schemas.microsoft.com/office/drawing/2014/main" id="{14D29759-A9C3-400F-81B3-94C98269966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06374" y="21384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805" name="Flowchart: Connector 7804">
                        <a:extLst>
                          <a:ext uri="{FF2B5EF4-FFF2-40B4-BE49-F238E27FC236}">
                            <a16:creationId xmlns:a16="http://schemas.microsoft.com/office/drawing/2014/main" id="{B1E7AC22-5990-42DA-AEED-C2E87858844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886236" y="22322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806" name="Flowchart: Connector 7805">
                        <a:extLst>
                          <a:ext uri="{FF2B5EF4-FFF2-40B4-BE49-F238E27FC236}">
                            <a16:creationId xmlns:a16="http://schemas.microsoft.com/office/drawing/2014/main" id="{867CF4A8-2B4E-404F-A0C9-0B795C4844A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952806" y="22254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807" name="Flowchart: Connector 7806">
                        <a:extLst>
                          <a:ext uri="{FF2B5EF4-FFF2-40B4-BE49-F238E27FC236}">
                            <a16:creationId xmlns:a16="http://schemas.microsoft.com/office/drawing/2014/main" id="{4D159344-993B-497F-A810-C48DEE0863B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0272" y="25040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808" name="Flowchart: Connector 7807">
                        <a:extLst>
                          <a:ext uri="{FF2B5EF4-FFF2-40B4-BE49-F238E27FC236}">
                            <a16:creationId xmlns:a16="http://schemas.microsoft.com/office/drawing/2014/main" id="{1EB392BA-1832-4C74-A66C-F982AAA4685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20633" y="28301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809" name="Flowchart: Connector 7808">
                        <a:extLst>
                          <a:ext uri="{FF2B5EF4-FFF2-40B4-BE49-F238E27FC236}">
                            <a16:creationId xmlns:a16="http://schemas.microsoft.com/office/drawing/2014/main" id="{348D4F82-1B7B-48CF-B3A8-558F66EE65F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29128" y="231321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810" name="Flowchart: Connector 7809">
                        <a:extLst>
                          <a:ext uri="{FF2B5EF4-FFF2-40B4-BE49-F238E27FC236}">
                            <a16:creationId xmlns:a16="http://schemas.microsoft.com/office/drawing/2014/main" id="{02ABC12F-9EFF-4617-9D65-151BEBA2C53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211385" y="230237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811" name="Flowchart: Connector 7810">
                        <a:extLst>
                          <a:ext uri="{FF2B5EF4-FFF2-40B4-BE49-F238E27FC236}">
                            <a16:creationId xmlns:a16="http://schemas.microsoft.com/office/drawing/2014/main" id="{E7DBBA9D-4122-4B1E-ACE9-A70A619BB52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1097" y="31484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grpSp>
                    <p:nvGrpSpPr>
                      <p:cNvPr id="7812" name="Group 7811">
                        <a:extLst>
                          <a:ext uri="{FF2B5EF4-FFF2-40B4-BE49-F238E27FC236}">
                            <a16:creationId xmlns:a16="http://schemas.microsoft.com/office/drawing/2014/main" id="{F16A656C-3612-42F7-931E-DB6FCE6AEB9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20511" y="2127869"/>
                        <a:ext cx="1073693" cy="1496391"/>
                        <a:chOff x="2114936" y="1503359"/>
                        <a:chExt cx="1073693" cy="1496391"/>
                      </a:xfrm>
                    </p:grpSpPr>
                    <p:grpSp>
                      <p:nvGrpSpPr>
                        <p:cNvPr id="7813" name="Group 7812">
                          <a:extLst>
                            <a:ext uri="{FF2B5EF4-FFF2-40B4-BE49-F238E27FC236}">
                              <a16:creationId xmlns:a16="http://schemas.microsoft.com/office/drawing/2014/main" id="{C346D789-9BCE-4F0C-BA49-8942356C759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7974" y="2474038"/>
                          <a:ext cx="1060655" cy="525712"/>
                          <a:chOff x="3721252" y="1733424"/>
                          <a:chExt cx="1060655" cy="525712"/>
                        </a:xfrm>
                      </p:grpSpPr>
                      <p:sp>
                        <p:nvSpPr>
                          <p:cNvPr id="7864" name="Flowchart: Connector 7863">
                            <a:extLst>
                              <a:ext uri="{FF2B5EF4-FFF2-40B4-BE49-F238E27FC236}">
                                <a16:creationId xmlns:a16="http://schemas.microsoft.com/office/drawing/2014/main" id="{E3B9D06E-248E-40CB-9223-4058391D509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865" name="3D Model 7864" descr="Sphere">
                                <a:extLst>
                                  <a:ext uri="{FF2B5EF4-FFF2-40B4-BE49-F238E27FC236}">
                                    <a16:creationId xmlns:a16="http://schemas.microsoft.com/office/drawing/2014/main" id="{C3339830-BFCE-4817-8D80-EC2F84DA6BF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367913514"/>
                                  </p:ext>
                                </p:extLst>
                              </p:nvPr>
                            </p:nvGraphicFramePr>
                            <p:xfrm>
                              <a:off x="3721252" y="1733424"/>
                              <a:ext cx="299739" cy="299738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6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57" name="3D Model 1256" descr="Sphere">
                                <a:extLst>
                                  <a:ext uri="{FF2B5EF4-FFF2-40B4-BE49-F238E27FC236}">
                                    <a16:creationId xmlns:a16="http://schemas.microsoft.com/office/drawing/2014/main" id="{EDCB272C-0163-435C-B639-6C211B09FA3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085548" y="2467500"/>
                                <a:ext cx="52066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866" name="Flowchart: Connector 7865">
                            <a:extLst>
                              <a:ext uri="{FF2B5EF4-FFF2-40B4-BE49-F238E27FC236}">
                                <a16:creationId xmlns:a16="http://schemas.microsoft.com/office/drawing/2014/main" id="{3AAF65D9-1F56-4F6D-9B9F-15A56DE2DBE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867" name="3D Model 7866" descr="Sphere">
                                <a:extLst>
                                  <a:ext uri="{FF2B5EF4-FFF2-40B4-BE49-F238E27FC236}">
                                    <a16:creationId xmlns:a16="http://schemas.microsoft.com/office/drawing/2014/main" id="{9CF0E4E2-D5FD-4391-A80F-DE890FE37CB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71433158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868" name="Flowchart: Connector 7867">
                            <a:extLst>
                              <a:ext uri="{FF2B5EF4-FFF2-40B4-BE49-F238E27FC236}">
                                <a16:creationId xmlns:a16="http://schemas.microsoft.com/office/drawing/2014/main" id="{EC2B0FDF-126F-42F4-9486-2C4B4D43594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869" name="3D Model 7868" descr="Sphere">
                                <a:extLst>
                                  <a:ext uri="{FF2B5EF4-FFF2-40B4-BE49-F238E27FC236}">
                                    <a16:creationId xmlns:a16="http://schemas.microsoft.com/office/drawing/2014/main" id="{96399C31-FCB7-4E51-9182-819E4619D99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781457533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870" name="Flowchart: Connector 7869">
                            <a:extLst>
                              <a:ext uri="{FF2B5EF4-FFF2-40B4-BE49-F238E27FC236}">
                                <a16:creationId xmlns:a16="http://schemas.microsoft.com/office/drawing/2014/main" id="{98106460-4211-4141-9218-7EF116B0E01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871" name="3D Model 7870" descr="Sphere">
                                <a:extLst>
                                  <a:ext uri="{FF2B5EF4-FFF2-40B4-BE49-F238E27FC236}">
                                    <a16:creationId xmlns:a16="http://schemas.microsoft.com/office/drawing/2014/main" id="{4D4D469F-1105-4B66-A3EF-B0B4615865A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597490658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8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7814" name="Group 7813">
                          <a:extLst>
                            <a:ext uri="{FF2B5EF4-FFF2-40B4-BE49-F238E27FC236}">
                              <a16:creationId xmlns:a16="http://schemas.microsoft.com/office/drawing/2014/main" id="{4B22BCFA-74C4-4BD9-9F54-5D3FEE28B0A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4615" y="2140429"/>
                          <a:ext cx="1064014" cy="637179"/>
                          <a:chOff x="3717893" y="1719497"/>
                          <a:chExt cx="1064014" cy="637179"/>
                        </a:xfrm>
                      </p:grpSpPr>
                      <p:sp>
                        <p:nvSpPr>
                          <p:cNvPr id="7848" name="Flowchart: Connector 7847">
                            <a:extLst>
                              <a:ext uri="{FF2B5EF4-FFF2-40B4-BE49-F238E27FC236}">
                                <a16:creationId xmlns:a16="http://schemas.microsoft.com/office/drawing/2014/main" id="{B522451B-2AAD-493B-AB42-E67D722451D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849" name="Flowchart: Connector 7848">
                            <a:extLst>
                              <a:ext uri="{FF2B5EF4-FFF2-40B4-BE49-F238E27FC236}">
                                <a16:creationId xmlns:a16="http://schemas.microsoft.com/office/drawing/2014/main" id="{2F8349BF-A860-4ACC-B9C7-56F8DBB6695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850" name="Flowchart: Connector 7849">
                            <a:extLst>
                              <a:ext uri="{FF2B5EF4-FFF2-40B4-BE49-F238E27FC236}">
                                <a16:creationId xmlns:a16="http://schemas.microsoft.com/office/drawing/2014/main" id="{942A3C5E-2A4C-45BF-B9DB-24B29B6FD69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851" name="Flowchart: Connector 7850">
                            <a:extLst>
                              <a:ext uri="{FF2B5EF4-FFF2-40B4-BE49-F238E27FC236}">
                                <a16:creationId xmlns:a16="http://schemas.microsoft.com/office/drawing/2014/main" id="{CB0F52EA-F323-475C-8A6F-ECBC04BD95E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852" name="Flowchart: Connector 7851">
                            <a:extLst>
                              <a:ext uri="{FF2B5EF4-FFF2-40B4-BE49-F238E27FC236}">
                                <a16:creationId xmlns:a16="http://schemas.microsoft.com/office/drawing/2014/main" id="{794FA189-4ADD-4E18-BB13-9352FC87BBA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853" name="Flowchart: Connector 7852">
                            <a:extLst>
                              <a:ext uri="{FF2B5EF4-FFF2-40B4-BE49-F238E27FC236}">
                                <a16:creationId xmlns:a16="http://schemas.microsoft.com/office/drawing/2014/main" id="{C332E652-10FD-40E3-A417-7899B80768A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854" name="Flowchart: Connector 7853">
                            <a:extLst>
                              <a:ext uri="{FF2B5EF4-FFF2-40B4-BE49-F238E27FC236}">
                                <a16:creationId xmlns:a16="http://schemas.microsoft.com/office/drawing/2014/main" id="{4D40D96B-C4DB-4798-AF37-7C9BF898E72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855" name="Flowchart: Connector 7854">
                            <a:extLst>
                              <a:ext uri="{FF2B5EF4-FFF2-40B4-BE49-F238E27FC236}">
                                <a16:creationId xmlns:a16="http://schemas.microsoft.com/office/drawing/2014/main" id="{82804A7D-DA04-474E-9FBE-D9901D2C6A7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856" name="Flowchart: Connector 7855">
                            <a:extLst>
                              <a:ext uri="{FF2B5EF4-FFF2-40B4-BE49-F238E27FC236}">
                                <a16:creationId xmlns:a16="http://schemas.microsoft.com/office/drawing/2014/main" id="{26CC4A99-C526-4371-B464-A29CDC93088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857" name="3D Model 7856" descr="Sphere">
                                <a:extLst>
                                  <a:ext uri="{FF2B5EF4-FFF2-40B4-BE49-F238E27FC236}">
                                    <a16:creationId xmlns:a16="http://schemas.microsoft.com/office/drawing/2014/main" id="{332182F3-9C79-439D-AC84-7C1511E57AB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027416451"/>
                                  </p:ext>
                                </p:extLst>
                              </p:nvPr>
                            </p:nvGraphicFramePr>
                            <p:xfrm>
                              <a:off x="3717893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49" name="3D Model 1248" descr="Sphere">
                                <a:extLst>
                                  <a:ext uri="{FF2B5EF4-FFF2-40B4-BE49-F238E27FC236}">
                                    <a16:creationId xmlns:a16="http://schemas.microsoft.com/office/drawing/2014/main" id="{197D1DF2-ACD5-4650-B13F-20E00FAF0CE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084964" y="2404665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858" name="Flowchart: Connector 7857">
                            <a:extLst>
                              <a:ext uri="{FF2B5EF4-FFF2-40B4-BE49-F238E27FC236}">
                                <a16:creationId xmlns:a16="http://schemas.microsoft.com/office/drawing/2014/main" id="{31B47153-BB5C-4579-A76C-E15C4E1CD6E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859" name="3D Model 7858" descr="Sphere">
                                <a:extLst>
                                  <a:ext uri="{FF2B5EF4-FFF2-40B4-BE49-F238E27FC236}">
                                    <a16:creationId xmlns:a16="http://schemas.microsoft.com/office/drawing/2014/main" id="{E56877F5-A053-4ECD-8AC5-F09E319F1EF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450183679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860" name="Flowchart: Connector 7859">
                            <a:extLst>
                              <a:ext uri="{FF2B5EF4-FFF2-40B4-BE49-F238E27FC236}">
                                <a16:creationId xmlns:a16="http://schemas.microsoft.com/office/drawing/2014/main" id="{07E7167F-247A-4BE5-A9AB-B1DC50645A4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861" name="3D Model 7860" descr="Sphere">
                                <a:extLst>
                                  <a:ext uri="{FF2B5EF4-FFF2-40B4-BE49-F238E27FC236}">
                                    <a16:creationId xmlns:a16="http://schemas.microsoft.com/office/drawing/2014/main" id="{AF6DEF9A-C7B7-4591-BBDB-3124FB9ED32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061728214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862" name="Flowchart: Connector 7861">
                            <a:extLst>
                              <a:ext uri="{FF2B5EF4-FFF2-40B4-BE49-F238E27FC236}">
                                <a16:creationId xmlns:a16="http://schemas.microsoft.com/office/drawing/2014/main" id="{0BB40FDE-DD4A-43ED-ABFC-20470524CCE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863" name="3D Model 7862" descr="Sphere">
                                <a:extLst>
                                  <a:ext uri="{FF2B5EF4-FFF2-40B4-BE49-F238E27FC236}">
                                    <a16:creationId xmlns:a16="http://schemas.microsoft.com/office/drawing/2014/main" id="{A5C3A892-7E4F-4D71-BFCB-F62403EE620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095409622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7815" name="Group 7814">
                          <a:extLst>
                            <a:ext uri="{FF2B5EF4-FFF2-40B4-BE49-F238E27FC236}">
                              <a16:creationId xmlns:a16="http://schemas.microsoft.com/office/drawing/2014/main" id="{988B6F02-6EF9-4759-B266-E81CDC9114B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936" y="1817250"/>
                          <a:ext cx="1064014" cy="643455"/>
                          <a:chOff x="3717893" y="1713221"/>
                          <a:chExt cx="1064014" cy="643455"/>
                        </a:xfrm>
                      </p:grpSpPr>
                      <p:sp>
                        <p:nvSpPr>
                          <p:cNvPr id="7832" name="Flowchart: Connector 7831">
                            <a:extLst>
                              <a:ext uri="{FF2B5EF4-FFF2-40B4-BE49-F238E27FC236}">
                                <a16:creationId xmlns:a16="http://schemas.microsoft.com/office/drawing/2014/main" id="{F27A41DF-CAB1-4806-AAE6-AD9B755599A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833" name="Flowchart: Connector 7832">
                            <a:extLst>
                              <a:ext uri="{FF2B5EF4-FFF2-40B4-BE49-F238E27FC236}">
                                <a16:creationId xmlns:a16="http://schemas.microsoft.com/office/drawing/2014/main" id="{4310FA3F-F251-468A-9600-2C988DA8548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834" name="Flowchart: Connector 7833">
                            <a:extLst>
                              <a:ext uri="{FF2B5EF4-FFF2-40B4-BE49-F238E27FC236}">
                                <a16:creationId xmlns:a16="http://schemas.microsoft.com/office/drawing/2014/main" id="{EAB19A95-0987-482D-B08C-4E902FF68FC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835" name="Flowchart: Connector 7834">
                            <a:extLst>
                              <a:ext uri="{FF2B5EF4-FFF2-40B4-BE49-F238E27FC236}">
                                <a16:creationId xmlns:a16="http://schemas.microsoft.com/office/drawing/2014/main" id="{04630898-182E-45F8-94DB-E7F115CB893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836" name="Flowchart: Connector 7835">
                            <a:extLst>
                              <a:ext uri="{FF2B5EF4-FFF2-40B4-BE49-F238E27FC236}">
                                <a16:creationId xmlns:a16="http://schemas.microsoft.com/office/drawing/2014/main" id="{86E2E15D-D05C-457D-A61F-EE099AA4A2D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837" name="Flowchart: Connector 7836">
                            <a:extLst>
                              <a:ext uri="{FF2B5EF4-FFF2-40B4-BE49-F238E27FC236}">
                                <a16:creationId xmlns:a16="http://schemas.microsoft.com/office/drawing/2014/main" id="{A32905BA-E5CD-4101-9445-39917282842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838" name="Flowchart: Connector 7837">
                            <a:extLst>
                              <a:ext uri="{FF2B5EF4-FFF2-40B4-BE49-F238E27FC236}">
                                <a16:creationId xmlns:a16="http://schemas.microsoft.com/office/drawing/2014/main" id="{A9CCFCE7-AA8C-4F93-9288-5B54185CDD3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839" name="Flowchart: Connector 7838">
                            <a:extLst>
                              <a:ext uri="{FF2B5EF4-FFF2-40B4-BE49-F238E27FC236}">
                                <a16:creationId xmlns:a16="http://schemas.microsoft.com/office/drawing/2014/main" id="{DD319014-4CFE-448A-AF69-60BD507180B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840" name="Flowchart: Connector 7839">
                            <a:extLst>
                              <a:ext uri="{FF2B5EF4-FFF2-40B4-BE49-F238E27FC236}">
                                <a16:creationId xmlns:a16="http://schemas.microsoft.com/office/drawing/2014/main" id="{63C9A47F-6275-4711-A3C3-D29BCE4220D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841" name="3D Model 7840" descr="Sphere">
                                <a:extLst>
                                  <a:ext uri="{FF2B5EF4-FFF2-40B4-BE49-F238E27FC236}">
                                    <a16:creationId xmlns:a16="http://schemas.microsoft.com/office/drawing/2014/main" id="{77005EDD-1DA5-4907-A9A1-FC0AEB718F5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212994433"/>
                                  </p:ext>
                                </p:extLst>
                              </p:nvPr>
                            </p:nvGraphicFramePr>
                            <p:xfrm>
                              <a:off x="3717893" y="171322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33" name="3D Model 1232" descr="Sphere">
                                <a:extLst>
                                  <a:ext uri="{FF2B5EF4-FFF2-40B4-BE49-F238E27FC236}">
                                    <a16:creationId xmlns:a16="http://schemas.microsoft.com/office/drawing/2014/main" id="{A8E59417-29E1-4DD1-AC6E-A49D1AB44B0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083283" y="2343795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842" name="Flowchart: Connector 7841">
                            <a:extLst>
                              <a:ext uri="{FF2B5EF4-FFF2-40B4-BE49-F238E27FC236}">
                                <a16:creationId xmlns:a16="http://schemas.microsoft.com/office/drawing/2014/main" id="{70B3BDB6-9C96-48B2-A664-BD0CAB984C2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843" name="3D Model 7842" descr="Sphere">
                                <a:extLst>
                                  <a:ext uri="{FF2B5EF4-FFF2-40B4-BE49-F238E27FC236}">
                                    <a16:creationId xmlns:a16="http://schemas.microsoft.com/office/drawing/2014/main" id="{C19A35BB-C6A8-4E32-AFAC-D398098E775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173408147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235" name="3D Model 1234" descr="Sphere">
                                <a:extLst>
                                  <a:ext uri="{FF2B5EF4-FFF2-40B4-BE49-F238E27FC236}">
                                    <a16:creationId xmlns:a16="http://schemas.microsoft.com/office/drawing/2014/main" id="{B02DFBF3-1E21-4D61-864E-0A94457DB315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124984" y="2359665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844" name="Flowchart: Connector 7843">
                            <a:extLst>
                              <a:ext uri="{FF2B5EF4-FFF2-40B4-BE49-F238E27FC236}">
                                <a16:creationId xmlns:a16="http://schemas.microsoft.com/office/drawing/2014/main" id="{65B01410-A83F-47E7-AED2-0061CB39E11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845" name="3D Model 7844" descr="Sphere">
                                <a:extLst>
                                  <a:ext uri="{FF2B5EF4-FFF2-40B4-BE49-F238E27FC236}">
                                    <a16:creationId xmlns:a16="http://schemas.microsoft.com/office/drawing/2014/main" id="{6DC16ABE-7609-436F-8231-428453A5765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285504704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846" name="Flowchart: Connector 7845">
                            <a:extLst>
                              <a:ext uri="{FF2B5EF4-FFF2-40B4-BE49-F238E27FC236}">
                                <a16:creationId xmlns:a16="http://schemas.microsoft.com/office/drawing/2014/main" id="{46449119-B0CB-4269-9709-192D284CC3C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847" name="3D Model 7846" descr="Sphere">
                                <a:extLst>
                                  <a:ext uri="{FF2B5EF4-FFF2-40B4-BE49-F238E27FC236}">
                                    <a16:creationId xmlns:a16="http://schemas.microsoft.com/office/drawing/2014/main" id="{01462A41-A8A4-4FC6-8752-F90E5EFD3C9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518731564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7816" name="Flowchart: Connector 7815">
                          <a:extLst>
                            <a:ext uri="{FF2B5EF4-FFF2-40B4-BE49-F238E27FC236}">
                              <a16:creationId xmlns:a16="http://schemas.microsoft.com/office/drawing/2014/main" id="{BF7D5CBF-EBC1-46FB-AF97-EA270B34559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817" name="Flowchart: Connector 7816">
                          <a:extLst>
                            <a:ext uri="{FF2B5EF4-FFF2-40B4-BE49-F238E27FC236}">
                              <a16:creationId xmlns:a16="http://schemas.microsoft.com/office/drawing/2014/main" id="{7B60539E-294B-4269-B0A6-DB4C83EC489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818" name="Flowchart: Connector 7817">
                          <a:extLst>
                            <a:ext uri="{FF2B5EF4-FFF2-40B4-BE49-F238E27FC236}">
                              <a16:creationId xmlns:a16="http://schemas.microsoft.com/office/drawing/2014/main" id="{B64EB344-6BA5-4406-A2D3-B8A641F7C0B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26347" y="177334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819" name="Flowchart: Connector 7818">
                          <a:extLst>
                            <a:ext uri="{FF2B5EF4-FFF2-40B4-BE49-F238E27FC236}">
                              <a16:creationId xmlns:a16="http://schemas.microsoft.com/office/drawing/2014/main" id="{FC3D26BC-77D5-4B04-8AAD-56E5A69EC35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820" name="Flowchart: Connector 7819">
                          <a:extLst>
                            <a:ext uri="{FF2B5EF4-FFF2-40B4-BE49-F238E27FC236}">
                              <a16:creationId xmlns:a16="http://schemas.microsoft.com/office/drawing/2014/main" id="{F8BCEB34-6A90-4085-94BE-C663D5F2A1F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821" name="Flowchart: Connector 7820">
                          <a:extLst>
                            <a:ext uri="{FF2B5EF4-FFF2-40B4-BE49-F238E27FC236}">
                              <a16:creationId xmlns:a16="http://schemas.microsoft.com/office/drawing/2014/main" id="{FA219FF5-963A-4EE2-B119-9207ACC8FC7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822" name="Flowchart: Connector 7821">
                          <a:extLst>
                            <a:ext uri="{FF2B5EF4-FFF2-40B4-BE49-F238E27FC236}">
                              <a16:creationId xmlns:a16="http://schemas.microsoft.com/office/drawing/2014/main" id="{EDD10B36-C601-45AB-A4BD-7D588C0C06E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823" name="Flowchart: Connector 7822">
                          <a:extLst>
                            <a:ext uri="{FF2B5EF4-FFF2-40B4-BE49-F238E27FC236}">
                              <a16:creationId xmlns:a16="http://schemas.microsoft.com/office/drawing/2014/main" id="{DEAA9AAE-6DFF-47FE-9C1A-C91B7AD54A1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824" name="Flowchart: Connector 7823">
                          <a:extLst>
                            <a:ext uri="{FF2B5EF4-FFF2-40B4-BE49-F238E27FC236}">
                              <a16:creationId xmlns:a16="http://schemas.microsoft.com/office/drawing/2014/main" id="{F76111E0-604F-4824-A1EB-D8952DD9D1F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825" name="3D Model 7824" descr="Sphere">
                              <a:extLst>
                                <a:ext uri="{FF2B5EF4-FFF2-40B4-BE49-F238E27FC236}">
                                  <a16:creationId xmlns:a16="http://schemas.microsoft.com/office/drawing/2014/main" id="{D7B8EC6F-FF9A-4B90-9981-56E03F03113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25528085"/>
                                </p:ext>
                              </p:extLst>
                            </p:nvPr>
                          </p:nvGraphicFramePr>
                          <p:xfrm>
                            <a:off x="2122087" y="1503359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433448" ay="1433014" az="-1105299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7"/>
                                </am3d:raster>
                                <am3d:objViewport viewportSz="5757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217" name="3D Model 1216" descr="Sphere">
                              <a:extLst>
                                <a:ext uri="{FF2B5EF4-FFF2-40B4-BE49-F238E27FC236}">
                                  <a16:creationId xmlns:a16="http://schemas.microsoft.com/office/drawing/2014/main" id="{A6D9624E-C48A-4E30-BD09-824167EDBFDA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084525" y="2284675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826" name="Flowchart: Connector 7825">
                          <a:extLst>
                            <a:ext uri="{FF2B5EF4-FFF2-40B4-BE49-F238E27FC236}">
                              <a16:creationId xmlns:a16="http://schemas.microsoft.com/office/drawing/2014/main" id="{D4656DA3-8B95-4347-9D3C-0B3BCEA85A1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827" name="3D Model 7826" descr="Sphere">
                              <a:extLst>
                                <a:ext uri="{FF2B5EF4-FFF2-40B4-BE49-F238E27FC236}">
                                  <a16:creationId xmlns:a16="http://schemas.microsoft.com/office/drawing/2014/main" id="{83F1A03A-997C-4D01-AF4D-418CCBDBD20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8245539"/>
                                </p:ext>
                              </p:extLst>
                            </p:nvPr>
                          </p:nvGraphicFramePr>
                          <p:xfrm>
                            <a:off x="2368043" y="1593681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5"/>
                                </am3d:raster>
                                <am3d:objViewport viewportSz="5886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219" name="3D Model 1218" descr="Sphere">
                              <a:extLst>
                                <a:ext uri="{FF2B5EF4-FFF2-40B4-BE49-F238E27FC236}">
                                  <a16:creationId xmlns:a16="http://schemas.microsoft.com/office/drawing/2014/main" id="{2DAF861D-7B81-46B2-A855-CCFD59252CFE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127249" y="2301687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828" name="Flowchart: Connector 7827">
                          <a:extLst>
                            <a:ext uri="{FF2B5EF4-FFF2-40B4-BE49-F238E27FC236}">
                              <a16:creationId xmlns:a16="http://schemas.microsoft.com/office/drawing/2014/main" id="{B0724D07-16C2-4CBB-BAE6-B49A2A31849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829" name="3D Model 7828" descr="Sphere">
                              <a:extLst>
                                <a:ext uri="{FF2B5EF4-FFF2-40B4-BE49-F238E27FC236}">
                                  <a16:creationId xmlns:a16="http://schemas.microsoft.com/office/drawing/2014/main" id="{7D46FEC9-FB22-461A-84FD-0B46B6EA8C1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357048979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3235" cy="6170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7"/>
                                </am3d:raster>
                                <am3d:objViewport viewportSz="6018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221" name="3D Model 1220" descr="Sphere">
                              <a:extLst>
                                <a:ext uri="{FF2B5EF4-FFF2-40B4-BE49-F238E27FC236}">
                                  <a16:creationId xmlns:a16="http://schemas.microsoft.com/office/drawing/2014/main" id="{58E82894-324A-4F57-BF30-11B8CD0D10C0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3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169136" y="2310703"/>
                              <a:ext cx="53235" cy="61702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830" name="Flowchart: Connector 7829">
                          <a:extLst>
                            <a:ext uri="{FF2B5EF4-FFF2-40B4-BE49-F238E27FC236}">
                              <a16:creationId xmlns:a16="http://schemas.microsoft.com/office/drawing/2014/main" id="{067FC5A0-3EA3-4723-A96A-14686A234FA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831" name="3D Model 7830" descr="Sphere">
                              <a:extLst>
                                <a:ext uri="{FF2B5EF4-FFF2-40B4-BE49-F238E27FC236}">
                                  <a16:creationId xmlns:a16="http://schemas.microsoft.com/office/drawing/2014/main" id="{B0202E4B-4AE2-483B-9D3F-4EF53D339BC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962476927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1045" cy="5891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9"/>
                                </am3d:raster>
                                <am3d:objViewport viewportSz="5955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223" name="3D Model 1222" descr="Sphere">
                              <a:extLst>
                                <a:ext uri="{FF2B5EF4-FFF2-40B4-BE49-F238E27FC236}">
                                  <a16:creationId xmlns:a16="http://schemas.microsoft.com/office/drawing/2014/main" id="{F1E59886-226A-42D2-AAB9-75EE9C1A6512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215762" y="2327097"/>
                              <a:ext cx="51045" cy="589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7721" name="Group 7720">
                      <a:extLst>
                        <a:ext uri="{FF2B5EF4-FFF2-40B4-BE49-F238E27FC236}">
                          <a16:creationId xmlns:a16="http://schemas.microsoft.com/office/drawing/2014/main" id="{0C3E80FA-2E4D-4500-A001-12861B350013}"/>
                        </a:ext>
                      </a:extLst>
                    </p:cNvPr>
                    <p:cNvGrpSpPr/>
                    <p:nvPr/>
                  </p:nvGrpSpPr>
                  <p:grpSpPr>
                    <a:xfrm rot="18542409">
                      <a:off x="2257159" y="236280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7791" name="Freeform: Shape 7790">
                        <a:extLst>
                          <a:ext uri="{FF2B5EF4-FFF2-40B4-BE49-F238E27FC236}">
                            <a16:creationId xmlns:a16="http://schemas.microsoft.com/office/drawing/2014/main" id="{DE4A89CA-5C43-4D9C-9356-64F777FB74C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792" name="Rectangle: Rounded Corners 7791">
                        <a:extLst>
                          <a:ext uri="{FF2B5EF4-FFF2-40B4-BE49-F238E27FC236}">
                            <a16:creationId xmlns:a16="http://schemas.microsoft.com/office/drawing/2014/main" id="{6EF65D8C-E1C1-470A-A4D0-5A71F7765E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722" name="Group 7721">
                      <a:extLst>
                        <a:ext uri="{FF2B5EF4-FFF2-40B4-BE49-F238E27FC236}">
                          <a16:creationId xmlns:a16="http://schemas.microsoft.com/office/drawing/2014/main" id="{176855CE-FD8D-4CAE-A3E3-51FE9907A6B4}"/>
                        </a:ext>
                      </a:extLst>
                    </p:cNvPr>
                    <p:cNvGrpSpPr/>
                    <p:nvPr/>
                  </p:nvGrpSpPr>
                  <p:grpSpPr>
                    <a:xfrm rot="17122200">
                      <a:off x="1187274" y="235013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7789" name="Freeform: Shape 7788">
                        <a:extLst>
                          <a:ext uri="{FF2B5EF4-FFF2-40B4-BE49-F238E27FC236}">
                            <a16:creationId xmlns:a16="http://schemas.microsoft.com/office/drawing/2014/main" id="{F335D622-92B7-4F7C-BF70-A159BBDA4C0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790" name="Rectangle: Rounded Corners 7789">
                        <a:extLst>
                          <a:ext uri="{FF2B5EF4-FFF2-40B4-BE49-F238E27FC236}">
                            <a16:creationId xmlns:a16="http://schemas.microsoft.com/office/drawing/2014/main" id="{6E364580-07BF-40BE-8A51-08C6A32FC4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723" name="Group 7722">
                      <a:extLst>
                        <a:ext uri="{FF2B5EF4-FFF2-40B4-BE49-F238E27FC236}">
                          <a16:creationId xmlns:a16="http://schemas.microsoft.com/office/drawing/2014/main" id="{D4131BAB-523D-480F-AA00-AB9F9967CC5E}"/>
                        </a:ext>
                      </a:extLst>
                    </p:cNvPr>
                    <p:cNvGrpSpPr/>
                    <p:nvPr/>
                  </p:nvGrpSpPr>
                  <p:grpSpPr>
                    <a:xfrm rot="658209">
                      <a:off x="2479276" y="3323586"/>
                      <a:ext cx="746642" cy="235253"/>
                      <a:chOff x="2620172" y="2546175"/>
                      <a:chExt cx="834986" cy="143092"/>
                    </a:xfrm>
                  </p:grpSpPr>
                  <p:sp>
                    <p:nvSpPr>
                      <p:cNvPr id="7787" name="Freeform: Shape 7786">
                        <a:extLst>
                          <a:ext uri="{FF2B5EF4-FFF2-40B4-BE49-F238E27FC236}">
                            <a16:creationId xmlns:a16="http://schemas.microsoft.com/office/drawing/2014/main" id="{547E5043-A2E6-4CC0-912E-34052F424AB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788" name="Rectangle: Rounded Corners 7787">
                        <a:extLst>
                          <a:ext uri="{FF2B5EF4-FFF2-40B4-BE49-F238E27FC236}">
                            <a16:creationId xmlns:a16="http://schemas.microsoft.com/office/drawing/2014/main" id="{FAB85639-7FE8-4C83-9075-26C578B9B0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724" name="Group 7723">
                      <a:extLst>
                        <a:ext uri="{FF2B5EF4-FFF2-40B4-BE49-F238E27FC236}">
                          <a16:creationId xmlns:a16="http://schemas.microsoft.com/office/drawing/2014/main" id="{F7707156-F8B0-402B-A126-D1920A5AB421}"/>
                        </a:ext>
                      </a:extLst>
                    </p:cNvPr>
                    <p:cNvGrpSpPr/>
                    <p:nvPr/>
                  </p:nvGrpSpPr>
                  <p:grpSpPr>
                    <a:xfrm rot="18837888">
                      <a:off x="1789768" y="223810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7785" name="Freeform: Shape 7784">
                        <a:extLst>
                          <a:ext uri="{FF2B5EF4-FFF2-40B4-BE49-F238E27FC236}">
                            <a16:creationId xmlns:a16="http://schemas.microsoft.com/office/drawing/2014/main" id="{C419AB35-1B0F-457F-BB40-38F17FCB750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786" name="Rectangle: Rounded Corners 7785">
                        <a:extLst>
                          <a:ext uri="{FF2B5EF4-FFF2-40B4-BE49-F238E27FC236}">
                            <a16:creationId xmlns:a16="http://schemas.microsoft.com/office/drawing/2014/main" id="{09960661-93B0-4146-B83D-D87C66E283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725" name="Group 7724">
                      <a:extLst>
                        <a:ext uri="{FF2B5EF4-FFF2-40B4-BE49-F238E27FC236}">
                          <a16:creationId xmlns:a16="http://schemas.microsoft.com/office/drawing/2014/main" id="{DF27592C-8971-4EDF-A5A4-069DB333B341}"/>
                        </a:ext>
                      </a:extLst>
                    </p:cNvPr>
                    <p:cNvGrpSpPr/>
                    <p:nvPr/>
                  </p:nvGrpSpPr>
                  <p:grpSpPr>
                    <a:xfrm rot="16200000">
                      <a:off x="563034" y="2429570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7783" name="Freeform: Shape 7782">
                        <a:extLst>
                          <a:ext uri="{FF2B5EF4-FFF2-40B4-BE49-F238E27FC236}">
                            <a16:creationId xmlns:a16="http://schemas.microsoft.com/office/drawing/2014/main" id="{29372ADC-7284-450E-8D18-C7034085B1F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784" name="Rectangle: Rounded Corners 7783">
                        <a:extLst>
                          <a:ext uri="{FF2B5EF4-FFF2-40B4-BE49-F238E27FC236}">
                            <a16:creationId xmlns:a16="http://schemas.microsoft.com/office/drawing/2014/main" id="{592605B8-CC2D-428E-99A4-CBEC47CE56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726" name="Group 7725">
                      <a:extLst>
                        <a:ext uri="{FF2B5EF4-FFF2-40B4-BE49-F238E27FC236}">
                          <a16:creationId xmlns:a16="http://schemas.microsoft.com/office/drawing/2014/main" id="{EB098ABA-BC24-4100-A5D7-C2E44EC8EF78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350328" y="442527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7781" name="Freeform: Shape 7780">
                        <a:extLst>
                          <a:ext uri="{FF2B5EF4-FFF2-40B4-BE49-F238E27FC236}">
                            <a16:creationId xmlns:a16="http://schemas.microsoft.com/office/drawing/2014/main" id="{15BAF3B6-7317-4ABB-9292-D74FA7292BC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782" name="Rectangle: Rounded Corners 7781">
                        <a:extLst>
                          <a:ext uri="{FF2B5EF4-FFF2-40B4-BE49-F238E27FC236}">
                            <a16:creationId xmlns:a16="http://schemas.microsoft.com/office/drawing/2014/main" id="{E7FBE304-3A8B-4E16-BCB0-A5D9770284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727" name="Group 7726">
                      <a:extLst>
                        <a:ext uri="{FF2B5EF4-FFF2-40B4-BE49-F238E27FC236}">
                          <a16:creationId xmlns:a16="http://schemas.microsoft.com/office/drawing/2014/main" id="{89A97C91-9052-4A9D-900A-77353C3AA27A}"/>
                        </a:ext>
                      </a:extLst>
                    </p:cNvPr>
                    <p:cNvGrpSpPr/>
                    <p:nvPr/>
                  </p:nvGrpSpPr>
                  <p:grpSpPr>
                    <a:xfrm rot="5880914">
                      <a:off x="789613" y="438062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7779" name="Freeform: Shape 7778">
                        <a:extLst>
                          <a:ext uri="{FF2B5EF4-FFF2-40B4-BE49-F238E27FC236}">
                            <a16:creationId xmlns:a16="http://schemas.microsoft.com/office/drawing/2014/main" id="{6DC10C7A-8A3C-42E8-82BE-DADD258920D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780" name="Rectangle: Rounded Corners 7779">
                        <a:extLst>
                          <a:ext uri="{FF2B5EF4-FFF2-40B4-BE49-F238E27FC236}">
                            <a16:creationId xmlns:a16="http://schemas.microsoft.com/office/drawing/2014/main" id="{021684A2-08C4-4E5C-AFF2-23D1D3AC2D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728" name="Group 7727">
                      <a:extLst>
                        <a:ext uri="{FF2B5EF4-FFF2-40B4-BE49-F238E27FC236}">
                          <a16:creationId xmlns:a16="http://schemas.microsoft.com/office/drawing/2014/main" id="{B911438B-2455-4E23-954B-727191275617}"/>
                        </a:ext>
                      </a:extLst>
                    </p:cNvPr>
                    <p:cNvGrpSpPr/>
                    <p:nvPr/>
                  </p:nvGrpSpPr>
                  <p:grpSpPr>
                    <a:xfrm rot="13587211">
                      <a:off x="651990" y="2929858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7777" name="Freeform: Shape 7776">
                        <a:extLst>
                          <a:ext uri="{FF2B5EF4-FFF2-40B4-BE49-F238E27FC236}">
                            <a16:creationId xmlns:a16="http://schemas.microsoft.com/office/drawing/2014/main" id="{A8F5674B-4CA3-4EA9-B4C6-941F2B17E9C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778" name="Rectangle: Rounded Corners 7777">
                        <a:extLst>
                          <a:ext uri="{FF2B5EF4-FFF2-40B4-BE49-F238E27FC236}">
                            <a16:creationId xmlns:a16="http://schemas.microsoft.com/office/drawing/2014/main" id="{7FF2ED18-5479-48DB-BFF3-DEABAE61DB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729" name="Group 7728">
                      <a:extLst>
                        <a:ext uri="{FF2B5EF4-FFF2-40B4-BE49-F238E27FC236}">
                          <a16:creationId xmlns:a16="http://schemas.microsoft.com/office/drawing/2014/main" id="{7D57D7E5-991A-49CA-9904-CC3300497731}"/>
                        </a:ext>
                      </a:extLst>
                    </p:cNvPr>
                    <p:cNvGrpSpPr/>
                    <p:nvPr/>
                  </p:nvGrpSpPr>
                  <p:grpSpPr>
                    <a:xfrm rot="11351284">
                      <a:off x="163719" y="3807693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7775" name="Freeform: Shape 7774">
                        <a:extLst>
                          <a:ext uri="{FF2B5EF4-FFF2-40B4-BE49-F238E27FC236}">
                            <a16:creationId xmlns:a16="http://schemas.microsoft.com/office/drawing/2014/main" id="{1AFD2053-47EA-404A-B7AA-45DC8B0B50B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776" name="Rectangle: Rounded Corners 7775">
                        <a:extLst>
                          <a:ext uri="{FF2B5EF4-FFF2-40B4-BE49-F238E27FC236}">
                            <a16:creationId xmlns:a16="http://schemas.microsoft.com/office/drawing/2014/main" id="{725AC1F6-0FF4-46E1-B1F7-BE9AC47DFA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730" name="Group 7729">
                      <a:extLst>
                        <a:ext uri="{FF2B5EF4-FFF2-40B4-BE49-F238E27FC236}">
                          <a16:creationId xmlns:a16="http://schemas.microsoft.com/office/drawing/2014/main" id="{8D7737EE-0604-42BC-972F-A5899240B4EB}"/>
                        </a:ext>
                      </a:extLst>
                    </p:cNvPr>
                    <p:cNvGrpSpPr/>
                    <p:nvPr/>
                  </p:nvGrpSpPr>
                  <p:grpSpPr>
                    <a:xfrm rot="4193783">
                      <a:off x="2062756" y="4148262"/>
                      <a:ext cx="706454" cy="171076"/>
                      <a:chOff x="2620172" y="2546175"/>
                      <a:chExt cx="834986" cy="143092"/>
                    </a:xfrm>
                  </p:grpSpPr>
                  <p:sp>
                    <p:nvSpPr>
                      <p:cNvPr id="7773" name="Freeform: Shape 7772">
                        <a:extLst>
                          <a:ext uri="{FF2B5EF4-FFF2-40B4-BE49-F238E27FC236}">
                            <a16:creationId xmlns:a16="http://schemas.microsoft.com/office/drawing/2014/main" id="{7A4A260E-8545-46BE-90F2-929433D70B8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774" name="Rectangle: Rounded Corners 7773">
                        <a:extLst>
                          <a:ext uri="{FF2B5EF4-FFF2-40B4-BE49-F238E27FC236}">
                            <a16:creationId xmlns:a16="http://schemas.microsoft.com/office/drawing/2014/main" id="{E1CCDFC7-DFC9-4DDB-942F-47C1AAD22F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731" name="Group 7730">
                      <a:extLst>
                        <a:ext uri="{FF2B5EF4-FFF2-40B4-BE49-F238E27FC236}">
                          <a16:creationId xmlns:a16="http://schemas.microsoft.com/office/drawing/2014/main" id="{2D87BE89-BC66-4197-8886-F6D1ABA510CE}"/>
                        </a:ext>
                      </a:extLst>
                    </p:cNvPr>
                    <p:cNvGrpSpPr/>
                    <p:nvPr/>
                  </p:nvGrpSpPr>
                  <p:grpSpPr>
                    <a:xfrm rot="1837203">
                      <a:off x="2331692" y="387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7771" name="Freeform: Shape 7770">
                        <a:extLst>
                          <a:ext uri="{FF2B5EF4-FFF2-40B4-BE49-F238E27FC236}">
                            <a16:creationId xmlns:a16="http://schemas.microsoft.com/office/drawing/2014/main" id="{1F802005-0753-4BC8-9DDA-59D55833D61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772" name="Rectangle: Rounded Corners 7771">
                        <a:extLst>
                          <a:ext uri="{FF2B5EF4-FFF2-40B4-BE49-F238E27FC236}">
                            <a16:creationId xmlns:a16="http://schemas.microsoft.com/office/drawing/2014/main" id="{FC4EB3B0-180A-4DF5-AF97-53E6127D69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732" name="Group 7731">
                      <a:extLst>
                        <a:ext uri="{FF2B5EF4-FFF2-40B4-BE49-F238E27FC236}">
                          <a16:creationId xmlns:a16="http://schemas.microsoft.com/office/drawing/2014/main" id="{529C1A62-A4D1-4405-B0C3-17589AF30182}"/>
                        </a:ext>
                      </a:extLst>
                    </p:cNvPr>
                    <p:cNvGrpSpPr/>
                    <p:nvPr/>
                  </p:nvGrpSpPr>
                  <p:grpSpPr>
                    <a:xfrm rot="932650">
                      <a:off x="2489621" y="310501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7769" name="Freeform: Shape 7768">
                        <a:extLst>
                          <a:ext uri="{FF2B5EF4-FFF2-40B4-BE49-F238E27FC236}">
                            <a16:creationId xmlns:a16="http://schemas.microsoft.com/office/drawing/2014/main" id="{C0F46F08-1CDC-4349-B35B-78067D4F8A7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770" name="Rectangle: Rounded Corners 7769">
                        <a:extLst>
                          <a:ext uri="{FF2B5EF4-FFF2-40B4-BE49-F238E27FC236}">
                            <a16:creationId xmlns:a16="http://schemas.microsoft.com/office/drawing/2014/main" id="{EB792AAC-2428-4825-9328-38AC7C284D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733" name="Group 7732">
                      <a:extLst>
                        <a:ext uri="{FF2B5EF4-FFF2-40B4-BE49-F238E27FC236}">
                          <a16:creationId xmlns:a16="http://schemas.microsoft.com/office/drawing/2014/main" id="{A033260F-D1AC-408C-84D0-1E079EEE25C5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686489" y="34904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7767" name="Freeform: Shape 7766">
                        <a:extLst>
                          <a:ext uri="{FF2B5EF4-FFF2-40B4-BE49-F238E27FC236}">
                            <a16:creationId xmlns:a16="http://schemas.microsoft.com/office/drawing/2014/main" id="{029A9C21-9D1F-49ED-8456-A668CD5C531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768" name="Rectangle: Rounded Corners 7767">
                        <a:extLst>
                          <a:ext uri="{FF2B5EF4-FFF2-40B4-BE49-F238E27FC236}">
                            <a16:creationId xmlns:a16="http://schemas.microsoft.com/office/drawing/2014/main" id="{6D7CA8B2-5F69-4B3F-B6E4-14DC98EA5F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734" name="Group 7733">
                      <a:extLst>
                        <a:ext uri="{FF2B5EF4-FFF2-40B4-BE49-F238E27FC236}">
                          <a16:creationId xmlns:a16="http://schemas.microsoft.com/office/drawing/2014/main" id="{D59397D8-A939-429B-8D08-E4E4E901E12F}"/>
                        </a:ext>
                      </a:extLst>
                    </p:cNvPr>
                    <p:cNvGrpSpPr/>
                    <p:nvPr/>
                  </p:nvGrpSpPr>
                  <p:grpSpPr>
                    <a:xfrm rot="16924252">
                      <a:off x="1635001" y="2371073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7765" name="Freeform: Shape 7764">
                        <a:extLst>
                          <a:ext uri="{FF2B5EF4-FFF2-40B4-BE49-F238E27FC236}">
                            <a16:creationId xmlns:a16="http://schemas.microsoft.com/office/drawing/2014/main" id="{E00EBE23-5BFA-4B10-A96F-210A74C9AA8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766" name="Rectangle: Rounded Corners 7765">
                        <a:extLst>
                          <a:ext uri="{FF2B5EF4-FFF2-40B4-BE49-F238E27FC236}">
                            <a16:creationId xmlns:a16="http://schemas.microsoft.com/office/drawing/2014/main" id="{AB53E811-8955-492D-B3DA-842BD02230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735" name="Group 7734">
                      <a:extLst>
                        <a:ext uri="{FF2B5EF4-FFF2-40B4-BE49-F238E27FC236}">
                          <a16:creationId xmlns:a16="http://schemas.microsoft.com/office/drawing/2014/main" id="{7D1D88B1-D33D-418D-97F1-F09CEEAE41D2}"/>
                        </a:ext>
                      </a:extLst>
                    </p:cNvPr>
                    <p:cNvGrpSpPr/>
                    <p:nvPr/>
                  </p:nvGrpSpPr>
                  <p:grpSpPr>
                    <a:xfrm rot="15677156">
                      <a:off x="985517" y="2521255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7763" name="Freeform: Shape 7762">
                        <a:extLst>
                          <a:ext uri="{FF2B5EF4-FFF2-40B4-BE49-F238E27FC236}">
                            <a16:creationId xmlns:a16="http://schemas.microsoft.com/office/drawing/2014/main" id="{541E0134-51B1-41B2-9E9D-BAE0F48F610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764" name="Rectangle: Rounded Corners 7763">
                        <a:extLst>
                          <a:ext uri="{FF2B5EF4-FFF2-40B4-BE49-F238E27FC236}">
                            <a16:creationId xmlns:a16="http://schemas.microsoft.com/office/drawing/2014/main" id="{AB962581-1F2B-4F8B-A609-577F5A8D2F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736" name="Group 7735">
                      <a:extLst>
                        <a:ext uri="{FF2B5EF4-FFF2-40B4-BE49-F238E27FC236}">
                          <a16:creationId xmlns:a16="http://schemas.microsoft.com/office/drawing/2014/main" id="{3267CCC1-5DB7-4297-BB0A-9ED9F4ADAA4D}"/>
                        </a:ext>
                      </a:extLst>
                    </p:cNvPr>
                    <p:cNvGrpSpPr/>
                    <p:nvPr/>
                  </p:nvGrpSpPr>
                  <p:grpSpPr>
                    <a:xfrm rot="14354853" flipV="1">
                      <a:off x="976412" y="243847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7761" name="Freeform: Shape 7760">
                        <a:extLst>
                          <a:ext uri="{FF2B5EF4-FFF2-40B4-BE49-F238E27FC236}">
                            <a16:creationId xmlns:a16="http://schemas.microsoft.com/office/drawing/2014/main" id="{214BE2D2-BBC7-41E9-A9DA-24747D67195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762" name="Rectangle: Rounded Corners 7761">
                        <a:extLst>
                          <a:ext uri="{FF2B5EF4-FFF2-40B4-BE49-F238E27FC236}">
                            <a16:creationId xmlns:a16="http://schemas.microsoft.com/office/drawing/2014/main" id="{DB4E0F5F-1F41-4E5E-9C35-300F1AEC61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737" name="Group 7736">
                      <a:extLst>
                        <a:ext uri="{FF2B5EF4-FFF2-40B4-BE49-F238E27FC236}">
                          <a16:creationId xmlns:a16="http://schemas.microsoft.com/office/drawing/2014/main" id="{050534DE-77FD-463F-AC99-E0EC25D310BF}"/>
                        </a:ext>
                      </a:extLst>
                    </p:cNvPr>
                    <p:cNvGrpSpPr/>
                    <p:nvPr/>
                  </p:nvGrpSpPr>
                  <p:grpSpPr>
                    <a:xfrm rot="9793356" flipV="1">
                      <a:off x="215985" y="323790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7759" name="Freeform: Shape 7758">
                        <a:extLst>
                          <a:ext uri="{FF2B5EF4-FFF2-40B4-BE49-F238E27FC236}">
                            <a16:creationId xmlns:a16="http://schemas.microsoft.com/office/drawing/2014/main" id="{DC199864-4BDD-4E13-B112-6F98C31C506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760" name="Rectangle: Rounded Corners 7759">
                        <a:extLst>
                          <a:ext uri="{FF2B5EF4-FFF2-40B4-BE49-F238E27FC236}">
                            <a16:creationId xmlns:a16="http://schemas.microsoft.com/office/drawing/2014/main" id="{DD0004F4-560A-4C38-A73A-C4D518CEC0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738" name="Group 7737">
                      <a:extLst>
                        <a:ext uri="{FF2B5EF4-FFF2-40B4-BE49-F238E27FC236}">
                          <a16:creationId xmlns:a16="http://schemas.microsoft.com/office/drawing/2014/main" id="{B38D8143-12A1-40DF-ADD6-5FF9C7231E19}"/>
                        </a:ext>
                      </a:extLst>
                    </p:cNvPr>
                    <p:cNvGrpSpPr/>
                    <p:nvPr/>
                  </p:nvGrpSpPr>
                  <p:grpSpPr>
                    <a:xfrm rot="6907686" flipV="1">
                      <a:off x="692019" y="393196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7757" name="Freeform: Shape 7756">
                        <a:extLst>
                          <a:ext uri="{FF2B5EF4-FFF2-40B4-BE49-F238E27FC236}">
                            <a16:creationId xmlns:a16="http://schemas.microsoft.com/office/drawing/2014/main" id="{A289C5F6-486E-4B0C-AEE7-F2DB69A758A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758" name="Rectangle: Rounded Corners 7757">
                        <a:extLst>
                          <a:ext uri="{FF2B5EF4-FFF2-40B4-BE49-F238E27FC236}">
                            <a16:creationId xmlns:a16="http://schemas.microsoft.com/office/drawing/2014/main" id="{C7805601-488A-44FD-9678-0A0E63CAE4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739" name="Group 7738">
                      <a:extLst>
                        <a:ext uri="{FF2B5EF4-FFF2-40B4-BE49-F238E27FC236}">
                          <a16:creationId xmlns:a16="http://schemas.microsoft.com/office/drawing/2014/main" id="{123D5ED8-9221-408A-8151-49274C4250F3}"/>
                        </a:ext>
                      </a:extLst>
                    </p:cNvPr>
                    <p:cNvGrpSpPr/>
                    <p:nvPr/>
                  </p:nvGrpSpPr>
                  <p:grpSpPr>
                    <a:xfrm rot="1465711" flipV="1">
                      <a:off x="2002734" y="340448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7755" name="Freeform: Shape 7754">
                        <a:extLst>
                          <a:ext uri="{FF2B5EF4-FFF2-40B4-BE49-F238E27FC236}">
                            <a16:creationId xmlns:a16="http://schemas.microsoft.com/office/drawing/2014/main" id="{32DD171D-B14E-424E-8661-33299239B39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756" name="Rectangle: Rounded Corners 7755">
                        <a:extLst>
                          <a:ext uri="{FF2B5EF4-FFF2-40B4-BE49-F238E27FC236}">
                            <a16:creationId xmlns:a16="http://schemas.microsoft.com/office/drawing/2014/main" id="{DB84C523-09C9-4F98-ACCC-690AA8AB8A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740" name="Group 7739">
                      <a:extLst>
                        <a:ext uri="{FF2B5EF4-FFF2-40B4-BE49-F238E27FC236}">
                          <a16:creationId xmlns:a16="http://schemas.microsoft.com/office/drawing/2014/main" id="{8D54C023-7B90-41BA-BE39-C5F2C80CE841}"/>
                        </a:ext>
                      </a:extLst>
                    </p:cNvPr>
                    <p:cNvGrpSpPr/>
                    <p:nvPr/>
                  </p:nvGrpSpPr>
                  <p:grpSpPr>
                    <a:xfrm rot="19016516">
                      <a:off x="1733273" y="283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7753" name="Freeform: Shape 7752">
                        <a:extLst>
                          <a:ext uri="{FF2B5EF4-FFF2-40B4-BE49-F238E27FC236}">
                            <a16:creationId xmlns:a16="http://schemas.microsoft.com/office/drawing/2014/main" id="{B2E9DC42-04E8-4DD5-A9B2-87FB15A8DD4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754" name="Rectangle: Rounded Corners 7753">
                        <a:extLst>
                          <a:ext uri="{FF2B5EF4-FFF2-40B4-BE49-F238E27FC236}">
                            <a16:creationId xmlns:a16="http://schemas.microsoft.com/office/drawing/2014/main" id="{F5D4EAA3-75A8-4E20-89B5-9DFBC6822E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741" name="Group 7740">
                      <a:extLst>
                        <a:ext uri="{FF2B5EF4-FFF2-40B4-BE49-F238E27FC236}">
                          <a16:creationId xmlns:a16="http://schemas.microsoft.com/office/drawing/2014/main" id="{834DED57-769E-4866-B37E-37F17C0518DB}"/>
                        </a:ext>
                      </a:extLst>
                    </p:cNvPr>
                    <p:cNvGrpSpPr/>
                    <p:nvPr/>
                  </p:nvGrpSpPr>
                  <p:grpSpPr>
                    <a:xfrm rot="19245075">
                      <a:off x="1632068" y="282541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7751" name="Freeform: Shape 7750">
                        <a:extLst>
                          <a:ext uri="{FF2B5EF4-FFF2-40B4-BE49-F238E27FC236}">
                            <a16:creationId xmlns:a16="http://schemas.microsoft.com/office/drawing/2014/main" id="{2C01EAB7-8BE3-467B-9396-03B704FFC97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752" name="Rectangle: Rounded Corners 7751">
                        <a:extLst>
                          <a:ext uri="{FF2B5EF4-FFF2-40B4-BE49-F238E27FC236}">
                            <a16:creationId xmlns:a16="http://schemas.microsoft.com/office/drawing/2014/main" id="{17812346-476B-4DAE-9C3B-D584A2C439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742" name="Group 7741">
                      <a:extLst>
                        <a:ext uri="{FF2B5EF4-FFF2-40B4-BE49-F238E27FC236}">
                          <a16:creationId xmlns:a16="http://schemas.microsoft.com/office/drawing/2014/main" id="{3E428B68-D909-43C4-8CAA-FD83934C495B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838889" y="36428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7749" name="Freeform: Shape 7748">
                        <a:extLst>
                          <a:ext uri="{FF2B5EF4-FFF2-40B4-BE49-F238E27FC236}">
                            <a16:creationId xmlns:a16="http://schemas.microsoft.com/office/drawing/2014/main" id="{48733805-4F70-46F0-AE4C-8578BA8685B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750" name="Rectangle: Rounded Corners 7749">
                        <a:extLst>
                          <a:ext uri="{FF2B5EF4-FFF2-40B4-BE49-F238E27FC236}">
                            <a16:creationId xmlns:a16="http://schemas.microsoft.com/office/drawing/2014/main" id="{28573401-74C0-4E62-84A5-DC65116A08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743" name="Group 7742">
                      <a:extLst>
                        <a:ext uri="{FF2B5EF4-FFF2-40B4-BE49-F238E27FC236}">
                          <a16:creationId xmlns:a16="http://schemas.microsoft.com/office/drawing/2014/main" id="{DBA12F80-C75E-45EE-9D9D-DBCFB8DC94BD}"/>
                        </a:ext>
                      </a:extLst>
                    </p:cNvPr>
                    <p:cNvGrpSpPr/>
                    <p:nvPr/>
                  </p:nvGrpSpPr>
                  <p:grpSpPr>
                    <a:xfrm rot="15824399">
                      <a:off x="1224680" y="281893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7747" name="Freeform: Shape 7746">
                        <a:extLst>
                          <a:ext uri="{FF2B5EF4-FFF2-40B4-BE49-F238E27FC236}">
                            <a16:creationId xmlns:a16="http://schemas.microsoft.com/office/drawing/2014/main" id="{E084CA8A-44D7-45F3-829A-DE0514E3ACB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748" name="Rectangle: Rounded Corners 7747">
                        <a:extLst>
                          <a:ext uri="{FF2B5EF4-FFF2-40B4-BE49-F238E27FC236}">
                            <a16:creationId xmlns:a16="http://schemas.microsoft.com/office/drawing/2014/main" id="{443BDB08-BB96-4C40-8B62-77241D646D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744" name="Group 7743">
                      <a:extLst>
                        <a:ext uri="{FF2B5EF4-FFF2-40B4-BE49-F238E27FC236}">
                          <a16:creationId xmlns:a16="http://schemas.microsoft.com/office/drawing/2014/main" id="{27CAE885-BC9D-4898-B8AD-BF07F0833C47}"/>
                        </a:ext>
                      </a:extLst>
                    </p:cNvPr>
                    <p:cNvGrpSpPr/>
                    <p:nvPr/>
                  </p:nvGrpSpPr>
                  <p:grpSpPr>
                    <a:xfrm rot="16697394">
                      <a:off x="1080028" y="2168448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7745" name="Freeform: Shape 7744">
                        <a:extLst>
                          <a:ext uri="{FF2B5EF4-FFF2-40B4-BE49-F238E27FC236}">
                            <a16:creationId xmlns:a16="http://schemas.microsoft.com/office/drawing/2014/main" id="{2CC8A67B-CE9B-4ED1-AEF7-799E1FA0DCA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746" name="Rectangle: Rounded Corners 7745">
                        <a:extLst>
                          <a:ext uri="{FF2B5EF4-FFF2-40B4-BE49-F238E27FC236}">
                            <a16:creationId xmlns:a16="http://schemas.microsoft.com/office/drawing/2014/main" id="{55BB84F9-C6ED-46C7-8F49-6DAF450F08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</p:grpSp>
              <p:sp>
                <p:nvSpPr>
                  <p:cNvPr id="7715" name="Freeform: Shape 7714">
                    <a:extLst>
                      <a:ext uri="{FF2B5EF4-FFF2-40B4-BE49-F238E27FC236}">
                        <a16:creationId xmlns:a16="http://schemas.microsoft.com/office/drawing/2014/main" id="{AD15CBFB-ECEA-4F6D-A9CD-350071821559}"/>
                      </a:ext>
                    </a:extLst>
                  </p:cNvPr>
                  <p:cNvSpPr/>
                  <p:nvPr/>
                </p:nvSpPr>
                <p:spPr>
                  <a:xfrm rot="6017948" flipV="1">
                    <a:off x="1305755" y="4290452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7716" name="Freeform: Shape 7715">
                    <a:extLst>
                      <a:ext uri="{FF2B5EF4-FFF2-40B4-BE49-F238E27FC236}">
                        <a16:creationId xmlns:a16="http://schemas.microsoft.com/office/drawing/2014/main" id="{33F9BFCD-3099-4E1E-AC02-D2F52336EAD0}"/>
                      </a:ext>
                    </a:extLst>
                  </p:cNvPr>
                  <p:cNvSpPr/>
                  <p:nvPr/>
                </p:nvSpPr>
                <p:spPr>
                  <a:xfrm rot="21277659">
                    <a:off x="2517403" y="2906549"/>
                    <a:ext cx="690584" cy="235253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7717" name="Freeform: Shape 7716">
                    <a:extLst>
                      <a:ext uri="{FF2B5EF4-FFF2-40B4-BE49-F238E27FC236}">
                        <a16:creationId xmlns:a16="http://schemas.microsoft.com/office/drawing/2014/main" id="{56337A97-DF63-4BB9-9B0F-6646EE4E7CF1}"/>
                      </a:ext>
                    </a:extLst>
                  </p:cNvPr>
                  <p:cNvSpPr/>
                  <p:nvPr/>
                </p:nvSpPr>
                <p:spPr>
                  <a:xfrm rot="11528244" flipV="1">
                    <a:off x="344853" y="2978311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</p:grpSp>
            <p:grpSp>
              <p:nvGrpSpPr>
                <p:cNvPr id="6616" name="Group 6615">
                  <a:extLst>
                    <a:ext uri="{FF2B5EF4-FFF2-40B4-BE49-F238E27FC236}">
                      <a16:creationId xmlns:a16="http://schemas.microsoft.com/office/drawing/2014/main" id="{07F2B027-8AC4-435A-A8E5-2983E3705064}"/>
                    </a:ext>
                  </a:extLst>
                </p:cNvPr>
                <p:cNvGrpSpPr/>
                <p:nvPr/>
              </p:nvGrpSpPr>
              <p:grpSpPr>
                <a:xfrm>
                  <a:off x="4334528" y="2095665"/>
                  <a:ext cx="531923" cy="573923"/>
                  <a:chOff x="163719" y="1822501"/>
                  <a:chExt cx="3062199" cy="3047160"/>
                </a:xfrm>
              </p:grpSpPr>
              <p:grpSp>
                <p:nvGrpSpPr>
                  <p:cNvPr id="7349" name="Group 7348">
                    <a:extLst>
                      <a:ext uri="{FF2B5EF4-FFF2-40B4-BE49-F238E27FC236}">
                        <a16:creationId xmlns:a16="http://schemas.microsoft.com/office/drawing/2014/main" id="{16AF2FFB-4516-4B7F-8409-81C9B3B390CB}"/>
                      </a:ext>
                    </a:extLst>
                  </p:cNvPr>
                  <p:cNvGrpSpPr/>
                  <p:nvPr/>
                </p:nvGrpSpPr>
                <p:grpSpPr>
                  <a:xfrm>
                    <a:off x="163719" y="1822501"/>
                    <a:ext cx="3062199" cy="3047160"/>
                    <a:chOff x="163719" y="1822501"/>
                    <a:chExt cx="3062199" cy="3047160"/>
                  </a:xfrm>
                </p:grpSpPr>
                <p:grpSp>
                  <p:nvGrpSpPr>
                    <p:cNvPr id="7353" name="Group 7352">
                      <a:extLst>
                        <a:ext uri="{FF2B5EF4-FFF2-40B4-BE49-F238E27FC236}">
                          <a16:creationId xmlns:a16="http://schemas.microsoft.com/office/drawing/2014/main" id="{1F5073A6-FB7A-4B23-B4E8-49AD6CD97DD5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683131" y="384412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7712" name="Freeform: Shape 7711">
                        <a:extLst>
                          <a:ext uri="{FF2B5EF4-FFF2-40B4-BE49-F238E27FC236}">
                            <a16:creationId xmlns:a16="http://schemas.microsoft.com/office/drawing/2014/main" id="{F581A4C2-700E-4624-BCDB-F92CC9C9676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713" name="Rectangle: Rounded Corners 7712">
                        <a:extLst>
                          <a:ext uri="{FF2B5EF4-FFF2-40B4-BE49-F238E27FC236}">
                            <a16:creationId xmlns:a16="http://schemas.microsoft.com/office/drawing/2014/main" id="{AFF6EA64-D60E-4F5F-9A89-3720CE68C4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354" name="Group 7353">
                      <a:extLst>
                        <a:ext uri="{FF2B5EF4-FFF2-40B4-BE49-F238E27FC236}">
                          <a16:creationId xmlns:a16="http://schemas.microsoft.com/office/drawing/2014/main" id="{B0B51646-D206-4E83-9FE9-15F43E09F599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123013" y="4110752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7710" name="Freeform: Shape 7709">
                        <a:extLst>
                          <a:ext uri="{FF2B5EF4-FFF2-40B4-BE49-F238E27FC236}">
                            <a16:creationId xmlns:a16="http://schemas.microsoft.com/office/drawing/2014/main" id="{B68ABD67-9F91-41BB-A4B2-83500B38BAC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711" name="Rectangle: Rounded Corners 7710">
                        <a:extLst>
                          <a:ext uri="{FF2B5EF4-FFF2-40B4-BE49-F238E27FC236}">
                            <a16:creationId xmlns:a16="http://schemas.microsoft.com/office/drawing/2014/main" id="{DFB19299-F1E2-4F55-BA24-82180C8120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355" name="Group 7354">
                      <a:extLst>
                        <a:ext uri="{FF2B5EF4-FFF2-40B4-BE49-F238E27FC236}">
                          <a16:creationId xmlns:a16="http://schemas.microsoft.com/office/drawing/2014/main" id="{FE0B3826-4D02-47C6-8E1F-5DDEBA48030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0260" y="2440902"/>
                      <a:ext cx="1730523" cy="1839492"/>
                      <a:chOff x="420511" y="1784768"/>
                      <a:chExt cx="1730523" cy="1839492"/>
                    </a:xfrm>
                  </p:grpSpPr>
                  <p:grpSp>
                    <p:nvGrpSpPr>
                      <p:cNvPr id="7428" name="Group 7427">
                        <a:extLst>
                          <a:ext uri="{FF2B5EF4-FFF2-40B4-BE49-F238E27FC236}">
                            <a16:creationId xmlns:a16="http://schemas.microsoft.com/office/drawing/2014/main" id="{38733B14-5D11-4CB1-A3FF-87F0F696385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69572" y="1784768"/>
                        <a:ext cx="1081462" cy="1476716"/>
                        <a:chOff x="2089993" y="1523034"/>
                        <a:chExt cx="1081462" cy="1476716"/>
                      </a:xfrm>
                    </p:grpSpPr>
                    <p:grpSp>
                      <p:nvGrpSpPr>
                        <p:cNvPr id="7649" name="Group 7648">
                          <a:extLst>
                            <a:ext uri="{FF2B5EF4-FFF2-40B4-BE49-F238E27FC236}">
                              <a16:creationId xmlns:a16="http://schemas.microsoft.com/office/drawing/2014/main" id="{F86F85BE-0B80-46BB-A217-0A84D93FF8F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70705"/>
                          <a:ext cx="101484" cy="1016226"/>
                          <a:chOff x="1800622" y="2364951"/>
                          <a:chExt cx="101484" cy="1016226"/>
                        </a:xfrm>
                      </p:grpSpPr>
                      <p:sp>
                        <p:nvSpPr>
                          <p:cNvPr id="7706" name="Flowchart: Connector 7705">
                            <a:extLst>
                              <a:ext uri="{FF2B5EF4-FFF2-40B4-BE49-F238E27FC236}">
                                <a16:creationId xmlns:a16="http://schemas.microsoft.com/office/drawing/2014/main" id="{64A624E0-EF98-4A95-A4D9-4C523F629EB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707" name="Flowchart: Connector 7706">
                            <a:extLst>
                              <a:ext uri="{FF2B5EF4-FFF2-40B4-BE49-F238E27FC236}">
                                <a16:creationId xmlns:a16="http://schemas.microsoft.com/office/drawing/2014/main" id="{7AA4344B-AC92-441E-94FC-310DD0FDE29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708" name="Flowchart: Connector 7707">
                            <a:extLst>
                              <a:ext uri="{FF2B5EF4-FFF2-40B4-BE49-F238E27FC236}">
                                <a16:creationId xmlns:a16="http://schemas.microsoft.com/office/drawing/2014/main" id="{0981D4E3-8AB0-41C5-93BF-FDEC2E7E628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709" name="Flowchart: Connector 7708">
                            <a:extLst>
                              <a:ext uri="{FF2B5EF4-FFF2-40B4-BE49-F238E27FC236}">
                                <a16:creationId xmlns:a16="http://schemas.microsoft.com/office/drawing/2014/main" id="{77969A41-9DFD-479E-8938-25FF196876A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649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7650" name="Group 7649">
                          <a:extLst>
                            <a:ext uri="{FF2B5EF4-FFF2-40B4-BE49-F238E27FC236}">
                              <a16:creationId xmlns:a16="http://schemas.microsoft.com/office/drawing/2014/main" id="{EDCB16B6-06C6-4254-918F-A51F6494340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23034"/>
                          <a:ext cx="1057223" cy="1476716"/>
                          <a:chOff x="2114232" y="1523034"/>
                          <a:chExt cx="1057223" cy="1476716"/>
                        </a:xfrm>
                      </p:grpSpPr>
                      <p:grpSp>
                        <p:nvGrpSpPr>
                          <p:cNvPr id="7651" name="Group 7650">
                            <a:extLst>
                              <a:ext uri="{FF2B5EF4-FFF2-40B4-BE49-F238E27FC236}">
                                <a16:creationId xmlns:a16="http://schemas.microsoft.com/office/drawing/2014/main" id="{2BD724DF-4AEC-4346-BD18-0BF10A3130D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47544" cy="539639"/>
                            <a:chOff x="3717189" y="1719497"/>
                            <a:chExt cx="1047544" cy="539639"/>
                          </a:xfrm>
                        </p:grpSpPr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699" name="3D Model 7698" descr="Sphere">
                                  <a:extLst>
                                    <a:ext uri="{FF2B5EF4-FFF2-40B4-BE49-F238E27FC236}">
                                      <a16:creationId xmlns:a16="http://schemas.microsoft.com/office/drawing/2014/main" id="{0B530C84-5221-4360-93D1-B836D0E101F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151643683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700" name="Flowchart: Connector 7699">
                              <a:extLst>
                                <a:ext uri="{FF2B5EF4-FFF2-40B4-BE49-F238E27FC236}">
                                  <a16:creationId xmlns:a16="http://schemas.microsoft.com/office/drawing/2014/main" id="{2CBA14B8-BE21-4F2B-BA67-45BA399F207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701" name="3D Model 7700" descr="Sphere">
                                  <a:extLst>
                                    <a:ext uri="{FF2B5EF4-FFF2-40B4-BE49-F238E27FC236}">
                                      <a16:creationId xmlns:a16="http://schemas.microsoft.com/office/drawing/2014/main" id="{581138AB-F874-43C4-8E52-ED2F99EEC4C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38855359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702" name="Flowchart: Connector 7701">
                              <a:extLst>
                                <a:ext uri="{FF2B5EF4-FFF2-40B4-BE49-F238E27FC236}">
                                  <a16:creationId xmlns:a16="http://schemas.microsoft.com/office/drawing/2014/main" id="{C656E1E6-A0E0-49AA-B0D2-8B8DDA6B2E5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703" name="3D Model 7702" descr="Sphere">
                                  <a:extLst>
                                    <a:ext uri="{FF2B5EF4-FFF2-40B4-BE49-F238E27FC236}">
                                      <a16:creationId xmlns:a16="http://schemas.microsoft.com/office/drawing/2014/main" id="{0AC67E2B-5B6F-470C-88C3-6B36C047781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610901713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704" name="Flowchart: Connector 7703">
                              <a:extLst>
                                <a:ext uri="{FF2B5EF4-FFF2-40B4-BE49-F238E27FC236}">
                                  <a16:creationId xmlns:a16="http://schemas.microsoft.com/office/drawing/2014/main" id="{D9C3F6D1-B952-47A7-ACA4-6AD9043AB78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705" name="3D Model 7704" descr="Sphere">
                                  <a:extLst>
                                    <a:ext uri="{FF2B5EF4-FFF2-40B4-BE49-F238E27FC236}">
                                      <a16:creationId xmlns:a16="http://schemas.microsoft.com/office/drawing/2014/main" id="{6B54B617-C6DB-4EB4-9E3A-0D46023D5EE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59599907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7652" name="Group 7651">
                            <a:extLst>
                              <a:ext uri="{FF2B5EF4-FFF2-40B4-BE49-F238E27FC236}">
                                <a16:creationId xmlns:a16="http://schemas.microsoft.com/office/drawing/2014/main" id="{440254E2-5B26-4594-ACB1-E99BCD34F3C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7684" name="Flowchart: Connector 7683">
                              <a:extLst>
                                <a:ext uri="{FF2B5EF4-FFF2-40B4-BE49-F238E27FC236}">
                                  <a16:creationId xmlns:a16="http://schemas.microsoft.com/office/drawing/2014/main" id="{E6C63BFC-E5E5-4B46-906C-7CDF636F754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685" name="Flowchart: Connector 7684">
                              <a:extLst>
                                <a:ext uri="{FF2B5EF4-FFF2-40B4-BE49-F238E27FC236}">
                                  <a16:creationId xmlns:a16="http://schemas.microsoft.com/office/drawing/2014/main" id="{854B6CB1-E315-4279-8C7C-75F4CD12C34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686" name="Flowchart: Connector 7685">
                              <a:extLst>
                                <a:ext uri="{FF2B5EF4-FFF2-40B4-BE49-F238E27FC236}">
                                  <a16:creationId xmlns:a16="http://schemas.microsoft.com/office/drawing/2014/main" id="{3105FD36-3F14-42A9-8EEF-5FE4E868715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687" name="Flowchart: Connector 7686">
                              <a:extLst>
                                <a:ext uri="{FF2B5EF4-FFF2-40B4-BE49-F238E27FC236}">
                                  <a16:creationId xmlns:a16="http://schemas.microsoft.com/office/drawing/2014/main" id="{A5213F02-BC2C-4AE1-B443-A8955A95080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688" name="Flowchart: Connector 7687">
                              <a:extLst>
                                <a:ext uri="{FF2B5EF4-FFF2-40B4-BE49-F238E27FC236}">
                                  <a16:creationId xmlns:a16="http://schemas.microsoft.com/office/drawing/2014/main" id="{14D5FF93-D083-4ED4-9A74-F21C31E87C6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689" name="Flowchart: Connector 7688">
                              <a:extLst>
                                <a:ext uri="{FF2B5EF4-FFF2-40B4-BE49-F238E27FC236}">
                                  <a16:creationId xmlns:a16="http://schemas.microsoft.com/office/drawing/2014/main" id="{1E59176D-890C-418C-83AF-D9BB153B168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690" name="Flowchart: Connector 7689">
                              <a:extLst>
                                <a:ext uri="{FF2B5EF4-FFF2-40B4-BE49-F238E27FC236}">
                                  <a16:creationId xmlns:a16="http://schemas.microsoft.com/office/drawing/2014/main" id="{64BC566C-8F70-431B-9E0C-02D2892DA33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691" name="Flowchart: Connector 7690">
                              <a:extLst>
                                <a:ext uri="{FF2B5EF4-FFF2-40B4-BE49-F238E27FC236}">
                                  <a16:creationId xmlns:a16="http://schemas.microsoft.com/office/drawing/2014/main" id="{030718BA-B293-42C2-8DF0-4B9C7F64B71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692" name="3D Model 7691" descr="Sphere">
                                  <a:extLst>
                                    <a:ext uri="{FF2B5EF4-FFF2-40B4-BE49-F238E27FC236}">
                                      <a16:creationId xmlns:a16="http://schemas.microsoft.com/office/drawing/2014/main" id="{67C583A9-665C-4892-9813-57E86D18A10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970602527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693" name="Flowchart: Connector 7692">
                              <a:extLst>
                                <a:ext uri="{FF2B5EF4-FFF2-40B4-BE49-F238E27FC236}">
                                  <a16:creationId xmlns:a16="http://schemas.microsoft.com/office/drawing/2014/main" id="{006BA838-E0F0-4737-AA88-DEFD3560CC1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694" name="3D Model 7693" descr="Sphere">
                                  <a:extLst>
                                    <a:ext uri="{FF2B5EF4-FFF2-40B4-BE49-F238E27FC236}">
                                      <a16:creationId xmlns:a16="http://schemas.microsoft.com/office/drawing/2014/main" id="{9BBBBC3E-48F8-402C-85DB-643293D8F69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74557730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695" name="Flowchart: Connector 7694">
                              <a:extLst>
                                <a:ext uri="{FF2B5EF4-FFF2-40B4-BE49-F238E27FC236}">
                                  <a16:creationId xmlns:a16="http://schemas.microsoft.com/office/drawing/2014/main" id="{C92D182C-89E2-40BE-BE73-EB05EDA9FE8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696" name="3D Model 7695" descr="Sphere">
                                  <a:extLst>
                                    <a:ext uri="{FF2B5EF4-FFF2-40B4-BE49-F238E27FC236}">
                                      <a16:creationId xmlns:a16="http://schemas.microsoft.com/office/drawing/2014/main" id="{96DF7D08-27D7-4E29-AE8D-C0D00C933C2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10257180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697" name="Flowchart: Connector 7696">
                              <a:extLst>
                                <a:ext uri="{FF2B5EF4-FFF2-40B4-BE49-F238E27FC236}">
                                  <a16:creationId xmlns:a16="http://schemas.microsoft.com/office/drawing/2014/main" id="{1579BCAF-47C2-4B29-A372-D0192034035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698" name="3D Model 7697" descr="Sphere">
                                  <a:extLst>
                                    <a:ext uri="{FF2B5EF4-FFF2-40B4-BE49-F238E27FC236}">
                                      <a16:creationId xmlns:a16="http://schemas.microsoft.com/office/drawing/2014/main" id="{F95139A5-7C01-48B9-A408-91601C7D70F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78227742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7653" name="Group 7652">
                            <a:extLst>
                              <a:ext uri="{FF2B5EF4-FFF2-40B4-BE49-F238E27FC236}">
                                <a16:creationId xmlns:a16="http://schemas.microsoft.com/office/drawing/2014/main" id="{06CFE1AD-5DE6-410C-908D-92AC4E08DF0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7669" name="Flowchart: Connector 7668">
                              <a:extLst>
                                <a:ext uri="{FF2B5EF4-FFF2-40B4-BE49-F238E27FC236}">
                                  <a16:creationId xmlns:a16="http://schemas.microsoft.com/office/drawing/2014/main" id="{9FF462F1-3753-4003-9775-8DBBCEF93CA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670" name="Flowchart: Connector 7669">
                              <a:extLst>
                                <a:ext uri="{FF2B5EF4-FFF2-40B4-BE49-F238E27FC236}">
                                  <a16:creationId xmlns:a16="http://schemas.microsoft.com/office/drawing/2014/main" id="{623CB19E-7ECD-471C-A6F6-828B4BAA5CF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671" name="Flowchart: Connector 7670">
                              <a:extLst>
                                <a:ext uri="{FF2B5EF4-FFF2-40B4-BE49-F238E27FC236}">
                                  <a16:creationId xmlns:a16="http://schemas.microsoft.com/office/drawing/2014/main" id="{32CD86E4-0A57-4ABD-8D2F-1E547D94DA1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672" name="Flowchart: Connector 7671">
                              <a:extLst>
                                <a:ext uri="{FF2B5EF4-FFF2-40B4-BE49-F238E27FC236}">
                                  <a16:creationId xmlns:a16="http://schemas.microsoft.com/office/drawing/2014/main" id="{98477191-781A-4F5D-A3DA-9D9A42A3E72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673" name="Flowchart: Connector 7672">
                              <a:extLst>
                                <a:ext uri="{FF2B5EF4-FFF2-40B4-BE49-F238E27FC236}">
                                  <a16:creationId xmlns:a16="http://schemas.microsoft.com/office/drawing/2014/main" id="{A07F2EC7-7610-4497-A794-FD7770FF6BD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674" name="Flowchart: Connector 7673">
                              <a:extLst>
                                <a:ext uri="{FF2B5EF4-FFF2-40B4-BE49-F238E27FC236}">
                                  <a16:creationId xmlns:a16="http://schemas.microsoft.com/office/drawing/2014/main" id="{065933A6-B8BB-4981-9366-1E7803FC1D9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675" name="Flowchart: Connector 7674">
                              <a:extLst>
                                <a:ext uri="{FF2B5EF4-FFF2-40B4-BE49-F238E27FC236}">
                                  <a16:creationId xmlns:a16="http://schemas.microsoft.com/office/drawing/2014/main" id="{B3FF89C7-BFDC-4A99-AF2E-14F00555BEE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676" name="Flowchart: Connector 7675">
                              <a:extLst>
                                <a:ext uri="{FF2B5EF4-FFF2-40B4-BE49-F238E27FC236}">
                                  <a16:creationId xmlns:a16="http://schemas.microsoft.com/office/drawing/2014/main" id="{84541BFF-062B-4297-8BA4-EF3FCC688CE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677" name="3D Model 7676" descr="Sphere">
                                  <a:extLst>
                                    <a:ext uri="{FF2B5EF4-FFF2-40B4-BE49-F238E27FC236}">
                                      <a16:creationId xmlns:a16="http://schemas.microsoft.com/office/drawing/2014/main" id="{1008F20D-9168-4E5A-A896-A371B9017CA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318000140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678" name="Flowchart: Connector 7677">
                              <a:extLst>
                                <a:ext uri="{FF2B5EF4-FFF2-40B4-BE49-F238E27FC236}">
                                  <a16:creationId xmlns:a16="http://schemas.microsoft.com/office/drawing/2014/main" id="{6D7C9127-4A09-45AF-8E08-6309A57516E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679" name="3D Model 7678" descr="Sphere">
                                  <a:extLst>
                                    <a:ext uri="{FF2B5EF4-FFF2-40B4-BE49-F238E27FC236}">
                                      <a16:creationId xmlns:a16="http://schemas.microsoft.com/office/drawing/2014/main" id="{610F513F-51AB-4038-B44D-7F6CA206343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072565890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680" name="Flowchart: Connector 7679">
                              <a:extLst>
                                <a:ext uri="{FF2B5EF4-FFF2-40B4-BE49-F238E27FC236}">
                                  <a16:creationId xmlns:a16="http://schemas.microsoft.com/office/drawing/2014/main" id="{15D6A0A1-2C3F-493A-B368-540116E7362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681" name="3D Model 7680" descr="Sphere">
                                  <a:extLst>
                                    <a:ext uri="{FF2B5EF4-FFF2-40B4-BE49-F238E27FC236}">
                                      <a16:creationId xmlns:a16="http://schemas.microsoft.com/office/drawing/2014/main" id="{EBF7DA23-F566-4BC6-BB4D-4F07DE8D578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764779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682" name="Flowchart: Connector 7681">
                              <a:extLst>
                                <a:ext uri="{FF2B5EF4-FFF2-40B4-BE49-F238E27FC236}">
                                  <a16:creationId xmlns:a16="http://schemas.microsoft.com/office/drawing/2014/main" id="{6ABF448A-6B12-43D9-B787-58CC6CFAD5E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683" name="3D Model 7682" descr="Sphere">
                                  <a:extLst>
                                    <a:ext uri="{FF2B5EF4-FFF2-40B4-BE49-F238E27FC236}">
                                      <a16:creationId xmlns:a16="http://schemas.microsoft.com/office/drawing/2014/main" id="{0040F892-3B77-4B28-89C4-FAD785699F2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317915251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7654" name="Flowchart: Connector 7653">
                            <a:extLst>
                              <a:ext uri="{FF2B5EF4-FFF2-40B4-BE49-F238E27FC236}">
                                <a16:creationId xmlns:a16="http://schemas.microsoft.com/office/drawing/2014/main" id="{5941DDD8-C005-48B5-B735-DCD3F57F27A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655" name="Flowchart: Connector 7654">
                            <a:extLst>
                              <a:ext uri="{FF2B5EF4-FFF2-40B4-BE49-F238E27FC236}">
                                <a16:creationId xmlns:a16="http://schemas.microsoft.com/office/drawing/2014/main" id="{8B596580-FEF2-49DA-A5FC-90B84A0BB05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656" name="Flowchart: Connector 7655">
                            <a:extLst>
                              <a:ext uri="{FF2B5EF4-FFF2-40B4-BE49-F238E27FC236}">
                                <a16:creationId xmlns:a16="http://schemas.microsoft.com/office/drawing/2014/main" id="{E7EBF8DD-4B09-4DE8-AE0E-856343F420A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657" name="Flowchart: Connector 7656">
                            <a:extLst>
                              <a:ext uri="{FF2B5EF4-FFF2-40B4-BE49-F238E27FC236}">
                                <a16:creationId xmlns:a16="http://schemas.microsoft.com/office/drawing/2014/main" id="{320C5376-1BB9-453D-8C5B-E7FB769282C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658" name="Flowchart: Connector 7657">
                            <a:extLst>
                              <a:ext uri="{FF2B5EF4-FFF2-40B4-BE49-F238E27FC236}">
                                <a16:creationId xmlns:a16="http://schemas.microsoft.com/office/drawing/2014/main" id="{F44BB626-AE6D-4D1D-A9FE-3A1C5ABA07D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659" name="Flowchart: Connector 7658">
                            <a:extLst>
                              <a:ext uri="{FF2B5EF4-FFF2-40B4-BE49-F238E27FC236}">
                                <a16:creationId xmlns:a16="http://schemas.microsoft.com/office/drawing/2014/main" id="{8EF29F84-CA9A-4392-B433-F61C139BD24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660" name="Flowchart: Connector 7659">
                            <a:extLst>
                              <a:ext uri="{FF2B5EF4-FFF2-40B4-BE49-F238E27FC236}">
                                <a16:creationId xmlns:a16="http://schemas.microsoft.com/office/drawing/2014/main" id="{1715FBA2-80EB-46F3-B1DB-183FDFA2F7B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661" name="Flowchart: Connector 7660">
                            <a:extLst>
                              <a:ext uri="{FF2B5EF4-FFF2-40B4-BE49-F238E27FC236}">
                                <a16:creationId xmlns:a16="http://schemas.microsoft.com/office/drawing/2014/main" id="{DC330027-3941-46E0-9FF1-B925258917D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662" name="3D Model 7661" descr="Sphere">
                                <a:extLst>
                                  <a:ext uri="{FF2B5EF4-FFF2-40B4-BE49-F238E27FC236}">
                                    <a16:creationId xmlns:a16="http://schemas.microsoft.com/office/drawing/2014/main" id="{E1A4E532-9BD3-4272-91E6-7728EE093D4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494161641"/>
                                  </p:ext>
                                </p:extLst>
                              </p:nvPr>
                            </p:nvGraphicFramePr>
                            <p:xfrm>
                              <a:off x="2134543" y="1523034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85" name="3D Model 1784" descr="Sphere">
                                <a:extLst>
                                  <a:ext uri="{FF2B5EF4-FFF2-40B4-BE49-F238E27FC236}">
                                    <a16:creationId xmlns:a16="http://schemas.microsoft.com/office/drawing/2014/main" id="{6D8D156A-9212-40F8-AB71-FD05DB2D441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576006" y="2212139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663" name="Flowchart: Connector 7662">
                            <a:extLst>
                              <a:ext uri="{FF2B5EF4-FFF2-40B4-BE49-F238E27FC236}">
                                <a16:creationId xmlns:a16="http://schemas.microsoft.com/office/drawing/2014/main" id="{F10C5F66-FC78-4AAE-8C6F-9D39951E1F5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664" name="3D Model 7663" descr="Sphere">
                                <a:extLst>
                                  <a:ext uri="{FF2B5EF4-FFF2-40B4-BE49-F238E27FC236}">
                                    <a16:creationId xmlns:a16="http://schemas.microsoft.com/office/drawing/2014/main" id="{17689446-386D-4C72-A597-9207483FB2F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35344868"/>
                                  </p:ext>
                                </p:extLst>
                              </p:nvPr>
                            </p:nvGraphicFramePr>
                            <p:xfrm>
                              <a:off x="2371307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87" name="3D Model 1786" descr="Sphere">
                                <a:extLst>
                                  <a:ext uri="{FF2B5EF4-FFF2-40B4-BE49-F238E27FC236}">
                                    <a16:creationId xmlns:a16="http://schemas.microsoft.com/office/drawing/2014/main" id="{5B9C11A0-A5EB-48E5-9C99-D6CC523E7C05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617134" y="222282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665" name="Flowchart: Connector 7664">
                            <a:extLst>
                              <a:ext uri="{FF2B5EF4-FFF2-40B4-BE49-F238E27FC236}">
                                <a16:creationId xmlns:a16="http://schemas.microsoft.com/office/drawing/2014/main" id="{6FA5AA2E-FE04-49A9-BB0A-448E798C1AC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4559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666" name="3D Model 7665" descr="Sphere">
                                <a:extLst>
                                  <a:ext uri="{FF2B5EF4-FFF2-40B4-BE49-F238E27FC236}">
                                    <a16:creationId xmlns:a16="http://schemas.microsoft.com/office/drawing/2014/main" id="{36654836-F6E2-46FA-B88C-723A41A0B54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319421583"/>
                                  </p:ext>
                                </p:extLst>
                              </p:nvPr>
                            </p:nvGraphicFramePr>
                            <p:xfrm>
                              <a:off x="2609177" y="164155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89" name="3D Model 1788" descr="Sphere">
                                <a:extLst>
                                  <a:ext uri="{FF2B5EF4-FFF2-40B4-BE49-F238E27FC236}">
                                    <a16:creationId xmlns:a16="http://schemas.microsoft.com/office/drawing/2014/main" id="{1680DC85-ABFE-4B62-A3FF-460277F0C2B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658453" y="2234461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667" name="Flowchart: Connector 7666">
                            <a:extLst>
                              <a:ext uri="{FF2B5EF4-FFF2-40B4-BE49-F238E27FC236}">
                                <a16:creationId xmlns:a16="http://schemas.microsoft.com/office/drawing/2014/main" id="{CB97BB18-A297-4E20-8DE3-48B1BD94398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668" name="3D Model 7667" descr="Sphere">
                                <a:extLst>
                                  <a:ext uri="{FF2B5EF4-FFF2-40B4-BE49-F238E27FC236}">
                                    <a16:creationId xmlns:a16="http://schemas.microsoft.com/office/drawing/2014/main" id="{B3C70C3C-5102-4429-A743-0C89F981887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752307232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6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6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91" name="3D Model 1790" descr="Sphere">
                                <a:extLst>
                                  <a:ext uri="{FF2B5EF4-FFF2-40B4-BE49-F238E27FC236}">
                                    <a16:creationId xmlns:a16="http://schemas.microsoft.com/office/drawing/2014/main" id="{B554EB58-415D-4816-A746-1959796105FD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705079" y="2250855"/>
                                <a:ext cx="51046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7429" name="Group 7428">
                        <a:extLst>
                          <a:ext uri="{FF2B5EF4-FFF2-40B4-BE49-F238E27FC236}">
                            <a16:creationId xmlns:a16="http://schemas.microsoft.com/office/drawing/2014/main" id="{5D05F808-CD19-4D66-9AD3-432EAFB1253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3325" y="2268938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7646" name="Flowchart: Connector 7645">
                          <a:extLst>
                            <a:ext uri="{FF2B5EF4-FFF2-40B4-BE49-F238E27FC236}">
                              <a16:creationId xmlns:a16="http://schemas.microsoft.com/office/drawing/2014/main" id="{DD7BA3F0-D229-463F-B3BB-4B8092C198E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647" name="Flowchart: Connector 7646">
                          <a:extLst>
                            <a:ext uri="{FF2B5EF4-FFF2-40B4-BE49-F238E27FC236}">
                              <a16:creationId xmlns:a16="http://schemas.microsoft.com/office/drawing/2014/main" id="{5DCFAE29-1C40-4E76-9733-C7D96E6188D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648" name="Flowchart: Connector 7647">
                          <a:extLst>
                            <a:ext uri="{FF2B5EF4-FFF2-40B4-BE49-F238E27FC236}">
                              <a16:creationId xmlns:a16="http://schemas.microsoft.com/office/drawing/2014/main" id="{E780C24B-BD67-4AAE-A40D-0A32F4410F6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7430" name="Flowchart: Connector 7429">
                        <a:extLst>
                          <a:ext uri="{FF2B5EF4-FFF2-40B4-BE49-F238E27FC236}">
                            <a16:creationId xmlns:a16="http://schemas.microsoft.com/office/drawing/2014/main" id="{3C789C36-BCAD-45D0-92BC-7811DBDD8B2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37026" y="201261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431" name="Flowchart: Connector 7430">
                        <a:extLst>
                          <a:ext uri="{FF2B5EF4-FFF2-40B4-BE49-F238E27FC236}">
                            <a16:creationId xmlns:a16="http://schemas.microsoft.com/office/drawing/2014/main" id="{0D5079C4-E861-4BAE-A10F-63BF1015A39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588002" y="208727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7432" name="Group 7431">
                        <a:extLst>
                          <a:ext uri="{FF2B5EF4-FFF2-40B4-BE49-F238E27FC236}">
                            <a16:creationId xmlns:a16="http://schemas.microsoft.com/office/drawing/2014/main" id="{445F619B-EEF2-4721-8F67-065A3C15DFCB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228750">
                        <a:off x="1171220" y="1918660"/>
                        <a:ext cx="698062" cy="387533"/>
                        <a:chOff x="854933" y="2290871"/>
                        <a:chExt cx="698062" cy="387533"/>
                      </a:xfrm>
                    </p:grpSpPr>
                    <p:sp>
                      <p:nvSpPr>
                        <p:cNvPr id="7643" name="Flowchart: Connector 7642">
                          <a:extLst>
                            <a:ext uri="{FF2B5EF4-FFF2-40B4-BE49-F238E27FC236}">
                              <a16:creationId xmlns:a16="http://schemas.microsoft.com/office/drawing/2014/main" id="{4873A29D-918A-4E46-ABC5-7219BDE1335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3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644" name="Flowchart: Connector 7643">
                          <a:extLst>
                            <a:ext uri="{FF2B5EF4-FFF2-40B4-BE49-F238E27FC236}">
                              <a16:creationId xmlns:a16="http://schemas.microsoft.com/office/drawing/2014/main" id="{8CC7BE8B-6BF0-4F9E-83C5-3010E4744BA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5206" y="2377897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645" name="Flowchart: Connector 7644">
                          <a:extLst>
                            <a:ext uri="{FF2B5EF4-FFF2-40B4-BE49-F238E27FC236}">
                              <a16:creationId xmlns:a16="http://schemas.microsoft.com/office/drawing/2014/main" id="{75BE8146-5A64-46BE-BC8E-5505B9DA2F2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41136" y="2462404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7433" name="Group 7432">
                        <a:extLst>
                          <a:ext uri="{FF2B5EF4-FFF2-40B4-BE49-F238E27FC236}">
                            <a16:creationId xmlns:a16="http://schemas.microsoft.com/office/drawing/2014/main" id="{4C2EE9E7-897C-46F1-90A3-CFBBCDE88CB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49741" y="1890320"/>
                        <a:ext cx="1098636" cy="1497980"/>
                        <a:chOff x="2089993" y="1501770"/>
                        <a:chExt cx="1098636" cy="1497980"/>
                      </a:xfrm>
                    </p:grpSpPr>
                    <p:grpSp>
                      <p:nvGrpSpPr>
                        <p:cNvPr id="7578" name="Group 7577">
                          <a:extLst>
                            <a:ext uri="{FF2B5EF4-FFF2-40B4-BE49-F238E27FC236}">
                              <a16:creationId xmlns:a16="http://schemas.microsoft.com/office/drawing/2014/main" id="{AEC933D9-346E-43D0-93D5-6B87A8895A6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34990"/>
                          <a:ext cx="101484" cy="1051941"/>
                          <a:chOff x="1800622" y="2329236"/>
                          <a:chExt cx="101484" cy="1051941"/>
                        </a:xfrm>
                      </p:grpSpPr>
                      <p:sp>
                        <p:nvSpPr>
                          <p:cNvPr id="7639" name="Flowchart: Connector 7638">
                            <a:extLst>
                              <a:ext uri="{FF2B5EF4-FFF2-40B4-BE49-F238E27FC236}">
                                <a16:creationId xmlns:a16="http://schemas.microsoft.com/office/drawing/2014/main" id="{569E0EF0-E391-422C-8288-0A676BFEDBF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640" name="Flowchart: Connector 7639">
                            <a:extLst>
                              <a:ext uri="{FF2B5EF4-FFF2-40B4-BE49-F238E27FC236}">
                                <a16:creationId xmlns:a16="http://schemas.microsoft.com/office/drawing/2014/main" id="{D7F99AB7-7F05-4148-BB96-745D70A5B95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641" name="Flowchart: Connector 7640">
                            <a:extLst>
                              <a:ext uri="{FF2B5EF4-FFF2-40B4-BE49-F238E27FC236}">
                                <a16:creationId xmlns:a16="http://schemas.microsoft.com/office/drawing/2014/main" id="{71859E92-7C10-4065-88D5-55CCF23F231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642" name="Flowchart: Connector 7641">
                            <a:extLst>
                              <a:ext uri="{FF2B5EF4-FFF2-40B4-BE49-F238E27FC236}">
                                <a16:creationId xmlns:a16="http://schemas.microsoft.com/office/drawing/2014/main" id="{7C9DA783-93FB-447D-8F9E-BF8A5249E01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2923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7579" name="Group 7578">
                          <a:extLst>
                            <a:ext uri="{FF2B5EF4-FFF2-40B4-BE49-F238E27FC236}">
                              <a16:creationId xmlns:a16="http://schemas.microsoft.com/office/drawing/2014/main" id="{FCADA595-538D-4122-8CCA-7B44858584A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01770"/>
                          <a:ext cx="1074397" cy="1497980"/>
                          <a:chOff x="2114232" y="1501770"/>
                          <a:chExt cx="1074397" cy="1497980"/>
                        </a:xfrm>
                      </p:grpSpPr>
                      <p:grpSp>
                        <p:nvGrpSpPr>
                          <p:cNvPr id="7580" name="Group 7579">
                            <a:extLst>
                              <a:ext uri="{FF2B5EF4-FFF2-40B4-BE49-F238E27FC236}">
                                <a16:creationId xmlns:a16="http://schemas.microsoft.com/office/drawing/2014/main" id="{08A83CD9-1382-4104-A642-E9C28AED166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7631" name="Flowchart: Connector 7630">
                              <a:extLst>
                                <a:ext uri="{FF2B5EF4-FFF2-40B4-BE49-F238E27FC236}">
                                  <a16:creationId xmlns:a16="http://schemas.microsoft.com/office/drawing/2014/main" id="{0C558B85-89C0-46EB-A912-FDF32D0ACE4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632" name="3D Model 7631" descr="Sphere">
                                  <a:extLst>
                                    <a:ext uri="{FF2B5EF4-FFF2-40B4-BE49-F238E27FC236}">
                                      <a16:creationId xmlns:a16="http://schemas.microsoft.com/office/drawing/2014/main" id="{68E47851-DEE6-4530-B579-DC4C1773AD2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176530285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633" name="Flowchart: Connector 7632">
                              <a:extLst>
                                <a:ext uri="{FF2B5EF4-FFF2-40B4-BE49-F238E27FC236}">
                                  <a16:creationId xmlns:a16="http://schemas.microsoft.com/office/drawing/2014/main" id="{EA0BA2B0-11C0-4FF8-8DC2-EFEA1C5F9F8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634" name="3D Model 7633" descr="Sphere">
                                  <a:extLst>
                                    <a:ext uri="{FF2B5EF4-FFF2-40B4-BE49-F238E27FC236}">
                                      <a16:creationId xmlns:a16="http://schemas.microsoft.com/office/drawing/2014/main" id="{F95BACC6-FFF9-4585-83E1-D2EA3F41CB5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593367320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635" name="Flowchart: Connector 7634">
                              <a:extLst>
                                <a:ext uri="{FF2B5EF4-FFF2-40B4-BE49-F238E27FC236}">
                                  <a16:creationId xmlns:a16="http://schemas.microsoft.com/office/drawing/2014/main" id="{7FB6B5C2-A40F-49A0-9574-5659DB91779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636" name="3D Model 7635" descr="Sphere">
                                  <a:extLst>
                                    <a:ext uri="{FF2B5EF4-FFF2-40B4-BE49-F238E27FC236}">
                                      <a16:creationId xmlns:a16="http://schemas.microsoft.com/office/drawing/2014/main" id="{97C837F3-5AF7-4006-9C3F-841607BAFBD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774786419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637" name="Flowchart: Connector 7636">
                              <a:extLst>
                                <a:ext uri="{FF2B5EF4-FFF2-40B4-BE49-F238E27FC236}">
                                  <a16:creationId xmlns:a16="http://schemas.microsoft.com/office/drawing/2014/main" id="{38368AD0-C8A1-44A7-BC68-DC5C46A9365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638" name="3D Model 7637" descr="Sphere">
                                  <a:extLst>
                                    <a:ext uri="{FF2B5EF4-FFF2-40B4-BE49-F238E27FC236}">
                                      <a16:creationId xmlns:a16="http://schemas.microsoft.com/office/drawing/2014/main" id="{328F5BB2-DC28-4579-80F5-F03907DD4A2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547310048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7581" name="Group 7580">
                            <a:extLst>
                              <a:ext uri="{FF2B5EF4-FFF2-40B4-BE49-F238E27FC236}">
                                <a16:creationId xmlns:a16="http://schemas.microsoft.com/office/drawing/2014/main" id="{6AE2D16A-2C56-469F-913A-781ADB7DF36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7615" name="Flowchart: Connector 7614">
                              <a:extLst>
                                <a:ext uri="{FF2B5EF4-FFF2-40B4-BE49-F238E27FC236}">
                                  <a16:creationId xmlns:a16="http://schemas.microsoft.com/office/drawing/2014/main" id="{15CB1D93-7B06-4B73-9DB9-9AE4066E7B5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616" name="Flowchart: Connector 7615">
                              <a:extLst>
                                <a:ext uri="{FF2B5EF4-FFF2-40B4-BE49-F238E27FC236}">
                                  <a16:creationId xmlns:a16="http://schemas.microsoft.com/office/drawing/2014/main" id="{A1BE067D-1D18-46EB-A048-AA4E8047BE7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617" name="Flowchart: Connector 7616">
                              <a:extLst>
                                <a:ext uri="{FF2B5EF4-FFF2-40B4-BE49-F238E27FC236}">
                                  <a16:creationId xmlns:a16="http://schemas.microsoft.com/office/drawing/2014/main" id="{29B52996-5CFF-42D9-9746-04357423522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618" name="Flowchart: Connector 7617">
                              <a:extLst>
                                <a:ext uri="{FF2B5EF4-FFF2-40B4-BE49-F238E27FC236}">
                                  <a16:creationId xmlns:a16="http://schemas.microsoft.com/office/drawing/2014/main" id="{FF702E7A-E371-414E-9BDA-8E4EC8E226A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619" name="Flowchart: Connector 7618">
                              <a:extLst>
                                <a:ext uri="{FF2B5EF4-FFF2-40B4-BE49-F238E27FC236}">
                                  <a16:creationId xmlns:a16="http://schemas.microsoft.com/office/drawing/2014/main" id="{38BA7881-E5B5-4948-99AF-4FCC26DCB8A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620" name="Flowchart: Connector 7619">
                              <a:extLst>
                                <a:ext uri="{FF2B5EF4-FFF2-40B4-BE49-F238E27FC236}">
                                  <a16:creationId xmlns:a16="http://schemas.microsoft.com/office/drawing/2014/main" id="{A6696808-927B-4310-AE02-7D247BC3CF4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621" name="Flowchart: Connector 7620">
                              <a:extLst>
                                <a:ext uri="{FF2B5EF4-FFF2-40B4-BE49-F238E27FC236}">
                                  <a16:creationId xmlns:a16="http://schemas.microsoft.com/office/drawing/2014/main" id="{41E7F046-4F74-4576-803B-12B1D09B24C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622" name="Flowchart: Connector 7621">
                              <a:extLst>
                                <a:ext uri="{FF2B5EF4-FFF2-40B4-BE49-F238E27FC236}">
                                  <a16:creationId xmlns:a16="http://schemas.microsoft.com/office/drawing/2014/main" id="{6854AD16-1592-4021-A178-8702B23A59D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623" name="Flowchart: Connector 7622">
                              <a:extLst>
                                <a:ext uri="{FF2B5EF4-FFF2-40B4-BE49-F238E27FC236}">
                                  <a16:creationId xmlns:a16="http://schemas.microsoft.com/office/drawing/2014/main" id="{6AF7E04A-35FA-4984-9B11-086AA823226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624" name="3D Model 7623" descr="Sphere">
                                  <a:extLst>
                                    <a:ext uri="{FF2B5EF4-FFF2-40B4-BE49-F238E27FC236}">
                                      <a16:creationId xmlns:a16="http://schemas.microsoft.com/office/drawing/2014/main" id="{AA49B36B-1D87-4D01-90CC-C7EA8CD6BEB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126809595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625" name="Flowchart: Connector 7624">
                              <a:extLst>
                                <a:ext uri="{FF2B5EF4-FFF2-40B4-BE49-F238E27FC236}">
                                  <a16:creationId xmlns:a16="http://schemas.microsoft.com/office/drawing/2014/main" id="{A5173B09-C1DF-42BD-9AC4-CEF60942BF7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626" name="3D Model 7625" descr="Sphere">
                                  <a:extLst>
                                    <a:ext uri="{FF2B5EF4-FFF2-40B4-BE49-F238E27FC236}">
                                      <a16:creationId xmlns:a16="http://schemas.microsoft.com/office/drawing/2014/main" id="{03F14307-509C-44DB-A73B-3EBDC9B3867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284348524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627" name="Flowchart: Connector 7626">
                              <a:extLst>
                                <a:ext uri="{FF2B5EF4-FFF2-40B4-BE49-F238E27FC236}">
                                  <a16:creationId xmlns:a16="http://schemas.microsoft.com/office/drawing/2014/main" id="{939A40CB-7C6A-44BF-AA72-9230057A7BC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628" name="3D Model 7627" descr="Sphere">
                                  <a:extLst>
                                    <a:ext uri="{FF2B5EF4-FFF2-40B4-BE49-F238E27FC236}">
                                      <a16:creationId xmlns:a16="http://schemas.microsoft.com/office/drawing/2014/main" id="{B74B6402-2360-43F5-9BAA-9405BED8601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40774589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629" name="Flowchart: Connector 7628">
                              <a:extLst>
                                <a:ext uri="{FF2B5EF4-FFF2-40B4-BE49-F238E27FC236}">
                                  <a16:creationId xmlns:a16="http://schemas.microsoft.com/office/drawing/2014/main" id="{16EB4429-718B-4D04-B519-765E2EE9246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630" name="3D Model 7629" descr="Sphere">
                                  <a:extLst>
                                    <a:ext uri="{FF2B5EF4-FFF2-40B4-BE49-F238E27FC236}">
                                      <a16:creationId xmlns:a16="http://schemas.microsoft.com/office/drawing/2014/main" id="{86680FD0-613F-47E4-8D90-088FF9BD246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476472334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7582" name="Group 7581">
                            <a:extLst>
                              <a:ext uri="{FF2B5EF4-FFF2-40B4-BE49-F238E27FC236}">
                                <a16:creationId xmlns:a16="http://schemas.microsoft.com/office/drawing/2014/main" id="{D6E01017-096E-4E89-850D-E377D33A451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7599" name="Flowchart: Connector 7598">
                              <a:extLst>
                                <a:ext uri="{FF2B5EF4-FFF2-40B4-BE49-F238E27FC236}">
                                  <a16:creationId xmlns:a16="http://schemas.microsoft.com/office/drawing/2014/main" id="{B92A29FD-F769-4533-8860-02C9FCDF954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600" name="Flowchart: Connector 7599">
                              <a:extLst>
                                <a:ext uri="{FF2B5EF4-FFF2-40B4-BE49-F238E27FC236}">
                                  <a16:creationId xmlns:a16="http://schemas.microsoft.com/office/drawing/2014/main" id="{9C28E10A-8296-4418-9F59-D72E7A2EE41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601" name="Flowchart: Connector 7600">
                              <a:extLst>
                                <a:ext uri="{FF2B5EF4-FFF2-40B4-BE49-F238E27FC236}">
                                  <a16:creationId xmlns:a16="http://schemas.microsoft.com/office/drawing/2014/main" id="{8F6F8566-084F-4CBB-AEF8-7EA9DC01025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602" name="Flowchart: Connector 7601">
                              <a:extLst>
                                <a:ext uri="{FF2B5EF4-FFF2-40B4-BE49-F238E27FC236}">
                                  <a16:creationId xmlns:a16="http://schemas.microsoft.com/office/drawing/2014/main" id="{F070E52B-187E-496D-9756-0160688451F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603" name="Flowchart: Connector 7602">
                              <a:extLst>
                                <a:ext uri="{FF2B5EF4-FFF2-40B4-BE49-F238E27FC236}">
                                  <a16:creationId xmlns:a16="http://schemas.microsoft.com/office/drawing/2014/main" id="{E91BBA14-7859-457F-834B-6C75731F72E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604" name="Flowchart: Connector 7603">
                              <a:extLst>
                                <a:ext uri="{FF2B5EF4-FFF2-40B4-BE49-F238E27FC236}">
                                  <a16:creationId xmlns:a16="http://schemas.microsoft.com/office/drawing/2014/main" id="{FF41EA15-A432-4D7A-A7AF-A859D1EADA6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605" name="Flowchart: Connector 7604">
                              <a:extLst>
                                <a:ext uri="{FF2B5EF4-FFF2-40B4-BE49-F238E27FC236}">
                                  <a16:creationId xmlns:a16="http://schemas.microsoft.com/office/drawing/2014/main" id="{FFE5BB88-B0EF-4934-A72C-A37B22C86C3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606" name="Flowchart: Connector 7605">
                              <a:extLst>
                                <a:ext uri="{FF2B5EF4-FFF2-40B4-BE49-F238E27FC236}">
                                  <a16:creationId xmlns:a16="http://schemas.microsoft.com/office/drawing/2014/main" id="{D9089594-FAA8-45A1-8FE5-009B946FBCD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607" name="Flowchart: Connector 7606">
                              <a:extLst>
                                <a:ext uri="{FF2B5EF4-FFF2-40B4-BE49-F238E27FC236}">
                                  <a16:creationId xmlns:a16="http://schemas.microsoft.com/office/drawing/2014/main" id="{F7E36C5B-64DD-4169-AAA5-D558111E318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608" name="3D Model 7607" descr="Sphere">
                                  <a:extLst>
                                    <a:ext uri="{FF2B5EF4-FFF2-40B4-BE49-F238E27FC236}">
                                      <a16:creationId xmlns:a16="http://schemas.microsoft.com/office/drawing/2014/main" id="{F8A6571B-5298-4E74-B9FD-93CAEBBADD0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453106444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609" name="Flowchart: Connector 7608">
                              <a:extLst>
                                <a:ext uri="{FF2B5EF4-FFF2-40B4-BE49-F238E27FC236}">
                                  <a16:creationId xmlns:a16="http://schemas.microsoft.com/office/drawing/2014/main" id="{D45DDC40-ACF4-43C1-9FD7-032C8F388BD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610" name="3D Model 7609" descr="Sphere">
                                  <a:extLst>
                                    <a:ext uri="{FF2B5EF4-FFF2-40B4-BE49-F238E27FC236}">
                                      <a16:creationId xmlns:a16="http://schemas.microsoft.com/office/drawing/2014/main" id="{C28675F5-E40D-49CE-8FD6-CBD4A1904CF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2177535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611" name="Flowchart: Connector 7610">
                              <a:extLst>
                                <a:ext uri="{FF2B5EF4-FFF2-40B4-BE49-F238E27FC236}">
                                  <a16:creationId xmlns:a16="http://schemas.microsoft.com/office/drawing/2014/main" id="{ED3E5A8A-2D0F-433C-B3FE-970728ADE3E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612" name="3D Model 7611" descr="Sphere">
                                  <a:extLst>
                                    <a:ext uri="{FF2B5EF4-FFF2-40B4-BE49-F238E27FC236}">
                                      <a16:creationId xmlns:a16="http://schemas.microsoft.com/office/drawing/2014/main" id="{74C42FDA-C8B5-4473-A801-939E23B0996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507532366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613" name="Flowchart: Connector 7612">
                              <a:extLst>
                                <a:ext uri="{FF2B5EF4-FFF2-40B4-BE49-F238E27FC236}">
                                  <a16:creationId xmlns:a16="http://schemas.microsoft.com/office/drawing/2014/main" id="{B42E7A10-CAFB-45DC-A8C0-6F0D13FB8CE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614" name="3D Model 7613" descr="Sphere">
                                  <a:extLst>
                                    <a:ext uri="{FF2B5EF4-FFF2-40B4-BE49-F238E27FC236}">
                                      <a16:creationId xmlns:a16="http://schemas.microsoft.com/office/drawing/2014/main" id="{13AA0EBB-C14C-4086-8886-DB4BC36467C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810784278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7583" name="Flowchart: Connector 7582">
                            <a:extLst>
                              <a:ext uri="{FF2B5EF4-FFF2-40B4-BE49-F238E27FC236}">
                                <a16:creationId xmlns:a16="http://schemas.microsoft.com/office/drawing/2014/main" id="{7B9CE553-380E-481A-B1F4-66D533E4BF6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584" name="Flowchart: Connector 7583">
                            <a:extLst>
                              <a:ext uri="{FF2B5EF4-FFF2-40B4-BE49-F238E27FC236}">
                                <a16:creationId xmlns:a16="http://schemas.microsoft.com/office/drawing/2014/main" id="{F64CBA55-D6B9-41DA-9C07-1920E87E48D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585" name="Flowchart: Connector 7584">
                            <a:extLst>
                              <a:ext uri="{FF2B5EF4-FFF2-40B4-BE49-F238E27FC236}">
                                <a16:creationId xmlns:a16="http://schemas.microsoft.com/office/drawing/2014/main" id="{CA87B174-8C79-4C54-853B-060DB6216FE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586" name="Flowchart: Connector 7585">
                            <a:extLst>
                              <a:ext uri="{FF2B5EF4-FFF2-40B4-BE49-F238E27FC236}">
                                <a16:creationId xmlns:a16="http://schemas.microsoft.com/office/drawing/2014/main" id="{BAC6DBC9-5B78-45FD-BDCB-340FCB0A50C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587" name="Flowchart: Connector 7586">
                            <a:extLst>
                              <a:ext uri="{FF2B5EF4-FFF2-40B4-BE49-F238E27FC236}">
                                <a16:creationId xmlns:a16="http://schemas.microsoft.com/office/drawing/2014/main" id="{19559ADE-784D-4B29-887A-CD602746264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588" name="Flowchart: Connector 7587">
                            <a:extLst>
                              <a:ext uri="{FF2B5EF4-FFF2-40B4-BE49-F238E27FC236}">
                                <a16:creationId xmlns:a16="http://schemas.microsoft.com/office/drawing/2014/main" id="{B2D6E391-699F-4BBE-A1CC-DFF9AA41D79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589" name="Flowchart: Connector 7588">
                            <a:extLst>
                              <a:ext uri="{FF2B5EF4-FFF2-40B4-BE49-F238E27FC236}">
                                <a16:creationId xmlns:a16="http://schemas.microsoft.com/office/drawing/2014/main" id="{DC37A5A1-2A95-4435-9577-ED279121915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590" name="Flowchart: Connector 7589">
                            <a:extLst>
                              <a:ext uri="{FF2B5EF4-FFF2-40B4-BE49-F238E27FC236}">
                                <a16:creationId xmlns:a16="http://schemas.microsoft.com/office/drawing/2014/main" id="{220D1322-B9C1-49EF-9E3C-5D7218DA092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591" name="Flowchart: Connector 7590">
                            <a:extLst>
                              <a:ext uri="{FF2B5EF4-FFF2-40B4-BE49-F238E27FC236}">
                                <a16:creationId xmlns:a16="http://schemas.microsoft.com/office/drawing/2014/main" id="{4CDBFAED-2682-412F-9336-8A430B60FD4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592" name="3D Model 7591" descr="Sphere">
                                <a:extLst>
                                  <a:ext uri="{FF2B5EF4-FFF2-40B4-BE49-F238E27FC236}">
                                    <a16:creationId xmlns:a16="http://schemas.microsoft.com/office/drawing/2014/main" id="{EFC228DB-2B54-4371-8E65-D0E3F46E013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877979061"/>
                                  </p:ext>
                                </p:extLst>
                              </p:nvPr>
                            </p:nvGraphicFramePr>
                            <p:xfrm>
                              <a:off x="2123911" y="1501770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15" name="3D Model 1714" descr="Sphere">
                                <a:extLst>
                                  <a:ext uri="{FF2B5EF4-FFF2-40B4-BE49-F238E27FC236}">
                                    <a16:creationId xmlns:a16="http://schemas.microsoft.com/office/drawing/2014/main" id="{56C87A35-5B49-4097-84FB-F186523AEA9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535973" y="2232019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593" name="Flowchart: Connector 7592">
                            <a:extLst>
                              <a:ext uri="{FF2B5EF4-FFF2-40B4-BE49-F238E27FC236}">
                                <a16:creationId xmlns:a16="http://schemas.microsoft.com/office/drawing/2014/main" id="{EE83968D-167F-45EA-A7FF-2395ADFAF6B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594" name="3D Model 7593" descr="Sphere">
                                <a:extLst>
                                  <a:ext uri="{FF2B5EF4-FFF2-40B4-BE49-F238E27FC236}">
                                    <a16:creationId xmlns:a16="http://schemas.microsoft.com/office/drawing/2014/main" id="{7E302BA0-3D51-41BC-9DAB-38462890AC9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19096494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17" name="3D Model 1716" descr="Sphere">
                                <a:extLst>
                                  <a:ext uri="{FF2B5EF4-FFF2-40B4-BE49-F238E27FC236}">
                                    <a16:creationId xmlns:a16="http://schemas.microsoft.com/office/drawing/2014/main" id="{228A2B2A-4558-4B76-8BB0-230EBFC70EC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577797" y="2246707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595" name="Flowchart: Connector 7594">
                            <a:extLst>
                              <a:ext uri="{FF2B5EF4-FFF2-40B4-BE49-F238E27FC236}">
                                <a16:creationId xmlns:a16="http://schemas.microsoft.com/office/drawing/2014/main" id="{0565F2F0-EC2A-45F3-BD42-EE491453B14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93292" y="171776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596" name="3D Model 7595" descr="Sphere">
                                <a:extLst>
                                  <a:ext uri="{FF2B5EF4-FFF2-40B4-BE49-F238E27FC236}">
                                    <a16:creationId xmlns:a16="http://schemas.microsoft.com/office/drawing/2014/main" id="{77C34A16-B383-4D5F-B512-28221CD4CA4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248427232"/>
                                  </p:ext>
                                </p:extLst>
                              </p:nvPr>
                            </p:nvGraphicFramePr>
                            <p:xfrm>
                              <a:off x="2622429" y="163823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19" name="3D Model 1718" descr="Sphere">
                                <a:extLst>
                                  <a:ext uri="{FF2B5EF4-FFF2-40B4-BE49-F238E27FC236}">
                                    <a16:creationId xmlns:a16="http://schemas.microsoft.com/office/drawing/2014/main" id="{B745126E-C299-43E0-9008-F78BF3B1276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622569" y="225772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597" name="Flowchart: Connector 7596">
                            <a:extLst>
                              <a:ext uri="{FF2B5EF4-FFF2-40B4-BE49-F238E27FC236}">
                                <a16:creationId xmlns:a16="http://schemas.microsoft.com/office/drawing/2014/main" id="{DCC0F108-62EF-422B-A4E2-1FA595A6480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598" name="3D Model 7597" descr="Sphere">
                                <a:extLst>
                                  <a:ext uri="{FF2B5EF4-FFF2-40B4-BE49-F238E27FC236}">
                                    <a16:creationId xmlns:a16="http://schemas.microsoft.com/office/drawing/2014/main" id="{58015106-86C8-4038-AA48-7B508B26E3C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66687094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721" name="3D Model 1720" descr="Sphere">
                                <a:extLst>
                                  <a:ext uri="{FF2B5EF4-FFF2-40B4-BE49-F238E27FC236}">
                                    <a16:creationId xmlns:a16="http://schemas.microsoft.com/office/drawing/2014/main" id="{0BA40E55-E9F1-4BE6-A7AF-07F141FBEEDA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666893" y="2274740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7434" name="Group 7433">
                        <a:extLst>
                          <a:ext uri="{FF2B5EF4-FFF2-40B4-BE49-F238E27FC236}">
                            <a16:creationId xmlns:a16="http://schemas.microsoft.com/office/drawing/2014/main" id="{46BEE5C7-9461-4D7A-B48B-8073A86EAAD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547436" y="2361226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7575" name="Flowchart: Connector 7574">
                          <a:extLst>
                            <a:ext uri="{FF2B5EF4-FFF2-40B4-BE49-F238E27FC236}">
                              <a16:creationId xmlns:a16="http://schemas.microsoft.com/office/drawing/2014/main" id="{A69CB6C2-A40C-46E1-AF35-D09D2D53379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576" name="Flowchart: Connector 7575">
                          <a:extLst>
                            <a:ext uri="{FF2B5EF4-FFF2-40B4-BE49-F238E27FC236}">
                              <a16:creationId xmlns:a16="http://schemas.microsoft.com/office/drawing/2014/main" id="{5BB5E435-AEC4-458E-A981-ABA638F25CB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577" name="Flowchart: Connector 7576">
                          <a:extLst>
                            <a:ext uri="{FF2B5EF4-FFF2-40B4-BE49-F238E27FC236}">
                              <a16:creationId xmlns:a16="http://schemas.microsoft.com/office/drawing/2014/main" id="{3CE2D063-24E6-4261-886A-E0E05AEF11F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7435" name="Flowchart: Connector 7434">
                        <a:extLst>
                          <a:ext uri="{FF2B5EF4-FFF2-40B4-BE49-F238E27FC236}">
                            <a16:creationId xmlns:a16="http://schemas.microsoft.com/office/drawing/2014/main" id="{1CD88F03-F231-4B15-A579-9978B4B0E81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19794" y="212254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436" name="Flowchart: Connector 7435">
                        <a:extLst>
                          <a:ext uri="{FF2B5EF4-FFF2-40B4-BE49-F238E27FC236}">
                            <a16:creationId xmlns:a16="http://schemas.microsoft.com/office/drawing/2014/main" id="{9A9238FA-524B-4652-A9F6-205C42D18E4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74020" y="218539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7437" name="Group 7436">
                        <a:extLst>
                          <a:ext uri="{FF2B5EF4-FFF2-40B4-BE49-F238E27FC236}">
                            <a16:creationId xmlns:a16="http://schemas.microsoft.com/office/drawing/2014/main" id="{DC20D0C0-A1C3-43F2-85E1-1F46329682D5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18957">
                        <a:off x="941432" y="2025443"/>
                        <a:ext cx="710250" cy="369080"/>
                        <a:chOff x="854932" y="2290871"/>
                        <a:chExt cx="710250" cy="369080"/>
                      </a:xfrm>
                    </p:grpSpPr>
                    <p:sp>
                      <p:nvSpPr>
                        <p:cNvPr id="7572" name="Flowchart: Connector 7571">
                          <a:extLst>
                            <a:ext uri="{FF2B5EF4-FFF2-40B4-BE49-F238E27FC236}">
                              <a16:creationId xmlns:a16="http://schemas.microsoft.com/office/drawing/2014/main" id="{DC8803B7-C58A-46FE-9980-CF3601AA115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2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573" name="Flowchart: Connector 7572">
                          <a:extLst>
                            <a:ext uri="{FF2B5EF4-FFF2-40B4-BE49-F238E27FC236}">
                              <a16:creationId xmlns:a16="http://schemas.microsoft.com/office/drawing/2014/main" id="{3AC52D87-65A8-4658-B092-088818F3FFD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1897" y="2377722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574" name="Flowchart: Connector 7573">
                          <a:extLst>
                            <a:ext uri="{FF2B5EF4-FFF2-40B4-BE49-F238E27FC236}">
                              <a16:creationId xmlns:a16="http://schemas.microsoft.com/office/drawing/2014/main" id="{81F85A6B-35F5-4083-8CBD-358B79496B6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53323" y="244395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7438" name="Group 7437">
                        <a:extLst>
                          <a:ext uri="{FF2B5EF4-FFF2-40B4-BE49-F238E27FC236}">
                            <a16:creationId xmlns:a16="http://schemas.microsoft.com/office/drawing/2014/main" id="{66A949FB-B1CD-4FA9-9DB5-0C3561A307D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21287" y="1995259"/>
                        <a:ext cx="1102917" cy="1484052"/>
                        <a:chOff x="2085712" y="1515698"/>
                        <a:chExt cx="1102917" cy="1484052"/>
                      </a:xfrm>
                    </p:grpSpPr>
                    <p:grpSp>
                      <p:nvGrpSpPr>
                        <p:cNvPr id="7507" name="Group 7506">
                          <a:extLst>
                            <a:ext uri="{FF2B5EF4-FFF2-40B4-BE49-F238E27FC236}">
                              <a16:creationId xmlns:a16="http://schemas.microsoft.com/office/drawing/2014/main" id="{23CBD103-5EB5-48D9-9B45-9FA0AECA8A4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5712" y="1648950"/>
                          <a:ext cx="105765" cy="1037981"/>
                          <a:chOff x="1796341" y="2343196"/>
                          <a:chExt cx="105765" cy="1037981"/>
                        </a:xfrm>
                      </p:grpSpPr>
                      <p:sp>
                        <p:nvSpPr>
                          <p:cNvPr id="7568" name="Flowchart: Connector 7567">
                            <a:extLst>
                              <a:ext uri="{FF2B5EF4-FFF2-40B4-BE49-F238E27FC236}">
                                <a16:creationId xmlns:a16="http://schemas.microsoft.com/office/drawing/2014/main" id="{DADF904D-FC1B-417E-862A-81E35AC8CC3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569" name="Flowchart: Connector 7568">
                            <a:extLst>
                              <a:ext uri="{FF2B5EF4-FFF2-40B4-BE49-F238E27FC236}">
                                <a16:creationId xmlns:a16="http://schemas.microsoft.com/office/drawing/2014/main" id="{C783E2FD-3F42-4B40-A823-EF19EF002F8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570" name="Flowchart: Connector 7569">
                            <a:extLst>
                              <a:ext uri="{FF2B5EF4-FFF2-40B4-BE49-F238E27FC236}">
                                <a16:creationId xmlns:a16="http://schemas.microsoft.com/office/drawing/2014/main" id="{9EA021F9-2112-4872-AE30-1E5A9F7F210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571" name="Flowchart: Connector 7570">
                            <a:extLst>
                              <a:ext uri="{FF2B5EF4-FFF2-40B4-BE49-F238E27FC236}">
                                <a16:creationId xmlns:a16="http://schemas.microsoft.com/office/drawing/2014/main" id="{1F7D213C-B017-4D46-BC2C-26BC109E157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796341" y="2343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7508" name="Group 7507">
                          <a:extLst>
                            <a:ext uri="{FF2B5EF4-FFF2-40B4-BE49-F238E27FC236}">
                              <a16:creationId xmlns:a16="http://schemas.microsoft.com/office/drawing/2014/main" id="{E8C890A5-41B2-4A80-9859-3E6DF4FC40B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15698"/>
                          <a:ext cx="1074397" cy="1484052"/>
                          <a:chOff x="2114232" y="1515698"/>
                          <a:chExt cx="1074397" cy="1484052"/>
                        </a:xfrm>
                      </p:grpSpPr>
                      <p:grpSp>
                        <p:nvGrpSpPr>
                          <p:cNvPr id="7509" name="Group 7508">
                            <a:extLst>
                              <a:ext uri="{FF2B5EF4-FFF2-40B4-BE49-F238E27FC236}">
                                <a16:creationId xmlns:a16="http://schemas.microsoft.com/office/drawing/2014/main" id="{F730AEA2-53F4-4B03-A52F-62BE629C487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7560" name="Flowchart: Connector 7559">
                              <a:extLst>
                                <a:ext uri="{FF2B5EF4-FFF2-40B4-BE49-F238E27FC236}">
                                  <a16:creationId xmlns:a16="http://schemas.microsoft.com/office/drawing/2014/main" id="{C460AF04-C39F-451F-8245-F6638CA3423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561" name="3D Model 7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59BB39E4-52B7-4C25-818B-EBCC8E845F4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226335686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562" name="Flowchart: Connector 7561">
                              <a:extLst>
                                <a:ext uri="{FF2B5EF4-FFF2-40B4-BE49-F238E27FC236}">
                                  <a16:creationId xmlns:a16="http://schemas.microsoft.com/office/drawing/2014/main" id="{FD6512FF-1B94-42F8-A3D8-378DD4F6047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563" name="3D Model 7562" descr="Sphere">
                                  <a:extLst>
                                    <a:ext uri="{FF2B5EF4-FFF2-40B4-BE49-F238E27FC236}">
                                      <a16:creationId xmlns:a16="http://schemas.microsoft.com/office/drawing/2014/main" id="{A4E8EA63-6A19-4336-91D3-07948DFBDCD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7448951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564" name="Flowchart: Connector 7563">
                              <a:extLst>
                                <a:ext uri="{FF2B5EF4-FFF2-40B4-BE49-F238E27FC236}">
                                  <a16:creationId xmlns:a16="http://schemas.microsoft.com/office/drawing/2014/main" id="{F1F984FC-3094-41E5-ABC6-0C3E2FAE95D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565" name="3D Model 7564" descr="Sphere">
                                  <a:extLst>
                                    <a:ext uri="{FF2B5EF4-FFF2-40B4-BE49-F238E27FC236}">
                                      <a16:creationId xmlns:a16="http://schemas.microsoft.com/office/drawing/2014/main" id="{4B597080-59CD-41BE-836F-BD5450E3D4A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80438484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566" name="Flowchart: Connector 7565">
                              <a:extLst>
                                <a:ext uri="{FF2B5EF4-FFF2-40B4-BE49-F238E27FC236}">
                                  <a16:creationId xmlns:a16="http://schemas.microsoft.com/office/drawing/2014/main" id="{6F096371-F354-488D-9765-5C457A5EDCB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567" name="3D Model 7566" descr="Sphere">
                                  <a:extLst>
                                    <a:ext uri="{FF2B5EF4-FFF2-40B4-BE49-F238E27FC236}">
                                      <a16:creationId xmlns:a16="http://schemas.microsoft.com/office/drawing/2014/main" id="{B40701C3-002B-462C-BC9C-BD45C8A1403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1721928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7510" name="Group 7509">
                            <a:extLst>
                              <a:ext uri="{FF2B5EF4-FFF2-40B4-BE49-F238E27FC236}">
                                <a16:creationId xmlns:a16="http://schemas.microsoft.com/office/drawing/2014/main" id="{358803CB-71C2-492F-A51D-ABA4F661827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7544" name="Flowchart: Connector 7543">
                              <a:extLst>
                                <a:ext uri="{FF2B5EF4-FFF2-40B4-BE49-F238E27FC236}">
                                  <a16:creationId xmlns:a16="http://schemas.microsoft.com/office/drawing/2014/main" id="{B68729E4-0A43-41C2-887C-FED2BB73625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545" name="Flowchart: Connector 7544">
                              <a:extLst>
                                <a:ext uri="{FF2B5EF4-FFF2-40B4-BE49-F238E27FC236}">
                                  <a16:creationId xmlns:a16="http://schemas.microsoft.com/office/drawing/2014/main" id="{3545AC26-60A5-40BD-B259-D5F5D897A45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546" name="Flowchart: Connector 7545">
                              <a:extLst>
                                <a:ext uri="{FF2B5EF4-FFF2-40B4-BE49-F238E27FC236}">
                                  <a16:creationId xmlns:a16="http://schemas.microsoft.com/office/drawing/2014/main" id="{814B62BF-AAFB-4E72-91BB-2BB2B8B73F5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547" name="Flowchart: Connector 7546">
                              <a:extLst>
                                <a:ext uri="{FF2B5EF4-FFF2-40B4-BE49-F238E27FC236}">
                                  <a16:creationId xmlns:a16="http://schemas.microsoft.com/office/drawing/2014/main" id="{4C2950FD-7B80-43E3-848A-F370E20CA3F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548" name="Flowchart: Connector 7547">
                              <a:extLst>
                                <a:ext uri="{FF2B5EF4-FFF2-40B4-BE49-F238E27FC236}">
                                  <a16:creationId xmlns:a16="http://schemas.microsoft.com/office/drawing/2014/main" id="{BBB59E6C-ADC3-4892-AE62-287B9B04A46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549" name="Flowchart: Connector 7548">
                              <a:extLst>
                                <a:ext uri="{FF2B5EF4-FFF2-40B4-BE49-F238E27FC236}">
                                  <a16:creationId xmlns:a16="http://schemas.microsoft.com/office/drawing/2014/main" id="{4CDE65BF-543B-4F98-BD1B-042639D71B4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550" name="Flowchart: Connector 7549">
                              <a:extLst>
                                <a:ext uri="{FF2B5EF4-FFF2-40B4-BE49-F238E27FC236}">
                                  <a16:creationId xmlns:a16="http://schemas.microsoft.com/office/drawing/2014/main" id="{534DE041-371D-43A8-98F7-7ABB66EE21D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551" name="Flowchart: Connector 7550">
                              <a:extLst>
                                <a:ext uri="{FF2B5EF4-FFF2-40B4-BE49-F238E27FC236}">
                                  <a16:creationId xmlns:a16="http://schemas.microsoft.com/office/drawing/2014/main" id="{A6A2F6DB-2722-4A08-B48E-9069AAD1D7C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552" name="Flowchart: Connector 7551">
                              <a:extLst>
                                <a:ext uri="{FF2B5EF4-FFF2-40B4-BE49-F238E27FC236}">
                                  <a16:creationId xmlns:a16="http://schemas.microsoft.com/office/drawing/2014/main" id="{2AF3BE99-A6A7-4DAE-B8CF-6F697797A87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553" name="3D Model 7552" descr="Sphere">
                                  <a:extLst>
                                    <a:ext uri="{FF2B5EF4-FFF2-40B4-BE49-F238E27FC236}">
                                      <a16:creationId xmlns:a16="http://schemas.microsoft.com/office/drawing/2014/main" id="{249F739C-B521-4D5D-B456-9C427B130CB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604309483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554" name="Flowchart: Connector 7553">
                              <a:extLst>
                                <a:ext uri="{FF2B5EF4-FFF2-40B4-BE49-F238E27FC236}">
                                  <a16:creationId xmlns:a16="http://schemas.microsoft.com/office/drawing/2014/main" id="{4E7D51A9-770F-49B1-BDC8-1C8B8A27835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555" name="3D Model 7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87772247-A4D3-4CB8-9539-3F4DD02F518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165284518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556" name="Flowchart: Connector 7555">
                              <a:extLst>
                                <a:ext uri="{FF2B5EF4-FFF2-40B4-BE49-F238E27FC236}">
                                  <a16:creationId xmlns:a16="http://schemas.microsoft.com/office/drawing/2014/main" id="{2A4A8905-067C-4EA8-9820-9411D81423D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557" name="3D Model 7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BBE77566-63EA-4BEE-898F-A501A72534A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198593175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558" name="Flowchart: Connector 7557">
                              <a:extLst>
                                <a:ext uri="{FF2B5EF4-FFF2-40B4-BE49-F238E27FC236}">
                                  <a16:creationId xmlns:a16="http://schemas.microsoft.com/office/drawing/2014/main" id="{419D9735-4EB5-4C34-BBE3-4D5AEA3DD02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559" name="3D Model 7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B883E52F-0AAF-4EA5-B6EE-06BFDC1AA95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746650459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7511" name="Group 7510">
                            <a:extLst>
                              <a:ext uri="{FF2B5EF4-FFF2-40B4-BE49-F238E27FC236}">
                                <a16:creationId xmlns:a16="http://schemas.microsoft.com/office/drawing/2014/main" id="{7B41B733-E379-4D6E-82BD-57E83FBEA9A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7528" name="Flowchart: Connector 7527">
                              <a:extLst>
                                <a:ext uri="{FF2B5EF4-FFF2-40B4-BE49-F238E27FC236}">
                                  <a16:creationId xmlns:a16="http://schemas.microsoft.com/office/drawing/2014/main" id="{E25A8B29-95CF-414F-9BEB-87CB86D5ACE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529" name="Flowchart: Connector 7528">
                              <a:extLst>
                                <a:ext uri="{FF2B5EF4-FFF2-40B4-BE49-F238E27FC236}">
                                  <a16:creationId xmlns:a16="http://schemas.microsoft.com/office/drawing/2014/main" id="{E70639B7-244B-4445-8934-390926CDB9F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530" name="Flowchart: Connector 7529">
                              <a:extLst>
                                <a:ext uri="{FF2B5EF4-FFF2-40B4-BE49-F238E27FC236}">
                                  <a16:creationId xmlns:a16="http://schemas.microsoft.com/office/drawing/2014/main" id="{C3F1FFBD-1D7C-4E2D-BE6C-AB192B8EA19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531" name="Flowchart: Connector 7530">
                              <a:extLst>
                                <a:ext uri="{FF2B5EF4-FFF2-40B4-BE49-F238E27FC236}">
                                  <a16:creationId xmlns:a16="http://schemas.microsoft.com/office/drawing/2014/main" id="{B927AE13-416C-4D8F-AF0A-386CEAD7A7B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532" name="Flowchart: Connector 7531">
                              <a:extLst>
                                <a:ext uri="{FF2B5EF4-FFF2-40B4-BE49-F238E27FC236}">
                                  <a16:creationId xmlns:a16="http://schemas.microsoft.com/office/drawing/2014/main" id="{010B85CB-F65E-4BB4-98F8-6BDC767DB76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533" name="Flowchart: Connector 7532">
                              <a:extLst>
                                <a:ext uri="{FF2B5EF4-FFF2-40B4-BE49-F238E27FC236}">
                                  <a16:creationId xmlns:a16="http://schemas.microsoft.com/office/drawing/2014/main" id="{EE963EAE-6C9C-4393-9E9F-4AF46973017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534" name="Flowchart: Connector 7533">
                              <a:extLst>
                                <a:ext uri="{FF2B5EF4-FFF2-40B4-BE49-F238E27FC236}">
                                  <a16:creationId xmlns:a16="http://schemas.microsoft.com/office/drawing/2014/main" id="{FCDB387B-E694-4A2C-A460-7536C37BAC5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535" name="Flowchart: Connector 7534">
                              <a:extLst>
                                <a:ext uri="{FF2B5EF4-FFF2-40B4-BE49-F238E27FC236}">
                                  <a16:creationId xmlns:a16="http://schemas.microsoft.com/office/drawing/2014/main" id="{E037862D-7E71-4BD1-9607-DD4A5284FB0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536" name="Flowchart: Connector 7535">
                              <a:extLst>
                                <a:ext uri="{FF2B5EF4-FFF2-40B4-BE49-F238E27FC236}">
                                  <a16:creationId xmlns:a16="http://schemas.microsoft.com/office/drawing/2014/main" id="{B701B963-4055-4F0F-B893-40504C70C03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537" name="3D Model 7536" descr="Sphere">
                                  <a:extLst>
                                    <a:ext uri="{FF2B5EF4-FFF2-40B4-BE49-F238E27FC236}">
                                      <a16:creationId xmlns:a16="http://schemas.microsoft.com/office/drawing/2014/main" id="{2D1C669B-BF37-4DCD-A4E2-76BFC8003A3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981244702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538" name="Flowchart: Connector 7537">
                              <a:extLst>
                                <a:ext uri="{FF2B5EF4-FFF2-40B4-BE49-F238E27FC236}">
                                  <a16:creationId xmlns:a16="http://schemas.microsoft.com/office/drawing/2014/main" id="{73FA09DB-B201-406C-8CA8-16F299EA68D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539" name="3D Model 7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277620E3-F9AB-49D0-941E-C6A92FB4969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139509782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540" name="Flowchart: Connector 7539">
                              <a:extLst>
                                <a:ext uri="{FF2B5EF4-FFF2-40B4-BE49-F238E27FC236}">
                                  <a16:creationId xmlns:a16="http://schemas.microsoft.com/office/drawing/2014/main" id="{D209E9B6-DA06-4227-BEBB-57E09DA7766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541" name="3D Model 7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217EE7D3-7373-40AA-A8B7-B59A6787823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247514340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542" name="Flowchart: Connector 7541">
                              <a:extLst>
                                <a:ext uri="{FF2B5EF4-FFF2-40B4-BE49-F238E27FC236}">
                                  <a16:creationId xmlns:a16="http://schemas.microsoft.com/office/drawing/2014/main" id="{66387CF0-CE73-4022-BADE-1DF5C7B167D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543" name="3D Model 7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DA5D1606-A7F1-483A-9644-764A05E9F0E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43240606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7512" name="Flowchart: Connector 7511">
                            <a:extLst>
                              <a:ext uri="{FF2B5EF4-FFF2-40B4-BE49-F238E27FC236}">
                                <a16:creationId xmlns:a16="http://schemas.microsoft.com/office/drawing/2014/main" id="{38B9A797-80E7-49DD-9406-2C2F4DDCDB8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513" name="Flowchart: Connector 7512">
                            <a:extLst>
                              <a:ext uri="{FF2B5EF4-FFF2-40B4-BE49-F238E27FC236}">
                                <a16:creationId xmlns:a16="http://schemas.microsoft.com/office/drawing/2014/main" id="{7A696C46-22D2-4D74-A824-4BF3559EC67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514" name="Flowchart: Connector 7513">
                            <a:extLst>
                              <a:ext uri="{FF2B5EF4-FFF2-40B4-BE49-F238E27FC236}">
                                <a16:creationId xmlns:a16="http://schemas.microsoft.com/office/drawing/2014/main" id="{DADDE795-7B0A-4B1A-B703-D681E638135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515" name="Flowchart: Connector 7514">
                            <a:extLst>
                              <a:ext uri="{FF2B5EF4-FFF2-40B4-BE49-F238E27FC236}">
                                <a16:creationId xmlns:a16="http://schemas.microsoft.com/office/drawing/2014/main" id="{1086C99A-46EE-4691-A1E0-D1CF674F5F6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516" name="Flowchart: Connector 7515">
                            <a:extLst>
                              <a:ext uri="{FF2B5EF4-FFF2-40B4-BE49-F238E27FC236}">
                                <a16:creationId xmlns:a16="http://schemas.microsoft.com/office/drawing/2014/main" id="{7E7ED900-30FB-4A30-8B6A-A389D9CE117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517" name="Flowchart: Connector 7516">
                            <a:extLst>
                              <a:ext uri="{FF2B5EF4-FFF2-40B4-BE49-F238E27FC236}">
                                <a16:creationId xmlns:a16="http://schemas.microsoft.com/office/drawing/2014/main" id="{70AEAFA0-D302-478D-8F74-0FDF27409F3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518" name="Flowchart: Connector 7517">
                            <a:extLst>
                              <a:ext uri="{FF2B5EF4-FFF2-40B4-BE49-F238E27FC236}">
                                <a16:creationId xmlns:a16="http://schemas.microsoft.com/office/drawing/2014/main" id="{75FA5D2E-09A2-4EB1-B971-2FE17C9FF42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519" name="Flowchart: Connector 7518">
                            <a:extLst>
                              <a:ext uri="{FF2B5EF4-FFF2-40B4-BE49-F238E27FC236}">
                                <a16:creationId xmlns:a16="http://schemas.microsoft.com/office/drawing/2014/main" id="{BBBF0AE1-6373-4C32-A112-797286C39BD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520" name="Flowchart: Connector 7519">
                            <a:extLst>
                              <a:ext uri="{FF2B5EF4-FFF2-40B4-BE49-F238E27FC236}">
                                <a16:creationId xmlns:a16="http://schemas.microsoft.com/office/drawing/2014/main" id="{72C8E9E8-3C2E-47D2-9A56-06F202F044D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521" name="3D Model 7520" descr="Sphere">
                                <a:extLst>
                                  <a:ext uri="{FF2B5EF4-FFF2-40B4-BE49-F238E27FC236}">
                                    <a16:creationId xmlns:a16="http://schemas.microsoft.com/office/drawing/2014/main" id="{13411893-4488-443B-8626-10C888EF426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606986391"/>
                                  </p:ext>
                                </p:extLst>
                              </p:nvPr>
                            </p:nvGraphicFramePr>
                            <p:xfrm>
                              <a:off x="2127272" y="1515698"/>
                              <a:ext cx="299738" cy="29973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7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4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644" name="3D Model 1643" descr="Sphere">
                                <a:extLst>
                                  <a:ext uri="{FF2B5EF4-FFF2-40B4-BE49-F238E27FC236}">
                                    <a16:creationId xmlns:a16="http://schemas.microsoft.com/office/drawing/2014/main" id="{7E4F6838-405E-44C9-B6CF-1CF02C4F237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497617" y="2251784"/>
                                <a:ext cx="52067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522" name="Flowchart: Connector 7521">
                            <a:extLst>
                              <a:ext uri="{FF2B5EF4-FFF2-40B4-BE49-F238E27FC236}">
                                <a16:creationId xmlns:a16="http://schemas.microsoft.com/office/drawing/2014/main" id="{14AB7996-5298-4F93-89CC-B3E1A704073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523" name="3D Model 7522" descr="Sphere">
                                <a:extLst>
                                  <a:ext uri="{FF2B5EF4-FFF2-40B4-BE49-F238E27FC236}">
                                    <a16:creationId xmlns:a16="http://schemas.microsoft.com/office/drawing/2014/main" id="{77DF0C23-A480-4D7E-BEA9-DBBC98B6EF4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042556120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646" name="3D Model 1645" descr="Sphere">
                                <a:extLst>
                                  <a:ext uri="{FF2B5EF4-FFF2-40B4-BE49-F238E27FC236}">
                                    <a16:creationId xmlns:a16="http://schemas.microsoft.com/office/drawing/2014/main" id="{774F02B2-09D7-423F-B2E9-3AAC72078A4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538857" y="2263848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524" name="Flowchart: Connector 7523">
                            <a:extLst>
                              <a:ext uri="{FF2B5EF4-FFF2-40B4-BE49-F238E27FC236}">
                                <a16:creationId xmlns:a16="http://schemas.microsoft.com/office/drawing/2014/main" id="{34FDE23D-37B0-42E6-8735-1F7C28A7733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6940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525" name="3D Model 7524" descr="Sphere">
                                <a:extLst>
                                  <a:ext uri="{FF2B5EF4-FFF2-40B4-BE49-F238E27FC236}">
                                    <a16:creationId xmlns:a16="http://schemas.microsoft.com/office/drawing/2014/main" id="{A4144653-8C5B-46B8-8E49-CD47BC05920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522823735"/>
                                  </p:ext>
                                </p:extLst>
                              </p:nvPr>
                            </p:nvGraphicFramePr>
                            <p:xfrm>
                              <a:off x="2609177" y="164853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648" name="3D Model 1647" descr="Sphere">
                                <a:extLst>
                                  <a:ext uri="{FF2B5EF4-FFF2-40B4-BE49-F238E27FC236}">
                                    <a16:creationId xmlns:a16="http://schemas.microsoft.com/office/drawing/2014/main" id="{C094AC19-6F03-4640-AB43-88A4981A063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581327" y="227680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526" name="Flowchart: Connector 7525">
                            <a:extLst>
                              <a:ext uri="{FF2B5EF4-FFF2-40B4-BE49-F238E27FC236}">
                                <a16:creationId xmlns:a16="http://schemas.microsoft.com/office/drawing/2014/main" id="{D122DC43-8EB0-4FB7-9B77-2308BDF8512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527" name="3D Model 7526" descr="Sphere">
                                <a:extLst>
                                  <a:ext uri="{FF2B5EF4-FFF2-40B4-BE49-F238E27FC236}">
                                    <a16:creationId xmlns:a16="http://schemas.microsoft.com/office/drawing/2014/main" id="{431B2B6F-3A57-4C80-9901-21A96D781F7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891917985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650" name="3D Model 1649" descr="Sphere">
                                <a:extLst>
                                  <a:ext uri="{FF2B5EF4-FFF2-40B4-BE49-F238E27FC236}">
                                    <a16:creationId xmlns:a16="http://schemas.microsoft.com/office/drawing/2014/main" id="{F8F2993A-B007-4F17-9117-08B2E75F88E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627953" y="2291882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sp>
                    <p:nvSpPr>
                      <p:cNvPr id="7439" name="Flowchart: Connector 7438">
                        <a:extLst>
                          <a:ext uri="{FF2B5EF4-FFF2-40B4-BE49-F238E27FC236}">
                            <a16:creationId xmlns:a16="http://schemas.microsoft.com/office/drawing/2014/main" id="{CB40498C-06A2-4141-838E-0C4EFE20AB0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06374" y="21384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440" name="Flowchart: Connector 7439">
                        <a:extLst>
                          <a:ext uri="{FF2B5EF4-FFF2-40B4-BE49-F238E27FC236}">
                            <a16:creationId xmlns:a16="http://schemas.microsoft.com/office/drawing/2014/main" id="{0EA4CFF3-5000-4119-A981-0644F531B06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886236" y="22322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441" name="Flowchart: Connector 7440">
                        <a:extLst>
                          <a:ext uri="{FF2B5EF4-FFF2-40B4-BE49-F238E27FC236}">
                            <a16:creationId xmlns:a16="http://schemas.microsoft.com/office/drawing/2014/main" id="{AB15B2F3-76AC-4FD8-BA78-4AA1494D509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952806" y="22254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442" name="Flowchart: Connector 7441">
                        <a:extLst>
                          <a:ext uri="{FF2B5EF4-FFF2-40B4-BE49-F238E27FC236}">
                            <a16:creationId xmlns:a16="http://schemas.microsoft.com/office/drawing/2014/main" id="{EF799A5A-26DF-4016-BC84-994B6679466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0272" y="25040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443" name="Flowchart: Connector 7442">
                        <a:extLst>
                          <a:ext uri="{FF2B5EF4-FFF2-40B4-BE49-F238E27FC236}">
                            <a16:creationId xmlns:a16="http://schemas.microsoft.com/office/drawing/2014/main" id="{A0C37680-A850-49DB-A77B-5E88B5B6F79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20633" y="28301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444" name="Flowchart: Connector 7443">
                        <a:extLst>
                          <a:ext uri="{FF2B5EF4-FFF2-40B4-BE49-F238E27FC236}">
                            <a16:creationId xmlns:a16="http://schemas.microsoft.com/office/drawing/2014/main" id="{0673FE64-06F6-4200-B185-65C685CFD49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29128" y="231321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445" name="Flowchart: Connector 7444">
                        <a:extLst>
                          <a:ext uri="{FF2B5EF4-FFF2-40B4-BE49-F238E27FC236}">
                            <a16:creationId xmlns:a16="http://schemas.microsoft.com/office/drawing/2014/main" id="{A0933A71-EA2C-45C5-B82D-84A3D0C640B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211385" y="230237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446" name="Flowchart: Connector 7445">
                        <a:extLst>
                          <a:ext uri="{FF2B5EF4-FFF2-40B4-BE49-F238E27FC236}">
                            <a16:creationId xmlns:a16="http://schemas.microsoft.com/office/drawing/2014/main" id="{56C630E8-F6D9-43C1-849F-3CCBF3FAF68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1097" y="31484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grpSp>
                    <p:nvGrpSpPr>
                      <p:cNvPr id="7447" name="Group 7446">
                        <a:extLst>
                          <a:ext uri="{FF2B5EF4-FFF2-40B4-BE49-F238E27FC236}">
                            <a16:creationId xmlns:a16="http://schemas.microsoft.com/office/drawing/2014/main" id="{D4045D00-436F-4548-837B-A33F3A586B6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20511" y="2127869"/>
                        <a:ext cx="1073693" cy="1496391"/>
                        <a:chOff x="2114936" y="1503359"/>
                        <a:chExt cx="1073693" cy="1496391"/>
                      </a:xfrm>
                    </p:grpSpPr>
                    <p:grpSp>
                      <p:nvGrpSpPr>
                        <p:cNvPr id="7448" name="Group 7447">
                          <a:extLst>
                            <a:ext uri="{FF2B5EF4-FFF2-40B4-BE49-F238E27FC236}">
                              <a16:creationId xmlns:a16="http://schemas.microsoft.com/office/drawing/2014/main" id="{91A6ED96-5A23-4263-B1AC-B5822153D02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7974" y="2474038"/>
                          <a:ext cx="1060655" cy="525712"/>
                          <a:chOff x="3721252" y="1733424"/>
                          <a:chExt cx="1060655" cy="525712"/>
                        </a:xfrm>
                      </p:grpSpPr>
                      <p:sp>
                        <p:nvSpPr>
                          <p:cNvPr id="7499" name="Flowchart: Connector 7498">
                            <a:extLst>
                              <a:ext uri="{FF2B5EF4-FFF2-40B4-BE49-F238E27FC236}">
                                <a16:creationId xmlns:a16="http://schemas.microsoft.com/office/drawing/2014/main" id="{60CC0C20-1F49-4B1F-84A1-331B7060961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500" name="3D Model 7499" descr="Sphere">
                                <a:extLst>
                                  <a:ext uri="{FF2B5EF4-FFF2-40B4-BE49-F238E27FC236}">
                                    <a16:creationId xmlns:a16="http://schemas.microsoft.com/office/drawing/2014/main" id="{A75EA118-8F17-432F-AA90-C8CD8681E5C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785633684"/>
                                  </p:ext>
                                </p:extLst>
                              </p:nvPr>
                            </p:nvGraphicFramePr>
                            <p:xfrm>
                              <a:off x="3721252" y="1733424"/>
                              <a:ext cx="299739" cy="299738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6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623" name="3D Model 1622" descr="Sphere">
                                <a:extLst>
                                  <a:ext uri="{FF2B5EF4-FFF2-40B4-BE49-F238E27FC236}">
                                    <a16:creationId xmlns:a16="http://schemas.microsoft.com/office/drawing/2014/main" id="{60D60A07-EFFE-4CB2-81F4-253A8685786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457787" y="2459586"/>
                                <a:ext cx="52066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501" name="Flowchart: Connector 7500">
                            <a:extLst>
                              <a:ext uri="{FF2B5EF4-FFF2-40B4-BE49-F238E27FC236}">
                                <a16:creationId xmlns:a16="http://schemas.microsoft.com/office/drawing/2014/main" id="{DEA644C6-119C-473E-B393-732DAE3F69A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502" name="3D Model 7501" descr="Sphere">
                                <a:extLst>
                                  <a:ext uri="{FF2B5EF4-FFF2-40B4-BE49-F238E27FC236}">
                                    <a16:creationId xmlns:a16="http://schemas.microsoft.com/office/drawing/2014/main" id="{D022B8C5-47EB-4EDC-96DB-17C52B0C320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065379709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503" name="Flowchart: Connector 7502">
                            <a:extLst>
                              <a:ext uri="{FF2B5EF4-FFF2-40B4-BE49-F238E27FC236}">
                                <a16:creationId xmlns:a16="http://schemas.microsoft.com/office/drawing/2014/main" id="{00C26ECB-0218-4F76-881F-579CAA129D7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504" name="3D Model 7503" descr="Sphere">
                                <a:extLst>
                                  <a:ext uri="{FF2B5EF4-FFF2-40B4-BE49-F238E27FC236}">
                                    <a16:creationId xmlns:a16="http://schemas.microsoft.com/office/drawing/2014/main" id="{469920A3-D107-47B5-B6C4-4B25173F5C4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214832999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505" name="Flowchart: Connector 7504">
                            <a:extLst>
                              <a:ext uri="{FF2B5EF4-FFF2-40B4-BE49-F238E27FC236}">
                                <a16:creationId xmlns:a16="http://schemas.microsoft.com/office/drawing/2014/main" id="{277C7681-CB2D-4012-9731-72893615714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506" name="3D Model 7505" descr="Sphere">
                                <a:extLst>
                                  <a:ext uri="{FF2B5EF4-FFF2-40B4-BE49-F238E27FC236}">
                                    <a16:creationId xmlns:a16="http://schemas.microsoft.com/office/drawing/2014/main" id="{04A1C282-0647-45FF-8D89-46371FF2C60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283173835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8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7449" name="Group 7448">
                          <a:extLst>
                            <a:ext uri="{FF2B5EF4-FFF2-40B4-BE49-F238E27FC236}">
                              <a16:creationId xmlns:a16="http://schemas.microsoft.com/office/drawing/2014/main" id="{6D07057A-EE38-4D7A-916D-93AD8E01A03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4615" y="2140429"/>
                          <a:ext cx="1064014" cy="637179"/>
                          <a:chOff x="3717893" y="1719497"/>
                          <a:chExt cx="1064014" cy="637179"/>
                        </a:xfrm>
                      </p:grpSpPr>
                      <p:sp>
                        <p:nvSpPr>
                          <p:cNvPr id="7483" name="Flowchart: Connector 7482">
                            <a:extLst>
                              <a:ext uri="{FF2B5EF4-FFF2-40B4-BE49-F238E27FC236}">
                                <a16:creationId xmlns:a16="http://schemas.microsoft.com/office/drawing/2014/main" id="{9BE79EF9-5E23-4685-8EF1-DB94A396DA3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484" name="Flowchart: Connector 7483">
                            <a:extLst>
                              <a:ext uri="{FF2B5EF4-FFF2-40B4-BE49-F238E27FC236}">
                                <a16:creationId xmlns:a16="http://schemas.microsoft.com/office/drawing/2014/main" id="{1999BA89-E235-4283-8EE0-279EB8075B9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485" name="Flowchart: Connector 7484">
                            <a:extLst>
                              <a:ext uri="{FF2B5EF4-FFF2-40B4-BE49-F238E27FC236}">
                                <a16:creationId xmlns:a16="http://schemas.microsoft.com/office/drawing/2014/main" id="{2CD5CC5C-F705-4659-B1E5-29F19FDBFC8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486" name="Flowchart: Connector 7485">
                            <a:extLst>
                              <a:ext uri="{FF2B5EF4-FFF2-40B4-BE49-F238E27FC236}">
                                <a16:creationId xmlns:a16="http://schemas.microsoft.com/office/drawing/2014/main" id="{5AE97AB4-B25D-4119-A8A5-E67CE125775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487" name="Flowchart: Connector 7486">
                            <a:extLst>
                              <a:ext uri="{FF2B5EF4-FFF2-40B4-BE49-F238E27FC236}">
                                <a16:creationId xmlns:a16="http://schemas.microsoft.com/office/drawing/2014/main" id="{84E6BB86-30A1-4F69-9567-FF23CCEC265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488" name="Flowchart: Connector 7487">
                            <a:extLst>
                              <a:ext uri="{FF2B5EF4-FFF2-40B4-BE49-F238E27FC236}">
                                <a16:creationId xmlns:a16="http://schemas.microsoft.com/office/drawing/2014/main" id="{BF73BB32-15E8-448D-8F10-F7DF8D8C401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489" name="Flowchart: Connector 7488">
                            <a:extLst>
                              <a:ext uri="{FF2B5EF4-FFF2-40B4-BE49-F238E27FC236}">
                                <a16:creationId xmlns:a16="http://schemas.microsoft.com/office/drawing/2014/main" id="{3A59CC4B-5AA2-4D86-AF41-7C9B0423D69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490" name="Flowchart: Connector 7489">
                            <a:extLst>
                              <a:ext uri="{FF2B5EF4-FFF2-40B4-BE49-F238E27FC236}">
                                <a16:creationId xmlns:a16="http://schemas.microsoft.com/office/drawing/2014/main" id="{278DAD44-C67C-4963-8996-761E096503E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491" name="Flowchart: Connector 7490">
                            <a:extLst>
                              <a:ext uri="{FF2B5EF4-FFF2-40B4-BE49-F238E27FC236}">
                                <a16:creationId xmlns:a16="http://schemas.microsoft.com/office/drawing/2014/main" id="{95891F21-C249-45FB-9330-60D13F4DA4C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492" name="3D Model 7491" descr="Sphere">
                                <a:extLst>
                                  <a:ext uri="{FF2B5EF4-FFF2-40B4-BE49-F238E27FC236}">
                                    <a16:creationId xmlns:a16="http://schemas.microsoft.com/office/drawing/2014/main" id="{49CAED59-E4A0-4EB9-8D3C-07E28F8EB40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014819669"/>
                                  </p:ext>
                                </p:extLst>
                              </p:nvPr>
                            </p:nvGraphicFramePr>
                            <p:xfrm>
                              <a:off x="3717893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615" name="3D Model 1614" descr="Sphere">
                                <a:extLst>
                                  <a:ext uri="{FF2B5EF4-FFF2-40B4-BE49-F238E27FC236}">
                                    <a16:creationId xmlns:a16="http://schemas.microsoft.com/office/drawing/2014/main" id="{A25BF9BF-9D18-439B-8289-387D4D30D31A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457203" y="2396751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493" name="Flowchart: Connector 7492">
                            <a:extLst>
                              <a:ext uri="{FF2B5EF4-FFF2-40B4-BE49-F238E27FC236}">
                                <a16:creationId xmlns:a16="http://schemas.microsoft.com/office/drawing/2014/main" id="{B066D3DA-679A-45C5-A285-A0C62CCC39C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494" name="3D Model 7493" descr="Sphere">
                                <a:extLst>
                                  <a:ext uri="{FF2B5EF4-FFF2-40B4-BE49-F238E27FC236}">
                                    <a16:creationId xmlns:a16="http://schemas.microsoft.com/office/drawing/2014/main" id="{789B7ADF-C51C-4423-A329-77EA27ED4BF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12800864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495" name="Flowchart: Connector 7494">
                            <a:extLst>
                              <a:ext uri="{FF2B5EF4-FFF2-40B4-BE49-F238E27FC236}">
                                <a16:creationId xmlns:a16="http://schemas.microsoft.com/office/drawing/2014/main" id="{FCE21A69-0F8B-4145-B983-26C915BFB94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496" name="3D Model 7495" descr="Sphere">
                                <a:extLst>
                                  <a:ext uri="{FF2B5EF4-FFF2-40B4-BE49-F238E27FC236}">
                                    <a16:creationId xmlns:a16="http://schemas.microsoft.com/office/drawing/2014/main" id="{B456362A-8130-4760-830E-291C55059EA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980409372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497" name="Flowchart: Connector 7496">
                            <a:extLst>
                              <a:ext uri="{FF2B5EF4-FFF2-40B4-BE49-F238E27FC236}">
                                <a16:creationId xmlns:a16="http://schemas.microsoft.com/office/drawing/2014/main" id="{DC5A3B6E-263C-47AE-BE8B-92D64DAD8F6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498" name="3D Model 7497" descr="Sphere">
                                <a:extLst>
                                  <a:ext uri="{FF2B5EF4-FFF2-40B4-BE49-F238E27FC236}">
                                    <a16:creationId xmlns:a16="http://schemas.microsoft.com/office/drawing/2014/main" id="{5E24F0BD-CDA3-45B7-9DD5-EA24411520D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749066996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7450" name="Group 7449">
                          <a:extLst>
                            <a:ext uri="{FF2B5EF4-FFF2-40B4-BE49-F238E27FC236}">
                              <a16:creationId xmlns:a16="http://schemas.microsoft.com/office/drawing/2014/main" id="{879146AD-A6D7-4807-AABE-7A4D1D0E3C2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936" y="1817250"/>
                          <a:ext cx="1064014" cy="643455"/>
                          <a:chOff x="3717893" y="1713221"/>
                          <a:chExt cx="1064014" cy="643455"/>
                        </a:xfrm>
                      </p:grpSpPr>
                      <p:sp>
                        <p:nvSpPr>
                          <p:cNvPr id="7467" name="Flowchart: Connector 7466">
                            <a:extLst>
                              <a:ext uri="{FF2B5EF4-FFF2-40B4-BE49-F238E27FC236}">
                                <a16:creationId xmlns:a16="http://schemas.microsoft.com/office/drawing/2014/main" id="{35C4532E-6938-4B3D-8CB1-55C01100634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468" name="Flowchart: Connector 7467">
                            <a:extLst>
                              <a:ext uri="{FF2B5EF4-FFF2-40B4-BE49-F238E27FC236}">
                                <a16:creationId xmlns:a16="http://schemas.microsoft.com/office/drawing/2014/main" id="{6B11B7C3-555F-4ACE-81A1-DFCEA6C867D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469" name="Flowchart: Connector 7468">
                            <a:extLst>
                              <a:ext uri="{FF2B5EF4-FFF2-40B4-BE49-F238E27FC236}">
                                <a16:creationId xmlns:a16="http://schemas.microsoft.com/office/drawing/2014/main" id="{9922984A-C2AE-4B0B-A3DE-EE2FE4C7F67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470" name="Flowchart: Connector 7469">
                            <a:extLst>
                              <a:ext uri="{FF2B5EF4-FFF2-40B4-BE49-F238E27FC236}">
                                <a16:creationId xmlns:a16="http://schemas.microsoft.com/office/drawing/2014/main" id="{CE90927F-03A5-482E-9E38-C02012577FA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471" name="Flowchart: Connector 7470">
                            <a:extLst>
                              <a:ext uri="{FF2B5EF4-FFF2-40B4-BE49-F238E27FC236}">
                                <a16:creationId xmlns:a16="http://schemas.microsoft.com/office/drawing/2014/main" id="{96102086-3965-46D4-882F-9EC96FC54A7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472" name="Flowchart: Connector 7471">
                            <a:extLst>
                              <a:ext uri="{FF2B5EF4-FFF2-40B4-BE49-F238E27FC236}">
                                <a16:creationId xmlns:a16="http://schemas.microsoft.com/office/drawing/2014/main" id="{7283A9F0-2206-4735-9349-DB5A83A60D5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473" name="Flowchart: Connector 7472">
                            <a:extLst>
                              <a:ext uri="{FF2B5EF4-FFF2-40B4-BE49-F238E27FC236}">
                                <a16:creationId xmlns:a16="http://schemas.microsoft.com/office/drawing/2014/main" id="{85C4E85D-D79B-435E-80D0-3D9445D2CCB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474" name="Flowchart: Connector 7473">
                            <a:extLst>
                              <a:ext uri="{FF2B5EF4-FFF2-40B4-BE49-F238E27FC236}">
                                <a16:creationId xmlns:a16="http://schemas.microsoft.com/office/drawing/2014/main" id="{B140087C-9582-47ED-A9C2-A8D142DFFFD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475" name="Flowchart: Connector 7474">
                            <a:extLst>
                              <a:ext uri="{FF2B5EF4-FFF2-40B4-BE49-F238E27FC236}">
                                <a16:creationId xmlns:a16="http://schemas.microsoft.com/office/drawing/2014/main" id="{A94775FD-5CCC-4D33-969E-B01752A776D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476" name="3D Model 7475" descr="Sphere">
                                <a:extLst>
                                  <a:ext uri="{FF2B5EF4-FFF2-40B4-BE49-F238E27FC236}">
                                    <a16:creationId xmlns:a16="http://schemas.microsoft.com/office/drawing/2014/main" id="{C468B276-88BD-4BD6-A494-2DD6A7FA99D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32401697"/>
                                  </p:ext>
                                </p:extLst>
                              </p:nvPr>
                            </p:nvGraphicFramePr>
                            <p:xfrm>
                              <a:off x="3717893" y="171322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599" name="3D Model 1598" descr="Sphere">
                                <a:extLst>
                                  <a:ext uri="{FF2B5EF4-FFF2-40B4-BE49-F238E27FC236}">
                                    <a16:creationId xmlns:a16="http://schemas.microsoft.com/office/drawing/2014/main" id="{65F4613F-BA2E-4D19-92B6-DD90C6B413C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455522" y="2335881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477" name="Flowchart: Connector 7476">
                            <a:extLst>
                              <a:ext uri="{FF2B5EF4-FFF2-40B4-BE49-F238E27FC236}">
                                <a16:creationId xmlns:a16="http://schemas.microsoft.com/office/drawing/2014/main" id="{32FAB26E-9FD9-45B0-916F-4BF949F1ACB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478" name="3D Model 7477" descr="Sphere">
                                <a:extLst>
                                  <a:ext uri="{FF2B5EF4-FFF2-40B4-BE49-F238E27FC236}">
                                    <a16:creationId xmlns:a16="http://schemas.microsoft.com/office/drawing/2014/main" id="{5D37D848-0391-4516-BD8E-3D428FCAF56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234768948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601" name="3D Model 1600" descr="Sphere">
                                <a:extLst>
                                  <a:ext uri="{FF2B5EF4-FFF2-40B4-BE49-F238E27FC236}">
                                    <a16:creationId xmlns:a16="http://schemas.microsoft.com/office/drawing/2014/main" id="{D6E5EE4C-3068-4057-8CA8-50136651EC6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497223" y="2351751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479" name="Flowchart: Connector 7478">
                            <a:extLst>
                              <a:ext uri="{FF2B5EF4-FFF2-40B4-BE49-F238E27FC236}">
                                <a16:creationId xmlns:a16="http://schemas.microsoft.com/office/drawing/2014/main" id="{E83A2F3E-6F42-4A25-A46C-A0272A7DFDB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480" name="3D Model 7479" descr="Sphere">
                                <a:extLst>
                                  <a:ext uri="{FF2B5EF4-FFF2-40B4-BE49-F238E27FC236}">
                                    <a16:creationId xmlns:a16="http://schemas.microsoft.com/office/drawing/2014/main" id="{7C148982-3137-421E-93FD-6DA9F5B6ED3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809026992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481" name="Flowchart: Connector 7480">
                            <a:extLst>
                              <a:ext uri="{FF2B5EF4-FFF2-40B4-BE49-F238E27FC236}">
                                <a16:creationId xmlns:a16="http://schemas.microsoft.com/office/drawing/2014/main" id="{C0869553-CB82-48DF-97E7-27084CCEFF5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482" name="3D Model 7481" descr="Sphere">
                                <a:extLst>
                                  <a:ext uri="{FF2B5EF4-FFF2-40B4-BE49-F238E27FC236}">
                                    <a16:creationId xmlns:a16="http://schemas.microsoft.com/office/drawing/2014/main" id="{CD6C697F-2943-4D3B-965C-DFB162B95C8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168210734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7451" name="Flowchart: Connector 7450">
                          <a:extLst>
                            <a:ext uri="{FF2B5EF4-FFF2-40B4-BE49-F238E27FC236}">
                              <a16:creationId xmlns:a16="http://schemas.microsoft.com/office/drawing/2014/main" id="{BFEFAEEE-D49A-4F42-8DB6-F6BB09AB1F2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452" name="Flowchart: Connector 7451">
                          <a:extLst>
                            <a:ext uri="{FF2B5EF4-FFF2-40B4-BE49-F238E27FC236}">
                              <a16:creationId xmlns:a16="http://schemas.microsoft.com/office/drawing/2014/main" id="{BD7FD073-68D7-4A58-A202-2325C85E206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453" name="Flowchart: Connector 7452">
                          <a:extLst>
                            <a:ext uri="{FF2B5EF4-FFF2-40B4-BE49-F238E27FC236}">
                              <a16:creationId xmlns:a16="http://schemas.microsoft.com/office/drawing/2014/main" id="{73E11417-8102-4D4D-839C-8377CAC33AB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26347" y="177334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454" name="Flowchart: Connector 7453">
                          <a:extLst>
                            <a:ext uri="{FF2B5EF4-FFF2-40B4-BE49-F238E27FC236}">
                              <a16:creationId xmlns:a16="http://schemas.microsoft.com/office/drawing/2014/main" id="{7D1FF6C6-4783-4B49-B5C9-E32BC2D395A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455" name="Flowchart: Connector 7454">
                          <a:extLst>
                            <a:ext uri="{FF2B5EF4-FFF2-40B4-BE49-F238E27FC236}">
                              <a16:creationId xmlns:a16="http://schemas.microsoft.com/office/drawing/2014/main" id="{EA8BE213-D8AF-4031-B27E-3CF684ACEA7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456" name="Flowchart: Connector 7455">
                          <a:extLst>
                            <a:ext uri="{FF2B5EF4-FFF2-40B4-BE49-F238E27FC236}">
                              <a16:creationId xmlns:a16="http://schemas.microsoft.com/office/drawing/2014/main" id="{0EF6A00B-6F37-47DB-8DE4-1C346B0932E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457" name="Flowchart: Connector 7456">
                          <a:extLst>
                            <a:ext uri="{FF2B5EF4-FFF2-40B4-BE49-F238E27FC236}">
                              <a16:creationId xmlns:a16="http://schemas.microsoft.com/office/drawing/2014/main" id="{1ABF3894-0D8D-460A-9438-9B9A5FA8C57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458" name="Flowchart: Connector 7457">
                          <a:extLst>
                            <a:ext uri="{FF2B5EF4-FFF2-40B4-BE49-F238E27FC236}">
                              <a16:creationId xmlns:a16="http://schemas.microsoft.com/office/drawing/2014/main" id="{5B009DFC-E0A1-4995-A0A6-6096EFD4472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459" name="Flowchart: Connector 7458">
                          <a:extLst>
                            <a:ext uri="{FF2B5EF4-FFF2-40B4-BE49-F238E27FC236}">
                              <a16:creationId xmlns:a16="http://schemas.microsoft.com/office/drawing/2014/main" id="{E1E3A5F3-A9AE-42DF-8D95-4F168435522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460" name="3D Model 7459" descr="Sphere">
                              <a:extLst>
                                <a:ext uri="{FF2B5EF4-FFF2-40B4-BE49-F238E27FC236}">
                                  <a16:creationId xmlns:a16="http://schemas.microsoft.com/office/drawing/2014/main" id="{FE574A52-E2CB-4830-A9CE-C4E484763FE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92385303"/>
                                </p:ext>
                              </p:extLst>
                            </p:nvPr>
                          </p:nvGraphicFramePr>
                          <p:xfrm>
                            <a:off x="2122087" y="1503359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433448" ay="1433014" az="-1105299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7"/>
                                </am3d:raster>
                                <am3d:objViewport viewportSz="5757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583" name="3D Model 1582" descr="Sphere">
                              <a:extLst>
                                <a:ext uri="{FF2B5EF4-FFF2-40B4-BE49-F238E27FC236}">
                                  <a16:creationId xmlns:a16="http://schemas.microsoft.com/office/drawing/2014/main" id="{FAEF2B25-A843-4C17-96E6-2326F5086280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456764" y="2276761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461" name="Flowchart: Connector 7460">
                          <a:extLst>
                            <a:ext uri="{FF2B5EF4-FFF2-40B4-BE49-F238E27FC236}">
                              <a16:creationId xmlns:a16="http://schemas.microsoft.com/office/drawing/2014/main" id="{6B8E5550-E3E5-4714-8328-DDABFBE4822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462" name="3D Model 7461" descr="Sphere">
                              <a:extLst>
                                <a:ext uri="{FF2B5EF4-FFF2-40B4-BE49-F238E27FC236}">
                                  <a16:creationId xmlns:a16="http://schemas.microsoft.com/office/drawing/2014/main" id="{7C183B9C-9219-4E4B-8582-C3AA311EAB2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618966684"/>
                                </p:ext>
                              </p:extLst>
                            </p:nvPr>
                          </p:nvGraphicFramePr>
                          <p:xfrm>
                            <a:off x="2368043" y="1593681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5"/>
                                </am3d:raster>
                                <am3d:objViewport viewportSz="5886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585" name="3D Model 1584" descr="Sphere">
                              <a:extLst>
                                <a:ext uri="{FF2B5EF4-FFF2-40B4-BE49-F238E27FC236}">
                                  <a16:creationId xmlns:a16="http://schemas.microsoft.com/office/drawing/2014/main" id="{1A48DAB0-96E9-49A7-8F43-87B8AB828CE3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499488" y="2293773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463" name="Flowchart: Connector 7462">
                          <a:extLst>
                            <a:ext uri="{FF2B5EF4-FFF2-40B4-BE49-F238E27FC236}">
                              <a16:creationId xmlns:a16="http://schemas.microsoft.com/office/drawing/2014/main" id="{64696D8D-8100-4064-91AB-92A776C28F6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464" name="3D Model 7463" descr="Sphere">
                              <a:extLst>
                                <a:ext uri="{FF2B5EF4-FFF2-40B4-BE49-F238E27FC236}">
                                  <a16:creationId xmlns:a16="http://schemas.microsoft.com/office/drawing/2014/main" id="{395FAD20-31AA-40DA-92A7-8A277827156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129619053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3235" cy="6170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7"/>
                                </am3d:raster>
                                <am3d:objViewport viewportSz="6018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587" name="3D Model 1586" descr="Sphere">
                              <a:extLst>
                                <a:ext uri="{FF2B5EF4-FFF2-40B4-BE49-F238E27FC236}">
                                  <a16:creationId xmlns:a16="http://schemas.microsoft.com/office/drawing/2014/main" id="{4A9E232F-1EA8-4405-8501-404ABAFC62E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3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541375" y="2302789"/>
                              <a:ext cx="53235" cy="61702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465" name="Flowchart: Connector 7464">
                          <a:extLst>
                            <a:ext uri="{FF2B5EF4-FFF2-40B4-BE49-F238E27FC236}">
                              <a16:creationId xmlns:a16="http://schemas.microsoft.com/office/drawing/2014/main" id="{B8F74AC5-AE08-4BF0-A4C2-2DA5E8A718A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466" name="3D Model 7465" descr="Sphere">
                              <a:extLst>
                                <a:ext uri="{FF2B5EF4-FFF2-40B4-BE49-F238E27FC236}">
                                  <a16:creationId xmlns:a16="http://schemas.microsoft.com/office/drawing/2014/main" id="{BE835C1E-50C8-4B2C-A0D3-34673FFCD85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158269240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1045" cy="5891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9"/>
                                </am3d:raster>
                                <am3d:objViewport viewportSz="5955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589" name="3D Model 1588" descr="Sphere">
                              <a:extLst>
                                <a:ext uri="{FF2B5EF4-FFF2-40B4-BE49-F238E27FC236}">
                                  <a16:creationId xmlns:a16="http://schemas.microsoft.com/office/drawing/2014/main" id="{4614BFF0-34DE-485F-8555-3EBF46C0817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588001" y="2319183"/>
                              <a:ext cx="51045" cy="589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7356" name="Group 7355">
                      <a:extLst>
                        <a:ext uri="{FF2B5EF4-FFF2-40B4-BE49-F238E27FC236}">
                          <a16:creationId xmlns:a16="http://schemas.microsoft.com/office/drawing/2014/main" id="{04EFADE9-D3DD-4E8A-8733-F9B940F1D997}"/>
                        </a:ext>
                      </a:extLst>
                    </p:cNvPr>
                    <p:cNvGrpSpPr/>
                    <p:nvPr/>
                  </p:nvGrpSpPr>
                  <p:grpSpPr>
                    <a:xfrm rot="18542409">
                      <a:off x="2257159" y="236280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7426" name="Freeform: Shape 7425">
                        <a:extLst>
                          <a:ext uri="{FF2B5EF4-FFF2-40B4-BE49-F238E27FC236}">
                            <a16:creationId xmlns:a16="http://schemas.microsoft.com/office/drawing/2014/main" id="{93A1CC77-39F7-4D3A-9F81-8D233D63952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427" name="Rectangle: Rounded Corners 7426">
                        <a:extLst>
                          <a:ext uri="{FF2B5EF4-FFF2-40B4-BE49-F238E27FC236}">
                            <a16:creationId xmlns:a16="http://schemas.microsoft.com/office/drawing/2014/main" id="{8DD2FE82-0C8C-47FB-AD8E-C3F18B47DA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357" name="Group 7356">
                      <a:extLst>
                        <a:ext uri="{FF2B5EF4-FFF2-40B4-BE49-F238E27FC236}">
                          <a16:creationId xmlns:a16="http://schemas.microsoft.com/office/drawing/2014/main" id="{EDE5FCFB-DBDB-409F-A5FC-5FD70C32038D}"/>
                        </a:ext>
                      </a:extLst>
                    </p:cNvPr>
                    <p:cNvGrpSpPr/>
                    <p:nvPr/>
                  </p:nvGrpSpPr>
                  <p:grpSpPr>
                    <a:xfrm rot="17122200">
                      <a:off x="1187274" y="235013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7424" name="Freeform: Shape 7423">
                        <a:extLst>
                          <a:ext uri="{FF2B5EF4-FFF2-40B4-BE49-F238E27FC236}">
                            <a16:creationId xmlns:a16="http://schemas.microsoft.com/office/drawing/2014/main" id="{08996BD2-4419-4B2F-9962-F74A38D2DD8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425" name="Rectangle: Rounded Corners 7424">
                        <a:extLst>
                          <a:ext uri="{FF2B5EF4-FFF2-40B4-BE49-F238E27FC236}">
                            <a16:creationId xmlns:a16="http://schemas.microsoft.com/office/drawing/2014/main" id="{5963D8BA-D5A9-471D-9DF3-CEE4DC3C3E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358" name="Group 7357">
                      <a:extLst>
                        <a:ext uri="{FF2B5EF4-FFF2-40B4-BE49-F238E27FC236}">
                          <a16:creationId xmlns:a16="http://schemas.microsoft.com/office/drawing/2014/main" id="{4E39B39F-ED31-4B95-BA44-83B236C1A85E}"/>
                        </a:ext>
                      </a:extLst>
                    </p:cNvPr>
                    <p:cNvGrpSpPr/>
                    <p:nvPr/>
                  </p:nvGrpSpPr>
                  <p:grpSpPr>
                    <a:xfrm rot="658209">
                      <a:off x="2479276" y="3323586"/>
                      <a:ext cx="746642" cy="235253"/>
                      <a:chOff x="2620172" y="2546175"/>
                      <a:chExt cx="834986" cy="143092"/>
                    </a:xfrm>
                  </p:grpSpPr>
                  <p:sp>
                    <p:nvSpPr>
                      <p:cNvPr id="7422" name="Freeform: Shape 7421">
                        <a:extLst>
                          <a:ext uri="{FF2B5EF4-FFF2-40B4-BE49-F238E27FC236}">
                            <a16:creationId xmlns:a16="http://schemas.microsoft.com/office/drawing/2014/main" id="{83DCF5BC-795B-4C8C-B33B-3626F8E29FB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423" name="Rectangle: Rounded Corners 7422">
                        <a:extLst>
                          <a:ext uri="{FF2B5EF4-FFF2-40B4-BE49-F238E27FC236}">
                            <a16:creationId xmlns:a16="http://schemas.microsoft.com/office/drawing/2014/main" id="{C05161F4-6D77-4CDF-B3F2-84F0D6ADB3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359" name="Group 7358">
                      <a:extLst>
                        <a:ext uri="{FF2B5EF4-FFF2-40B4-BE49-F238E27FC236}">
                          <a16:creationId xmlns:a16="http://schemas.microsoft.com/office/drawing/2014/main" id="{E73D385C-5EB8-49AC-B905-6E94B9E8C79E}"/>
                        </a:ext>
                      </a:extLst>
                    </p:cNvPr>
                    <p:cNvGrpSpPr/>
                    <p:nvPr/>
                  </p:nvGrpSpPr>
                  <p:grpSpPr>
                    <a:xfrm rot="18837888">
                      <a:off x="1789768" y="223810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7420" name="Freeform: Shape 7419">
                        <a:extLst>
                          <a:ext uri="{FF2B5EF4-FFF2-40B4-BE49-F238E27FC236}">
                            <a16:creationId xmlns:a16="http://schemas.microsoft.com/office/drawing/2014/main" id="{9A75DD4B-EF9F-445C-838C-BF20B867A6F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421" name="Rectangle: Rounded Corners 7420">
                        <a:extLst>
                          <a:ext uri="{FF2B5EF4-FFF2-40B4-BE49-F238E27FC236}">
                            <a16:creationId xmlns:a16="http://schemas.microsoft.com/office/drawing/2014/main" id="{F9B98F1B-9971-4492-B787-CEF5AA4CE5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360" name="Group 7359">
                      <a:extLst>
                        <a:ext uri="{FF2B5EF4-FFF2-40B4-BE49-F238E27FC236}">
                          <a16:creationId xmlns:a16="http://schemas.microsoft.com/office/drawing/2014/main" id="{EF2A17B9-690A-4C9C-B5EA-6A8B41A6051C}"/>
                        </a:ext>
                      </a:extLst>
                    </p:cNvPr>
                    <p:cNvGrpSpPr/>
                    <p:nvPr/>
                  </p:nvGrpSpPr>
                  <p:grpSpPr>
                    <a:xfrm rot="16200000">
                      <a:off x="563034" y="2429570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7418" name="Freeform: Shape 7417">
                        <a:extLst>
                          <a:ext uri="{FF2B5EF4-FFF2-40B4-BE49-F238E27FC236}">
                            <a16:creationId xmlns:a16="http://schemas.microsoft.com/office/drawing/2014/main" id="{F3AC45BC-1434-4085-AFDF-5031DC600F8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419" name="Rectangle: Rounded Corners 7418">
                        <a:extLst>
                          <a:ext uri="{FF2B5EF4-FFF2-40B4-BE49-F238E27FC236}">
                            <a16:creationId xmlns:a16="http://schemas.microsoft.com/office/drawing/2014/main" id="{B07B345F-0AE3-4347-8FFD-E747AEE1AA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361" name="Group 7360">
                      <a:extLst>
                        <a:ext uri="{FF2B5EF4-FFF2-40B4-BE49-F238E27FC236}">
                          <a16:creationId xmlns:a16="http://schemas.microsoft.com/office/drawing/2014/main" id="{CC2E0A1A-81C6-4CB9-9DD7-598EAE09D173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350328" y="442527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7416" name="Freeform: Shape 7415">
                        <a:extLst>
                          <a:ext uri="{FF2B5EF4-FFF2-40B4-BE49-F238E27FC236}">
                            <a16:creationId xmlns:a16="http://schemas.microsoft.com/office/drawing/2014/main" id="{01DD3A22-DA88-4AAF-A6CB-C2EA232DBA8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417" name="Rectangle: Rounded Corners 7416">
                        <a:extLst>
                          <a:ext uri="{FF2B5EF4-FFF2-40B4-BE49-F238E27FC236}">
                            <a16:creationId xmlns:a16="http://schemas.microsoft.com/office/drawing/2014/main" id="{72DC272C-EB1F-4FBB-BC50-AD2A1FF484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362" name="Group 7361">
                      <a:extLst>
                        <a:ext uri="{FF2B5EF4-FFF2-40B4-BE49-F238E27FC236}">
                          <a16:creationId xmlns:a16="http://schemas.microsoft.com/office/drawing/2014/main" id="{77383CD5-AC8A-4753-A4D6-E7ECFEEB1D58}"/>
                        </a:ext>
                      </a:extLst>
                    </p:cNvPr>
                    <p:cNvGrpSpPr/>
                    <p:nvPr/>
                  </p:nvGrpSpPr>
                  <p:grpSpPr>
                    <a:xfrm rot="5880914">
                      <a:off x="789613" y="438062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7414" name="Freeform: Shape 7413">
                        <a:extLst>
                          <a:ext uri="{FF2B5EF4-FFF2-40B4-BE49-F238E27FC236}">
                            <a16:creationId xmlns:a16="http://schemas.microsoft.com/office/drawing/2014/main" id="{CC2BBBA0-CF04-4B6C-9ECE-7A9F3E6E790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415" name="Rectangle: Rounded Corners 7414">
                        <a:extLst>
                          <a:ext uri="{FF2B5EF4-FFF2-40B4-BE49-F238E27FC236}">
                            <a16:creationId xmlns:a16="http://schemas.microsoft.com/office/drawing/2014/main" id="{D5B2DDB8-5836-40F8-8FDB-A093E1EE03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363" name="Group 7362">
                      <a:extLst>
                        <a:ext uri="{FF2B5EF4-FFF2-40B4-BE49-F238E27FC236}">
                          <a16:creationId xmlns:a16="http://schemas.microsoft.com/office/drawing/2014/main" id="{7F47F606-FF2C-439F-87EC-D506FB810695}"/>
                        </a:ext>
                      </a:extLst>
                    </p:cNvPr>
                    <p:cNvGrpSpPr/>
                    <p:nvPr/>
                  </p:nvGrpSpPr>
                  <p:grpSpPr>
                    <a:xfrm rot="13587211">
                      <a:off x="651990" y="2929858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7412" name="Freeform: Shape 7411">
                        <a:extLst>
                          <a:ext uri="{FF2B5EF4-FFF2-40B4-BE49-F238E27FC236}">
                            <a16:creationId xmlns:a16="http://schemas.microsoft.com/office/drawing/2014/main" id="{8688CF37-ABE2-46AD-A57B-7FA9366F5E24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413" name="Rectangle: Rounded Corners 7412">
                        <a:extLst>
                          <a:ext uri="{FF2B5EF4-FFF2-40B4-BE49-F238E27FC236}">
                            <a16:creationId xmlns:a16="http://schemas.microsoft.com/office/drawing/2014/main" id="{C3FF46AA-8CC9-4285-9234-1AF468BA4F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364" name="Group 7363">
                      <a:extLst>
                        <a:ext uri="{FF2B5EF4-FFF2-40B4-BE49-F238E27FC236}">
                          <a16:creationId xmlns:a16="http://schemas.microsoft.com/office/drawing/2014/main" id="{EB7C2B4F-EB1A-4589-8C37-11D25E8F1FA6}"/>
                        </a:ext>
                      </a:extLst>
                    </p:cNvPr>
                    <p:cNvGrpSpPr/>
                    <p:nvPr/>
                  </p:nvGrpSpPr>
                  <p:grpSpPr>
                    <a:xfrm rot="11351284">
                      <a:off x="163719" y="3807693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7410" name="Freeform: Shape 7409">
                        <a:extLst>
                          <a:ext uri="{FF2B5EF4-FFF2-40B4-BE49-F238E27FC236}">
                            <a16:creationId xmlns:a16="http://schemas.microsoft.com/office/drawing/2014/main" id="{725A7FB8-EA55-4A56-AC01-47632080337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411" name="Rectangle: Rounded Corners 7410">
                        <a:extLst>
                          <a:ext uri="{FF2B5EF4-FFF2-40B4-BE49-F238E27FC236}">
                            <a16:creationId xmlns:a16="http://schemas.microsoft.com/office/drawing/2014/main" id="{597B475B-0801-4270-9C35-786FDD6526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365" name="Group 7364">
                      <a:extLst>
                        <a:ext uri="{FF2B5EF4-FFF2-40B4-BE49-F238E27FC236}">
                          <a16:creationId xmlns:a16="http://schemas.microsoft.com/office/drawing/2014/main" id="{D423247A-BA8B-4244-BA77-2F19438DBFF4}"/>
                        </a:ext>
                      </a:extLst>
                    </p:cNvPr>
                    <p:cNvGrpSpPr/>
                    <p:nvPr/>
                  </p:nvGrpSpPr>
                  <p:grpSpPr>
                    <a:xfrm rot="4193783">
                      <a:off x="2062756" y="4148262"/>
                      <a:ext cx="706454" cy="171076"/>
                      <a:chOff x="2620172" y="2546175"/>
                      <a:chExt cx="834986" cy="143092"/>
                    </a:xfrm>
                  </p:grpSpPr>
                  <p:sp>
                    <p:nvSpPr>
                      <p:cNvPr id="7408" name="Freeform: Shape 7407">
                        <a:extLst>
                          <a:ext uri="{FF2B5EF4-FFF2-40B4-BE49-F238E27FC236}">
                            <a16:creationId xmlns:a16="http://schemas.microsoft.com/office/drawing/2014/main" id="{9419AB2C-9D20-48F0-9FBE-68BC2BFA9B0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409" name="Rectangle: Rounded Corners 7408">
                        <a:extLst>
                          <a:ext uri="{FF2B5EF4-FFF2-40B4-BE49-F238E27FC236}">
                            <a16:creationId xmlns:a16="http://schemas.microsoft.com/office/drawing/2014/main" id="{7F63FC34-3F80-475A-8B7A-4AC6F3D290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366" name="Group 7365">
                      <a:extLst>
                        <a:ext uri="{FF2B5EF4-FFF2-40B4-BE49-F238E27FC236}">
                          <a16:creationId xmlns:a16="http://schemas.microsoft.com/office/drawing/2014/main" id="{047243B0-9049-4EC7-A5FB-E3872C6E750B}"/>
                        </a:ext>
                      </a:extLst>
                    </p:cNvPr>
                    <p:cNvGrpSpPr/>
                    <p:nvPr/>
                  </p:nvGrpSpPr>
                  <p:grpSpPr>
                    <a:xfrm rot="1837203">
                      <a:off x="2331692" y="387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7406" name="Freeform: Shape 7405">
                        <a:extLst>
                          <a:ext uri="{FF2B5EF4-FFF2-40B4-BE49-F238E27FC236}">
                            <a16:creationId xmlns:a16="http://schemas.microsoft.com/office/drawing/2014/main" id="{ACF66757-5FB6-4CEF-B4FE-DCB732EAF28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407" name="Rectangle: Rounded Corners 7406">
                        <a:extLst>
                          <a:ext uri="{FF2B5EF4-FFF2-40B4-BE49-F238E27FC236}">
                            <a16:creationId xmlns:a16="http://schemas.microsoft.com/office/drawing/2014/main" id="{00339780-397E-457F-9111-3435FC15CF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367" name="Group 7366">
                      <a:extLst>
                        <a:ext uri="{FF2B5EF4-FFF2-40B4-BE49-F238E27FC236}">
                          <a16:creationId xmlns:a16="http://schemas.microsoft.com/office/drawing/2014/main" id="{CC5202EE-BB85-4224-8215-B9C515D0D430}"/>
                        </a:ext>
                      </a:extLst>
                    </p:cNvPr>
                    <p:cNvGrpSpPr/>
                    <p:nvPr/>
                  </p:nvGrpSpPr>
                  <p:grpSpPr>
                    <a:xfrm rot="932650">
                      <a:off x="2489621" y="310501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7404" name="Freeform: Shape 7403">
                        <a:extLst>
                          <a:ext uri="{FF2B5EF4-FFF2-40B4-BE49-F238E27FC236}">
                            <a16:creationId xmlns:a16="http://schemas.microsoft.com/office/drawing/2014/main" id="{C350CA30-CF9C-465E-A573-0095327033F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405" name="Rectangle: Rounded Corners 7404">
                        <a:extLst>
                          <a:ext uri="{FF2B5EF4-FFF2-40B4-BE49-F238E27FC236}">
                            <a16:creationId xmlns:a16="http://schemas.microsoft.com/office/drawing/2014/main" id="{A318088E-48DF-41D1-99FC-ABCEBB898E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368" name="Group 7367">
                      <a:extLst>
                        <a:ext uri="{FF2B5EF4-FFF2-40B4-BE49-F238E27FC236}">
                          <a16:creationId xmlns:a16="http://schemas.microsoft.com/office/drawing/2014/main" id="{4BD3E263-BF9F-49BF-ADAC-BFCAF4E6FF73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686489" y="34904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7402" name="Freeform: Shape 7401">
                        <a:extLst>
                          <a:ext uri="{FF2B5EF4-FFF2-40B4-BE49-F238E27FC236}">
                            <a16:creationId xmlns:a16="http://schemas.microsoft.com/office/drawing/2014/main" id="{4A9F4EDB-10B5-4FB4-9ABF-7CDEBAC0E5D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403" name="Rectangle: Rounded Corners 7402">
                        <a:extLst>
                          <a:ext uri="{FF2B5EF4-FFF2-40B4-BE49-F238E27FC236}">
                            <a16:creationId xmlns:a16="http://schemas.microsoft.com/office/drawing/2014/main" id="{C8B1CE42-B21F-429A-ADC4-635C049F7F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369" name="Group 7368">
                      <a:extLst>
                        <a:ext uri="{FF2B5EF4-FFF2-40B4-BE49-F238E27FC236}">
                          <a16:creationId xmlns:a16="http://schemas.microsoft.com/office/drawing/2014/main" id="{839E7011-C2BB-4A67-831E-A5F23EB8398C}"/>
                        </a:ext>
                      </a:extLst>
                    </p:cNvPr>
                    <p:cNvGrpSpPr/>
                    <p:nvPr/>
                  </p:nvGrpSpPr>
                  <p:grpSpPr>
                    <a:xfrm rot="16924252">
                      <a:off x="1635001" y="2371073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7400" name="Freeform: Shape 7399">
                        <a:extLst>
                          <a:ext uri="{FF2B5EF4-FFF2-40B4-BE49-F238E27FC236}">
                            <a16:creationId xmlns:a16="http://schemas.microsoft.com/office/drawing/2014/main" id="{927DCEE8-BF11-4C9C-9A7B-E32F369F21B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401" name="Rectangle: Rounded Corners 7400">
                        <a:extLst>
                          <a:ext uri="{FF2B5EF4-FFF2-40B4-BE49-F238E27FC236}">
                            <a16:creationId xmlns:a16="http://schemas.microsoft.com/office/drawing/2014/main" id="{AC316971-DA8A-4628-AEAD-D5B29BD80C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370" name="Group 7369">
                      <a:extLst>
                        <a:ext uri="{FF2B5EF4-FFF2-40B4-BE49-F238E27FC236}">
                          <a16:creationId xmlns:a16="http://schemas.microsoft.com/office/drawing/2014/main" id="{A6F0CEF4-B5E2-495E-B80B-8755DCCCF45D}"/>
                        </a:ext>
                      </a:extLst>
                    </p:cNvPr>
                    <p:cNvGrpSpPr/>
                    <p:nvPr/>
                  </p:nvGrpSpPr>
                  <p:grpSpPr>
                    <a:xfrm rot="15677156">
                      <a:off x="985517" y="2521255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7398" name="Freeform: Shape 7397">
                        <a:extLst>
                          <a:ext uri="{FF2B5EF4-FFF2-40B4-BE49-F238E27FC236}">
                            <a16:creationId xmlns:a16="http://schemas.microsoft.com/office/drawing/2014/main" id="{DF8035C2-4DA1-4BD9-87D6-7FE3AA765C0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399" name="Rectangle: Rounded Corners 7398">
                        <a:extLst>
                          <a:ext uri="{FF2B5EF4-FFF2-40B4-BE49-F238E27FC236}">
                            <a16:creationId xmlns:a16="http://schemas.microsoft.com/office/drawing/2014/main" id="{B0121CA1-7A10-4043-B55F-3AC0CDA64E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371" name="Group 7370">
                      <a:extLst>
                        <a:ext uri="{FF2B5EF4-FFF2-40B4-BE49-F238E27FC236}">
                          <a16:creationId xmlns:a16="http://schemas.microsoft.com/office/drawing/2014/main" id="{A2AB79CD-D6C5-4205-A6EC-B00D2D0B735A}"/>
                        </a:ext>
                      </a:extLst>
                    </p:cNvPr>
                    <p:cNvGrpSpPr/>
                    <p:nvPr/>
                  </p:nvGrpSpPr>
                  <p:grpSpPr>
                    <a:xfrm rot="14354853" flipV="1">
                      <a:off x="976412" y="243847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7396" name="Freeform: Shape 7395">
                        <a:extLst>
                          <a:ext uri="{FF2B5EF4-FFF2-40B4-BE49-F238E27FC236}">
                            <a16:creationId xmlns:a16="http://schemas.microsoft.com/office/drawing/2014/main" id="{6D2295C8-4DF9-4E4A-8E31-7DE70410F89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397" name="Rectangle: Rounded Corners 7396">
                        <a:extLst>
                          <a:ext uri="{FF2B5EF4-FFF2-40B4-BE49-F238E27FC236}">
                            <a16:creationId xmlns:a16="http://schemas.microsoft.com/office/drawing/2014/main" id="{D5065CFF-FEFD-474F-BC0C-184A412A3D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372" name="Group 7371">
                      <a:extLst>
                        <a:ext uri="{FF2B5EF4-FFF2-40B4-BE49-F238E27FC236}">
                          <a16:creationId xmlns:a16="http://schemas.microsoft.com/office/drawing/2014/main" id="{25B62825-6905-40F8-904F-8F4F58935C7F}"/>
                        </a:ext>
                      </a:extLst>
                    </p:cNvPr>
                    <p:cNvGrpSpPr/>
                    <p:nvPr/>
                  </p:nvGrpSpPr>
                  <p:grpSpPr>
                    <a:xfrm rot="9793356" flipV="1">
                      <a:off x="215985" y="323790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7394" name="Freeform: Shape 7393">
                        <a:extLst>
                          <a:ext uri="{FF2B5EF4-FFF2-40B4-BE49-F238E27FC236}">
                            <a16:creationId xmlns:a16="http://schemas.microsoft.com/office/drawing/2014/main" id="{00A3E82C-BF83-492E-AABA-AE3EF2B0B2A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395" name="Rectangle: Rounded Corners 7394">
                        <a:extLst>
                          <a:ext uri="{FF2B5EF4-FFF2-40B4-BE49-F238E27FC236}">
                            <a16:creationId xmlns:a16="http://schemas.microsoft.com/office/drawing/2014/main" id="{3013083E-4D00-4B62-AF47-7D3AA2A194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373" name="Group 7372">
                      <a:extLst>
                        <a:ext uri="{FF2B5EF4-FFF2-40B4-BE49-F238E27FC236}">
                          <a16:creationId xmlns:a16="http://schemas.microsoft.com/office/drawing/2014/main" id="{EF2D92F9-1B53-4140-8E12-F72B1855BCCA}"/>
                        </a:ext>
                      </a:extLst>
                    </p:cNvPr>
                    <p:cNvGrpSpPr/>
                    <p:nvPr/>
                  </p:nvGrpSpPr>
                  <p:grpSpPr>
                    <a:xfrm rot="6907686" flipV="1">
                      <a:off x="692019" y="393196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7392" name="Freeform: Shape 7391">
                        <a:extLst>
                          <a:ext uri="{FF2B5EF4-FFF2-40B4-BE49-F238E27FC236}">
                            <a16:creationId xmlns:a16="http://schemas.microsoft.com/office/drawing/2014/main" id="{A2A34F31-655A-45F3-B2F6-863FA357B22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393" name="Rectangle: Rounded Corners 7392">
                        <a:extLst>
                          <a:ext uri="{FF2B5EF4-FFF2-40B4-BE49-F238E27FC236}">
                            <a16:creationId xmlns:a16="http://schemas.microsoft.com/office/drawing/2014/main" id="{15FDBAF5-81D5-40D0-98C1-06CAEFE5A1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374" name="Group 7373">
                      <a:extLst>
                        <a:ext uri="{FF2B5EF4-FFF2-40B4-BE49-F238E27FC236}">
                          <a16:creationId xmlns:a16="http://schemas.microsoft.com/office/drawing/2014/main" id="{0629551C-302B-4E04-A2EE-8334F94EBC17}"/>
                        </a:ext>
                      </a:extLst>
                    </p:cNvPr>
                    <p:cNvGrpSpPr/>
                    <p:nvPr/>
                  </p:nvGrpSpPr>
                  <p:grpSpPr>
                    <a:xfrm rot="1465711" flipV="1">
                      <a:off x="2002734" y="340448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7390" name="Freeform: Shape 7389">
                        <a:extLst>
                          <a:ext uri="{FF2B5EF4-FFF2-40B4-BE49-F238E27FC236}">
                            <a16:creationId xmlns:a16="http://schemas.microsoft.com/office/drawing/2014/main" id="{7BE05755-D72E-4348-A1F2-CE433B072141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391" name="Rectangle: Rounded Corners 7390">
                        <a:extLst>
                          <a:ext uri="{FF2B5EF4-FFF2-40B4-BE49-F238E27FC236}">
                            <a16:creationId xmlns:a16="http://schemas.microsoft.com/office/drawing/2014/main" id="{567A0115-EFE6-4A58-9461-7B128D7D2D9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375" name="Group 7374">
                      <a:extLst>
                        <a:ext uri="{FF2B5EF4-FFF2-40B4-BE49-F238E27FC236}">
                          <a16:creationId xmlns:a16="http://schemas.microsoft.com/office/drawing/2014/main" id="{5F764926-F7A4-46EE-ADFF-F4D2629A1F7E}"/>
                        </a:ext>
                      </a:extLst>
                    </p:cNvPr>
                    <p:cNvGrpSpPr/>
                    <p:nvPr/>
                  </p:nvGrpSpPr>
                  <p:grpSpPr>
                    <a:xfrm rot="19016516">
                      <a:off x="1733273" y="283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7388" name="Freeform: Shape 7387">
                        <a:extLst>
                          <a:ext uri="{FF2B5EF4-FFF2-40B4-BE49-F238E27FC236}">
                            <a16:creationId xmlns:a16="http://schemas.microsoft.com/office/drawing/2014/main" id="{A7A46292-1629-4F0F-9BD3-D86468CB6A8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389" name="Rectangle: Rounded Corners 7388">
                        <a:extLst>
                          <a:ext uri="{FF2B5EF4-FFF2-40B4-BE49-F238E27FC236}">
                            <a16:creationId xmlns:a16="http://schemas.microsoft.com/office/drawing/2014/main" id="{8BE52B21-94B1-4EAE-9F5A-BD73FF3E50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376" name="Group 7375">
                      <a:extLst>
                        <a:ext uri="{FF2B5EF4-FFF2-40B4-BE49-F238E27FC236}">
                          <a16:creationId xmlns:a16="http://schemas.microsoft.com/office/drawing/2014/main" id="{8A35ED5D-3159-485F-A381-9AA0CB00992B}"/>
                        </a:ext>
                      </a:extLst>
                    </p:cNvPr>
                    <p:cNvGrpSpPr/>
                    <p:nvPr/>
                  </p:nvGrpSpPr>
                  <p:grpSpPr>
                    <a:xfrm rot="19245075">
                      <a:off x="1632068" y="282541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7386" name="Freeform: Shape 7385">
                        <a:extLst>
                          <a:ext uri="{FF2B5EF4-FFF2-40B4-BE49-F238E27FC236}">
                            <a16:creationId xmlns:a16="http://schemas.microsoft.com/office/drawing/2014/main" id="{73E65404-42A7-42D2-85A0-57C07471299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387" name="Rectangle: Rounded Corners 7386">
                        <a:extLst>
                          <a:ext uri="{FF2B5EF4-FFF2-40B4-BE49-F238E27FC236}">
                            <a16:creationId xmlns:a16="http://schemas.microsoft.com/office/drawing/2014/main" id="{86303036-1BE0-4443-9C68-86D1C7683A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377" name="Group 7376">
                      <a:extLst>
                        <a:ext uri="{FF2B5EF4-FFF2-40B4-BE49-F238E27FC236}">
                          <a16:creationId xmlns:a16="http://schemas.microsoft.com/office/drawing/2014/main" id="{B64E708B-627B-4C6C-844D-318A715ADE81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838889" y="36428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7384" name="Freeform: Shape 7383">
                        <a:extLst>
                          <a:ext uri="{FF2B5EF4-FFF2-40B4-BE49-F238E27FC236}">
                            <a16:creationId xmlns:a16="http://schemas.microsoft.com/office/drawing/2014/main" id="{E8E11C74-EE12-4D85-9A50-9C9E81C8011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385" name="Rectangle: Rounded Corners 7384">
                        <a:extLst>
                          <a:ext uri="{FF2B5EF4-FFF2-40B4-BE49-F238E27FC236}">
                            <a16:creationId xmlns:a16="http://schemas.microsoft.com/office/drawing/2014/main" id="{793F30A3-B752-4F34-B41A-C4C6B25528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378" name="Group 7377">
                      <a:extLst>
                        <a:ext uri="{FF2B5EF4-FFF2-40B4-BE49-F238E27FC236}">
                          <a16:creationId xmlns:a16="http://schemas.microsoft.com/office/drawing/2014/main" id="{6E04C175-3EDA-4016-9F8F-EDFCAD27E241}"/>
                        </a:ext>
                      </a:extLst>
                    </p:cNvPr>
                    <p:cNvGrpSpPr/>
                    <p:nvPr/>
                  </p:nvGrpSpPr>
                  <p:grpSpPr>
                    <a:xfrm rot="15824399">
                      <a:off x="1224680" y="281893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7382" name="Freeform: Shape 7381">
                        <a:extLst>
                          <a:ext uri="{FF2B5EF4-FFF2-40B4-BE49-F238E27FC236}">
                            <a16:creationId xmlns:a16="http://schemas.microsoft.com/office/drawing/2014/main" id="{56A58AA9-B7CE-4314-BFE6-33FE2B066694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383" name="Rectangle: Rounded Corners 7382">
                        <a:extLst>
                          <a:ext uri="{FF2B5EF4-FFF2-40B4-BE49-F238E27FC236}">
                            <a16:creationId xmlns:a16="http://schemas.microsoft.com/office/drawing/2014/main" id="{931CDF57-0BDB-4121-9654-6D2E1274DCA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379" name="Group 7378">
                      <a:extLst>
                        <a:ext uri="{FF2B5EF4-FFF2-40B4-BE49-F238E27FC236}">
                          <a16:creationId xmlns:a16="http://schemas.microsoft.com/office/drawing/2014/main" id="{5533F206-B480-4C61-A704-CAC203B6FBD3}"/>
                        </a:ext>
                      </a:extLst>
                    </p:cNvPr>
                    <p:cNvGrpSpPr/>
                    <p:nvPr/>
                  </p:nvGrpSpPr>
                  <p:grpSpPr>
                    <a:xfrm rot="16697394">
                      <a:off x="1080028" y="2168448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7380" name="Freeform: Shape 7379">
                        <a:extLst>
                          <a:ext uri="{FF2B5EF4-FFF2-40B4-BE49-F238E27FC236}">
                            <a16:creationId xmlns:a16="http://schemas.microsoft.com/office/drawing/2014/main" id="{C4349A39-71DA-49A6-8C7A-E19AF08E5FC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381" name="Rectangle: Rounded Corners 7380">
                        <a:extLst>
                          <a:ext uri="{FF2B5EF4-FFF2-40B4-BE49-F238E27FC236}">
                            <a16:creationId xmlns:a16="http://schemas.microsoft.com/office/drawing/2014/main" id="{1A10C59B-CDEE-4CBD-938D-FCB418A47A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</p:grpSp>
              <p:sp>
                <p:nvSpPr>
                  <p:cNvPr id="7350" name="Freeform: Shape 7349">
                    <a:extLst>
                      <a:ext uri="{FF2B5EF4-FFF2-40B4-BE49-F238E27FC236}">
                        <a16:creationId xmlns:a16="http://schemas.microsoft.com/office/drawing/2014/main" id="{FE9E25C1-6FC3-4489-8176-7BA521DA0EF1}"/>
                      </a:ext>
                    </a:extLst>
                  </p:cNvPr>
                  <p:cNvSpPr/>
                  <p:nvPr/>
                </p:nvSpPr>
                <p:spPr>
                  <a:xfrm rot="6017948" flipV="1">
                    <a:off x="1305755" y="4290452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7351" name="Freeform: Shape 7350">
                    <a:extLst>
                      <a:ext uri="{FF2B5EF4-FFF2-40B4-BE49-F238E27FC236}">
                        <a16:creationId xmlns:a16="http://schemas.microsoft.com/office/drawing/2014/main" id="{265F024D-1F1A-436A-94D4-7B162265253E}"/>
                      </a:ext>
                    </a:extLst>
                  </p:cNvPr>
                  <p:cNvSpPr/>
                  <p:nvPr/>
                </p:nvSpPr>
                <p:spPr>
                  <a:xfrm rot="21277659">
                    <a:off x="2517403" y="2906549"/>
                    <a:ext cx="690584" cy="235253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7352" name="Freeform: Shape 7351">
                    <a:extLst>
                      <a:ext uri="{FF2B5EF4-FFF2-40B4-BE49-F238E27FC236}">
                        <a16:creationId xmlns:a16="http://schemas.microsoft.com/office/drawing/2014/main" id="{B0E52816-D412-455F-B0A4-A9B06621FB7D}"/>
                      </a:ext>
                    </a:extLst>
                  </p:cNvPr>
                  <p:cNvSpPr/>
                  <p:nvPr/>
                </p:nvSpPr>
                <p:spPr>
                  <a:xfrm rot="11528244" flipV="1">
                    <a:off x="344853" y="2978311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</p:grpSp>
            <p:grpSp>
              <p:nvGrpSpPr>
                <p:cNvPr id="6617" name="Group 6616">
                  <a:extLst>
                    <a:ext uri="{FF2B5EF4-FFF2-40B4-BE49-F238E27FC236}">
                      <a16:creationId xmlns:a16="http://schemas.microsoft.com/office/drawing/2014/main" id="{AD324756-2C2E-4EEF-BCAF-46103474FFB0}"/>
                    </a:ext>
                  </a:extLst>
                </p:cNvPr>
                <p:cNvGrpSpPr/>
                <p:nvPr/>
              </p:nvGrpSpPr>
              <p:grpSpPr>
                <a:xfrm>
                  <a:off x="4765972" y="2095226"/>
                  <a:ext cx="531923" cy="573923"/>
                  <a:chOff x="163719" y="1822501"/>
                  <a:chExt cx="3062199" cy="3047160"/>
                </a:xfrm>
              </p:grpSpPr>
              <p:grpSp>
                <p:nvGrpSpPr>
                  <p:cNvPr id="6984" name="Group 6983">
                    <a:extLst>
                      <a:ext uri="{FF2B5EF4-FFF2-40B4-BE49-F238E27FC236}">
                        <a16:creationId xmlns:a16="http://schemas.microsoft.com/office/drawing/2014/main" id="{FC1724C5-03CE-454B-85BE-AE16A4BE0F87}"/>
                      </a:ext>
                    </a:extLst>
                  </p:cNvPr>
                  <p:cNvGrpSpPr/>
                  <p:nvPr/>
                </p:nvGrpSpPr>
                <p:grpSpPr>
                  <a:xfrm>
                    <a:off x="163719" y="1822501"/>
                    <a:ext cx="3062199" cy="3047160"/>
                    <a:chOff x="163719" y="1822501"/>
                    <a:chExt cx="3062199" cy="3047160"/>
                  </a:xfrm>
                </p:grpSpPr>
                <p:grpSp>
                  <p:nvGrpSpPr>
                    <p:cNvPr id="6988" name="Group 6987">
                      <a:extLst>
                        <a:ext uri="{FF2B5EF4-FFF2-40B4-BE49-F238E27FC236}">
                          <a16:creationId xmlns:a16="http://schemas.microsoft.com/office/drawing/2014/main" id="{D0359B28-9D82-46E0-B808-21B67742E7A8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683131" y="384412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7347" name="Freeform: Shape 7346">
                        <a:extLst>
                          <a:ext uri="{FF2B5EF4-FFF2-40B4-BE49-F238E27FC236}">
                            <a16:creationId xmlns:a16="http://schemas.microsoft.com/office/drawing/2014/main" id="{E9ECBF15-E90E-4E1C-A19A-39189EBDC11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348" name="Rectangle: Rounded Corners 7347">
                        <a:extLst>
                          <a:ext uri="{FF2B5EF4-FFF2-40B4-BE49-F238E27FC236}">
                            <a16:creationId xmlns:a16="http://schemas.microsoft.com/office/drawing/2014/main" id="{32519642-D6D5-4236-B791-1F6BAED254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989" name="Group 6988">
                      <a:extLst>
                        <a:ext uri="{FF2B5EF4-FFF2-40B4-BE49-F238E27FC236}">
                          <a16:creationId xmlns:a16="http://schemas.microsoft.com/office/drawing/2014/main" id="{18B0A3BC-7708-4A6A-A7D0-D011C399D45F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123013" y="4110752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7345" name="Freeform: Shape 7344">
                        <a:extLst>
                          <a:ext uri="{FF2B5EF4-FFF2-40B4-BE49-F238E27FC236}">
                            <a16:creationId xmlns:a16="http://schemas.microsoft.com/office/drawing/2014/main" id="{9E020D27-C70D-4CB6-9391-A9C792268A44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346" name="Rectangle: Rounded Corners 7345">
                        <a:extLst>
                          <a:ext uri="{FF2B5EF4-FFF2-40B4-BE49-F238E27FC236}">
                            <a16:creationId xmlns:a16="http://schemas.microsoft.com/office/drawing/2014/main" id="{3B1DD6A5-7829-49C8-B967-2A3DF5EE4D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990" name="Group 6989">
                      <a:extLst>
                        <a:ext uri="{FF2B5EF4-FFF2-40B4-BE49-F238E27FC236}">
                          <a16:creationId xmlns:a16="http://schemas.microsoft.com/office/drawing/2014/main" id="{4ED10965-A2BF-4D0A-8BA0-4CB9416764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0260" y="2440902"/>
                      <a:ext cx="1730523" cy="1839492"/>
                      <a:chOff x="420511" y="1784768"/>
                      <a:chExt cx="1730523" cy="1839492"/>
                    </a:xfrm>
                  </p:grpSpPr>
                  <p:grpSp>
                    <p:nvGrpSpPr>
                      <p:cNvPr id="7063" name="Group 7062">
                        <a:extLst>
                          <a:ext uri="{FF2B5EF4-FFF2-40B4-BE49-F238E27FC236}">
                            <a16:creationId xmlns:a16="http://schemas.microsoft.com/office/drawing/2014/main" id="{70488C60-4BA9-4E88-88D3-B4CEE04219D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69572" y="1784768"/>
                        <a:ext cx="1081462" cy="1476716"/>
                        <a:chOff x="2089993" y="1523034"/>
                        <a:chExt cx="1081462" cy="1476716"/>
                      </a:xfrm>
                    </p:grpSpPr>
                    <p:grpSp>
                      <p:nvGrpSpPr>
                        <p:cNvPr id="7284" name="Group 7283">
                          <a:extLst>
                            <a:ext uri="{FF2B5EF4-FFF2-40B4-BE49-F238E27FC236}">
                              <a16:creationId xmlns:a16="http://schemas.microsoft.com/office/drawing/2014/main" id="{F56D8FA9-F355-44DB-9970-459EE48B2BC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70705"/>
                          <a:ext cx="101484" cy="1016226"/>
                          <a:chOff x="1800622" y="2364951"/>
                          <a:chExt cx="101484" cy="1016226"/>
                        </a:xfrm>
                      </p:grpSpPr>
                      <p:sp>
                        <p:nvSpPr>
                          <p:cNvPr id="7341" name="Flowchart: Connector 7340">
                            <a:extLst>
                              <a:ext uri="{FF2B5EF4-FFF2-40B4-BE49-F238E27FC236}">
                                <a16:creationId xmlns:a16="http://schemas.microsoft.com/office/drawing/2014/main" id="{3F137B75-8A01-4AF1-A7E7-98554E76179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342" name="Flowchart: Connector 7341">
                            <a:extLst>
                              <a:ext uri="{FF2B5EF4-FFF2-40B4-BE49-F238E27FC236}">
                                <a16:creationId xmlns:a16="http://schemas.microsoft.com/office/drawing/2014/main" id="{6B549CC3-1074-4A51-9134-447CF118AD2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343" name="Flowchart: Connector 7342">
                            <a:extLst>
                              <a:ext uri="{FF2B5EF4-FFF2-40B4-BE49-F238E27FC236}">
                                <a16:creationId xmlns:a16="http://schemas.microsoft.com/office/drawing/2014/main" id="{972246F0-3B3F-46BD-8DBA-C8E97A2C923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344" name="Flowchart: Connector 7343">
                            <a:extLst>
                              <a:ext uri="{FF2B5EF4-FFF2-40B4-BE49-F238E27FC236}">
                                <a16:creationId xmlns:a16="http://schemas.microsoft.com/office/drawing/2014/main" id="{A13FCC77-96A2-4780-B4F5-7D5E551F4D2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649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7285" name="Group 7284">
                          <a:extLst>
                            <a:ext uri="{FF2B5EF4-FFF2-40B4-BE49-F238E27FC236}">
                              <a16:creationId xmlns:a16="http://schemas.microsoft.com/office/drawing/2014/main" id="{FCA1344D-ECD6-4D8D-9C7B-9D9B5F1C77B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23034"/>
                          <a:ext cx="1057223" cy="1476716"/>
                          <a:chOff x="2114232" y="1523034"/>
                          <a:chExt cx="1057223" cy="1476716"/>
                        </a:xfrm>
                      </p:grpSpPr>
                      <p:grpSp>
                        <p:nvGrpSpPr>
                          <p:cNvPr id="7286" name="Group 7285">
                            <a:extLst>
                              <a:ext uri="{FF2B5EF4-FFF2-40B4-BE49-F238E27FC236}">
                                <a16:creationId xmlns:a16="http://schemas.microsoft.com/office/drawing/2014/main" id="{062D2106-CD59-4765-B752-95C6BF296ED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47544" cy="539639"/>
                            <a:chOff x="3717189" y="1719497"/>
                            <a:chExt cx="1047544" cy="539639"/>
                          </a:xfrm>
                        </p:grpSpPr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334" name="3D Model 7333" descr="Sphere">
                                  <a:extLst>
                                    <a:ext uri="{FF2B5EF4-FFF2-40B4-BE49-F238E27FC236}">
                                      <a16:creationId xmlns:a16="http://schemas.microsoft.com/office/drawing/2014/main" id="{8548947D-B091-4659-A63E-DC332167EEF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770240754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335" name="Flowchart: Connector 7334">
                              <a:extLst>
                                <a:ext uri="{FF2B5EF4-FFF2-40B4-BE49-F238E27FC236}">
                                  <a16:creationId xmlns:a16="http://schemas.microsoft.com/office/drawing/2014/main" id="{F4B732CA-5404-4D65-B873-86277C448BE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336" name="3D Model 7335" descr="Sphere">
                                  <a:extLst>
                                    <a:ext uri="{FF2B5EF4-FFF2-40B4-BE49-F238E27FC236}">
                                      <a16:creationId xmlns:a16="http://schemas.microsoft.com/office/drawing/2014/main" id="{EE740373-03E5-4B7D-9B2C-82C741C54D2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578113468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337" name="Flowchart: Connector 7336">
                              <a:extLst>
                                <a:ext uri="{FF2B5EF4-FFF2-40B4-BE49-F238E27FC236}">
                                  <a16:creationId xmlns:a16="http://schemas.microsoft.com/office/drawing/2014/main" id="{2DAFFE67-AADC-4488-B392-E530B736773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338" name="3D Model 7337" descr="Sphere">
                                  <a:extLst>
                                    <a:ext uri="{FF2B5EF4-FFF2-40B4-BE49-F238E27FC236}">
                                      <a16:creationId xmlns:a16="http://schemas.microsoft.com/office/drawing/2014/main" id="{6EFD9CCA-628B-47EA-82D3-9BA33C69131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956231651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339" name="Flowchart: Connector 7338">
                              <a:extLst>
                                <a:ext uri="{FF2B5EF4-FFF2-40B4-BE49-F238E27FC236}">
                                  <a16:creationId xmlns:a16="http://schemas.microsoft.com/office/drawing/2014/main" id="{8FB138FE-4CA9-424A-8F8E-6B305743A29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340" name="3D Model 7339" descr="Sphere">
                                  <a:extLst>
                                    <a:ext uri="{FF2B5EF4-FFF2-40B4-BE49-F238E27FC236}">
                                      <a16:creationId xmlns:a16="http://schemas.microsoft.com/office/drawing/2014/main" id="{250DC8A3-A0EB-4998-9DDA-FF0078353F6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264021492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7287" name="Group 7286">
                            <a:extLst>
                              <a:ext uri="{FF2B5EF4-FFF2-40B4-BE49-F238E27FC236}">
                                <a16:creationId xmlns:a16="http://schemas.microsoft.com/office/drawing/2014/main" id="{F68EE26F-2C3A-4548-A7E8-007ED078699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7319" name="Flowchart: Connector 7318">
                              <a:extLst>
                                <a:ext uri="{FF2B5EF4-FFF2-40B4-BE49-F238E27FC236}">
                                  <a16:creationId xmlns:a16="http://schemas.microsoft.com/office/drawing/2014/main" id="{ED650676-D9CD-48DE-ACB8-37BA01C7FCC5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320" name="Flowchart: Connector 7319">
                              <a:extLst>
                                <a:ext uri="{FF2B5EF4-FFF2-40B4-BE49-F238E27FC236}">
                                  <a16:creationId xmlns:a16="http://schemas.microsoft.com/office/drawing/2014/main" id="{4EC11C68-35AE-4988-AA07-DC75B0D9131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321" name="Flowchart: Connector 7320">
                              <a:extLst>
                                <a:ext uri="{FF2B5EF4-FFF2-40B4-BE49-F238E27FC236}">
                                  <a16:creationId xmlns:a16="http://schemas.microsoft.com/office/drawing/2014/main" id="{7490E586-FE88-43A9-85AC-27A03C2B217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322" name="Flowchart: Connector 7321">
                              <a:extLst>
                                <a:ext uri="{FF2B5EF4-FFF2-40B4-BE49-F238E27FC236}">
                                  <a16:creationId xmlns:a16="http://schemas.microsoft.com/office/drawing/2014/main" id="{5E15BD5F-A1CE-4718-B913-FC0FEE74B41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323" name="Flowchart: Connector 7322">
                              <a:extLst>
                                <a:ext uri="{FF2B5EF4-FFF2-40B4-BE49-F238E27FC236}">
                                  <a16:creationId xmlns:a16="http://schemas.microsoft.com/office/drawing/2014/main" id="{7CEC7AE5-6C09-4649-9492-7650C17DC53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324" name="Flowchart: Connector 7323">
                              <a:extLst>
                                <a:ext uri="{FF2B5EF4-FFF2-40B4-BE49-F238E27FC236}">
                                  <a16:creationId xmlns:a16="http://schemas.microsoft.com/office/drawing/2014/main" id="{9CE4E293-1F32-4EC2-832D-5C30321111B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325" name="Flowchart: Connector 7324">
                              <a:extLst>
                                <a:ext uri="{FF2B5EF4-FFF2-40B4-BE49-F238E27FC236}">
                                  <a16:creationId xmlns:a16="http://schemas.microsoft.com/office/drawing/2014/main" id="{654C561E-D47C-40E7-B8BC-BE4DA7C4215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326" name="Flowchart: Connector 7325">
                              <a:extLst>
                                <a:ext uri="{FF2B5EF4-FFF2-40B4-BE49-F238E27FC236}">
                                  <a16:creationId xmlns:a16="http://schemas.microsoft.com/office/drawing/2014/main" id="{13861B08-AAE7-48E0-803E-50DEE6227F2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327" name="3D Model 7326" descr="Sphere">
                                  <a:extLst>
                                    <a:ext uri="{FF2B5EF4-FFF2-40B4-BE49-F238E27FC236}">
                                      <a16:creationId xmlns:a16="http://schemas.microsoft.com/office/drawing/2014/main" id="{DC62A727-F275-4D53-9A8E-427B9CD9467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572228554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328" name="Flowchart: Connector 7327">
                              <a:extLst>
                                <a:ext uri="{FF2B5EF4-FFF2-40B4-BE49-F238E27FC236}">
                                  <a16:creationId xmlns:a16="http://schemas.microsoft.com/office/drawing/2014/main" id="{0942B4E6-9F52-401E-908A-C7A5ABFFFF5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329" name="3D Model 7328" descr="Sphere">
                                  <a:extLst>
                                    <a:ext uri="{FF2B5EF4-FFF2-40B4-BE49-F238E27FC236}">
                                      <a16:creationId xmlns:a16="http://schemas.microsoft.com/office/drawing/2014/main" id="{97343B9D-5F92-4C24-83BE-72EC6C072F2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378687043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330" name="Flowchart: Connector 7329">
                              <a:extLst>
                                <a:ext uri="{FF2B5EF4-FFF2-40B4-BE49-F238E27FC236}">
                                  <a16:creationId xmlns:a16="http://schemas.microsoft.com/office/drawing/2014/main" id="{2B99B6D2-8604-49E2-B842-9534EFEE5E2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331" name="3D Model 7330" descr="Sphere">
                                  <a:extLst>
                                    <a:ext uri="{FF2B5EF4-FFF2-40B4-BE49-F238E27FC236}">
                                      <a16:creationId xmlns:a16="http://schemas.microsoft.com/office/drawing/2014/main" id="{9D35AEDA-FBB5-4242-AB7B-9544D3CE414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482451124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332" name="Flowchart: Connector 7331">
                              <a:extLst>
                                <a:ext uri="{FF2B5EF4-FFF2-40B4-BE49-F238E27FC236}">
                                  <a16:creationId xmlns:a16="http://schemas.microsoft.com/office/drawing/2014/main" id="{79D42843-AFAF-40F6-999D-93A07751B3F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333" name="3D Model 7332" descr="Sphere">
                                  <a:extLst>
                                    <a:ext uri="{FF2B5EF4-FFF2-40B4-BE49-F238E27FC236}">
                                      <a16:creationId xmlns:a16="http://schemas.microsoft.com/office/drawing/2014/main" id="{7EAE9046-0743-4EC8-9DED-E4B3908F9BC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915154519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7288" name="Group 7287">
                            <a:extLst>
                              <a:ext uri="{FF2B5EF4-FFF2-40B4-BE49-F238E27FC236}">
                                <a16:creationId xmlns:a16="http://schemas.microsoft.com/office/drawing/2014/main" id="{65ABAC43-A39F-44EF-B18B-3E5A6F25A0A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7304" name="Flowchart: Connector 7303">
                              <a:extLst>
                                <a:ext uri="{FF2B5EF4-FFF2-40B4-BE49-F238E27FC236}">
                                  <a16:creationId xmlns:a16="http://schemas.microsoft.com/office/drawing/2014/main" id="{0D3CD110-60AE-46AB-969C-602844C64A95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305" name="Flowchart: Connector 7304">
                              <a:extLst>
                                <a:ext uri="{FF2B5EF4-FFF2-40B4-BE49-F238E27FC236}">
                                  <a16:creationId xmlns:a16="http://schemas.microsoft.com/office/drawing/2014/main" id="{2AEAC965-68AA-42FE-9F60-795FB459119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306" name="Flowchart: Connector 7305">
                              <a:extLst>
                                <a:ext uri="{FF2B5EF4-FFF2-40B4-BE49-F238E27FC236}">
                                  <a16:creationId xmlns:a16="http://schemas.microsoft.com/office/drawing/2014/main" id="{25D19588-46EF-4BB5-A9F4-F36F82690E25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307" name="Flowchart: Connector 7306">
                              <a:extLst>
                                <a:ext uri="{FF2B5EF4-FFF2-40B4-BE49-F238E27FC236}">
                                  <a16:creationId xmlns:a16="http://schemas.microsoft.com/office/drawing/2014/main" id="{84E7F907-8394-497D-AC0F-EA1D3110D65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308" name="Flowchart: Connector 7307">
                              <a:extLst>
                                <a:ext uri="{FF2B5EF4-FFF2-40B4-BE49-F238E27FC236}">
                                  <a16:creationId xmlns:a16="http://schemas.microsoft.com/office/drawing/2014/main" id="{724F9799-517D-471F-AC3E-EE54E5C2323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309" name="Flowchart: Connector 7308">
                              <a:extLst>
                                <a:ext uri="{FF2B5EF4-FFF2-40B4-BE49-F238E27FC236}">
                                  <a16:creationId xmlns:a16="http://schemas.microsoft.com/office/drawing/2014/main" id="{6DF2146B-362D-42BF-B4F7-3542F760F7B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310" name="Flowchart: Connector 7309">
                              <a:extLst>
                                <a:ext uri="{FF2B5EF4-FFF2-40B4-BE49-F238E27FC236}">
                                  <a16:creationId xmlns:a16="http://schemas.microsoft.com/office/drawing/2014/main" id="{0A9B4BC5-71BA-483D-AD57-9433C27F829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311" name="Flowchart: Connector 7310">
                              <a:extLst>
                                <a:ext uri="{FF2B5EF4-FFF2-40B4-BE49-F238E27FC236}">
                                  <a16:creationId xmlns:a16="http://schemas.microsoft.com/office/drawing/2014/main" id="{47FD1E10-3FC9-4957-AE78-F4198DEF9CA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312" name="3D Model 7311" descr="Sphere">
                                  <a:extLst>
                                    <a:ext uri="{FF2B5EF4-FFF2-40B4-BE49-F238E27FC236}">
                                      <a16:creationId xmlns:a16="http://schemas.microsoft.com/office/drawing/2014/main" id="{CDCAB95C-488B-48A0-9EAF-0C65143F51C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199325671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313" name="Flowchart: Connector 7312">
                              <a:extLst>
                                <a:ext uri="{FF2B5EF4-FFF2-40B4-BE49-F238E27FC236}">
                                  <a16:creationId xmlns:a16="http://schemas.microsoft.com/office/drawing/2014/main" id="{FB915441-B0EF-47A6-9D02-0965EE5443D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314" name="3D Model 7313" descr="Sphere">
                                  <a:extLst>
                                    <a:ext uri="{FF2B5EF4-FFF2-40B4-BE49-F238E27FC236}">
                                      <a16:creationId xmlns:a16="http://schemas.microsoft.com/office/drawing/2014/main" id="{8E639B9E-C6F1-4544-9D5B-A3811D818F6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64551901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315" name="Flowchart: Connector 7314">
                              <a:extLst>
                                <a:ext uri="{FF2B5EF4-FFF2-40B4-BE49-F238E27FC236}">
                                  <a16:creationId xmlns:a16="http://schemas.microsoft.com/office/drawing/2014/main" id="{C35E8CAF-208D-460A-9141-6C75FDCC93C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316" name="3D Model 7315" descr="Sphere">
                                  <a:extLst>
                                    <a:ext uri="{FF2B5EF4-FFF2-40B4-BE49-F238E27FC236}">
                                      <a16:creationId xmlns:a16="http://schemas.microsoft.com/office/drawing/2014/main" id="{B8E1DA7A-9146-4C8E-969F-7844C3D01A8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55227469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317" name="Flowchart: Connector 7316">
                              <a:extLst>
                                <a:ext uri="{FF2B5EF4-FFF2-40B4-BE49-F238E27FC236}">
                                  <a16:creationId xmlns:a16="http://schemas.microsoft.com/office/drawing/2014/main" id="{64DAE88B-1EA0-4BCB-A0B9-91478516934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318" name="3D Model 7317" descr="Sphere">
                                  <a:extLst>
                                    <a:ext uri="{FF2B5EF4-FFF2-40B4-BE49-F238E27FC236}">
                                      <a16:creationId xmlns:a16="http://schemas.microsoft.com/office/drawing/2014/main" id="{FD0C603A-2867-4D3F-9B06-25D312E3A56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704243272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7289" name="Flowchart: Connector 7288">
                            <a:extLst>
                              <a:ext uri="{FF2B5EF4-FFF2-40B4-BE49-F238E27FC236}">
                                <a16:creationId xmlns:a16="http://schemas.microsoft.com/office/drawing/2014/main" id="{8633C47D-A6E6-4CB8-9BD8-2C46F5D457F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290" name="Flowchart: Connector 7289">
                            <a:extLst>
                              <a:ext uri="{FF2B5EF4-FFF2-40B4-BE49-F238E27FC236}">
                                <a16:creationId xmlns:a16="http://schemas.microsoft.com/office/drawing/2014/main" id="{E3FD3D27-1F8A-4F54-8C0F-FEE44EEE521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291" name="Flowchart: Connector 7290">
                            <a:extLst>
                              <a:ext uri="{FF2B5EF4-FFF2-40B4-BE49-F238E27FC236}">
                                <a16:creationId xmlns:a16="http://schemas.microsoft.com/office/drawing/2014/main" id="{AC340454-0B8D-4061-BFDC-3FDD6E37458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292" name="Flowchart: Connector 7291">
                            <a:extLst>
                              <a:ext uri="{FF2B5EF4-FFF2-40B4-BE49-F238E27FC236}">
                                <a16:creationId xmlns:a16="http://schemas.microsoft.com/office/drawing/2014/main" id="{0F1310CC-4D7D-4CF5-BFEF-BD4C55A0D78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293" name="Flowchart: Connector 7292">
                            <a:extLst>
                              <a:ext uri="{FF2B5EF4-FFF2-40B4-BE49-F238E27FC236}">
                                <a16:creationId xmlns:a16="http://schemas.microsoft.com/office/drawing/2014/main" id="{37C3B6AB-4DF1-4025-A0A4-1DEADE11F86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294" name="Flowchart: Connector 7293">
                            <a:extLst>
                              <a:ext uri="{FF2B5EF4-FFF2-40B4-BE49-F238E27FC236}">
                                <a16:creationId xmlns:a16="http://schemas.microsoft.com/office/drawing/2014/main" id="{EE92FBB4-7FF9-4983-887A-081C313B3F5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295" name="Flowchart: Connector 7294">
                            <a:extLst>
                              <a:ext uri="{FF2B5EF4-FFF2-40B4-BE49-F238E27FC236}">
                                <a16:creationId xmlns:a16="http://schemas.microsoft.com/office/drawing/2014/main" id="{0E05B852-CA4C-4ABC-BAEB-A08AED427AB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296" name="Flowchart: Connector 7295">
                            <a:extLst>
                              <a:ext uri="{FF2B5EF4-FFF2-40B4-BE49-F238E27FC236}">
                                <a16:creationId xmlns:a16="http://schemas.microsoft.com/office/drawing/2014/main" id="{BA8BC120-2039-4A4F-9EDA-C4CD379FC21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297" name="3D Model 7296" descr="Sphere">
                                <a:extLst>
                                  <a:ext uri="{FF2B5EF4-FFF2-40B4-BE49-F238E27FC236}">
                                    <a16:creationId xmlns:a16="http://schemas.microsoft.com/office/drawing/2014/main" id="{87B1D121-8F08-4996-8D9B-3504A3447EC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637497757"/>
                                  </p:ext>
                                </p:extLst>
                              </p:nvPr>
                            </p:nvGraphicFramePr>
                            <p:xfrm>
                              <a:off x="2134543" y="1523034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151" name="3D Model 2150" descr="Sphere">
                                <a:extLst>
                                  <a:ext uri="{FF2B5EF4-FFF2-40B4-BE49-F238E27FC236}">
                                    <a16:creationId xmlns:a16="http://schemas.microsoft.com/office/drawing/2014/main" id="{CD7E91E2-01A9-4E2C-AF8C-F2CB07347B3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07450" y="2211700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298" name="Flowchart: Connector 7297">
                            <a:extLst>
                              <a:ext uri="{FF2B5EF4-FFF2-40B4-BE49-F238E27FC236}">
                                <a16:creationId xmlns:a16="http://schemas.microsoft.com/office/drawing/2014/main" id="{FE5B1374-B6DC-4324-A9EC-44F274576F1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299" name="3D Model 7298" descr="Sphere">
                                <a:extLst>
                                  <a:ext uri="{FF2B5EF4-FFF2-40B4-BE49-F238E27FC236}">
                                    <a16:creationId xmlns:a16="http://schemas.microsoft.com/office/drawing/2014/main" id="{9BB3947A-DC55-4B84-BC91-D82D66270FB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959279651"/>
                                  </p:ext>
                                </p:extLst>
                              </p:nvPr>
                            </p:nvGraphicFramePr>
                            <p:xfrm>
                              <a:off x="2371307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153" name="3D Model 2152" descr="Sphere">
                                <a:extLst>
                                  <a:ext uri="{FF2B5EF4-FFF2-40B4-BE49-F238E27FC236}">
                                    <a16:creationId xmlns:a16="http://schemas.microsoft.com/office/drawing/2014/main" id="{9D317D21-F788-4C2D-899D-DAFF242CDD1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48578" y="222238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300" name="Flowchart: Connector 7299">
                            <a:extLst>
                              <a:ext uri="{FF2B5EF4-FFF2-40B4-BE49-F238E27FC236}">
                                <a16:creationId xmlns:a16="http://schemas.microsoft.com/office/drawing/2014/main" id="{24C2966D-27AE-48BA-941C-3FCB795DB3A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4559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301" name="3D Model 7300" descr="Sphere">
                                <a:extLst>
                                  <a:ext uri="{FF2B5EF4-FFF2-40B4-BE49-F238E27FC236}">
                                    <a16:creationId xmlns:a16="http://schemas.microsoft.com/office/drawing/2014/main" id="{F5FA1D8A-4272-4994-BEB0-AEC4E04E2B9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186684064"/>
                                  </p:ext>
                                </p:extLst>
                              </p:nvPr>
                            </p:nvGraphicFramePr>
                            <p:xfrm>
                              <a:off x="2609177" y="164155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155" name="3D Model 2154" descr="Sphere">
                                <a:extLst>
                                  <a:ext uri="{FF2B5EF4-FFF2-40B4-BE49-F238E27FC236}">
                                    <a16:creationId xmlns:a16="http://schemas.microsoft.com/office/drawing/2014/main" id="{5529AA52-A46B-47B4-AAC2-246AF1B78AC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89897" y="223402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302" name="Flowchart: Connector 7301">
                            <a:extLst>
                              <a:ext uri="{FF2B5EF4-FFF2-40B4-BE49-F238E27FC236}">
                                <a16:creationId xmlns:a16="http://schemas.microsoft.com/office/drawing/2014/main" id="{851FAF3D-E2E4-417B-A936-7295FE5E2CD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303" name="3D Model 7302" descr="Sphere">
                                <a:extLst>
                                  <a:ext uri="{FF2B5EF4-FFF2-40B4-BE49-F238E27FC236}">
                                    <a16:creationId xmlns:a16="http://schemas.microsoft.com/office/drawing/2014/main" id="{C095EE7F-1A2E-47F4-B5BF-E2AD0CD8BA8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546567543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6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6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157" name="3D Model 2156" descr="Sphere">
                                <a:extLst>
                                  <a:ext uri="{FF2B5EF4-FFF2-40B4-BE49-F238E27FC236}">
                                    <a16:creationId xmlns:a16="http://schemas.microsoft.com/office/drawing/2014/main" id="{11EA1A91-8B75-48A3-B089-8191363D0BF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136523" y="2250416"/>
                                <a:ext cx="51046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7064" name="Group 7063">
                        <a:extLst>
                          <a:ext uri="{FF2B5EF4-FFF2-40B4-BE49-F238E27FC236}">
                            <a16:creationId xmlns:a16="http://schemas.microsoft.com/office/drawing/2014/main" id="{B318D99E-6701-4B4C-8499-56E78702655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3325" y="2268938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7281" name="Flowchart: Connector 7280">
                          <a:extLst>
                            <a:ext uri="{FF2B5EF4-FFF2-40B4-BE49-F238E27FC236}">
                              <a16:creationId xmlns:a16="http://schemas.microsoft.com/office/drawing/2014/main" id="{D66F0A39-83AC-4999-93CA-3F0CBAF90E6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282" name="Flowchart: Connector 7281">
                          <a:extLst>
                            <a:ext uri="{FF2B5EF4-FFF2-40B4-BE49-F238E27FC236}">
                              <a16:creationId xmlns:a16="http://schemas.microsoft.com/office/drawing/2014/main" id="{79843DEE-4F25-4F60-A30E-C966E071651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283" name="Flowchart: Connector 7282">
                          <a:extLst>
                            <a:ext uri="{FF2B5EF4-FFF2-40B4-BE49-F238E27FC236}">
                              <a16:creationId xmlns:a16="http://schemas.microsoft.com/office/drawing/2014/main" id="{9BC9DF63-D177-4B05-9C2A-5955948D6A1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7065" name="Flowchart: Connector 7064">
                        <a:extLst>
                          <a:ext uri="{FF2B5EF4-FFF2-40B4-BE49-F238E27FC236}">
                            <a16:creationId xmlns:a16="http://schemas.microsoft.com/office/drawing/2014/main" id="{F9FFEA97-AF46-4569-B132-26E566477D1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37026" y="201261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066" name="Flowchart: Connector 7065">
                        <a:extLst>
                          <a:ext uri="{FF2B5EF4-FFF2-40B4-BE49-F238E27FC236}">
                            <a16:creationId xmlns:a16="http://schemas.microsoft.com/office/drawing/2014/main" id="{F7853964-72B2-4004-AC87-724C8F02430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588002" y="208727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7067" name="Group 7066">
                        <a:extLst>
                          <a:ext uri="{FF2B5EF4-FFF2-40B4-BE49-F238E27FC236}">
                            <a16:creationId xmlns:a16="http://schemas.microsoft.com/office/drawing/2014/main" id="{A2B571FE-06FB-4811-B2CE-4C87CD9B6C42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228750">
                        <a:off x="1171220" y="1918660"/>
                        <a:ext cx="698062" cy="387533"/>
                        <a:chOff x="854933" y="2290871"/>
                        <a:chExt cx="698062" cy="387533"/>
                      </a:xfrm>
                    </p:grpSpPr>
                    <p:sp>
                      <p:nvSpPr>
                        <p:cNvPr id="7278" name="Flowchart: Connector 7277">
                          <a:extLst>
                            <a:ext uri="{FF2B5EF4-FFF2-40B4-BE49-F238E27FC236}">
                              <a16:creationId xmlns:a16="http://schemas.microsoft.com/office/drawing/2014/main" id="{73EE7A04-514C-4B51-A7D6-269C5FB1431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3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279" name="Flowchart: Connector 7278">
                          <a:extLst>
                            <a:ext uri="{FF2B5EF4-FFF2-40B4-BE49-F238E27FC236}">
                              <a16:creationId xmlns:a16="http://schemas.microsoft.com/office/drawing/2014/main" id="{16DBC9A7-7E5E-4839-86E0-3832F81A41C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5206" y="2377897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280" name="Flowchart: Connector 7279">
                          <a:extLst>
                            <a:ext uri="{FF2B5EF4-FFF2-40B4-BE49-F238E27FC236}">
                              <a16:creationId xmlns:a16="http://schemas.microsoft.com/office/drawing/2014/main" id="{F854BC98-31D2-474E-B636-44BAC4FAD1F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41136" y="2462404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7068" name="Group 7067">
                        <a:extLst>
                          <a:ext uri="{FF2B5EF4-FFF2-40B4-BE49-F238E27FC236}">
                            <a16:creationId xmlns:a16="http://schemas.microsoft.com/office/drawing/2014/main" id="{7A3DAA6E-BF26-4883-B74B-D24AC676502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49741" y="1890320"/>
                        <a:ext cx="1098636" cy="1497980"/>
                        <a:chOff x="2089993" y="1501770"/>
                        <a:chExt cx="1098636" cy="1497980"/>
                      </a:xfrm>
                    </p:grpSpPr>
                    <p:grpSp>
                      <p:nvGrpSpPr>
                        <p:cNvPr id="7213" name="Group 7212">
                          <a:extLst>
                            <a:ext uri="{FF2B5EF4-FFF2-40B4-BE49-F238E27FC236}">
                              <a16:creationId xmlns:a16="http://schemas.microsoft.com/office/drawing/2014/main" id="{65C70FC3-83A9-4FCA-AC2C-577DEE9A301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34990"/>
                          <a:ext cx="101484" cy="1051941"/>
                          <a:chOff x="1800622" y="2329236"/>
                          <a:chExt cx="101484" cy="1051941"/>
                        </a:xfrm>
                      </p:grpSpPr>
                      <p:sp>
                        <p:nvSpPr>
                          <p:cNvPr id="7274" name="Flowchart: Connector 7273">
                            <a:extLst>
                              <a:ext uri="{FF2B5EF4-FFF2-40B4-BE49-F238E27FC236}">
                                <a16:creationId xmlns:a16="http://schemas.microsoft.com/office/drawing/2014/main" id="{41ED2145-1EE1-45C5-BD21-DFA675CFC10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275" name="Flowchart: Connector 7274">
                            <a:extLst>
                              <a:ext uri="{FF2B5EF4-FFF2-40B4-BE49-F238E27FC236}">
                                <a16:creationId xmlns:a16="http://schemas.microsoft.com/office/drawing/2014/main" id="{B1C349B6-190D-4D14-9B0B-0879AE24686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276" name="Flowchart: Connector 7275">
                            <a:extLst>
                              <a:ext uri="{FF2B5EF4-FFF2-40B4-BE49-F238E27FC236}">
                                <a16:creationId xmlns:a16="http://schemas.microsoft.com/office/drawing/2014/main" id="{004B8A6E-7728-4EE2-975E-58556B808FD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277" name="Flowchart: Connector 7276">
                            <a:extLst>
                              <a:ext uri="{FF2B5EF4-FFF2-40B4-BE49-F238E27FC236}">
                                <a16:creationId xmlns:a16="http://schemas.microsoft.com/office/drawing/2014/main" id="{58552BB8-9BA4-47FF-9FB0-5D3337E4682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2923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7214" name="Group 7213">
                          <a:extLst>
                            <a:ext uri="{FF2B5EF4-FFF2-40B4-BE49-F238E27FC236}">
                              <a16:creationId xmlns:a16="http://schemas.microsoft.com/office/drawing/2014/main" id="{5111C158-6DA3-497A-AF60-054AC57FF33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01770"/>
                          <a:ext cx="1074397" cy="1497980"/>
                          <a:chOff x="2114232" y="1501770"/>
                          <a:chExt cx="1074397" cy="1497980"/>
                        </a:xfrm>
                      </p:grpSpPr>
                      <p:grpSp>
                        <p:nvGrpSpPr>
                          <p:cNvPr id="7215" name="Group 7214">
                            <a:extLst>
                              <a:ext uri="{FF2B5EF4-FFF2-40B4-BE49-F238E27FC236}">
                                <a16:creationId xmlns:a16="http://schemas.microsoft.com/office/drawing/2014/main" id="{3483A533-C86C-46A1-AFF8-284F86DE1C4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7266" name="Flowchart: Connector 7265">
                              <a:extLst>
                                <a:ext uri="{FF2B5EF4-FFF2-40B4-BE49-F238E27FC236}">
                                  <a16:creationId xmlns:a16="http://schemas.microsoft.com/office/drawing/2014/main" id="{7B45BB04-3E5E-402F-ADA2-06DF3E2DA50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267" name="3D Model 7266" descr="Sphere">
                                  <a:extLst>
                                    <a:ext uri="{FF2B5EF4-FFF2-40B4-BE49-F238E27FC236}">
                                      <a16:creationId xmlns:a16="http://schemas.microsoft.com/office/drawing/2014/main" id="{F9960BB5-A9B4-468D-AE94-77140DB373E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843094784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268" name="Flowchart: Connector 7267">
                              <a:extLst>
                                <a:ext uri="{FF2B5EF4-FFF2-40B4-BE49-F238E27FC236}">
                                  <a16:creationId xmlns:a16="http://schemas.microsoft.com/office/drawing/2014/main" id="{30570D8B-287C-4780-91E8-6CDB2ACBBBF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269" name="3D Model 7268" descr="Sphere">
                                  <a:extLst>
                                    <a:ext uri="{FF2B5EF4-FFF2-40B4-BE49-F238E27FC236}">
                                      <a16:creationId xmlns:a16="http://schemas.microsoft.com/office/drawing/2014/main" id="{F972F4C2-EC94-47F5-9258-9C3D7F8B32C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38816974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270" name="Flowchart: Connector 7269">
                              <a:extLst>
                                <a:ext uri="{FF2B5EF4-FFF2-40B4-BE49-F238E27FC236}">
                                  <a16:creationId xmlns:a16="http://schemas.microsoft.com/office/drawing/2014/main" id="{DCA7ACA2-6C86-409C-8BEA-FD52E97C4DF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271" name="3D Model 7270" descr="Sphere">
                                  <a:extLst>
                                    <a:ext uri="{FF2B5EF4-FFF2-40B4-BE49-F238E27FC236}">
                                      <a16:creationId xmlns:a16="http://schemas.microsoft.com/office/drawing/2014/main" id="{E0DA078A-6B08-4186-9D1D-1B5CF7119E65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232896624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272" name="Flowchart: Connector 7271">
                              <a:extLst>
                                <a:ext uri="{FF2B5EF4-FFF2-40B4-BE49-F238E27FC236}">
                                  <a16:creationId xmlns:a16="http://schemas.microsoft.com/office/drawing/2014/main" id="{F5037DBE-EADC-4E5F-A639-C69B858BAA2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273" name="3D Model 72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83A8655-529B-4A01-BC34-2CBA8CE0880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60386020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7216" name="Group 7215">
                            <a:extLst>
                              <a:ext uri="{FF2B5EF4-FFF2-40B4-BE49-F238E27FC236}">
                                <a16:creationId xmlns:a16="http://schemas.microsoft.com/office/drawing/2014/main" id="{CBC0E21A-2D29-4217-832A-E55D5FA2B9A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7250" name="Flowchart: Connector 7249">
                              <a:extLst>
                                <a:ext uri="{FF2B5EF4-FFF2-40B4-BE49-F238E27FC236}">
                                  <a16:creationId xmlns:a16="http://schemas.microsoft.com/office/drawing/2014/main" id="{A293EF7E-67D9-4B8F-B5CF-DDBB6687DB6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251" name="Flowchart: Connector 7250">
                              <a:extLst>
                                <a:ext uri="{FF2B5EF4-FFF2-40B4-BE49-F238E27FC236}">
                                  <a16:creationId xmlns:a16="http://schemas.microsoft.com/office/drawing/2014/main" id="{6470FC78-3D33-44D3-B932-C7293782446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252" name="Flowchart: Connector 7251">
                              <a:extLst>
                                <a:ext uri="{FF2B5EF4-FFF2-40B4-BE49-F238E27FC236}">
                                  <a16:creationId xmlns:a16="http://schemas.microsoft.com/office/drawing/2014/main" id="{E1A99C94-1321-406C-BFEA-267553DF494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253" name="Flowchart: Connector 7252">
                              <a:extLst>
                                <a:ext uri="{FF2B5EF4-FFF2-40B4-BE49-F238E27FC236}">
                                  <a16:creationId xmlns:a16="http://schemas.microsoft.com/office/drawing/2014/main" id="{7E7E8E63-C96A-4BD2-8DD0-78DB7ABFAF3C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254" name="Flowchart: Connector 7253">
                              <a:extLst>
                                <a:ext uri="{FF2B5EF4-FFF2-40B4-BE49-F238E27FC236}">
                                  <a16:creationId xmlns:a16="http://schemas.microsoft.com/office/drawing/2014/main" id="{A01B1909-3A97-499E-81A0-1E18B16A08A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255" name="Flowchart: Connector 7254">
                              <a:extLst>
                                <a:ext uri="{FF2B5EF4-FFF2-40B4-BE49-F238E27FC236}">
                                  <a16:creationId xmlns:a16="http://schemas.microsoft.com/office/drawing/2014/main" id="{47E44095-65F8-48C2-A0E6-C34CAEF40E8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256" name="Flowchart: Connector 7255">
                              <a:extLst>
                                <a:ext uri="{FF2B5EF4-FFF2-40B4-BE49-F238E27FC236}">
                                  <a16:creationId xmlns:a16="http://schemas.microsoft.com/office/drawing/2014/main" id="{54930F6A-78A8-4974-BA9C-B67EE5902F7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257" name="Flowchart: Connector 7256">
                              <a:extLst>
                                <a:ext uri="{FF2B5EF4-FFF2-40B4-BE49-F238E27FC236}">
                                  <a16:creationId xmlns:a16="http://schemas.microsoft.com/office/drawing/2014/main" id="{76DBEE83-EF12-4855-B289-E4EB19624C4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258" name="Flowchart: Connector 7257">
                              <a:extLst>
                                <a:ext uri="{FF2B5EF4-FFF2-40B4-BE49-F238E27FC236}">
                                  <a16:creationId xmlns:a16="http://schemas.microsoft.com/office/drawing/2014/main" id="{9032F495-279F-4F33-8AA3-76C3BD6DD89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259" name="3D Model 7258" descr="Sphere">
                                  <a:extLst>
                                    <a:ext uri="{FF2B5EF4-FFF2-40B4-BE49-F238E27FC236}">
                                      <a16:creationId xmlns:a16="http://schemas.microsoft.com/office/drawing/2014/main" id="{B140C1C2-69AF-486A-84B2-0086167252D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18066484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260" name="Flowchart: Connector 7259">
                              <a:extLst>
                                <a:ext uri="{FF2B5EF4-FFF2-40B4-BE49-F238E27FC236}">
                                  <a16:creationId xmlns:a16="http://schemas.microsoft.com/office/drawing/2014/main" id="{33766660-8226-4AEB-900E-7D7947B1291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261" name="3D Model 7260" descr="Sphere">
                                  <a:extLst>
                                    <a:ext uri="{FF2B5EF4-FFF2-40B4-BE49-F238E27FC236}">
                                      <a16:creationId xmlns:a16="http://schemas.microsoft.com/office/drawing/2014/main" id="{EB87DF4E-01A1-4E00-A8B6-FB37607DC04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307482712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262" name="Flowchart: Connector 7261">
                              <a:extLst>
                                <a:ext uri="{FF2B5EF4-FFF2-40B4-BE49-F238E27FC236}">
                                  <a16:creationId xmlns:a16="http://schemas.microsoft.com/office/drawing/2014/main" id="{1608BA86-661D-4B71-A176-133C9284D65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263" name="3D Model 7262" descr="Sphere">
                                  <a:extLst>
                                    <a:ext uri="{FF2B5EF4-FFF2-40B4-BE49-F238E27FC236}">
                                      <a16:creationId xmlns:a16="http://schemas.microsoft.com/office/drawing/2014/main" id="{8140016E-1787-4E3A-80B0-932525AD3E2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805136189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264" name="Flowchart: Connector 7263">
                              <a:extLst>
                                <a:ext uri="{FF2B5EF4-FFF2-40B4-BE49-F238E27FC236}">
                                  <a16:creationId xmlns:a16="http://schemas.microsoft.com/office/drawing/2014/main" id="{5934CF87-22E2-45FF-9370-354E88D08AE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265" name="3D Model 7264" descr="Sphere">
                                  <a:extLst>
                                    <a:ext uri="{FF2B5EF4-FFF2-40B4-BE49-F238E27FC236}">
                                      <a16:creationId xmlns:a16="http://schemas.microsoft.com/office/drawing/2014/main" id="{92557209-9FC9-45FD-A91E-375F519BE17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791761971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7217" name="Group 7216">
                            <a:extLst>
                              <a:ext uri="{FF2B5EF4-FFF2-40B4-BE49-F238E27FC236}">
                                <a16:creationId xmlns:a16="http://schemas.microsoft.com/office/drawing/2014/main" id="{E1B52CC3-0B30-43B7-8649-539016EE5B0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7234" name="Flowchart: Connector 7233">
                              <a:extLst>
                                <a:ext uri="{FF2B5EF4-FFF2-40B4-BE49-F238E27FC236}">
                                  <a16:creationId xmlns:a16="http://schemas.microsoft.com/office/drawing/2014/main" id="{4C43D981-5221-4BD5-82B6-8344B717CC5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235" name="Flowchart: Connector 7234">
                              <a:extLst>
                                <a:ext uri="{FF2B5EF4-FFF2-40B4-BE49-F238E27FC236}">
                                  <a16:creationId xmlns:a16="http://schemas.microsoft.com/office/drawing/2014/main" id="{82463FEA-B96E-43DE-A4E8-8A8690657F8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236" name="Flowchart: Connector 7235">
                              <a:extLst>
                                <a:ext uri="{FF2B5EF4-FFF2-40B4-BE49-F238E27FC236}">
                                  <a16:creationId xmlns:a16="http://schemas.microsoft.com/office/drawing/2014/main" id="{3A9010A0-B5AA-41F5-8C8B-EE6354202E6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237" name="Flowchart: Connector 7236">
                              <a:extLst>
                                <a:ext uri="{FF2B5EF4-FFF2-40B4-BE49-F238E27FC236}">
                                  <a16:creationId xmlns:a16="http://schemas.microsoft.com/office/drawing/2014/main" id="{15737FD2-DB21-448F-88FA-67DEEFEFF1D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238" name="Flowchart: Connector 7237">
                              <a:extLst>
                                <a:ext uri="{FF2B5EF4-FFF2-40B4-BE49-F238E27FC236}">
                                  <a16:creationId xmlns:a16="http://schemas.microsoft.com/office/drawing/2014/main" id="{837FC6FE-88BF-46B9-A80D-CAADECEA7C8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239" name="Flowchart: Connector 7238">
                              <a:extLst>
                                <a:ext uri="{FF2B5EF4-FFF2-40B4-BE49-F238E27FC236}">
                                  <a16:creationId xmlns:a16="http://schemas.microsoft.com/office/drawing/2014/main" id="{0A12CD24-1D13-4577-A2D0-2A7FB755FA7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240" name="Flowchart: Connector 7239">
                              <a:extLst>
                                <a:ext uri="{FF2B5EF4-FFF2-40B4-BE49-F238E27FC236}">
                                  <a16:creationId xmlns:a16="http://schemas.microsoft.com/office/drawing/2014/main" id="{A3BBAFBB-C53E-4D15-9D55-F3ABED94648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241" name="Flowchart: Connector 7240">
                              <a:extLst>
                                <a:ext uri="{FF2B5EF4-FFF2-40B4-BE49-F238E27FC236}">
                                  <a16:creationId xmlns:a16="http://schemas.microsoft.com/office/drawing/2014/main" id="{7D3754B7-D11C-4EE4-A08D-A0E66DA2F88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242" name="Flowchart: Connector 7241">
                              <a:extLst>
                                <a:ext uri="{FF2B5EF4-FFF2-40B4-BE49-F238E27FC236}">
                                  <a16:creationId xmlns:a16="http://schemas.microsoft.com/office/drawing/2014/main" id="{689F79DA-1153-44C5-ACB6-5A5F416BC0E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243" name="3D Model 7242" descr="Sphere">
                                  <a:extLst>
                                    <a:ext uri="{FF2B5EF4-FFF2-40B4-BE49-F238E27FC236}">
                                      <a16:creationId xmlns:a16="http://schemas.microsoft.com/office/drawing/2014/main" id="{DFB109FF-441A-474D-8842-1D916F68774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607239493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244" name="Flowchart: Connector 7243">
                              <a:extLst>
                                <a:ext uri="{FF2B5EF4-FFF2-40B4-BE49-F238E27FC236}">
                                  <a16:creationId xmlns:a16="http://schemas.microsoft.com/office/drawing/2014/main" id="{32EC7686-0B53-4B7C-9315-C9EE077C83C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245" name="3D Model 7244" descr="Sphere">
                                  <a:extLst>
                                    <a:ext uri="{FF2B5EF4-FFF2-40B4-BE49-F238E27FC236}">
                                      <a16:creationId xmlns:a16="http://schemas.microsoft.com/office/drawing/2014/main" id="{84F4B7A3-AF4A-4D64-8D2B-48AE261ED24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682213660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246" name="Flowchart: Connector 7245">
                              <a:extLst>
                                <a:ext uri="{FF2B5EF4-FFF2-40B4-BE49-F238E27FC236}">
                                  <a16:creationId xmlns:a16="http://schemas.microsoft.com/office/drawing/2014/main" id="{ECD59DAD-5BBE-4D78-A35A-55BC1757DEB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247" name="3D Model 7246" descr="Sphere">
                                  <a:extLst>
                                    <a:ext uri="{FF2B5EF4-FFF2-40B4-BE49-F238E27FC236}">
                                      <a16:creationId xmlns:a16="http://schemas.microsoft.com/office/drawing/2014/main" id="{CACC7234-7655-4930-BBE4-5494F82D6E5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41071624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248" name="Flowchart: Connector 7247">
                              <a:extLst>
                                <a:ext uri="{FF2B5EF4-FFF2-40B4-BE49-F238E27FC236}">
                                  <a16:creationId xmlns:a16="http://schemas.microsoft.com/office/drawing/2014/main" id="{928ED353-1489-4438-9DE1-59083FF8B76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249" name="3D Model 7248" descr="Sphere">
                                  <a:extLst>
                                    <a:ext uri="{FF2B5EF4-FFF2-40B4-BE49-F238E27FC236}">
                                      <a16:creationId xmlns:a16="http://schemas.microsoft.com/office/drawing/2014/main" id="{C052C6F3-3EC8-4444-A6D8-D5F03F82992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721646049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7218" name="Flowchart: Connector 7217">
                            <a:extLst>
                              <a:ext uri="{FF2B5EF4-FFF2-40B4-BE49-F238E27FC236}">
                                <a16:creationId xmlns:a16="http://schemas.microsoft.com/office/drawing/2014/main" id="{D0C03818-0F11-43DC-A8B7-D19D3C37D36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219" name="Flowchart: Connector 7218">
                            <a:extLst>
                              <a:ext uri="{FF2B5EF4-FFF2-40B4-BE49-F238E27FC236}">
                                <a16:creationId xmlns:a16="http://schemas.microsoft.com/office/drawing/2014/main" id="{A0E65A68-FBA4-456D-A8F4-ABE989E553D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220" name="Flowchart: Connector 7219">
                            <a:extLst>
                              <a:ext uri="{FF2B5EF4-FFF2-40B4-BE49-F238E27FC236}">
                                <a16:creationId xmlns:a16="http://schemas.microsoft.com/office/drawing/2014/main" id="{9E39B02D-0BC4-459F-98F0-70F3F9386FD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221" name="Flowchart: Connector 7220">
                            <a:extLst>
                              <a:ext uri="{FF2B5EF4-FFF2-40B4-BE49-F238E27FC236}">
                                <a16:creationId xmlns:a16="http://schemas.microsoft.com/office/drawing/2014/main" id="{C65AC485-3460-4F56-9ADE-E1DD586D880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222" name="Flowchart: Connector 7221">
                            <a:extLst>
                              <a:ext uri="{FF2B5EF4-FFF2-40B4-BE49-F238E27FC236}">
                                <a16:creationId xmlns:a16="http://schemas.microsoft.com/office/drawing/2014/main" id="{AD1E37A8-B8AD-4D90-9EC0-DA53C1E1686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223" name="Flowchart: Connector 7222">
                            <a:extLst>
                              <a:ext uri="{FF2B5EF4-FFF2-40B4-BE49-F238E27FC236}">
                                <a16:creationId xmlns:a16="http://schemas.microsoft.com/office/drawing/2014/main" id="{F3733A0E-4F3F-4126-83B2-D6AC188D13C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224" name="Flowchart: Connector 7223">
                            <a:extLst>
                              <a:ext uri="{FF2B5EF4-FFF2-40B4-BE49-F238E27FC236}">
                                <a16:creationId xmlns:a16="http://schemas.microsoft.com/office/drawing/2014/main" id="{CBE1168D-3556-4467-9B2B-E6535B572EF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225" name="Flowchart: Connector 7224">
                            <a:extLst>
                              <a:ext uri="{FF2B5EF4-FFF2-40B4-BE49-F238E27FC236}">
                                <a16:creationId xmlns:a16="http://schemas.microsoft.com/office/drawing/2014/main" id="{5069D08A-6D45-44CE-B3E1-F2978DC487D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226" name="Flowchart: Connector 7225">
                            <a:extLst>
                              <a:ext uri="{FF2B5EF4-FFF2-40B4-BE49-F238E27FC236}">
                                <a16:creationId xmlns:a16="http://schemas.microsoft.com/office/drawing/2014/main" id="{8A535BD9-73A4-4285-BFEE-2873845269A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227" name="3D Model 7226" descr="Sphere">
                                <a:extLst>
                                  <a:ext uri="{FF2B5EF4-FFF2-40B4-BE49-F238E27FC236}">
                                    <a16:creationId xmlns:a16="http://schemas.microsoft.com/office/drawing/2014/main" id="{B88166D3-51EC-4D3D-A966-F3BE551CD1E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88674790"/>
                                  </p:ext>
                                </p:extLst>
                              </p:nvPr>
                            </p:nvGraphicFramePr>
                            <p:xfrm>
                              <a:off x="2123911" y="1501770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81" name="3D Model 2080" descr="Sphere">
                                <a:extLst>
                                  <a:ext uri="{FF2B5EF4-FFF2-40B4-BE49-F238E27FC236}">
                                    <a16:creationId xmlns:a16="http://schemas.microsoft.com/office/drawing/2014/main" id="{BBAAC3A5-BED9-484D-8304-B5CF970DFBB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967417" y="2231580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228" name="Flowchart: Connector 7227">
                            <a:extLst>
                              <a:ext uri="{FF2B5EF4-FFF2-40B4-BE49-F238E27FC236}">
                                <a16:creationId xmlns:a16="http://schemas.microsoft.com/office/drawing/2014/main" id="{E8896DB8-A911-466E-9887-001CC0C3765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229" name="3D Model 7228" descr="Sphere">
                                <a:extLst>
                                  <a:ext uri="{FF2B5EF4-FFF2-40B4-BE49-F238E27FC236}">
                                    <a16:creationId xmlns:a16="http://schemas.microsoft.com/office/drawing/2014/main" id="{978366D1-BABC-45C9-8A9D-C92D6FA4F75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48317379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83" name="3D Model 2082" descr="Sphere">
                                <a:extLst>
                                  <a:ext uri="{FF2B5EF4-FFF2-40B4-BE49-F238E27FC236}">
                                    <a16:creationId xmlns:a16="http://schemas.microsoft.com/office/drawing/2014/main" id="{7F26FC5C-FF6C-4333-97E0-272A413FF94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09241" y="2246268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230" name="Flowchart: Connector 7229">
                            <a:extLst>
                              <a:ext uri="{FF2B5EF4-FFF2-40B4-BE49-F238E27FC236}">
                                <a16:creationId xmlns:a16="http://schemas.microsoft.com/office/drawing/2014/main" id="{DE4A3F22-21BB-4762-8623-9D217781D6A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93292" y="171776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231" name="3D Model 7230" descr="Sphere">
                                <a:extLst>
                                  <a:ext uri="{FF2B5EF4-FFF2-40B4-BE49-F238E27FC236}">
                                    <a16:creationId xmlns:a16="http://schemas.microsoft.com/office/drawing/2014/main" id="{422AC544-9388-4A18-8D2C-7E0A75BD2CC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898031671"/>
                                  </p:ext>
                                </p:extLst>
                              </p:nvPr>
                            </p:nvGraphicFramePr>
                            <p:xfrm>
                              <a:off x="2622429" y="163823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85" name="3D Model 2084" descr="Sphere">
                                <a:extLst>
                                  <a:ext uri="{FF2B5EF4-FFF2-40B4-BE49-F238E27FC236}">
                                    <a16:creationId xmlns:a16="http://schemas.microsoft.com/office/drawing/2014/main" id="{9E0852C6-70C9-4F0E-8452-5D6F744047C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54013" y="2257283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232" name="Flowchart: Connector 7231">
                            <a:extLst>
                              <a:ext uri="{FF2B5EF4-FFF2-40B4-BE49-F238E27FC236}">
                                <a16:creationId xmlns:a16="http://schemas.microsoft.com/office/drawing/2014/main" id="{F309C015-E84A-45A2-8C2C-770C566EF38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233" name="3D Model 7232" descr="Sphere">
                                <a:extLst>
                                  <a:ext uri="{FF2B5EF4-FFF2-40B4-BE49-F238E27FC236}">
                                    <a16:creationId xmlns:a16="http://schemas.microsoft.com/office/drawing/2014/main" id="{386FDBF3-9E6C-4B36-B103-1499093EAA2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76912663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87" name="3D Model 2086" descr="Sphere">
                                <a:extLst>
                                  <a:ext uri="{FF2B5EF4-FFF2-40B4-BE49-F238E27FC236}">
                                    <a16:creationId xmlns:a16="http://schemas.microsoft.com/office/drawing/2014/main" id="{2AC3B5A0-E1C4-4789-8D7D-123C72E426F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98337" y="2274301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7069" name="Group 7068">
                        <a:extLst>
                          <a:ext uri="{FF2B5EF4-FFF2-40B4-BE49-F238E27FC236}">
                            <a16:creationId xmlns:a16="http://schemas.microsoft.com/office/drawing/2014/main" id="{AA6E4E70-E689-461C-855A-FF095388FC3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547436" y="2361226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7210" name="Flowchart: Connector 7209">
                          <a:extLst>
                            <a:ext uri="{FF2B5EF4-FFF2-40B4-BE49-F238E27FC236}">
                              <a16:creationId xmlns:a16="http://schemas.microsoft.com/office/drawing/2014/main" id="{68457E8E-9630-4BF0-ACC5-A7A74545EF4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211" name="Flowchart: Connector 7210">
                          <a:extLst>
                            <a:ext uri="{FF2B5EF4-FFF2-40B4-BE49-F238E27FC236}">
                              <a16:creationId xmlns:a16="http://schemas.microsoft.com/office/drawing/2014/main" id="{570EC364-24FD-4664-A011-95813C2259F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212" name="Flowchart: Connector 7211">
                          <a:extLst>
                            <a:ext uri="{FF2B5EF4-FFF2-40B4-BE49-F238E27FC236}">
                              <a16:creationId xmlns:a16="http://schemas.microsoft.com/office/drawing/2014/main" id="{50C74A4D-4F79-4CCF-BE1E-1047B2ECB70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7070" name="Flowchart: Connector 7069">
                        <a:extLst>
                          <a:ext uri="{FF2B5EF4-FFF2-40B4-BE49-F238E27FC236}">
                            <a16:creationId xmlns:a16="http://schemas.microsoft.com/office/drawing/2014/main" id="{84B2ED00-911F-4B52-88A6-73F58A4A75F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19794" y="212254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071" name="Flowchart: Connector 7070">
                        <a:extLst>
                          <a:ext uri="{FF2B5EF4-FFF2-40B4-BE49-F238E27FC236}">
                            <a16:creationId xmlns:a16="http://schemas.microsoft.com/office/drawing/2014/main" id="{CB4ECCA3-790D-495C-9CD4-F0CD59C9158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74020" y="218539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7072" name="Group 7071">
                        <a:extLst>
                          <a:ext uri="{FF2B5EF4-FFF2-40B4-BE49-F238E27FC236}">
                            <a16:creationId xmlns:a16="http://schemas.microsoft.com/office/drawing/2014/main" id="{7D2A89A4-BE99-4F8E-A774-BA92E912E177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18957">
                        <a:off x="941432" y="2025443"/>
                        <a:ext cx="710250" cy="369080"/>
                        <a:chOff x="854932" y="2290871"/>
                        <a:chExt cx="710250" cy="369080"/>
                      </a:xfrm>
                    </p:grpSpPr>
                    <p:sp>
                      <p:nvSpPr>
                        <p:cNvPr id="7207" name="Flowchart: Connector 7206">
                          <a:extLst>
                            <a:ext uri="{FF2B5EF4-FFF2-40B4-BE49-F238E27FC236}">
                              <a16:creationId xmlns:a16="http://schemas.microsoft.com/office/drawing/2014/main" id="{3E7C0234-4518-4880-A9D2-DBAB9F58928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2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208" name="Flowchart: Connector 7207">
                          <a:extLst>
                            <a:ext uri="{FF2B5EF4-FFF2-40B4-BE49-F238E27FC236}">
                              <a16:creationId xmlns:a16="http://schemas.microsoft.com/office/drawing/2014/main" id="{1D33DE58-1D61-4CE0-840E-933A1BCE75C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1897" y="2377722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209" name="Flowchart: Connector 7208">
                          <a:extLst>
                            <a:ext uri="{FF2B5EF4-FFF2-40B4-BE49-F238E27FC236}">
                              <a16:creationId xmlns:a16="http://schemas.microsoft.com/office/drawing/2014/main" id="{26DF9BAA-E8F7-4A6B-AAB8-4E42C79DD72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53323" y="244395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7073" name="Group 7072">
                        <a:extLst>
                          <a:ext uri="{FF2B5EF4-FFF2-40B4-BE49-F238E27FC236}">
                            <a16:creationId xmlns:a16="http://schemas.microsoft.com/office/drawing/2014/main" id="{6B61A85B-03DA-4E6A-8257-3D11F4BDE9E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21287" y="1995259"/>
                        <a:ext cx="1102917" cy="1484052"/>
                        <a:chOff x="2085712" y="1515698"/>
                        <a:chExt cx="1102917" cy="1484052"/>
                      </a:xfrm>
                    </p:grpSpPr>
                    <p:grpSp>
                      <p:nvGrpSpPr>
                        <p:cNvPr id="7142" name="Group 7141">
                          <a:extLst>
                            <a:ext uri="{FF2B5EF4-FFF2-40B4-BE49-F238E27FC236}">
                              <a16:creationId xmlns:a16="http://schemas.microsoft.com/office/drawing/2014/main" id="{083A0CC9-E896-4145-B503-8A52ACA73A2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5712" y="1648950"/>
                          <a:ext cx="105765" cy="1037981"/>
                          <a:chOff x="1796341" y="2343196"/>
                          <a:chExt cx="105765" cy="1037981"/>
                        </a:xfrm>
                      </p:grpSpPr>
                      <p:sp>
                        <p:nvSpPr>
                          <p:cNvPr id="7203" name="Flowchart: Connector 7202">
                            <a:extLst>
                              <a:ext uri="{FF2B5EF4-FFF2-40B4-BE49-F238E27FC236}">
                                <a16:creationId xmlns:a16="http://schemas.microsoft.com/office/drawing/2014/main" id="{E487235F-4B0A-44FD-A295-E519098F0C4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204" name="Flowchart: Connector 7203">
                            <a:extLst>
                              <a:ext uri="{FF2B5EF4-FFF2-40B4-BE49-F238E27FC236}">
                                <a16:creationId xmlns:a16="http://schemas.microsoft.com/office/drawing/2014/main" id="{883AD3A3-AC01-4B52-99EF-365FAA030D1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205" name="Flowchart: Connector 7204">
                            <a:extLst>
                              <a:ext uri="{FF2B5EF4-FFF2-40B4-BE49-F238E27FC236}">
                                <a16:creationId xmlns:a16="http://schemas.microsoft.com/office/drawing/2014/main" id="{72C1EEA6-57B6-4E35-8406-9384F59CE85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206" name="Flowchart: Connector 7205">
                            <a:extLst>
                              <a:ext uri="{FF2B5EF4-FFF2-40B4-BE49-F238E27FC236}">
                                <a16:creationId xmlns:a16="http://schemas.microsoft.com/office/drawing/2014/main" id="{2766F931-28F2-4D87-8DDE-A1F60923F9B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796341" y="2343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7143" name="Group 7142">
                          <a:extLst>
                            <a:ext uri="{FF2B5EF4-FFF2-40B4-BE49-F238E27FC236}">
                              <a16:creationId xmlns:a16="http://schemas.microsoft.com/office/drawing/2014/main" id="{5D1E62AB-2596-4DA6-8CC6-4F0AF4A9B5E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15698"/>
                          <a:ext cx="1074397" cy="1484052"/>
                          <a:chOff x="2114232" y="1515698"/>
                          <a:chExt cx="1074397" cy="1484052"/>
                        </a:xfrm>
                      </p:grpSpPr>
                      <p:grpSp>
                        <p:nvGrpSpPr>
                          <p:cNvPr id="7144" name="Group 7143">
                            <a:extLst>
                              <a:ext uri="{FF2B5EF4-FFF2-40B4-BE49-F238E27FC236}">
                                <a16:creationId xmlns:a16="http://schemas.microsoft.com/office/drawing/2014/main" id="{24183B01-BE9B-44AD-B543-2D583105F31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7195" name="Flowchart: Connector 7194">
                              <a:extLst>
                                <a:ext uri="{FF2B5EF4-FFF2-40B4-BE49-F238E27FC236}">
                                  <a16:creationId xmlns:a16="http://schemas.microsoft.com/office/drawing/2014/main" id="{60CC13EB-6BE1-4747-BE5B-59D0B081530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196" name="3D Model 7195" descr="Sphere">
                                  <a:extLst>
                                    <a:ext uri="{FF2B5EF4-FFF2-40B4-BE49-F238E27FC236}">
                                      <a16:creationId xmlns:a16="http://schemas.microsoft.com/office/drawing/2014/main" id="{33FDAAC5-1FEC-4437-B6A6-212F6B7B6DF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670010031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197" name="Flowchart: Connector 7196">
                              <a:extLst>
                                <a:ext uri="{FF2B5EF4-FFF2-40B4-BE49-F238E27FC236}">
                                  <a16:creationId xmlns:a16="http://schemas.microsoft.com/office/drawing/2014/main" id="{2542CC27-D7C9-489B-9037-1CCA93051BF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198" name="3D Model 7197" descr="Sphere">
                                  <a:extLst>
                                    <a:ext uri="{FF2B5EF4-FFF2-40B4-BE49-F238E27FC236}">
                                      <a16:creationId xmlns:a16="http://schemas.microsoft.com/office/drawing/2014/main" id="{EDD830DB-1AE7-4A57-A34A-71984E6DD36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796106768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199" name="Flowchart: Connector 7198">
                              <a:extLst>
                                <a:ext uri="{FF2B5EF4-FFF2-40B4-BE49-F238E27FC236}">
                                  <a16:creationId xmlns:a16="http://schemas.microsoft.com/office/drawing/2014/main" id="{52D53ECE-4950-4A67-B3AC-94176F89E00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200" name="3D Model 7199" descr="Sphere">
                                  <a:extLst>
                                    <a:ext uri="{FF2B5EF4-FFF2-40B4-BE49-F238E27FC236}">
                                      <a16:creationId xmlns:a16="http://schemas.microsoft.com/office/drawing/2014/main" id="{42FFF3F7-111A-4E69-A0F9-3E776FE541D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98817486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201" name="Flowchart: Connector 7200">
                              <a:extLst>
                                <a:ext uri="{FF2B5EF4-FFF2-40B4-BE49-F238E27FC236}">
                                  <a16:creationId xmlns:a16="http://schemas.microsoft.com/office/drawing/2014/main" id="{80551C61-F13B-46C7-9C6C-74E7F68D520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202" name="3D Model 7201" descr="Sphere">
                                  <a:extLst>
                                    <a:ext uri="{FF2B5EF4-FFF2-40B4-BE49-F238E27FC236}">
                                      <a16:creationId xmlns:a16="http://schemas.microsoft.com/office/drawing/2014/main" id="{1659A03E-DD42-464D-8BDC-C356D004D37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994195347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7145" name="Group 7144">
                            <a:extLst>
                              <a:ext uri="{FF2B5EF4-FFF2-40B4-BE49-F238E27FC236}">
                                <a16:creationId xmlns:a16="http://schemas.microsoft.com/office/drawing/2014/main" id="{F4766F3E-8041-4F72-8D9A-07363F9B5AB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7179" name="Flowchart: Connector 7178">
                              <a:extLst>
                                <a:ext uri="{FF2B5EF4-FFF2-40B4-BE49-F238E27FC236}">
                                  <a16:creationId xmlns:a16="http://schemas.microsoft.com/office/drawing/2014/main" id="{3941B5FE-108B-4D3F-8F77-B077665CF81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180" name="Flowchart: Connector 7179">
                              <a:extLst>
                                <a:ext uri="{FF2B5EF4-FFF2-40B4-BE49-F238E27FC236}">
                                  <a16:creationId xmlns:a16="http://schemas.microsoft.com/office/drawing/2014/main" id="{64EC71DA-7FA3-46E1-A3D1-6E6158051D4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181" name="Flowchart: Connector 7180">
                              <a:extLst>
                                <a:ext uri="{FF2B5EF4-FFF2-40B4-BE49-F238E27FC236}">
                                  <a16:creationId xmlns:a16="http://schemas.microsoft.com/office/drawing/2014/main" id="{CC264AA0-ADD9-45CE-999E-C9B27EBE54C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182" name="Flowchart: Connector 7181">
                              <a:extLst>
                                <a:ext uri="{FF2B5EF4-FFF2-40B4-BE49-F238E27FC236}">
                                  <a16:creationId xmlns:a16="http://schemas.microsoft.com/office/drawing/2014/main" id="{A1ED716E-E2EF-464A-B954-7E25C37531C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183" name="Flowchart: Connector 7182">
                              <a:extLst>
                                <a:ext uri="{FF2B5EF4-FFF2-40B4-BE49-F238E27FC236}">
                                  <a16:creationId xmlns:a16="http://schemas.microsoft.com/office/drawing/2014/main" id="{683A48BD-9B24-47EE-8968-00F43D68530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184" name="Flowchart: Connector 7183">
                              <a:extLst>
                                <a:ext uri="{FF2B5EF4-FFF2-40B4-BE49-F238E27FC236}">
                                  <a16:creationId xmlns:a16="http://schemas.microsoft.com/office/drawing/2014/main" id="{1679BE65-71A1-4139-8660-5784A5CA5245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185" name="Flowchart: Connector 7184">
                              <a:extLst>
                                <a:ext uri="{FF2B5EF4-FFF2-40B4-BE49-F238E27FC236}">
                                  <a16:creationId xmlns:a16="http://schemas.microsoft.com/office/drawing/2014/main" id="{3DD6DB60-E0AA-407E-B341-A9D37ABF827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186" name="Flowchart: Connector 7185">
                              <a:extLst>
                                <a:ext uri="{FF2B5EF4-FFF2-40B4-BE49-F238E27FC236}">
                                  <a16:creationId xmlns:a16="http://schemas.microsoft.com/office/drawing/2014/main" id="{F9591C0C-14EE-45BC-84D1-9E14982798C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187" name="Flowchart: Connector 7186">
                              <a:extLst>
                                <a:ext uri="{FF2B5EF4-FFF2-40B4-BE49-F238E27FC236}">
                                  <a16:creationId xmlns:a16="http://schemas.microsoft.com/office/drawing/2014/main" id="{E543CE9E-9C49-4F86-8C1D-C9618BEB0B0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188" name="3D Model 7187" descr="Sphere">
                                  <a:extLst>
                                    <a:ext uri="{FF2B5EF4-FFF2-40B4-BE49-F238E27FC236}">
                                      <a16:creationId xmlns:a16="http://schemas.microsoft.com/office/drawing/2014/main" id="{E2B48A1C-8A4E-45F0-8767-016975B5AC10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055554329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189" name="Flowchart: Connector 7188">
                              <a:extLst>
                                <a:ext uri="{FF2B5EF4-FFF2-40B4-BE49-F238E27FC236}">
                                  <a16:creationId xmlns:a16="http://schemas.microsoft.com/office/drawing/2014/main" id="{C4AF9628-331B-451A-9AF5-2C1E4BC1981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190" name="3D Model 7189" descr="Sphere">
                                  <a:extLst>
                                    <a:ext uri="{FF2B5EF4-FFF2-40B4-BE49-F238E27FC236}">
                                      <a16:creationId xmlns:a16="http://schemas.microsoft.com/office/drawing/2014/main" id="{2A8CB4B2-6524-4B56-A778-B3F01A354D9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322480773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191" name="Flowchart: Connector 7190">
                              <a:extLst>
                                <a:ext uri="{FF2B5EF4-FFF2-40B4-BE49-F238E27FC236}">
                                  <a16:creationId xmlns:a16="http://schemas.microsoft.com/office/drawing/2014/main" id="{008974B3-9840-41F6-A527-D80AF17ED6A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192" name="3D Model 7191" descr="Sphere">
                                  <a:extLst>
                                    <a:ext uri="{FF2B5EF4-FFF2-40B4-BE49-F238E27FC236}">
                                      <a16:creationId xmlns:a16="http://schemas.microsoft.com/office/drawing/2014/main" id="{25461058-9535-4422-ACBC-2BCE274F8AE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36346798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193" name="Flowchart: Connector 7192">
                              <a:extLst>
                                <a:ext uri="{FF2B5EF4-FFF2-40B4-BE49-F238E27FC236}">
                                  <a16:creationId xmlns:a16="http://schemas.microsoft.com/office/drawing/2014/main" id="{9749CA2A-8FEE-4B52-9F53-9BC64625E52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194" name="3D Model 7193" descr="Sphere">
                                  <a:extLst>
                                    <a:ext uri="{FF2B5EF4-FFF2-40B4-BE49-F238E27FC236}">
                                      <a16:creationId xmlns:a16="http://schemas.microsoft.com/office/drawing/2014/main" id="{78632B5B-1592-4C39-95E4-0B4EF5C3111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560183967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7146" name="Group 7145">
                            <a:extLst>
                              <a:ext uri="{FF2B5EF4-FFF2-40B4-BE49-F238E27FC236}">
                                <a16:creationId xmlns:a16="http://schemas.microsoft.com/office/drawing/2014/main" id="{7B03FB14-17AE-45B3-AAC3-5C9E98CD3FF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7163" name="Flowchart: Connector 7162">
                              <a:extLst>
                                <a:ext uri="{FF2B5EF4-FFF2-40B4-BE49-F238E27FC236}">
                                  <a16:creationId xmlns:a16="http://schemas.microsoft.com/office/drawing/2014/main" id="{70F2AC7B-0AC2-4AB1-95D6-320C5C9A31B7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164" name="Flowchart: Connector 7163">
                              <a:extLst>
                                <a:ext uri="{FF2B5EF4-FFF2-40B4-BE49-F238E27FC236}">
                                  <a16:creationId xmlns:a16="http://schemas.microsoft.com/office/drawing/2014/main" id="{8926E805-CBAC-48B9-B7A1-B38C9AECE65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165" name="Flowchart: Connector 7164">
                              <a:extLst>
                                <a:ext uri="{FF2B5EF4-FFF2-40B4-BE49-F238E27FC236}">
                                  <a16:creationId xmlns:a16="http://schemas.microsoft.com/office/drawing/2014/main" id="{5905881E-91D2-4ACD-8F86-1A470D3A214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166" name="Flowchart: Connector 7165">
                              <a:extLst>
                                <a:ext uri="{FF2B5EF4-FFF2-40B4-BE49-F238E27FC236}">
                                  <a16:creationId xmlns:a16="http://schemas.microsoft.com/office/drawing/2014/main" id="{CD8AD37E-CC59-4848-8FD9-8B3412F9800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167" name="Flowchart: Connector 7166">
                              <a:extLst>
                                <a:ext uri="{FF2B5EF4-FFF2-40B4-BE49-F238E27FC236}">
                                  <a16:creationId xmlns:a16="http://schemas.microsoft.com/office/drawing/2014/main" id="{76F37BD7-BD8D-49B5-B7E0-6D8FA2AC456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168" name="Flowchart: Connector 7167">
                              <a:extLst>
                                <a:ext uri="{FF2B5EF4-FFF2-40B4-BE49-F238E27FC236}">
                                  <a16:creationId xmlns:a16="http://schemas.microsoft.com/office/drawing/2014/main" id="{406285B7-5B9B-486E-A1F7-61102F7705B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169" name="Flowchart: Connector 7168">
                              <a:extLst>
                                <a:ext uri="{FF2B5EF4-FFF2-40B4-BE49-F238E27FC236}">
                                  <a16:creationId xmlns:a16="http://schemas.microsoft.com/office/drawing/2014/main" id="{D866D5EF-B645-4771-9898-4300C013406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170" name="Flowchart: Connector 7169">
                              <a:extLst>
                                <a:ext uri="{FF2B5EF4-FFF2-40B4-BE49-F238E27FC236}">
                                  <a16:creationId xmlns:a16="http://schemas.microsoft.com/office/drawing/2014/main" id="{9982EE77-F701-42A7-B97E-DAFEF2D6E82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7171" name="Flowchart: Connector 7170">
                              <a:extLst>
                                <a:ext uri="{FF2B5EF4-FFF2-40B4-BE49-F238E27FC236}">
                                  <a16:creationId xmlns:a16="http://schemas.microsoft.com/office/drawing/2014/main" id="{9D763F8B-84E0-4686-B220-98848C7E49A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172" name="3D Model 7171" descr="Sphere">
                                  <a:extLst>
                                    <a:ext uri="{FF2B5EF4-FFF2-40B4-BE49-F238E27FC236}">
                                      <a16:creationId xmlns:a16="http://schemas.microsoft.com/office/drawing/2014/main" id="{BE8FFB82-F190-4CE9-97AE-9266EA4AA48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524673136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173" name="Flowchart: Connector 7172">
                              <a:extLst>
                                <a:ext uri="{FF2B5EF4-FFF2-40B4-BE49-F238E27FC236}">
                                  <a16:creationId xmlns:a16="http://schemas.microsoft.com/office/drawing/2014/main" id="{7C7CA1CC-40F8-44E5-AC6F-BC5F973DC96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174" name="3D Model 7173" descr="Sphere">
                                  <a:extLst>
                                    <a:ext uri="{FF2B5EF4-FFF2-40B4-BE49-F238E27FC236}">
                                      <a16:creationId xmlns:a16="http://schemas.microsoft.com/office/drawing/2014/main" id="{14BC27AC-4D53-4BF3-8FDD-D0D19BEA922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44333180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175" name="Flowchart: Connector 7174">
                              <a:extLst>
                                <a:ext uri="{FF2B5EF4-FFF2-40B4-BE49-F238E27FC236}">
                                  <a16:creationId xmlns:a16="http://schemas.microsoft.com/office/drawing/2014/main" id="{722B3FD4-4241-49AA-BE22-32E14497725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176" name="3D Model 7175" descr="Sphere">
                                  <a:extLst>
                                    <a:ext uri="{FF2B5EF4-FFF2-40B4-BE49-F238E27FC236}">
                                      <a16:creationId xmlns:a16="http://schemas.microsoft.com/office/drawing/2014/main" id="{2139C136-6825-489A-879D-6B87F74E6C7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761874213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7177" name="Flowchart: Connector 7176">
                              <a:extLst>
                                <a:ext uri="{FF2B5EF4-FFF2-40B4-BE49-F238E27FC236}">
                                  <a16:creationId xmlns:a16="http://schemas.microsoft.com/office/drawing/2014/main" id="{A5971010-0B97-42B7-8EF9-7F89F06A3AA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7178" name="3D Model 7177" descr="Sphere">
                                  <a:extLst>
                                    <a:ext uri="{FF2B5EF4-FFF2-40B4-BE49-F238E27FC236}">
                                      <a16:creationId xmlns:a16="http://schemas.microsoft.com/office/drawing/2014/main" id="{8F40D51A-6DB1-4C20-B0AD-10763FAAD28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28169532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7147" name="Flowchart: Connector 7146">
                            <a:extLst>
                              <a:ext uri="{FF2B5EF4-FFF2-40B4-BE49-F238E27FC236}">
                                <a16:creationId xmlns:a16="http://schemas.microsoft.com/office/drawing/2014/main" id="{D297E0A4-7588-476A-BF4D-FD7A0D0F3B5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148" name="Flowchart: Connector 7147">
                            <a:extLst>
                              <a:ext uri="{FF2B5EF4-FFF2-40B4-BE49-F238E27FC236}">
                                <a16:creationId xmlns:a16="http://schemas.microsoft.com/office/drawing/2014/main" id="{D1B0B6B0-F41B-4759-9ECE-3D8D82163C8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149" name="Flowchart: Connector 7148">
                            <a:extLst>
                              <a:ext uri="{FF2B5EF4-FFF2-40B4-BE49-F238E27FC236}">
                                <a16:creationId xmlns:a16="http://schemas.microsoft.com/office/drawing/2014/main" id="{82BC44AC-BE57-41BE-91AB-B8623780546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150" name="Flowchart: Connector 7149">
                            <a:extLst>
                              <a:ext uri="{FF2B5EF4-FFF2-40B4-BE49-F238E27FC236}">
                                <a16:creationId xmlns:a16="http://schemas.microsoft.com/office/drawing/2014/main" id="{26C208F3-60A7-4237-9433-4DA89DE587C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151" name="Flowchart: Connector 7150">
                            <a:extLst>
                              <a:ext uri="{FF2B5EF4-FFF2-40B4-BE49-F238E27FC236}">
                                <a16:creationId xmlns:a16="http://schemas.microsoft.com/office/drawing/2014/main" id="{D2020EFD-4CFD-4FD6-9F03-A25F8F5C78A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152" name="Flowchart: Connector 7151">
                            <a:extLst>
                              <a:ext uri="{FF2B5EF4-FFF2-40B4-BE49-F238E27FC236}">
                                <a16:creationId xmlns:a16="http://schemas.microsoft.com/office/drawing/2014/main" id="{B52A225E-3941-4EE7-9A1F-D62FB707EAB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153" name="Flowchart: Connector 7152">
                            <a:extLst>
                              <a:ext uri="{FF2B5EF4-FFF2-40B4-BE49-F238E27FC236}">
                                <a16:creationId xmlns:a16="http://schemas.microsoft.com/office/drawing/2014/main" id="{DF227E43-C08C-4CCC-B924-FCF56BBD846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154" name="Flowchart: Connector 7153">
                            <a:extLst>
                              <a:ext uri="{FF2B5EF4-FFF2-40B4-BE49-F238E27FC236}">
                                <a16:creationId xmlns:a16="http://schemas.microsoft.com/office/drawing/2014/main" id="{030C2EAA-C8D9-4284-9B02-A7F0F6E230F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155" name="Flowchart: Connector 7154">
                            <a:extLst>
                              <a:ext uri="{FF2B5EF4-FFF2-40B4-BE49-F238E27FC236}">
                                <a16:creationId xmlns:a16="http://schemas.microsoft.com/office/drawing/2014/main" id="{968C2C40-AFB3-4EB4-A30A-7CE4FB1EBE2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156" name="3D Model 7155" descr="Sphere">
                                <a:extLst>
                                  <a:ext uri="{FF2B5EF4-FFF2-40B4-BE49-F238E27FC236}">
                                    <a16:creationId xmlns:a16="http://schemas.microsoft.com/office/drawing/2014/main" id="{91DC107D-06E1-4215-9015-0662FC25698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272544718"/>
                                  </p:ext>
                                </p:extLst>
                              </p:nvPr>
                            </p:nvGraphicFramePr>
                            <p:xfrm>
                              <a:off x="2127272" y="1515698"/>
                              <a:ext cx="299738" cy="29973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7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4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10" name="3D Model 2009" descr="Sphere">
                                <a:extLst>
                                  <a:ext uri="{FF2B5EF4-FFF2-40B4-BE49-F238E27FC236}">
                                    <a16:creationId xmlns:a16="http://schemas.microsoft.com/office/drawing/2014/main" id="{71FCEC8E-86F4-4519-A136-94668103656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929061" y="2251345"/>
                                <a:ext cx="52067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157" name="Flowchart: Connector 7156">
                            <a:extLst>
                              <a:ext uri="{FF2B5EF4-FFF2-40B4-BE49-F238E27FC236}">
                                <a16:creationId xmlns:a16="http://schemas.microsoft.com/office/drawing/2014/main" id="{75057DE7-1DD6-46C0-A553-FD43DB8F09D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158" name="3D Model 7157" descr="Sphere">
                                <a:extLst>
                                  <a:ext uri="{FF2B5EF4-FFF2-40B4-BE49-F238E27FC236}">
                                    <a16:creationId xmlns:a16="http://schemas.microsoft.com/office/drawing/2014/main" id="{A21D1B9E-2CCC-4A85-97A8-AA8D39C865F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727957407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12" name="3D Model 2011" descr="Sphere">
                                <a:extLst>
                                  <a:ext uri="{FF2B5EF4-FFF2-40B4-BE49-F238E27FC236}">
                                    <a16:creationId xmlns:a16="http://schemas.microsoft.com/office/drawing/2014/main" id="{788F27E3-2BFB-47D9-938E-4075BE76CAAA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970301" y="2263409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159" name="Flowchart: Connector 7158">
                            <a:extLst>
                              <a:ext uri="{FF2B5EF4-FFF2-40B4-BE49-F238E27FC236}">
                                <a16:creationId xmlns:a16="http://schemas.microsoft.com/office/drawing/2014/main" id="{703E0FE7-ABBC-46FD-9761-8FE72C3BDEB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6940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160" name="3D Model 7159" descr="Sphere">
                                <a:extLst>
                                  <a:ext uri="{FF2B5EF4-FFF2-40B4-BE49-F238E27FC236}">
                                    <a16:creationId xmlns:a16="http://schemas.microsoft.com/office/drawing/2014/main" id="{E5427B2E-A2B3-46F4-B7F2-F57094CA7FB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046035978"/>
                                  </p:ext>
                                </p:extLst>
                              </p:nvPr>
                            </p:nvGraphicFramePr>
                            <p:xfrm>
                              <a:off x="2609177" y="164853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14" name="3D Model 2013" descr="Sphere">
                                <a:extLst>
                                  <a:ext uri="{FF2B5EF4-FFF2-40B4-BE49-F238E27FC236}">
                                    <a16:creationId xmlns:a16="http://schemas.microsoft.com/office/drawing/2014/main" id="{DC34F8CE-4DD0-42E3-B1B7-88AE23A51C5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12771" y="227636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161" name="Flowchart: Connector 7160">
                            <a:extLst>
                              <a:ext uri="{FF2B5EF4-FFF2-40B4-BE49-F238E27FC236}">
                                <a16:creationId xmlns:a16="http://schemas.microsoft.com/office/drawing/2014/main" id="{90992977-1FA3-4736-A1EF-EFC62A02C6D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162" name="3D Model 7161" descr="Sphere">
                                <a:extLst>
                                  <a:ext uri="{FF2B5EF4-FFF2-40B4-BE49-F238E27FC236}">
                                    <a16:creationId xmlns:a16="http://schemas.microsoft.com/office/drawing/2014/main" id="{B4688091-E722-43B4-BB64-89A719F1F73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588491087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016" name="3D Model 2015" descr="Sphere">
                                <a:extLst>
                                  <a:ext uri="{FF2B5EF4-FFF2-40B4-BE49-F238E27FC236}">
                                    <a16:creationId xmlns:a16="http://schemas.microsoft.com/office/drawing/2014/main" id="{10744BAC-FCCF-4132-AEE4-D2CDDC78840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059397" y="2291443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sp>
                    <p:nvSpPr>
                      <p:cNvPr id="7074" name="Flowchart: Connector 7073">
                        <a:extLst>
                          <a:ext uri="{FF2B5EF4-FFF2-40B4-BE49-F238E27FC236}">
                            <a16:creationId xmlns:a16="http://schemas.microsoft.com/office/drawing/2014/main" id="{47B4ACE5-4227-4737-A9C3-5FE2A3AD335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06374" y="21384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075" name="Flowchart: Connector 7074">
                        <a:extLst>
                          <a:ext uri="{FF2B5EF4-FFF2-40B4-BE49-F238E27FC236}">
                            <a16:creationId xmlns:a16="http://schemas.microsoft.com/office/drawing/2014/main" id="{B2D36C8A-5FED-4D05-88D6-F7DE37B829B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886236" y="22322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076" name="Flowchart: Connector 7075">
                        <a:extLst>
                          <a:ext uri="{FF2B5EF4-FFF2-40B4-BE49-F238E27FC236}">
                            <a16:creationId xmlns:a16="http://schemas.microsoft.com/office/drawing/2014/main" id="{58BD9AF6-85B7-4D96-A636-58C98675958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952806" y="22254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077" name="Flowchart: Connector 7076">
                        <a:extLst>
                          <a:ext uri="{FF2B5EF4-FFF2-40B4-BE49-F238E27FC236}">
                            <a16:creationId xmlns:a16="http://schemas.microsoft.com/office/drawing/2014/main" id="{3D88BB88-1DBD-4294-B194-F9C8B546CDA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0272" y="25040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078" name="Flowchart: Connector 7077">
                        <a:extLst>
                          <a:ext uri="{FF2B5EF4-FFF2-40B4-BE49-F238E27FC236}">
                            <a16:creationId xmlns:a16="http://schemas.microsoft.com/office/drawing/2014/main" id="{57F962ED-79AC-4162-A59E-73B7992C213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20633" y="28301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079" name="Flowchart: Connector 7078">
                        <a:extLst>
                          <a:ext uri="{FF2B5EF4-FFF2-40B4-BE49-F238E27FC236}">
                            <a16:creationId xmlns:a16="http://schemas.microsoft.com/office/drawing/2014/main" id="{E0E85DA3-55D2-4580-965C-6EED24515D3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29128" y="231321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080" name="Flowchart: Connector 7079">
                        <a:extLst>
                          <a:ext uri="{FF2B5EF4-FFF2-40B4-BE49-F238E27FC236}">
                            <a16:creationId xmlns:a16="http://schemas.microsoft.com/office/drawing/2014/main" id="{C5B2DF95-A05A-41CA-AC52-B8400F4C038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211385" y="230237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081" name="Flowchart: Connector 7080">
                        <a:extLst>
                          <a:ext uri="{FF2B5EF4-FFF2-40B4-BE49-F238E27FC236}">
                            <a16:creationId xmlns:a16="http://schemas.microsoft.com/office/drawing/2014/main" id="{72B9C79D-D99C-442D-9773-6947084B2EE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1097" y="31484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grpSp>
                    <p:nvGrpSpPr>
                      <p:cNvPr id="7082" name="Group 7081">
                        <a:extLst>
                          <a:ext uri="{FF2B5EF4-FFF2-40B4-BE49-F238E27FC236}">
                            <a16:creationId xmlns:a16="http://schemas.microsoft.com/office/drawing/2014/main" id="{B123CDD7-19A8-4274-B74A-FA848A34E21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20511" y="2127869"/>
                        <a:ext cx="1073693" cy="1496391"/>
                        <a:chOff x="2114936" y="1503359"/>
                        <a:chExt cx="1073693" cy="1496391"/>
                      </a:xfrm>
                    </p:grpSpPr>
                    <p:grpSp>
                      <p:nvGrpSpPr>
                        <p:cNvPr id="7083" name="Group 7082">
                          <a:extLst>
                            <a:ext uri="{FF2B5EF4-FFF2-40B4-BE49-F238E27FC236}">
                              <a16:creationId xmlns:a16="http://schemas.microsoft.com/office/drawing/2014/main" id="{EF631DAE-4BA6-4A19-A66E-5BE78DB1E7C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7974" y="2474038"/>
                          <a:ext cx="1060655" cy="525712"/>
                          <a:chOff x="3721252" y="1733424"/>
                          <a:chExt cx="1060655" cy="525712"/>
                        </a:xfrm>
                      </p:grpSpPr>
                      <p:sp>
                        <p:nvSpPr>
                          <p:cNvPr id="7134" name="Flowchart: Connector 7133">
                            <a:extLst>
                              <a:ext uri="{FF2B5EF4-FFF2-40B4-BE49-F238E27FC236}">
                                <a16:creationId xmlns:a16="http://schemas.microsoft.com/office/drawing/2014/main" id="{E0C5DCCD-A9A5-4077-B12F-37176862C32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135" name="3D Model 7134" descr="Sphere">
                                <a:extLst>
                                  <a:ext uri="{FF2B5EF4-FFF2-40B4-BE49-F238E27FC236}">
                                    <a16:creationId xmlns:a16="http://schemas.microsoft.com/office/drawing/2014/main" id="{0FC07A1B-9CD5-4825-8201-556CAEEC165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091990551"/>
                                  </p:ext>
                                </p:extLst>
                              </p:nvPr>
                            </p:nvGraphicFramePr>
                            <p:xfrm>
                              <a:off x="3721252" y="1733424"/>
                              <a:ext cx="299739" cy="299738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6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989" name="3D Model 1988" descr="Sphere">
                                <a:extLst>
                                  <a:ext uri="{FF2B5EF4-FFF2-40B4-BE49-F238E27FC236}">
                                    <a16:creationId xmlns:a16="http://schemas.microsoft.com/office/drawing/2014/main" id="{3882A904-D027-4C5F-A2FC-FDF2A97747E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889231" y="2459147"/>
                                <a:ext cx="52066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136" name="Flowchart: Connector 7135">
                            <a:extLst>
                              <a:ext uri="{FF2B5EF4-FFF2-40B4-BE49-F238E27FC236}">
                                <a16:creationId xmlns:a16="http://schemas.microsoft.com/office/drawing/2014/main" id="{41C30428-7DB4-40F8-B732-CD5B2076963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137" name="3D Model 7136" descr="Sphere">
                                <a:extLst>
                                  <a:ext uri="{FF2B5EF4-FFF2-40B4-BE49-F238E27FC236}">
                                    <a16:creationId xmlns:a16="http://schemas.microsoft.com/office/drawing/2014/main" id="{B1E88AC1-261D-4D76-98AB-E6EE25269AA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001297251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138" name="Flowchart: Connector 7137">
                            <a:extLst>
                              <a:ext uri="{FF2B5EF4-FFF2-40B4-BE49-F238E27FC236}">
                                <a16:creationId xmlns:a16="http://schemas.microsoft.com/office/drawing/2014/main" id="{0B30B8CB-F28E-43FD-A178-5E943F0C93C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139" name="3D Model 7138" descr="Sphere">
                                <a:extLst>
                                  <a:ext uri="{FF2B5EF4-FFF2-40B4-BE49-F238E27FC236}">
                                    <a16:creationId xmlns:a16="http://schemas.microsoft.com/office/drawing/2014/main" id="{EAC72338-BEDB-4295-B58E-3CB05432CCD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758318524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140" name="Flowchart: Connector 7139">
                            <a:extLst>
                              <a:ext uri="{FF2B5EF4-FFF2-40B4-BE49-F238E27FC236}">
                                <a16:creationId xmlns:a16="http://schemas.microsoft.com/office/drawing/2014/main" id="{AB56F0A2-540E-4EBD-9790-17A9E0D58A7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141" name="3D Model 7140" descr="Sphere">
                                <a:extLst>
                                  <a:ext uri="{FF2B5EF4-FFF2-40B4-BE49-F238E27FC236}">
                                    <a16:creationId xmlns:a16="http://schemas.microsoft.com/office/drawing/2014/main" id="{D0CCF533-32DF-4765-86FC-881B44F9089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93842431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8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7084" name="Group 7083">
                          <a:extLst>
                            <a:ext uri="{FF2B5EF4-FFF2-40B4-BE49-F238E27FC236}">
                              <a16:creationId xmlns:a16="http://schemas.microsoft.com/office/drawing/2014/main" id="{79D489AE-39FB-4130-8489-DE169C97136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4615" y="2140429"/>
                          <a:ext cx="1064014" cy="637179"/>
                          <a:chOff x="3717893" y="1719497"/>
                          <a:chExt cx="1064014" cy="637179"/>
                        </a:xfrm>
                      </p:grpSpPr>
                      <p:sp>
                        <p:nvSpPr>
                          <p:cNvPr id="7118" name="Flowchart: Connector 7117">
                            <a:extLst>
                              <a:ext uri="{FF2B5EF4-FFF2-40B4-BE49-F238E27FC236}">
                                <a16:creationId xmlns:a16="http://schemas.microsoft.com/office/drawing/2014/main" id="{D787B750-81C8-428D-A616-774AF4913F4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119" name="Flowchart: Connector 7118">
                            <a:extLst>
                              <a:ext uri="{FF2B5EF4-FFF2-40B4-BE49-F238E27FC236}">
                                <a16:creationId xmlns:a16="http://schemas.microsoft.com/office/drawing/2014/main" id="{4D1A91C7-1A81-4ACC-89E7-4950F566E1D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120" name="Flowchart: Connector 7119">
                            <a:extLst>
                              <a:ext uri="{FF2B5EF4-FFF2-40B4-BE49-F238E27FC236}">
                                <a16:creationId xmlns:a16="http://schemas.microsoft.com/office/drawing/2014/main" id="{75A1E811-6E3A-4281-866E-85F83F3DD20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121" name="Flowchart: Connector 7120">
                            <a:extLst>
                              <a:ext uri="{FF2B5EF4-FFF2-40B4-BE49-F238E27FC236}">
                                <a16:creationId xmlns:a16="http://schemas.microsoft.com/office/drawing/2014/main" id="{75D04D61-2503-46CD-AFC2-AA063B3F0DD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122" name="Flowchart: Connector 7121">
                            <a:extLst>
                              <a:ext uri="{FF2B5EF4-FFF2-40B4-BE49-F238E27FC236}">
                                <a16:creationId xmlns:a16="http://schemas.microsoft.com/office/drawing/2014/main" id="{90CEDA50-C188-49A5-A099-BF9B409D05C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123" name="Flowchart: Connector 7122">
                            <a:extLst>
                              <a:ext uri="{FF2B5EF4-FFF2-40B4-BE49-F238E27FC236}">
                                <a16:creationId xmlns:a16="http://schemas.microsoft.com/office/drawing/2014/main" id="{0E7420D7-2806-4080-8FC2-D77C71DA86F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124" name="Flowchart: Connector 7123">
                            <a:extLst>
                              <a:ext uri="{FF2B5EF4-FFF2-40B4-BE49-F238E27FC236}">
                                <a16:creationId xmlns:a16="http://schemas.microsoft.com/office/drawing/2014/main" id="{FED70E82-D02F-46BC-8A2B-EB044E1ABF3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125" name="Flowchart: Connector 7124">
                            <a:extLst>
                              <a:ext uri="{FF2B5EF4-FFF2-40B4-BE49-F238E27FC236}">
                                <a16:creationId xmlns:a16="http://schemas.microsoft.com/office/drawing/2014/main" id="{5F4946C6-1537-4BDA-AEA4-405882FAFA1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126" name="Flowchart: Connector 7125">
                            <a:extLst>
                              <a:ext uri="{FF2B5EF4-FFF2-40B4-BE49-F238E27FC236}">
                                <a16:creationId xmlns:a16="http://schemas.microsoft.com/office/drawing/2014/main" id="{9D5AA0EE-314A-4036-B789-6A4E97D4F7D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127" name="3D Model 7126" descr="Sphere">
                                <a:extLst>
                                  <a:ext uri="{FF2B5EF4-FFF2-40B4-BE49-F238E27FC236}">
                                    <a16:creationId xmlns:a16="http://schemas.microsoft.com/office/drawing/2014/main" id="{01502AC4-B5B6-4E2B-A889-B7A000FF901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506685704"/>
                                  </p:ext>
                                </p:extLst>
                              </p:nvPr>
                            </p:nvGraphicFramePr>
                            <p:xfrm>
                              <a:off x="3717893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981" name="3D Model 1980" descr="Sphere">
                                <a:extLst>
                                  <a:ext uri="{FF2B5EF4-FFF2-40B4-BE49-F238E27FC236}">
                                    <a16:creationId xmlns:a16="http://schemas.microsoft.com/office/drawing/2014/main" id="{A03C3A75-C275-4B6C-A458-29EA069001C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888647" y="239631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128" name="Flowchart: Connector 7127">
                            <a:extLst>
                              <a:ext uri="{FF2B5EF4-FFF2-40B4-BE49-F238E27FC236}">
                                <a16:creationId xmlns:a16="http://schemas.microsoft.com/office/drawing/2014/main" id="{B032EA5D-6F55-4ABF-80FB-DB1F15848AF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129" name="3D Model 7128" descr="Sphere">
                                <a:extLst>
                                  <a:ext uri="{FF2B5EF4-FFF2-40B4-BE49-F238E27FC236}">
                                    <a16:creationId xmlns:a16="http://schemas.microsoft.com/office/drawing/2014/main" id="{1FA2370B-061C-4E90-9BD3-6B608693328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50945080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130" name="Flowchart: Connector 7129">
                            <a:extLst>
                              <a:ext uri="{FF2B5EF4-FFF2-40B4-BE49-F238E27FC236}">
                                <a16:creationId xmlns:a16="http://schemas.microsoft.com/office/drawing/2014/main" id="{24FD3D0E-5F17-4F39-8FF0-0C0BC5C05F2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131" name="3D Model 7130" descr="Sphere">
                                <a:extLst>
                                  <a:ext uri="{FF2B5EF4-FFF2-40B4-BE49-F238E27FC236}">
                                    <a16:creationId xmlns:a16="http://schemas.microsoft.com/office/drawing/2014/main" id="{6A826288-5FF2-4F37-9FE6-45BC3AF6362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091148252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132" name="Flowchart: Connector 7131">
                            <a:extLst>
                              <a:ext uri="{FF2B5EF4-FFF2-40B4-BE49-F238E27FC236}">
                                <a16:creationId xmlns:a16="http://schemas.microsoft.com/office/drawing/2014/main" id="{63481F8C-05E3-4C75-A147-401B96123CA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133" name="3D Model 7132" descr="Sphere">
                                <a:extLst>
                                  <a:ext uri="{FF2B5EF4-FFF2-40B4-BE49-F238E27FC236}">
                                    <a16:creationId xmlns:a16="http://schemas.microsoft.com/office/drawing/2014/main" id="{C104B5AF-0DFF-4789-9AFB-BEF0015D549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174508909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7085" name="Group 7084">
                          <a:extLst>
                            <a:ext uri="{FF2B5EF4-FFF2-40B4-BE49-F238E27FC236}">
                              <a16:creationId xmlns:a16="http://schemas.microsoft.com/office/drawing/2014/main" id="{4F616D4B-DB14-4A11-8330-0CAEEDDDCEE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936" y="1817250"/>
                          <a:ext cx="1064014" cy="643455"/>
                          <a:chOff x="3717893" y="1713221"/>
                          <a:chExt cx="1064014" cy="643455"/>
                        </a:xfrm>
                      </p:grpSpPr>
                      <p:sp>
                        <p:nvSpPr>
                          <p:cNvPr id="7102" name="Flowchart: Connector 7101">
                            <a:extLst>
                              <a:ext uri="{FF2B5EF4-FFF2-40B4-BE49-F238E27FC236}">
                                <a16:creationId xmlns:a16="http://schemas.microsoft.com/office/drawing/2014/main" id="{8A66438D-87F0-4FB9-B44B-2F614D1FE40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103" name="Flowchart: Connector 7102">
                            <a:extLst>
                              <a:ext uri="{FF2B5EF4-FFF2-40B4-BE49-F238E27FC236}">
                                <a16:creationId xmlns:a16="http://schemas.microsoft.com/office/drawing/2014/main" id="{A138D739-0920-4945-A205-46CB3A54C3F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104" name="Flowchart: Connector 7103">
                            <a:extLst>
                              <a:ext uri="{FF2B5EF4-FFF2-40B4-BE49-F238E27FC236}">
                                <a16:creationId xmlns:a16="http://schemas.microsoft.com/office/drawing/2014/main" id="{1E1F498F-667E-4440-B6C1-81A68051263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105" name="Flowchart: Connector 7104">
                            <a:extLst>
                              <a:ext uri="{FF2B5EF4-FFF2-40B4-BE49-F238E27FC236}">
                                <a16:creationId xmlns:a16="http://schemas.microsoft.com/office/drawing/2014/main" id="{E067C449-D7CD-4245-A7B1-6F1BA9834AD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106" name="Flowchart: Connector 7105">
                            <a:extLst>
                              <a:ext uri="{FF2B5EF4-FFF2-40B4-BE49-F238E27FC236}">
                                <a16:creationId xmlns:a16="http://schemas.microsoft.com/office/drawing/2014/main" id="{51AA987B-1195-410D-971B-7F536666388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107" name="Flowchart: Connector 7106">
                            <a:extLst>
                              <a:ext uri="{FF2B5EF4-FFF2-40B4-BE49-F238E27FC236}">
                                <a16:creationId xmlns:a16="http://schemas.microsoft.com/office/drawing/2014/main" id="{338EA87C-920E-47C2-A642-6D29A9DBF96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108" name="Flowchart: Connector 7107">
                            <a:extLst>
                              <a:ext uri="{FF2B5EF4-FFF2-40B4-BE49-F238E27FC236}">
                                <a16:creationId xmlns:a16="http://schemas.microsoft.com/office/drawing/2014/main" id="{27389892-04F0-44E8-9EFA-817AA1C1349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109" name="Flowchart: Connector 7108">
                            <a:extLst>
                              <a:ext uri="{FF2B5EF4-FFF2-40B4-BE49-F238E27FC236}">
                                <a16:creationId xmlns:a16="http://schemas.microsoft.com/office/drawing/2014/main" id="{09497D54-FC20-4A47-A854-AC1D967BF4D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110" name="Flowchart: Connector 7109">
                            <a:extLst>
                              <a:ext uri="{FF2B5EF4-FFF2-40B4-BE49-F238E27FC236}">
                                <a16:creationId xmlns:a16="http://schemas.microsoft.com/office/drawing/2014/main" id="{2FB53A0A-3FDA-48CD-8E2E-47D2EF37562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111" name="3D Model 7110" descr="Sphere">
                                <a:extLst>
                                  <a:ext uri="{FF2B5EF4-FFF2-40B4-BE49-F238E27FC236}">
                                    <a16:creationId xmlns:a16="http://schemas.microsoft.com/office/drawing/2014/main" id="{E0075E0B-36CD-4631-881F-01B571BEA5C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953271475"/>
                                  </p:ext>
                                </p:extLst>
                              </p:nvPr>
                            </p:nvGraphicFramePr>
                            <p:xfrm>
                              <a:off x="3717893" y="171322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965" name="3D Model 1964" descr="Sphere">
                                <a:extLst>
                                  <a:ext uri="{FF2B5EF4-FFF2-40B4-BE49-F238E27FC236}">
                                    <a16:creationId xmlns:a16="http://schemas.microsoft.com/office/drawing/2014/main" id="{7712D0F4-51F9-435D-8714-F237BFAD331D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886966" y="233544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112" name="Flowchart: Connector 7111">
                            <a:extLst>
                              <a:ext uri="{FF2B5EF4-FFF2-40B4-BE49-F238E27FC236}">
                                <a16:creationId xmlns:a16="http://schemas.microsoft.com/office/drawing/2014/main" id="{9CA40A70-3F1E-4E50-9F99-8E8B4FC2040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113" name="3D Model 7112" descr="Sphere">
                                <a:extLst>
                                  <a:ext uri="{FF2B5EF4-FFF2-40B4-BE49-F238E27FC236}">
                                    <a16:creationId xmlns:a16="http://schemas.microsoft.com/office/drawing/2014/main" id="{9B33E772-C80F-4015-88B0-FC03D98419F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793226131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1967" name="3D Model 1966" descr="Sphere">
                                <a:extLst>
                                  <a:ext uri="{FF2B5EF4-FFF2-40B4-BE49-F238E27FC236}">
                                    <a16:creationId xmlns:a16="http://schemas.microsoft.com/office/drawing/2014/main" id="{A4CEC350-ED3F-4BB3-9EDE-DDE31672F0F5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928667" y="235131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114" name="Flowchart: Connector 7113">
                            <a:extLst>
                              <a:ext uri="{FF2B5EF4-FFF2-40B4-BE49-F238E27FC236}">
                                <a16:creationId xmlns:a16="http://schemas.microsoft.com/office/drawing/2014/main" id="{5AE96D55-9270-47A8-9952-39D19570174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115" name="3D Model 7114" descr="Sphere">
                                <a:extLst>
                                  <a:ext uri="{FF2B5EF4-FFF2-40B4-BE49-F238E27FC236}">
                                    <a16:creationId xmlns:a16="http://schemas.microsoft.com/office/drawing/2014/main" id="{751B5F02-D68F-48A5-A1AB-16E6CC72DA5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62870840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116" name="Flowchart: Connector 7115">
                            <a:extLst>
                              <a:ext uri="{FF2B5EF4-FFF2-40B4-BE49-F238E27FC236}">
                                <a16:creationId xmlns:a16="http://schemas.microsoft.com/office/drawing/2014/main" id="{F0063CA3-311C-42B1-9DF8-BB7FBC8B2E9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117" name="3D Model 7116" descr="Sphere">
                                <a:extLst>
                                  <a:ext uri="{FF2B5EF4-FFF2-40B4-BE49-F238E27FC236}">
                                    <a16:creationId xmlns:a16="http://schemas.microsoft.com/office/drawing/2014/main" id="{FBF8F08E-65C6-4098-8592-BF5B8F523F3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29940288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7086" name="Flowchart: Connector 7085">
                          <a:extLst>
                            <a:ext uri="{FF2B5EF4-FFF2-40B4-BE49-F238E27FC236}">
                              <a16:creationId xmlns:a16="http://schemas.microsoft.com/office/drawing/2014/main" id="{2A252389-1F12-4038-8EAB-BC93F3A3F0B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087" name="Flowchart: Connector 7086">
                          <a:extLst>
                            <a:ext uri="{FF2B5EF4-FFF2-40B4-BE49-F238E27FC236}">
                              <a16:creationId xmlns:a16="http://schemas.microsoft.com/office/drawing/2014/main" id="{7CECE93D-E12A-4FBC-AA22-3DAAB1C1CC4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088" name="Flowchart: Connector 7087">
                          <a:extLst>
                            <a:ext uri="{FF2B5EF4-FFF2-40B4-BE49-F238E27FC236}">
                              <a16:creationId xmlns:a16="http://schemas.microsoft.com/office/drawing/2014/main" id="{6F405174-16C1-43D0-9D1E-00E7670AE43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26347" y="177334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089" name="Flowchart: Connector 7088">
                          <a:extLst>
                            <a:ext uri="{FF2B5EF4-FFF2-40B4-BE49-F238E27FC236}">
                              <a16:creationId xmlns:a16="http://schemas.microsoft.com/office/drawing/2014/main" id="{3475E9A5-32D4-4E1E-9F30-7A479F49E18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090" name="Flowchart: Connector 7089">
                          <a:extLst>
                            <a:ext uri="{FF2B5EF4-FFF2-40B4-BE49-F238E27FC236}">
                              <a16:creationId xmlns:a16="http://schemas.microsoft.com/office/drawing/2014/main" id="{03FF8F91-0AFC-454A-B8D1-C00884E9405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091" name="Flowchart: Connector 7090">
                          <a:extLst>
                            <a:ext uri="{FF2B5EF4-FFF2-40B4-BE49-F238E27FC236}">
                              <a16:creationId xmlns:a16="http://schemas.microsoft.com/office/drawing/2014/main" id="{0F42E0A6-177D-4D6F-A5B2-CCC16BAADFA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092" name="Flowchart: Connector 7091">
                          <a:extLst>
                            <a:ext uri="{FF2B5EF4-FFF2-40B4-BE49-F238E27FC236}">
                              <a16:creationId xmlns:a16="http://schemas.microsoft.com/office/drawing/2014/main" id="{A9360A1E-56EE-447A-8195-D4A7E995FD9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093" name="Flowchart: Connector 7092">
                          <a:extLst>
                            <a:ext uri="{FF2B5EF4-FFF2-40B4-BE49-F238E27FC236}">
                              <a16:creationId xmlns:a16="http://schemas.microsoft.com/office/drawing/2014/main" id="{14E754CC-A01E-4CCA-A491-3B247CF7DFF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094" name="Flowchart: Connector 7093">
                          <a:extLst>
                            <a:ext uri="{FF2B5EF4-FFF2-40B4-BE49-F238E27FC236}">
                              <a16:creationId xmlns:a16="http://schemas.microsoft.com/office/drawing/2014/main" id="{BB11CAB9-2CD7-4F89-819E-066F386B372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095" name="3D Model 7094" descr="Sphere">
                              <a:extLst>
                                <a:ext uri="{FF2B5EF4-FFF2-40B4-BE49-F238E27FC236}">
                                  <a16:creationId xmlns:a16="http://schemas.microsoft.com/office/drawing/2014/main" id="{4F62776B-A539-4741-91F2-C230034039F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326753068"/>
                                </p:ext>
                              </p:extLst>
                            </p:nvPr>
                          </p:nvGraphicFramePr>
                          <p:xfrm>
                            <a:off x="2122087" y="1503359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433448" ay="1433014" az="-1105299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7"/>
                                </am3d:raster>
                                <am3d:objViewport viewportSz="5757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949" name="3D Model 1948" descr="Sphere">
                              <a:extLst>
                                <a:ext uri="{FF2B5EF4-FFF2-40B4-BE49-F238E27FC236}">
                                  <a16:creationId xmlns:a16="http://schemas.microsoft.com/office/drawing/2014/main" id="{A8FFAB26-939D-46FC-86A1-EA4C4631BA7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888208" y="2276322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096" name="Flowchart: Connector 7095">
                          <a:extLst>
                            <a:ext uri="{FF2B5EF4-FFF2-40B4-BE49-F238E27FC236}">
                              <a16:creationId xmlns:a16="http://schemas.microsoft.com/office/drawing/2014/main" id="{92C2A1EE-58D6-408E-B784-E1F7F7D577A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097" name="3D Model 7096" descr="Sphere">
                              <a:extLst>
                                <a:ext uri="{FF2B5EF4-FFF2-40B4-BE49-F238E27FC236}">
                                  <a16:creationId xmlns:a16="http://schemas.microsoft.com/office/drawing/2014/main" id="{4B375F7D-4C31-4AEA-9CE3-968D56301EA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589852265"/>
                                </p:ext>
                              </p:extLst>
                            </p:nvPr>
                          </p:nvGraphicFramePr>
                          <p:xfrm>
                            <a:off x="2368043" y="1593681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5"/>
                                </am3d:raster>
                                <am3d:objViewport viewportSz="5886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951" name="3D Model 1950" descr="Sphere">
                              <a:extLst>
                                <a:ext uri="{FF2B5EF4-FFF2-40B4-BE49-F238E27FC236}">
                                  <a16:creationId xmlns:a16="http://schemas.microsoft.com/office/drawing/2014/main" id="{D47F8E2F-EB5F-407D-91A5-BEA56486F520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930932" y="2293334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098" name="Flowchart: Connector 7097">
                          <a:extLst>
                            <a:ext uri="{FF2B5EF4-FFF2-40B4-BE49-F238E27FC236}">
                              <a16:creationId xmlns:a16="http://schemas.microsoft.com/office/drawing/2014/main" id="{60F0D529-608D-41E7-9CE7-EE12BE2A790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099" name="3D Model 7098" descr="Sphere">
                              <a:extLst>
                                <a:ext uri="{FF2B5EF4-FFF2-40B4-BE49-F238E27FC236}">
                                  <a16:creationId xmlns:a16="http://schemas.microsoft.com/office/drawing/2014/main" id="{60166CD8-E656-48A8-8D36-AE4FEA82710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962996369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3235" cy="6170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7"/>
                                </am3d:raster>
                                <am3d:objViewport viewportSz="6018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953" name="3D Model 1952" descr="Sphere">
                              <a:extLst>
                                <a:ext uri="{FF2B5EF4-FFF2-40B4-BE49-F238E27FC236}">
                                  <a16:creationId xmlns:a16="http://schemas.microsoft.com/office/drawing/2014/main" id="{32BB398F-D69C-4A13-ADE8-EDEB0C5C4A83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3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972819" y="2302350"/>
                              <a:ext cx="53235" cy="61702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100" name="Flowchart: Connector 7099">
                          <a:extLst>
                            <a:ext uri="{FF2B5EF4-FFF2-40B4-BE49-F238E27FC236}">
                              <a16:creationId xmlns:a16="http://schemas.microsoft.com/office/drawing/2014/main" id="{43AEB8D9-8E16-4941-8DE2-EDD2E8DA0DB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101" name="3D Model 7100" descr="Sphere">
                              <a:extLst>
                                <a:ext uri="{FF2B5EF4-FFF2-40B4-BE49-F238E27FC236}">
                                  <a16:creationId xmlns:a16="http://schemas.microsoft.com/office/drawing/2014/main" id="{474F4CA4-82B6-4380-9105-6359FE957FD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888417726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1045" cy="5891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9"/>
                                </am3d:raster>
                                <am3d:objViewport viewportSz="5955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955" name="3D Model 1954" descr="Sphere">
                              <a:extLst>
                                <a:ext uri="{FF2B5EF4-FFF2-40B4-BE49-F238E27FC236}">
                                  <a16:creationId xmlns:a16="http://schemas.microsoft.com/office/drawing/2014/main" id="{B747FCA4-549D-426C-8001-D17363962F6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5019445" y="2318744"/>
                              <a:ext cx="51045" cy="589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6991" name="Group 6990">
                      <a:extLst>
                        <a:ext uri="{FF2B5EF4-FFF2-40B4-BE49-F238E27FC236}">
                          <a16:creationId xmlns:a16="http://schemas.microsoft.com/office/drawing/2014/main" id="{97B8B6B2-B157-4932-9CC0-8794287A2B62}"/>
                        </a:ext>
                      </a:extLst>
                    </p:cNvPr>
                    <p:cNvGrpSpPr/>
                    <p:nvPr/>
                  </p:nvGrpSpPr>
                  <p:grpSpPr>
                    <a:xfrm rot="18542409">
                      <a:off x="2257159" y="236280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7061" name="Freeform: Shape 7060">
                        <a:extLst>
                          <a:ext uri="{FF2B5EF4-FFF2-40B4-BE49-F238E27FC236}">
                            <a16:creationId xmlns:a16="http://schemas.microsoft.com/office/drawing/2014/main" id="{7A235714-76F2-4E25-AB1D-D858A841255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062" name="Rectangle: Rounded Corners 7061">
                        <a:extLst>
                          <a:ext uri="{FF2B5EF4-FFF2-40B4-BE49-F238E27FC236}">
                            <a16:creationId xmlns:a16="http://schemas.microsoft.com/office/drawing/2014/main" id="{CBD7B14B-49BE-4E3F-B6E2-31937F660E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992" name="Group 6991">
                      <a:extLst>
                        <a:ext uri="{FF2B5EF4-FFF2-40B4-BE49-F238E27FC236}">
                          <a16:creationId xmlns:a16="http://schemas.microsoft.com/office/drawing/2014/main" id="{20E84E6C-FCD1-4A31-BE09-6ABF194D6CDF}"/>
                        </a:ext>
                      </a:extLst>
                    </p:cNvPr>
                    <p:cNvGrpSpPr/>
                    <p:nvPr/>
                  </p:nvGrpSpPr>
                  <p:grpSpPr>
                    <a:xfrm rot="17122200">
                      <a:off x="1187274" y="235013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7059" name="Freeform: Shape 7058">
                        <a:extLst>
                          <a:ext uri="{FF2B5EF4-FFF2-40B4-BE49-F238E27FC236}">
                            <a16:creationId xmlns:a16="http://schemas.microsoft.com/office/drawing/2014/main" id="{0B6BC261-7B59-4372-AC2F-37D8AF47AFA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060" name="Rectangle: Rounded Corners 7059">
                        <a:extLst>
                          <a:ext uri="{FF2B5EF4-FFF2-40B4-BE49-F238E27FC236}">
                            <a16:creationId xmlns:a16="http://schemas.microsoft.com/office/drawing/2014/main" id="{BC2788EB-C792-4772-989A-43DFB82435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993" name="Group 6992">
                      <a:extLst>
                        <a:ext uri="{FF2B5EF4-FFF2-40B4-BE49-F238E27FC236}">
                          <a16:creationId xmlns:a16="http://schemas.microsoft.com/office/drawing/2014/main" id="{0D2BCE52-E388-421B-BB1F-E54384D43021}"/>
                        </a:ext>
                      </a:extLst>
                    </p:cNvPr>
                    <p:cNvGrpSpPr/>
                    <p:nvPr/>
                  </p:nvGrpSpPr>
                  <p:grpSpPr>
                    <a:xfrm rot="658209">
                      <a:off x="2479276" y="3323586"/>
                      <a:ext cx="746642" cy="235253"/>
                      <a:chOff x="2620172" y="2546175"/>
                      <a:chExt cx="834986" cy="143092"/>
                    </a:xfrm>
                  </p:grpSpPr>
                  <p:sp>
                    <p:nvSpPr>
                      <p:cNvPr id="7057" name="Freeform: Shape 7056">
                        <a:extLst>
                          <a:ext uri="{FF2B5EF4-FFF2-40B4-BE49-F238E27FC236}">
                            <a16:creationId xmlns:a16="http://schemas.microsoft.com/office/drawing/2014/main" id="{0E096ED8-263A-4B06-A53E-A33D6541304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058" name="Rectangle: Rounded Corners 7057">
                        <a:extLst>
                          <a:ext uri="{FF2B5EF4-FFF2-40B4-BE49-F238E27FC236}">
                            <a16:creationId xmlns:a16="http://schemas.microsoft.com/office/drawing/2014/main" id="{5B9CB522-7D36-40E3-BCAD-5DFA57A3BB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994" name="Group 6993">
                      <a:extLst>
                        <a:ext uri="{FF2B5EF4-FFF2-40B4-BE49-F238E27FC236}">
                          <a16:creationId xmlns:a16="http://schemas.microsoft.com/office/drawing/2014/main" id="{BE712F4E-20E9-4A56-995E-8409DC4811BD}"/>
                        </a:ext>
                      </a:extLst>
                    </p:cNvPr>
                    <p:cNvGrpSpPr/>
                    <p:nvPr/>
                  </p:nvGrpSpPr>
                  <p:grpSpPr>
                    <a:xfrm rot="18837888">
                      <a:off x="1789768" y="223810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7055" name="Freeform: Shape 7054">
                        <a:extLst>
                          <a:ext uri="{FF2B5EF4-FFF2-40B4-BE49-F238E27FC236}">
                            <a16:creationId xmlns:a16="http://schemas.microsoft.com/office/drawing/2014/main" id="{46646980-839D-4589-8CEC-4DA37E44C4D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056" name="Rectangle: Rounded Corners 7055">
                        <a:extLst>
                          <a:ext uri="{FF2B5EF4-FFF2-40B4-BE49-F238E27FC236}">
                            <a16:creationId xmlns:a16="http://schemas.microsoft.com/office/drawing/2014/main" id="{9EDC1B50-AB40-447A-9952-FC7149BC90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995" name="Group 6994">
                      <a:extLst>
                        <a:ext uri="{FF2B5EF4-FFF2-40B4-BE49-F238E27FC236}">
                          <a16:creationId xmlns:a16="http://schemas.microsoft.com/office/drawing/2014/main" id="{B8F5554D-4FFB-49A0-AB1A-F197DD89D4C3}"/>
                        </a:ext>
                      </a:extLst>
                    </p:cNvPr>
                    <p:cNvGrpSpPr/>
                    <p:nvPr/>
                  </p:nvGrpSpPr>
                  <p:grpSpPr>
                    <a:xfrm rot="16200000">
                      <a:off x="563034" y="2429570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7053" name="Freeform: Shape 7052">
                        <a:extLst>
                          <a:ext uri="{FF2B5EF4-FFF2-40B4-BE49-F238E27FC236}">
                            <a16:creationId xmlns:a16="http://schemas.microsoft.com/office/drawing/2014/main" id="{02FF31C0-47BE-4758-9FF0-8E091E93F2A9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054" name="Rectangle: Rounded Corners 7053">
                        <a:extLst>
                          <a:ext uri="{FF2B5EF4-FFF2-40B4-BE49-F238E27FC236}">
                            <a16:creationId xmlns:a16="http://schemas.microsoft.com/office/drawing/2014/main" id="{0D538EBA-F877-45C6-A262-AF14BD683E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996" name="Group 6995">
                      <a:extLst>
                        <a:ext uri="{FF2B5EF4-FFF2-40B4-BE49-F238E27FC236}">
                          <a16:creationId xmlns:a16="http://schemas.microsoft.com/office/drawing/2014/main" id="{B9499D31-2EF5-4177-B533-23EC8A3B074F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350328" y="442527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7051" name="Freeform: Shape 7050">
                        <a:extLst>
                          <a:ext uri="{FF2B5EF4-FFF2-40B4-BE49-F238E27FC236}">
                            <a16:creationId xmlns:a16="http://schemas.microsoft.com/office/drawing/2014/main" id="{4583FEAA-8B5E-4416-8E63-F9C4AD1B839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052" name="Rectangle: Rounded Corners 7051">
                        <a:extLst>
                          <a:ext uri="{FF2B5EF4-FFF2-40B4-BE49-F238E27FC236}">
                            <a16:creationId xmlns:a16="http://schemas.microsoft.com/office/drawing/2014/main" id="{B16AED2D-D8AD-49E0-AD3B-D5482681D7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997" name="Group 6996">
                      <a:extLst>
                        <a:ext uri="{FF2B5EF4-FFF2-40B4-BE49-F238E27FC236}">
                          <a16:creationId xmlns:a16="http://schemas.microsoft.com/office/drawing/2014/main" id="{51650936-58BB-41EC-9499-0D11E76DF447}"/>
                        </a:ext>
                      </a:extLst>
                    </p:cNvPr>
                    <p:cNvGrpSpPr/>
                    <p:nvPr/>
                  </p:nvGrpSpPr>
                  <p:grpSpPr>
                    <a:xfrm rot="5880914">
                      <a:off x="789613" y="438062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7049" name="Freeform: Shape 7048">
                        <a:extLst>
                          <a:ext uri="{FF2B5EF4-FFF2-40B4-BE49-F238E27FC236}">
                            <a16:creationId xmlns:a16="http://schemas.microsoft.com/office/drawing/2014/main" id="{DEB1A504-2361-4E97-BFC2-ED657DFB1DE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050" name="Rectangle: Rounded Corners 7049">
                        <a:extLst>
                          <a:ext uri="{FF2B5EF4-FFF2-40B4-BE49-F238E27FC236}">
                            <a16:creationId xmlns:a16="http://schemas.microsoft.com/office/drawing/2014/main" id="{15B609EC-B16E-4270-BFD8-9E4EEE8339A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998" name="Group 6997">
                      <a:extLst>
                        <a:ext uri="{FF2B5EF4-FFF2-40B4-BE49-F238E27FC236}">
                          <a16:creationId xmlns:a16="http://schemas.microsoft.com/office/drawing/2014/main" id="{8D501CEF-34D7-4329-98C2-03DAEE83D83E}"/>
                        </a:ext>
                      </a:extLst>
                    </p:cNvPr>
                    <p:cNvGrpSpPr/>
                    <p:nvPr/>
                  </p:nvGrpSpPr>
                  <p:grpSpPr>
                    <a:xfrm rot="13587211">
                      <a:off x="651990" y="2929858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7047" name="Freeform: Shape 7046">
                        <a:extLst>
                          <a:ext uri="{FF2B5EF4-FFF2-40B4-BE49-F238E27FC236}">
                            <a16:creationId xmlns:a16="http://schemas.microsoft.com/office/drawing/2014/main" id="{FC8FDFD2-E6AB-4736-BCBE-B3764CE7ED5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048" name="Rectangle: Rounded Corners 7047">
                        <a:extLst>
                          <a:ext uri="{FF2B5EF4-FFF2-40B4-BE49-F238E27FC236}">
                            <a16:creationId xmlns:a16="http://schemas.microsoft.com/office/drawing/2014/main" id="{A2A85078-68E0-4116-97E0-89718DEA36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999" name="Group 6998">
                      <a:extLst>
                        <a:ext uri="{FF2B5EF4-FFF2-40B4-BE49-F238E27FC236}">
                          <a16:creationId xmlns:a16="http://schemas.microsoft.com/office/drawing/2014/main" id="{FCCEF8ED-3AF6-4035-A7F5-7A1205C2921B}"/>
                        </a:ext>
                      </a:extLst>
                    </p:cNvPr>
                    <p:cNvGrpSpPr/>
                    <p:nvPr/>
                  </p:nvGrpSpPr>
                  <p:grpSpPr>
                    <a:xfrm rot="11351284">
                      <a:off x="163719" y="3807693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7045" name="Freeform: Shape 7044">
                        <a:extLst>
                          <a:ext uri="{FF2B5EF4-FFF2-40B4-BE49-F238E27FC236}">
                            <a16:creationId xmlns:a16="http://schemas.microsoft.com/office/drawing/2014/main" id="{9F313CAD-A38F-4D51-BCC2-559A315F175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046" name="Rectangle: Rounded Corners 7045">
                        <a:extLst>
                          <a:ext uri="{FF2B5EF4-FFF2-40B4-BE49-F238E27FC236}">
                            <a16:creationId xmlns:a16="http://schemas.microsoft.com/office/drawing/2014/main" id="{120441F2-25E2-4CA0-8F01-7E1DF8C404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000" name="Group 6999">
                      <a:extLst>
                        <a:ext uri="{FF2B5EF4-FFF2-40B4-BE49-F238E27FC236}">
                          <a16:creationId xmlns:a16="http://schemas.microsoft.com/office/drawing/2014/main" id="{9406D3AE-62C0-4D6D-84CA-D23F6386D402}"/>
                        </a:ext>
                      </a:extLst>
                    </p:cNvPr>
                    <p:cNvGrpSpPr/>
                    <p:nvPr/>
                  </p:nvGrpSpPr>
                  <p:grpSpPr>
                    <a:xfrm rot="4193783">
                      <a:off x="2062756" y="4148262"/>
                      <a:ext cx="706454" cy="171076"/>
                      <a:chOff x="2620172" y="2546175"/>
                      <a:chExt cx="834986" cy="143092"/>
                    </a:xfrm>
                  </p:grpSpPr>
                  <p:sp>
                    <p:nvSpPr>
                      <p:cNvPr id="7043" name="Freeform: Shape 7042">
                        <a:extLst>
                          <a:ext uri="{FF2B5EF4-FFF2-40B4-BE49-F238E27FC236}">
                            <a16:creationId xmlns:a16="http://schemas.microsoft.com/office/drawing/2014/main" id="{04438092-FF59-4856-9BD4-3DDE8B13BB8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044" name="Rectangle: Rounded Corners 7043">
                        <a:extLst>
                          <a:ext uri="{FF2B5EF4-FFF2-40B4-BE49-F238E27FC236}">
                            <a16:creationId xmlns:a16="http://schemas.microsoft.com/office/drawing/2014/main" id="{FD05256C-05D8-4499-BDB8-66EBD5CC4D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001" name="Group 7000">
                      <a:extLst>
                        <a:ext uri="{FF2B5EF4-FFF2-40B4-BE49-F238E27FC236}">
                          <a16:creationId xmlns:a16="http://schemas.microsoft.com/office/drawing/2014/main" id="{90C50E3A-7D3C-4183-A107-9FEF7B5FB909}"/>
                        </a:ext>
                      </a:extLst>
                    </p:cNvPr>
                    <p:cNvGrpSpPr/>
                    <p:nvPr/>
                  </p:nvGrpSpPr>
                  <p:grpSpPr>
                    <a:xfrm rot="1837203">
                      <a:off x="2331692" y="387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7041" name="Freeform: Shape 7040">
                        <a:extLst>
                          <a:ext uri="{FF2B5EF4-FFF2-40B4-BE49-F238E27FC236}">
                            <a16:creationId xmlns:a16="http://schemas.microsoft.com/office/drawing/2014/main" id="{FD8A37D3-9D90-405B-862E-9ADE10EB01F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042" name="Rectangle: Rounded Corners 7041">
                        <a:extLst>
                          <a:ext uri="{FF2B5EF4-FFF2-40B4-BE49-F238E27FC236}">
                            <a16:creationId xmlns:a16="http://schemas.microsoft.com/office/drawing/2014/main" id="{CA753320-C30E-40BE-B941-BC7C9F0C9C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002" name="Group 7001">
                      <a:extLst>
                        <a:ext uri="{FF2B5EF4-FFF2-40B4-BE49-F238E27FC236}">
                          <a16:creationId xmlns:a16="http://schemas.microsoft.com/office/drawing/2014/main" id="{81D535C0-8257-46A6-A252-C723AE504924}"/>
                        </a:ext>
                      </a:extLst>
                    </p:cNvPr>
                    <p:cNvGrpSpPr/>
                    <p:nvPr/>
                  </p:nvGrpSpPr>
                  <p:grpSpPr>
                    <a:xfrm rot="932650">
                      <a:off x="2489621" y="310501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7039" name="Freeform: Shape 7038">
                        <a:extLst>
                          <a:ext uri="{FF2B5EF4-FFF2-40B4-BE49-F238E27FC236}">
                            <a16:creationId xmlns:a16="http://schemas.microsoft.com/office/drawing/2014/main" id="{D4CB49F4-8AED-4831-B7BB-E2FA879636F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040" name="Rectangle: Rounded Corners 7039">
                        <a:extLst>
                          <a:ext uri="{FF2B5EF4-FFF2-40B4-BE49-F238E27FC236}">
                            <a16:creationId xmlns:a16="http://schemas.microsoft.com/office/drawing/2014/main" id="{CD28E871-F41D-48C0-9304-9E4FA4581E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003" name="Group 7002">
                      <a:extLst>
                        <a:ext uri="{FF2B5EF4-FFF2-40B4-BE49-F238E27FC236}">
                          <a16:creationId xmlns:a16="http://schemas.microsoft.com/office/drawing/2014/main" id="{43F334B9-76F5-4C0E-A427-A66CEAD06E0B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686489" y="34904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7037" name="Freeform: Shape 7036">
                        <a:extLst>
                          <a:ext uri="{FF2B5EF4-FFF2-40B4-BE49-F238E27FC236}">
                            <a16:creationId xmlns:a16="http://schemas.microsoft.com/office/drawing/2014/main" id="{D3276A51-0FFA-45B1-94F5-3DAC913B6974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038" name="Rectangle: Rounded Corners 7037">
                        <a:extLst>
                          <a:ext uri="{FF2B5EF4-FFF2-40B4-BE49-F238E27FC236}">
                            <a16:creationId xmlns:a16="http://schemas.microsoft.com/office/drawing/2014/main" id="{14A7B7B4-944D-4D9A-BEC6-8E0F78E839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004" name="Group 7003">
                      <a:extLst>
                        <a:ext uri="{FF2B5EF4-FFF2-40B4-BE49-F238E27FC236}">
                          <a16:creationId xmlns:a16="http://schemas.microsoft.com/office/drawing/2014/main" id="{065ABE76-3190-4470-9961-00B545F59CCB}"/>
                        </a:ext>
                      </a:extLst>
                    </p:cNvPr>
                    <p:cNvGrpSpPr/>
                    <p:nvPr/>
                  </p:nvGrpSpPr>
                  <p:grpSpPr>
                    <a:xfrm rot="16924252">
                      <a:off x="1635001" y="2371073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7035" name="Freeform: Shape 7034">
                        <a:extLst>
                          <a:ext uri="{FF2B5EF4-FFF2-40B4-BE49-F238E27FC236}">
                            <a16:creationId xmlns:a16="http://schemas.microsoft.com/office/drawing/2014/main" id="{97028D58-CCD9-4301-BC80-DEAE69D0067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036" name="Rectangle: Rounded Corners 7035">
                        <a:extLst>
                          <a:ext uri="{FF2B5EF4-FFF2-40B4-BE49-F238E27FC236}">
                            <a16:creationId xmlns:a16="http://schemas.microsoft.com/office/drawing/2014/main" id="{B844A322-7FD4-42C6-AC4F-A2E74F7C51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005" name="Group 7004">
                      <a:extLst>
                        <a:ext uri="{FF2B5EF4-FFF2-40B4-BE49-F238E27FC236}">
                          <a16:creationId xmlns:a16="http://schemas.microsoft.com/office/drawing/2014/main" id="{206910D9-5E26-4490-B07C-8C6F956DB8D3}"/>
                        </a:ext>
                      </a:extLst>
                    </p:cNvPr>
                    <p:cNvGrpSpPr/>
                    <p:nvPr/>
                  </p:nvGrpSpPr>
                  <p:grpSpPr>
                    <a:xfrm rot="15677156">
                      <a:off x="985517" y="2521255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7033" name="Freeform: Shape 7032">
                        <a:extLst>
                          <a:ext uri="{FF2B5EF4-FFF2-40B4-BE49-F238E27FC236}">
                            <a16:creationId xmlns:a16="http://schemas.microsoft.com/office/drawing/2014/main" id="{077E6EB9-D539-4C92-80A5-11C7CE78E54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034" name="Rectangle: Rounded Corners 7033">
                        <a:extLst>
                          <a:ext uri="{FF2B5EF4-FFF2-40B4-BE49-F238E27FC236}">
                            <a16:creationId xmlns:a16="http://schemas.microsoft.com/office/drawing/2014/main" id="{C44F4EAB-B939-40AC-8677-464C09021D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006" name="Group 7005">
                      <a:extLst>
                        <a:ext uri="{FF2B5EF4-FFF2-40B4-BE49-F238E27FC236}">
                          <a16:creationId xmlns:a16="http://schemas.microsoft.com/office/drawing/2014/main" id="{A27C418C-CB68-4124-B203-DFCF8EC11DE1}"/>
                        </a:ext>
                      </a:extLst>
                    </p:cNvPr>
                    <p:cNvGrpSpPr/>
                    <p:nvPr/>
                  </p:nvGrpSpPr>
                  <p:grpSpPr>
                    <a:xfrm rot="14354853" flipV="1">
                      <a:off x="976412" y="243847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7031" name="Freeform: Shape 7030">
                        <a:extLst>
                          <a:ext uri="{FF2B5EF4-FFF2-40B4-BE49-F238E27FC236}">
                            <a16:creationId xmlns:a16="http://schemas.microsoft.com/office/drawing/2014/main" id="{9AF090D9-317A-40B0-87FE-842C14EA60E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032" name="Rectangle: Rounded Corners 7031">
                        <a:extLst>
                          <a:ext uri="{FF2B5EF4-FFF2-40B4-BE49-F238E27FC236}">
                            <a16:creationId xmlns:a16="http://schemas.microsoft.com/office/drawing/2014/main" id="{5F3521E8-FD98-4FBB-B05B-0DA7566C79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007" name="Group 7006">
                      <a:extLst>
                        <a:ext uri="{FF2B5EF4-FFF2-40B4-BE49-F238E27FC236}">
                          <a16:creationId xmlns:a16="http://schemas.microsoft.com/office/drawing/2014/main" id="{8898C24E-26EC-4C23-A567-AE237A8FF477}"/>
                        </a:ext>
                      </a:extLst>
                    </p:cNvPr>
                    <p:cNvGrpSpPr/>
                    <p:nvPr/>
                  </p:nvGrpSpPr>
                  <p:grpSpPr>
                    <a:xfrm rot="9793356" flipV="1">
                      <a:off x="215985" y="323790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7029" name="Freeform: Shape 7028">
                        <a:extLst>
                          <a:ext uri="{FF2B5EF4-FFF2-40B4-BE49-F238E27FC236}">
                            <a16:creationId xmlns:a16="http://schemas.microsoft.com/office/drawing/2014/main" id="{24B00684-C98C-4494-B67D-A432B91658B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030" name="Rectangle: Rounded Corners 7029">
                        <a:extLst>
                          <a:ext uri="{FF2B5EF4-FFF2-40B4-BE49-F238E27FC236}">
                            <a16:creationId xmlns:a16="http://schemas.microsoft.com/office/drawing/2014/main" id="{73C77DFD-63FD-4482-98AD-97F6899F98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008" name="Group 7007">
                      <a:extLst>
                        <a:ext uri="{FF2B5EF4-FFF2-40B4-BE49-F238E27FC236}">
                          <a16:creationId xmlns:a16="http://schemas.microsoft.com/office/drawing/2014/main" id="{539105AE-163B-4631-AA0A-CA5831D5BCFA}"/>
                        </a:ext>
                      </a:extLst>
                    </p:cNvPr>
                    <p:cNvGrpSpPr/>
                    <p:nvPr/>
                  </p:nvGrpSpPr>
                  <p:grpSpPr>
                    <a:xfrm rot="6907686" flipV="1">
                      <a:off x="692019" y="393196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7027" name="Freeform: Shape 7026">
                        <a:extLst>
                          <a:ext uri="{FF2B5EF4-FFF2-40B4-BE49-F238E27FC236}">
                            <a16:creationId xmlns:a16="http://schemas.microsoft.com/office/drawing/2014/main" id="{E207A66B-D390-46D4-AA83-949C221DAE42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028" name="Rectangle: Rounded Corners 7027">
                        <a:extLst>
                          <a:ext uri="{FF2B5EF4-FFF2-40B4-BE49-F238E27FC236}">
                            <a16:creationId xmlns:a16="http://schemas.microsoft.com/office/drawing/2014/main" id="{818D737F-B66B-4174-97D1-AFD3E4B377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009" name="Group 7008">
                      <a:extLst>
                        <a:ext uri="{FF2B5EF4-FFF2-40B4-BE49-F238E27FC236}">
                          <a16:creationId xmlns:a16="http://schemas.microsoft.com/office/drawing/2014/main" id="{5D542B1B-6423-487D-9452-A8B4363C5F7B}"/>
                        </a:ext>
                      </a:extLst>
                    </p:cNvPr>
                    <p:cNvGrpSpPr/>
                    <p:nvPr/>
                  </p:nvGrpSpPr>
                  <p:grpSpPr>
                    <a:xfrm rot="1465711" flipV="1">
                      <a:off x="2002734" y="340448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7025" name="Freeform: Shape 7024">
                        <a:extLst>
                          <a:ext uri="{FF2B5EF4-FFF2-40B4-BE49-F238E27FC236}">
                            <a16:creationId xmlns:a16="http://schemas.microsoft.com/office/drawing/2014/main" id="{A7B03988-BA0C-416B-8F02-D034D2A53A5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026" name="Rectangle: Rounded Corners 7025">
                        <a:extLst>
                          <a:ext uri="{FF2B5EF4-FFF2-40B4-BE49-F238E27FC236}">
                            <a16:creationId xmlns:a16="http://schemas.microsoft.com/office/drawing/2014/main" id="{7D2A7ADE-FCBC-4C04-B6AE-89EC1F8E4A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010" name="Group 7009">
                      <a:extLst>
                        <a:ext uri="{FF2B5EF4-FFF2-40B4-BE49-F238E27FC236}">
                          <a16:creationId xmlns:a16="http://schemas.microsoft.com/office/drawing/2014/main" id="{66343459-7641-4592-81A9-5B87CFA85DE9}"/>
                        </a:ext>
                      </a:extLst>
                    </p:cNvPr>
                    <p:cNvGrpSpPr/>
                    <p:nvPr/>
                  </p:nvGrpSpPr>
                  <p:grpSpPr>
                    <a:xfrm rot="19016516">
                      <a:off x="1733273" y="283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7023" name="Freeform: Shape 7022">
                        <a:extLst>
                          <a:ext uri="{FF2B5EF4-FFF2-40B4-BE49-F238E27FC236}">
                            <a16:creationId xmlns:a16="http://schemas.microsoft.com/office/drawing/2014/main" id="{1B487BB5-0EEF-4286-9A66-65A19B40D764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024" name="Rectangle: Rounded Corners 7023">
                        <a:extLst>
                          <a:ext uri="{FF2B5EF4-FFF2-40B4-BE49-F238E27FC236}">
                            <a16:creationId xmlns:a16="http://schemas.microsoft.com/office/drawing/2014/main" id="{56715A29-FAE4-4F2B-86AC-4208C81707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011" name="Group 7010">
                      <a:extLst>
                        <a:ext uri="{FF2B5EF4-FFF2-40B4-BE49-F238E27FC236}">
                          <a16:creationId xmlns:a16="http://schemas.microsoft.com/office/drawing/2014/main" id="{14328B72-721A-4800-8F0B-100BB2ED5C2B}"/>
                        </a:ext>
                      </a:extLst>
                    </p:cNvPr>
                    <p:cNvGrpSpPr/>
                    <p:nvPr/>
                  </p:nvGrpSpPr>
                  <p:grpSpPr>
                    <a:xfrm rot="19245075">
                      <a:off x="1632068" y="282541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7021" name="Freeform: Shape 7020">
                        <a:extLst>
                          <a:ext uri="{FF2B5EF4-FFF2-40B4-BE49-F238E27FC236}">
                            <a16:creationId xmlns:a16="http://schemas.microsoft.com/office/drawing/2014/main" id="{4AD31C0C-C695-4EF8-94EA-BF8C833A866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022" name="Rectangle: Rounded Corners 7021">
                        <a:extLst>
                          <a:ext uri="{FF2B5EF4-FFF2-40B4-BE49-F238E27FC236}">
                            <a16:creationId xmlns:a16="http://schemas.microsoft.com/office/drawing/2014/main" id="{B804E7A1-3BDB-4477-91C3-1911524C9A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012" name="Group 7011">
                      <a:extLst>
                        <a:ext uri="{FF2B5EF4-FFF2-40B4-BE49-F238E27FC236}">
                          <a16:creationId xmlns:a16="http://schemas.microsoft.com/office/drawing/2014/main" id="{DBBBF823-48AD-47C1-BA5C-39CAD4D83D73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838889" y="36428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7019" name="Freeform: Shape 7018">
                        <a:extLst>
                          <a:ext uri="{FF2B5EF4-FFF2-40B4-BE49-F238E27FC236}">
                            <a16:creationId xmlns:a16="http://schemas.microsoft.com/office/drawing/2014/main" id="{6601E0AC-3240-420B-A283-0D5AB13C348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020" name="Rectangle: Rounded Corners 7019">
                        <a:extLst>
                          <a:ext uri="{FF2B5EF4-FFF2-40B4-BE49-F238E27FC236}">
                            <a16:creationId xmlns:a16="http://schemas.microsoft.com/office/drawing/2014/main" id="{61161466-F6B3-49F7-ACF2-4AAFFF1267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013" name="Group 7012">
                      <a:extLst>
                        <a:ext uri="{FF2B5EF4-FFF2-40B4-BE49-F238E27FC236}">
                          <a16:creationId xmlns:a16="http://schemas.microsoft.com/office/drawing/2014/main" id="{AFDAF98E-8F62-45A1-9248-9101081C892D}"/>
                        </a:ext>
                      </a:extLst>
                    </p:cNvPr>
                    <p:cNvGrpSpPr/>
                    <p:nvPr/>
                  </p:nvGrpSpPr>
                  <p:grpSpPr>
                    <a:xfrm rot="15824399">
                      <a:off x="1224680" y="281893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7017" name="Freeform: Shape 7016">
                        <a:extLst>
                          <a:ext uri="{FF2B5EF4-FFF2-40B4-BE49-F238E27FC236}">
                            <a16:creationId xmlns:a16="http://schemas.microsoft.com/office/drawing/2014/main" id="{A44372F8-9F64-47CD-A327-B8ACFAFF53F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018" name="Rectangle: Rounded Corners 7017">
                        <a:extLst>
                          <a:ext uri="{FF2B5EF4-FFF2-40B4-BE49-F238E27FC236}">
                            <a16:creationId xmlns:a16="http://schemas.microsoft.com/office/drawing/2014/main" id="{50C09B4A-7720-48F1-A788-4DE5B45D0D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7014" name="Group 7013">
                      <a:extLst>
                        <a:ext uri="{FF2B5EF4-FFF2-40B4-BE49-F238E27FC236}">
                          <a16:creationId xmlns:a16="http://schemas.microsoft.com/office/drawing/2014/main" id="{D4D332E2-CBED-484A-B8B7-4B757E58D33C}"/>
                        </a:ext>
                      </a:extLst>
                    </p:cNvPr>
                    <p:cNvGrpSpPr/>
                    <p:nvPr/>
                  </p:nvGrpSpPr>
                  <p:grpSpPr>
                    <a:xfrm rot="16697394">
                      <a:off x="1080028" y="2168448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7015" name="Freeform: Shape 7014">
                        <a:extLst>
                          <a:ext uri="{FF2B5EF4-FFF2-40B4-BE49-F238E27FC236}">
                            <a16:creationId xmlns:a16="http://schemas.microsoft.com/office/drawing/2014/main" id="{D124C8E7-3380-4FD2-99E7-306E9C301570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7016" name="Rectangle: Rounded Corners 7015">
                        <a:extLst>
                          <a:ext uri="{FF2B5EF4-FFF2-40B4-BE49-F238E27FC236}">
                            <a16:creationId xmlns:a16="http://schemas.microsoft.com/office/drawing/2014/main" id="{CCCEC0C5-20F8-421D-8752-78CAFF6F49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</p:grpSp>
              <p:sp>
                <p:nvSpPr>
                  <p:cNvPr id="6985" name="Freeform: Shape 6984">
                    <a:extLst>
                      <a:ext uri="{FF2B5EF4-FFF2-40B4-BE49-F238E27FC236}">
                        <a16:creationId xmlns:a16="http://schemas.microsoft.com/office/drawing/2014/main" id="{6F0E660E-82B6-4F32-8563-B4566DD9FA10}"/>
                      </a:ext>
                    </a:extLst>
                  </p:cNvPr>
                  <p:cNvSpPr/>
                  <p:nvPr/>
                </p:nvSpPr>
                <p:spPr>
                  <a:xfrm rot="6017948" flipV="1">
                    <a:off x="1305755" y="4290452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6986" name="Freeform: Shape 6985">
                    <a:extLst>
                      <a:ext uri="{FF2B5EF4-FFF2-40B4-BE49-F238E27FC236}">
                        <a16:creationId xmlns:a16="http://schemas.microsoft.com/office/drawing/2014/main" id="{8B6E7BB2-B1D7-469B-9D9F-BD9E4D0AAB84}"/>
                      </a:ext>
                    </a:extLst>
                  </p:cNvPr>
                  <p:cNvSpPr/>
                  <p:nvPr/>
                </p:nvSpPr>
                <p:spPr>
                  <a:xfrm rot="21277659">
                    <a:off x="2517403" y="2906549"/>
                    <a:ext cx="690584" cy="235253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6987" name="Freeform: Shape 6986">
                    <a:extLst>
                      <a:ext uri="{FF2B5EF4-FFF2-40B4-BE49-F238E27FC236}">
                        <a16:creationId xmlns:a16="http://schemas.microsoft.com/office/drawing/2014/main" id="{BB72676C-8F01-4DE3-AD52-FD8D08BE13A0}"/>
                      </a:ext>
                    </a:extLst>
                  </p:cNvPr>
                  <p:cNvSpPr/>
                  <p:nvPr/>
                </p:nvSpPr>
                <p:spPr>
                  <a:xfrm rot="11528244" flipV="1">
                    <a:off x="344853" y="2978311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</p:grpSp>
            <p:grpSp>
              <p:nvGrpSpPr>
                <p:cNvPr id="6618" name="Group 6617">
                  <a:extLst>
                    <a:ext uri="{FF2B5EF4-FFF2-40B4-BE49-F238E27FC236}">
                      <a16:creationId xmlns:a16="http://schemas.microsoft.com/office/drawing/2014/main" id="{F3246BAC-A753-406C-97B1-BE7D485737AE}"/>
                    </a:ext>
                  </a:extLst>
                </p:cNvPr>
                <p:cNvGrpSpPr/>
                <p:nvPr/>
              </p:nvGrpSpPr>
              <p:grpSpPr>
                <a:xfrm>
                  <a:off x="5208673" y="2088118"/>
                  <a:ext cx="531923" cy="573923"/>
                  <a:chOff x="163719" y="1822501"/>
                  <a:chExt cx="3062199" cy="3047160"/>
                </a:xfrm>
              </p:grpSpPr>
              <p:grpSp>
                <p:nvGrpSpPr>
                  <p:cNvPr id="6619" name="Group 6618">
                    <a:extLst>
                      <a:ext uri="{FF2B5EF4-FFF2-40B4-BE49-F238E27FC236}">
                        <a16:creationId xmlns:a16="http://schemas.microsoft.com/office/drawing/2014/main" id="{4BB20E62-026D-46EE-B702-B40A9E610480}"/>
                      </a:ext>
                    </a:extLst>
                  </p:cNvPr>
                  <p:cNvGrpSpPr/>
                  <p:nvPr/>
                </p:nvGrpSpPr>
                <p:grpSpPr>
                  <a:xfrm>
                    <a:off x="163719" y="1822501"/>
                    <a:ext cx="3062199" cy="3047160"/>
                    <a:chOff x="163719" y="1822501"/>
                    <a:chExt cx="3062199" cy="3047160"/>
                  </a:xfrm>
                </p:grpSpPr>
                <p:grpSp>
                  <p:nvGrpSpPr>
                    <p:cNvPr id="6623" name="Group 6622">
                      <a:extLst>
                        <a:ext uri="{FF2B5EF4-FFF2-40B4-BE49-F238E27FC236}">
                          <a16:creationId xmlns:a16="http://schemas.microsoft.com/office/drawing/2014/main" id="{3F97F421-9DED-4708-B9A6-16FA4DF19A49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683131" y="384412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6982" name="Freeform: Shape 6981">
                        <a:extLst>
                          <a:ext uri="{FF2B5EF4-FFF2-40B4-BE49-F238E27FC236}">
                            <a16:creationId xmlns:a16="http://schemas.microsoft.com/office/drawing/2014/main" id="{38F13AF4-F529-4910-9A77-361EB10BFF7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983" name="Rectangle: Rounded Corners 6982">
                        <a:extLst>
                          <a:ext uri="{FF2B5EF4-FFF2-40B4-BE49-F238E27FC236}">
                            <a16:creationId xmlns:a16="http://schemas.microsoft.com/office/drawing/2014/main" id="{C36E8F7F-1870-47A6-ABA6-AD40089140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624" name="Group 6623">
                      <a:extLst>
                        <a:ext uri="{FF2B5EF4-FFF2-40B4-BE49-F238E27FC236}">
                          <a16:creationId xmlns:a16="http://schemas.microsoft.com/office/drawing/2014/main" id="{B26F33C6-899B-4336-B18C-89C259451ABF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123013" y="4110752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6980" name="Freeform: Shape 6979">
                        <a:extLst>
                          <a:ext uri="{FF2B5EF4-FFF2-40B4-BE49-F238E27FC236}">
                            <a16:creationId xmlns:a16="http://schemas.microsoft.com/office/drawing/2014/main" id="{D8212DE3-4BD7-44E8-BF49-B06121A6EF9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981" name="Rectangle: Rounded Corners 6980">
                        <a:extLst>
                          <a:ext uri="{FF2B5EF4-FFF2-40B4-BE49-F238E27FC236}">
                            <a16:creationId xmlns:a16="http://schemas.microsoft.com/office/drawing/2014/main" id="{07793ADC-5B57-4B5D-BEE8-554992885A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625" name="Group 6624">
                      <a:extLst>
                        <a:ext uri="{FF2B5EF4-FFF2-40B4-BE49-F238E27FC236}">
                          <a16:creationId xmlns:a16="http://schemas.microsoft.com/office/drawing/2014/main" id="{45082003-BC94-4D60-981A-4E970DEB4CD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0260" y="2440902"/>
                      <a:ext cx="1730523" cy="1839492"/>
                      <a:chOff x="420511" y="1784768"/>
                      <a:chExt cx="1730523" cy="1839492"/>
                    </a:xfrm>
                  </p:grpSpPr>
                  <p:grpSp>
                    <p:nvGrpSpPr>
                      <p:cNvPr id="6698" name="Group 6697">
                        <a:extLst>
                          <a:ext uri="{FF2B5EF4-FFF2-40B4-BE49-F238E27FC236}">
                            <a16:creationId xmlns:a16="http://schemas.microsoft.com/office/drawing/2014/main" id="{671045EB-3940-48CD-892E-600968BCA14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69572" y="1784768"/>
                        <a:ext cx="1081462" cy="1476716"/>
                        <a:chOff x="2089993" y="1523034"/>
                        <a:chExt cx="1081462" cy="1476716"/>
                      </a:xfrm>
                    </p:grpSpPr>
                    <p:grpSp>
                      <p:nvGrpSpPr>
                        <p:cNvPr id="6919" name="Group 6918">
                          <a:extLst>
                            <a:ext uri="{FF2B5EF4-FFF2-40B4-BE49-F238E27FC236}">
                              <a16:creationId xmlns:a16="http://schemas.microsoft.com/office/drawing/2014/main" id="{554061BF-6318-4776-A319-34D8FFBE530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70705"/>
                          <a:ext cx="101484" cy="1016226"/>
                          <a:chOff x="1800622" y="2364951"/>
                          <a:chExt cx="101484" cy="1016226"/>
                        </a:xfrm>
                      </p:grpSpPr>
                      <p:sp>
                        <p:nvSpPr>
                          <p:cNvPr id="6976" name="Flowchart: Connector 6975">
                            <a:extLst>
                              <a:ext uri="{FF2B5EF4-FFF2-40B4-BE49-F238E27FC236}">
                                <a16:creationId xmlns:a16="http://schemas.microsoft.com/office/drawing/2014/main" id="{A73B761A-1502-485C-BCAF-E6A2B33AC63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977" name="Flowchart: Connector 6976">
                            <a:extLst>
                              <a:ext uri="{FF2B5EF4-FFF2-40B4-BE49-F238E27FC236}">
                                <a16:creationId xmlns:a16="http://schemas.microsoft.com/office/drawing/2014/main" id="{72B6C63E-2F65-49E8-8E27-082B0AD6EAD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978" name="Flowchart: Connector 6977">
                            <a:extLst>
                              <a:ext uri="{FF2B5EF4-FFF2-40B4-BE49-F238E27FC236}">
                                <a16:creationId xmlns:a16="http://schemas.microsoft.com/office/drawing/2014/main" id="{1C1C64CB-701D-4CB0-B1B2-31641494AA7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979" name="Flowchart: Connector 6978">
                            <a:extLst>
                              <a:ext uri="{FF2B5EF4-FFF2-40B4-BE49-F238E27FC236}">
                                <a16:creationId xmlns:a16="http://schemas.microsoft.com/office/drawing/2014/main" id="{078FB952-CBCA-4895-A6FE-54B364899F6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649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6920" name="Group 6919">
                          <a:extLst>
                            <a:ext uri="{FF2B5EF4-FFF2-40B4-BE49-F238E27FC236}">
                              <a16:creationId xmlns:a16="http://schemas.microsoft.com/office/drawing/2014/main" id="{AC145F81-E86F-4401-B13E-54FDB7B8618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23034"/>
                          <a:ext cx="1057223" cy="1476716"/>
                          <a:chOff x="2114232" y="1523034"/>
                          <a:chExt cx="1057223" cy="1476716"/>
                        </a:xfrm>
                      </p:grpSpPr>
                      <p:grpSp>
                        <p:nvGrpSpPr>
                          <p:cNvPr id="6921" name="Group 6920">
                            <a:extLst>
                              <a:ext uri="{FF2B5EF4-FFF2-40B4-BE49-F238E27FC236}">
                                <a16:creationId xmlns:a16="http://schemas.microsoft.com/office/drawing/2014/main" id="{6198994B-58D7-43BE-BFC0-09DAC8C0B1B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47544" cy="539639"/>
                            <a:chOff x="3717189" y="1719497"/>
                            <a:chExt cx="1047544" cy="539639"/>
                          </a:xfrm>
                        </p:grpSpPr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969" name="3D Model 6968" descr="Sphere">
                                  <a:extLst>
                                    <a:ext uri="{FF2B5EF4-FFF2-40B4-BE49-F238E27FC236}">
                                      <a16:creationId xmlns:a16="http://schemas.microsoft.com/office/drawing/2014/main" id="{C382A6E0-9216-461C-B444-1F2A19BB6E89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525745690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970" name="Flowchart: Connector 6969">
                              <a:extLst>
                                <a:ext uri="{FF2B5EF4-FFF2-40B4-BE49-F238E27FC236}">
                                  <a16:creationId xmlns:a16="http://schemas.microsoft.com/office/drawing/2014/main" id="{FDB4CD53-4DC9-4B4A-95FB-1DCF905BE70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971" name="3D Model 6970" descr="Sphere">
                                  <a:extLst>
                                    <a:ext uri="{FF2B5EF4-FFF2-40B4-BE49-F238E27FC236}">
                                      <a16:creationId xmlns:a16="http://schemas.microsoft.com/office/drawing/2014/main" id="{37BDF2C7-507A-4B65-A0E4-E1568A4A4C3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250939182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972" name="Flowchart: Connector 6971">
                              <a:extLst>
                                <a:ext uri="{FF2B5EF4-FFF2-40B4-BE49-F238E27FC236}">
                                  <a16:creationId xmlns:a16="http://schemas.microsoft.com/office/drawing/2014/main" id="{223A2E8E-15E7-43D2-8AB9-7017840987C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973" name="3D Model 6972" descr="Sphere">
                                  <a:extLst>
                                    <a:ext uri="{FF2B5EF4-FFF2-40B4-BE49-F238E27FC236}">
                                      <a16:creationId xmlns:a16="http://schemas.microsoft.com/office/drawing/2014/main" id="{6B3F5209-4581-4EE6-AD32-EF3B8FA4C46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270451650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974" name="Flowchart: Connector 6973">
                              <a:extLst>
                                <a:ext uri="{FF2B5EF4-FFF2-40B4-BE49-F238E27FC236}">
                                  <a16:creationId xmlns:a16="http://schemas.microsoft.com/office/drawing/2014/main" id="{B0DDA09F-36CA-41E4-B639-9193B921AFC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975" name="3D Model 6974" descr="Sphere">
                                  <a:extLst>
                                    <a:ext uri="{FF2B5EF4-FFF2-40B4-BE49-F238E27FC236}">
                                      <a16:creationId xmlns:a16="http://schemas.microsoft.com/office/drawing/2014/main" id="{371B7FA6-7159-4D7C-8529-2F8EB0D6C09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554241572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6922" name="Group 6921">
                            <a:extLst>
                              <a:ext uri="{FF2B5EF4-FFF2-40B4-BE49-F238E27FC236}">
                                <a16:creationId xmlns:a16="http://schemas.microsoft.com/office/drawing/2014/main" id="{3C37D125-58B0-4223-B029-EE2AC38AD44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6954" name="Flowchart: Connector 6953">
                              <a:extLst>
                                <a:ext uri="{FF2B5EF4-FFF2-40B4-BE49-F238E27FC236}">
                                  <a16:creationId xmlns:a16="http://schemas.microsoft.com/office/drawing/2014/main" id="{D70E40B0-78CC-4D41-88CE-E4B21C6D215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955" name="Flowchart: Connector 6954">
                              <a:extLst>
                                <a:ext uri="{FF2B5EF4-FFF2-40B4-BE49-F238E27FC236}">
                                  <a16:creationId xmlns:a16="http://schemas.microsoft.com/office/drawing/2014/main" id="{F8438302-5FCE-4E9F-ABBD-6F6C9961D78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956" name="Flowchart: Connector 6955">
                              <a:extLst>
                                <a:ext uri="{FF2B5EF4-FFF2-40B4-BE49-F238E27FC236}">
                                  <a16:creationId xmlns:a16="http://schemas.microsoft.com/office/drawing/2014/main" id="{221B8DD6-1084-407E-9825-A5513A7ABFE1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957" name="Flowchart: Connector 6956">
                              <a:extLst>
                                <a:ext uri="{FF2B5EF4-FFF2-40B4-BE49-F238E27FC236}">
                                  <a16:creationId xmlns:a16="http://schemas.microsoft.com/office/drawing/2014/main" id="{192837A6-CF25-4769-B9D8-581AE09270A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958" name="Flowchart: Connector 6957">
                              <a:extLst>
                                <a:ext uri="{FF2B5EF4-FFF2-40B4-BE49-F238E27FC236}">
                                  <a16:creationId xmlns:a16="http://schemas.microsoft.com/office/drawing/2014/main" id="{964EABFD-DC9B-48C2-8563-CA36834DFB5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959" name="Flowchart: Connector 6958">
                              <a:extLst>
                                <a:ext uri="{FF2B5EF4-FFF2-40B4-BE49-F238E27FC236}">
                                  <a16:creationId xmlns:a16="http://schemas.microsoft.com/office/drawing/2014/main" id="{8B022A89-4A86-4BA2-99C2-8415617FF60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960" name="Flowchart: Connector 6959">
                              <a:extLst>
                                <a:ext uri="{FF2B5EF4-FFF2-40B4-BE49-F238E27FC236}">
                                  <a16:creationId xmlns:a16="http://schemas.microsoft.com/office/drawing/2014/main" id="{654D1B1A-EF63-47EE-9201-7A5EA72AD66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961" name="Flowchart: Connector 6960">
                              <a:extLst>
                                <a:ext uri="{FF2B5EF4-FFF2-40B4-BE49-F238E27FC236}">
                                  <a16:creationId xmlns:a16="http://schemas.microsoft.com/office/drawing/2014/main" id="{BD5320D7-794C-4C07-ADB6-90AC58A6F6C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962" name="3D Model 6961" descr="Sphere">
                                  <a:extLst>
                                    <a:ext uri="{FF2B5EF4-FFF2-40B4-BE49-F238E27FC236}">
                                      <a16:creationId xmlns:a16="http://schemas.microsoft.com/office/drawing/2014/main" id="{3AC532DA-A849-49FE-AE35-30FDBDBFCBA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783003822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963" name="Flowchart: Connector 6962">
                              <a:extLst>
                                <a:ext uri="{FF2B5EF4-FFF2-40B4-BE49-F238E27FC236}">
                                  <a16:creationId xmlns:a16="http://schemas.microsoft.com/office/drawing/2014/main" id="{0126117A-0137-4AB3-A79E-1E9E9A15637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964" name="3D Model 6963" descr="Sphere">
                                  <a:extLst>
                                    <a:ext uri="{FF2B5EF4-FFF2-40B4-BE49-F238E27FC236}">
                                      <a16:creationId xmlns:a16="http://schemas.microsoft.com/office/drawing/2014/main" id="{0E2EA49B-D0A4-4259-921B-D04066B4DA2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70215821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965" name="Flowchart: Connector 6964">
                              <a:extLst>
                                <a:ext uri="{FF2B5EF4-FFF2-40B4-BE49-F238E27FC236}">
                                  <a16:creationId xmlns:a16="http://schemas.microsoft.com/office/drawing/2014/main" id="{3C0556CE-DBB5-4A7B-BE31-C35DA4D0E4E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966" name="3D Model 6965" descr="Sphere">
                                  <a:extLst>
                                    <a:ext uri="{FF2B5EF4-FFF2-40B4-BE49-F238E27FC236}">
                                      <a16:creationId xmlns:a16="http://schemas.microsoft.com/office/drawing/2014/main" id="{65B0D02D-6A71-4079-9569-F5BC8B2281F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665135504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967" name="Flowchart: Connector 6966">
                              <a:extLst>
                                <a:ext uri="{FF2B5EF4-FFF2-40B4-BE49-F238E27FC236}">
                                  <a16:creationId xmlns:a16="http://schemas.microsoft.com/office/drawing/2014/main" id="{79FDB046-D056-45D7-9A39-B2E7DA97D17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968" name="3D Model 6967" descr="Sphere">
                                  <a:extLst>
                                    <a:ext uri="{FF2B5EF4-FFF2-40B4-BE49-F238E27FC236}">
                                      <a16:creationId xmlns:a16="http://schemas.microsoft.com/office/drawing/2014/main" id="{E6655FCE-8E10-4E78-AE02-E7841F15CFA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571189369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6923" name="Group 6922">
                            <a:extLst>
                              <a:ext uri="{FF2B5EF4-FFF2-40B4-BE49-F238E27FC236}">
                                <a16:creationId xmlns:a16="http://schemas.microsoft.com/office/drawing/2014/main" id="{D236E128-B4B4-46DC-93BC-86B760B8E29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47544" cy="637179"/>
                            <a:chOff x="3717189" y="1719497"/>
                            <a:chExt cx="1047544" cy="637179"/>
                          </a:xfrm>
                        </p:grpSpPr>
                        <p:sp>
                          <p:nvSpPr>
                            <p:cNvPr id="6939" name="Flowchart: Connector 6938">
                              <a:extLst>
                                <a:ext uri="{FF2B5EF4-FFF2-40B4-BE49-F238E27FC236}">
                                  <a16:creationId xmlns:a16="http://schemas.microsoft.com/office/drawing/2014/main" id="{A665DC09-C435-4603-96B5-0B466F871458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940" name="Flowchart: Connector 6939">
                              <a:extLst>
                                <a:ext uri="{FF2B5EF4-FFF2-40B4-BE49-F238E27FC236}">
                                  <a16:creationId xmlns:a16="http://schemas.microsoft.com/office/drawing/2014/main" id="{EB5D9519-4F3B-4111-BCFB-1F7E3A888C6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941" name="Flowchart: Connector 6940">
                              <a:extLst>
                                <a:ext uri="{FF2B5EF4-FFF2-40B4-BE49-F238E27FC236}">
                                  <a16:creationId xmlns:a16="http://schemas.microsoft.com/office/drawing/2014/main" id="{213E1BAB-DCB9-44C7-8857-5F0B0E91C87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942" name="Flowchart: Connector 6941">
                              <a:extLst>
                                <a:ext uri="{FF2B5EF4-FFF2-40B4-BE49-F238E27FC236}">
                                  <a16:creationId xmlns:a16="http://schemas.microsoft.com/office/drawing/2014/main" id="{ABC0C8B0-C27C-446C-B4E8-F9EB92EED47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943" name="Flowchart: Connector 6942">
                              <a:extLst>
                                <a:ext uri="{FF2B5EF4-FFF2-40B4-BE49-F238E27FC236}">
                                  <a16:creationId xmlns:a16="http://schemas.microsoft.com/office/drawing/2014/main" id="{38698FC6-242A-4DC8-8E65-BFBAF289383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944" name="Flowchart: Connector 6943">
                              <a:extLst>
                                <a:ext uri="{FF2B5EF4-FFF2-40B4-BE49-F238E27FC236}">
                                  <a16:creationId xmlns:a16="http://schemas.microsoft.com/office/drawing/2014/main" id="{153992E0-33B3-4719-9165-E33ABF53F66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945" name="Flowchart: Connector 6944">
                              <a:extLst>
                                <a:ext uri="{FF2B5EF4-FFF2-40B4-BE49-F238E27FC236}">
                                  <a16:creationId xmlns:a16="http://schemas.microsoft.com/office/drawing/2014/main" id="{98CB4E7B-8610-4107-ACFD-5C22F2C64B9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946" name="Flowchart: Connector 6945">
                              <a:extLst>
                                <a:ext uri="{FF2B5EF4-FFF2-40B4-BE49-F238E27FC236}">
                                  <a16:creationId xmlns:a16="http://schemas.microsoft.com/office/drawing/2014/main" id="{6F19804F-2BDF-4289-9843-1B9EDCF1F29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947" name="3D Model 6946" descr="Sphere">
                                  <a:extLst>
                                    <a:ext uri="{FF2B5EF4-FFF2-40B4-BE49-F238E27FC236}">
                                      <a16:creationId xmlns:a16="http://schemas.microsoft.com/office/drawing/2014/main" id="{948FCBE5-EA2E-4977-BC0D-B2DF9D171CB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567814043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948" name="Flowchart: Connector 6947">
                              <a:extLst>
                                <a:ext uri="{FF2B5EF4-FFF2-40B4-BE49-F238E27FC236}">
                                  <a16:creationId xmlns:a16="http://schemas.microsoft.com/office/drawing/2014/main" id="{EB271FA0-FFDB-4200-84CD-A98FDAB2966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949" name="3D Model 6948" descr="Sphere">
                                  <a:extLst>
                                    <a:ext uri="{FF2B5EF4-FFF2-40B4-BE49-F238E27FC236}">
                                      <a16:creationId xmlns:a16="http://schemas.microsoft.com/office/drawing/2014/main" id="{256561D5-43F6-420E-BD78-88FE26B4088F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82411191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950" name="Flowchart: Connector 6949">
                              <a:extLst>
                                <a:ext uri="{FF2B5EF4-FFF2-40B4-BE49-F238E27FC236}">
                                  <a16:creationId xmlns:a16="http://schemas.microsoft.com/office/drawing/2014/main" id="{EF4BFB1C-C160-4CD1-BF6F-5DE38BFD1C7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951" name="3D Model 6950" descr="Sphere">
                                  <a:extLst>
                                    <a:ext uri="{FF2B5EF4-FFF2-40B4-BE49-F238E27FC236}">
                                      <a16:creationId xmlns:a16="http://schemas.microsoft.com/office/drawing/2014/main" id="{2A786B54-59B8-4D1E-ABA3-F986FFF2DDD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736248245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952" name="Flowchart: Connector 6951">
                              <a:extLst>
                                <a:ext uri="{FF2B5EF4-FFF2-40B4-BE49-F238E27FC236}">
                                  <a16:creationId xmlns:a16="http://schemas.microsoft.com/office/drawing/2014/main" id="{8A41E9A3-868D-41ED-82F5-6358726D0EA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953" name="3D Model 6952" descr="Sphere">
                                  <a:extLst>
                                    <a:ext uri="{FF2B5EF4-FFF2-40B4-BE49-F238E27FC236}">
                                      <a16:creationId xmlns:a16="http://schemas.microsoft.com/office/drawing/2014/main" id="{390FDE45-CAD8-48F9-A79D-45B0D4895E53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798460252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6924" name="Flowchart: Connector 6923">
                            <a:extLst>
                              <a:ext uri="{FF2B5EF4-FFF2-40B4-BE49-F238E27FC236}">
                                <a16:creationId xmlns:a16="http://schemas.microsoft.com/office/drawing/2014/main" id="{9CED3A19-04C6-4EF3-9EE6-041276BAD9B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925" name="Flowchart: Connector 6924">
                            <a:extLst>
                              <a:ext uri="{FF2B5EF4-FFF2-40B4-BE49-F238E27FC236}">
                                <a16:creationId xmlns:a16="http://schemas.microsoft.com/office/drawing/2014/main" id="{E28F7140-3030-40B2-975B-583D32300C8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926" name="Flowchart: Connector 6925">
                            <a:extLst>
                              <a:ext uri="{FF2B5EF4-FFF2-40B4-BE49-F238E27FC236}">
                                <a16:creationId xmlns:a16="http://schemas.microsoft.com/office/drawing/2014/main" id="{73DE8005-5A63-471D-8345-600AAC93776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927" name="Flowchart: Connector 6926">
                            <a:extLst>
                              <a:ext uri="{FF2B5EF4-FFF2-40B4-BE49-F238E27FC236}">
                                <a16:creationId xmlns:a16="http://schemas.microsoft.com/office/drawing/2014/main" id="{637FC2D4-1EEB-4291-BC52-46766B1E9B8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928" name="Flowchart: Connector 6927">
                            <a:extLst>
                              <a:ext uri="{FF2B5EF4-FFF2-40B4-BE49-F238E27FC236}">
                                <a16:creationId xmlns:a16="http://schemas.microsoft.com/office/drawing/2014/main" id="{9E3416D3-889D-4F5F-B851-FE58DBF284F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929" name="Flowchart: Connector 6928">
                            <a:extLst>
                              <a:ext uri="{FF2B5EF4-FFF2-40B4-BE49-F238E27FC236}">
                                <a16:creationId xmlns:a16="http://schemas.microsoft.com/office/drawing/2014/main" id="{49C15358-7042-4AE1-864F-09AD9E94071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930" name="Flowchart: Connector 6929">
                            <a:extLst>
                              <a:ext uri="{FF2B5EF4-FFF2-40B4-BE49-F238E27FC236}">
                                <a16:creationId xmlns:a16="http://schemas.microsoft.com/office/drawing/2014/main" id="{1F57752B-DC9B-4C91-B68B-3AD5D2C73F7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931" name="Flowchart: Connector 6930">
                            <a:extLst>
                              <a:ext uri="{FF2B5EF4-FFF2-40B4-BE49-F238E27FC236}">
                                <a16:creationId xmlns:a16="http://schemas.microsoft.com/office/drawing/2014/main" id="{157A9BE3-8EB3-41DD-A437-23D592280EB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932" name="3D Model 6931" descr="Sphere">
                                <a:extLst>
                                  <a:ext uri="{FF2B5EF4-FFF2-40B4-BE49-F238E27FC236}">
                                    <a16:creationId xmlns:a16="http://schemas.microsoft.com/office/drawing/2014/main" id="{B059C0DC-DBF2-4474-919A-559DA01C479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983323798"/>
                                  </p:ext>
                                </p:extLst>
                              </p:nvPr>
                            </p:nvGraphicFramePr>
                            <p:xfrm>
                              <a:off x="2134543" y="1523034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517" name="3D Model 2516" descr="Sphere">
                                <a:extLst>
                                  <a:ext uri="{FF2B5EF4-FFF2-40B4-BE49-F238E27FC236}">
                                    <a16:creationId xmlns:a16="http://schemas.microsoft.com/office/drawing/2014/main" id="{0B37FE69-0C37-4CB1-8F85-B908B77AC15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450151" y="220459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933" name="Flowchart: Connector 6932">
                            <a:extLst>
                              <a:ext uri="{FF2B5EF4-FFF2-40B4-BE49-F238E27FC236}">
                                <a16:creationId xmlns:a16="http://schemas.microsoft.com/office/drawing/2014/main" id="{928B6634-F64D-475E-A2AE-FFEAE4A4A3B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934" name="3D Model 6933" descr="Sphere">
                                <a:extLst>
                                  <a:ext uri="{FF2B5EF4-FFF2-40B4-BE49-F238E27FC236}">
                                    <a16:creationId xmlns:a16="http://schemas.microsoft.com/office/drawing/2014/main" id="{34E83B72-4E50-4933-8B40-94EDF53CDB7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271372872"/>
                                  </p:ext>
                                </p:extLst>
                              </p:nvPr>
                            </p:nvGraphicFramePr>
                            <p:xfrm>
                              <a:off x="2371307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519" name="3D Model 2518" descr="Sphere">
                                <a:extLst>
                                  <a:ext uri="{FF2B5EF4-FFF2-40B4-BE49-F238E27FC236}">
                                    <a16:creationId xmlns:a16="http://schemas.microsoft.com/office/drawing/2014/main" id="{E77B593C-54AC-41A6-9F6D-75F5CFB558F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491279" y="2215275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935" name="Flowchart: Connector 6934">
                            <a:extLst>
                              <a:ext uri="{FF2B5EF4-FFF2-40B4-BE49-F238E27FC236}">
                                <a16:creationId xmlns:a16="http://schemas.microsoft.com/office/drawing/2014/main" id="{61F9E110-1752-4D86-9234-55AEE058C25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4559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936" name="3D Model 6935" descr="Sphere">
                                <a:extLst>
                                  <a:ext uri="{FF2B5EF4-FFF2-40B4-BE49-F238E27FC236}">
                                    <a16:creationId xmlns:a16="http://schemas.microsoft.com/office/drawing/2014/main" id="{D2F83A04-38CF-4DB7-8972-24BEF21B219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552405614"/>
                                  </p:ext>
                                </p:extLst>
                              </p:nvPr>
                            </p:nvGraphicFramePr>
                            <p:xfrm>
                              <a:off x="2609177" y="164155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521" name="3D Model 2520" descr="Sphere">
                                <a:extLst>
                                  <a:ext uri="{FF2B5EF4-FFF2-40B4-BE49-F238E27FC236}">
                                    <a16:creationId xmlns:a16="http://schemas.microsoft.com/office/drawing/2014/main" id="{79DD0E23-7F07-4774-A2B3-FF19452F791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532598" y="222691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937" name="Flowchart: Connector 6936">
                            <a:extLst>
                              <a:ext uri="{FF2B5EF4-FFF2-40B4-BE49-F238E27FC236}">
                                <a16:creationId xmlns:a16="http://schemas.microsoft.com/office/drawing/2014/main" id="{4E4E022D-1974-493E-B200-A2D4DF33B9F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938" name="3D Model 6937" descr="Sphere">
                                <a:extLst>
                                  <a:ext uri="{FF2B5EF4-FFF2-40B4-BE49-F238E27FC236}">
                                    <a16:creationId xmlns:a16="http://schemas.microsoft.com/office/drawing/2014/main" id="{1F6BCD6D-4B4F-460A-84D5-04D5B576E40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445553684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6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6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523" name="3D Model 2522" descr="Sphere">
                                <a:extLst>
                                  <a:ext uri="{FF2B5EF4-FFF2-40B4-BE49-F238E27FC236}">
                                    <a16:creationId xmlns:a16="http://schemas.microsoft.com/office/drawing/2014/main" id="{E1ECBFC9-2694-4C88-988E-9AB0006BD4C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579224" y="2243308"/>
                                <a:ext cx="51046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6699" name="Group 6698">
                        <a:extLst>
                          <a:ext uri="{FF2B5EF4-FFF2-40B4-BE49-F238E27FC236}">
                            <a16:creationId xmlns:a16="http://schemas.microsoft.com/office/drawing/2014/main" id="{CFBFCCF4-CE1F-4C06-9C37-3BE8B732444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3325" y="2268938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6916" name="Flowchart: Connector 6915">
                          <a:extLst>
                            <a:ext uri="{FF2B5EF4-FFF2-40B4-BE49-F238E27FC236}">
                              <a16:creationId xmlns:a16="http://schemas.microsoft.com/office/drawing/2014/main" id="{5080CCE4-3C5D-40A4-BA6D-F719F024DAE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917" name="Flowchart: Connector 6916">
                          <a:extLst>
                            <a:ext uri="{FF2B5EF4-FFF2-40B4-BE49-F238E27FC236}">
                              <a16:creationId xmlns:a16="http://schemas.microsoft.com/office/drawing/2014/main" id="{996D37EA-30BE-4F88-9001-A3A58C651DC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918" name="Flowchart: Connector 6917">
                          <a:extLst>
                            <a:ext uri="{FF2B5EF4-FFF2-40B4-BE49-F238E27FC236}">
                              <a16:creationId xmlns:a16="http://schemas.microsoft.com/office/drawing/2014/main" id="{305FA50A-96E7-4B01-978F-F7E7A973F5D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6700" name="Flowchart: Connector 6699">
                        <a:extLst>
                          <a:ext uri="{FF2B5EF4-FFF2-40B4-BE49-F238E27FC236}">
                            <a16:creationId xmlns:a16="http://schemas.microsoft.com/office/drawing/2014/main" id="{9654535A-ED01-4043-BDFA-84C24BF3D47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37026" y="201261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701" name="Flowchart: Connector 6700">
                        <a:extLst>
                          <a:ext uri="{FF2B5EF4-FFF2-40B4-BE49-F238E27FC236}">
                            <a16:creationId xmlns:a16="http://schemas.microsoft.com/office/drawing/2014/main" id="{4BE04B8C-E071-4608-AB63-9030F8120EB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588002" y="208727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6702" name="Group 6701">
                        <a:extLst>
                          <a:ext uri="{FF2B5EF4-FFF2-40B4-BE49-F238E27FC236}">
                            <a16:creationId xmlns:a16="http://schemas.microsoft.com/office/drawing/2014/main" id="{E81F2948-5E31-47B7-AF3E-DCBA7388691B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228750">
                        <a:off x="1171220" y="1918660"/>
                        <a:ext cx="698062" cy="387533"/>
                        <a:chOff x="854933" y="2290871"/>
                        <a:chExt cx="698062" cy="387533"/>
                      </a:xfrm>
                    </p:grpSpPr>
                    <p:sp>
                      <p:nvSpPr>
                        <p:cNvPr id="6913" name="Flowchart: Connector 6912">
                          <a:extLst>
                            <a:ext uri="{FF2B5EF4-FFF2-40B4-BE49-F238E27FC236}">
                              <a16:creationId xmlns:a16="http://schemas.microsoft.com/office/drawing/2014/main" id="{4545031E-AA65-4E89-8C99-304225F4FDF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3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914" name="Flowchart: Connector 6913">
                          <a:extLst>
                            <a:ext uri="{FF2B5EF4-FFF2-40B4-BE49-F238E27FC236}">
                              <a16:creationId xmlns:a16="http://schemas.microsoft.com/office/drawing/2014/main" id="{994363DE-8E02-4170-B51A-556B7C4CABA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5206" y="2377897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915" name="Flowchart: Connector 6914">
                          <a:extLst>
                            <a:ext uri="{FF2B5EF4-FFF2-40B4-BE49-F238E27FC236}">
                              <a16:creationId xmlns:a16="http://schemas.microsoft.com/office/drawing/2014/main" id="{6AD10771-8E39-4C72-BD5C-E5A4E9D04DC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41136" y="2462404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6703" name="Group 6702">
                        <a:extLst>
                          <a:ext uri="{FF2B5EF4-FFF2-40B4-BE49-F238E27FC236}">
                            <a16:creationId xmlns:a16="http://schemas.microsoft.com/office/drawing/2014/main" id="{622C03AD-3890-4A13-BD79-A05174AE2CD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49741" y="1890320"/>
                        <a:ext cx="1098636" cy="1497980"/>
                        <a:chOff x="2089993" y="1501770"/>
                        <a:chExt cx="1098636" cy="1497980"/>
                      </a:xfrm>
                    </p:grpSpPr>
                    <p:grpSp>
                      <p:nvGrpSpPr>
                        <p:cNvPr id="6848" name="Group 6847">
                          <a:extLst>
                            <a:ext uri="{FF2B5EF4-FFF2-40B4-BE49-F238E27FC236}">
                              <a16:creationId xmlns:a16="http://schemas.microsoft.com/office/drawing/2014/main" id="{817872CC-4201-4BCF-A969-9E7833D74D5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9993" y="1634990"/>
                          <a:ext cx="101484" cy="1051941"/>
                          <a:chOff x="1800622" y="2329236"/>
                          <a:chExt cx="101484" cy="1051941"/>
                        </a:xfrm>
                      </p:grpSpPr>
                      <p:sp>
                        <p:nvSpPr>
                          <p:cNvPr id="6909" name="Flowchart: Connector 6908">
                            <a:extLst>
                              <a:ext uri="{FF2B5EF4-FFF2-40B4-BE49-F238E27FC236}">
                                <a16:creationId xmlns:a16="http://schemas.microsoft.com/office/drawing/2014/main" id="{90D6BA26-6DF5-428E-B252-F299E9C2DD0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910" name="Flowchart: Connector 6909">
                            <a:extLst>
                              <a:ext uri="{FF2B5EF4-FFF2-40B4-BE49-F238E27FC236}">
                                <a16:creationId xmlns:a16="http://schemas.microsoft.com/office/drawing/2014/main" id="{438718BB-8561-48BC-B957-1F4D9514F27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911" name="Flowchart: Connector 6910">
                            <a:extLst>
                              <a:ext uri="{FF2B5EF4-FFF2-40B4-BE49-F238E27FC236}">
                                <a16:creationId xmlns:a16="http://schemas.microsoft.com/office/drawing/2014/main" id="{0D5F06F8-186B-4536-BEDE-9E38731B5D2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912" name="Flowchart: Connector 6911">
                            <a:extLst>
                              <a:ext uri="{FF2B5EF4-FFF2-40B4-BE49-F238E27FC236}">
                                <a16:creationId xmlns:a16="http://schemas.microsoft.com/office/drawing/2014/main" id="{88B98C2A-4867-48ED-9212-0735136AF14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32923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6849" name="Group 6848">
                          <a:extLst>
                            <a:ext uri="{FF2B5EF4-FFF2-40B4-BE49-F238E27FC236}">
                              <a16:creationId xmlns:a16="http://schemas.microsoft.com/office/drawing/2014/main" id="{C87FC8C3-AB0C-41BB-9C29-2E5FDF18941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01770"/>
                          <a:ext cx="1074397" cy="1497980"/>
                          <a:chOff x="2114232" y="1501770"/>
                          <a:chExt cx="1074397" cy="1497980"/>
                        </a:xfrm>
                      </p:grpSpPr>
                      <p:grpSp>
                        <p:nvGrpSpPr>
                          <p:cNvPr id="6850" name="Group 6849">
                            <a:extLst>
                              <a:ext uri="{FF2B5EF4-FFF2-40B4-BE49-F238E27FC236}">
                                <a16:creationId xmlns:a16="http://schemas.microsoft.com/office/drawing/2014/main" id="{6F213B08-BC98-4E73-8D97-95D48B01A7E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6901" name="Flowchart: Connector 6900">
                              <a:extLst>
                                <a:ext uri="{FF2B5EF4-FFF2-40B4-BE49-F238E27FC236}">
                                  <a16:creationId xmlns:a16="http://schemas.microsoft.com/office/drawing/2014/main" id="{875902F1-26BE-4B5B-A909-D4C86065DFA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902" name="3D Model 6901" descr="Sphere">
                                  <a:extLst>
                                    <a:ext uri="{FF2B5EF4-FFF2-40B4-BE49-F238E27FC236}">
                                      <a16:creationId xmlns:a16="http://schemas.microsoft.com/office/drawing/2014/main" id="{5108B240-DB11-42B8-AF1D-70D4A7792CC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19483245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903" name="Flowchart: Connector 6902">
                              <a:extLst>
                                <a:ext uri="{FF2B5EF4-FFF2-40B4-BE49-F238E27FC236}">
                                  <a16:creationId xmlns:a16="http://schemas.microsoft.com/office/drawing/2014/main" id="{63CB165E-BA25-42C9-98AB-D2F7AEC068FD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904" name="3D Model 6903" descr="Sphere">
                                  <a:extLst>
                                    <a:ext uri="{FF2B5EF4-FFF2-40B4-BE49-F238E27FC236}">
                                      <a16:creationId xmlns:a16="http://schemas.microsoft.com/office/drawing/2014/main" id="{F1AEB369-00A7-4F6A-B2B9-47D2C91CB45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961567733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905" name="Flowchart: Connector 6904">
                              <a:extLst>
                                <a:ext uri="{FF2B5EF4-FFF2-40B4-BE49-F238E27FC236}">
                                  <a16:creationId xmlns:a16="http://schemas.microsoft.com/office/drawing/2014/main" id="{521B971D-18F1-4DC7-971D-88605520AD8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906" name="3D Model 6905" descr="Sphere">
                                  <a:extLst>
                                    <a:ext uri="{FF2B5EF4-FFF2-40B4-BE49-F238E27FC236}">
                                      <a16:creationId xmlns:a16="http://schemas.microsoft.com/office/drawing/2014/main" id="{CCBDE5B7-148F-47B6-AB11-5E17CB61CAF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004107107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907" name="Flowchart: Connector 6906">
                              <a:extLst>
                                <a:ext uri="{FF2B5EF4-FFF2-40B4-BE49-F238E27FC236}">
                                  <a16:creationId xmlns:a16="http://schemas.microsoft.com/office/drawing/2014/main" id="{85EB217B-C6D3-4378-844B-7478F0D7729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908" name="3D Model 6907" descr="Sphere">
                                  <a:extLst>
                                    <a:ext uri="{FF2B5EF4-FFF2-40B4-BE49-F238E27FC236}">
                                      <a16:creationId xmlns:a16="http://schemas.microsoft.com/office/drawing/2014/main" id="{E8AFC425-BBCF-4E1C-AB73-C3D1434D3A6E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59018279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6851" name="Group 6850">
                            <a:extLst>
                              <a:ext uri="{FF2B5EF4-FFF2-40B4-BE49-F238E27FC236}">
                                <a16:creationId xmlns:a16="http://schemas.microsoft.com/office/drawing/2014/main" id="{E56116C5-6FBE-4A67-883A-BF9A710F434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6885" name="Flowchart: Connector 6884">
                              <a:extLst>
                                <a:ext uri="{FF2B5EF4-FFF2-40B4-BE49-F238E27FC236}">
                                  <a16:creationId xmlns:a16="http://schemas.microsoft.com/office/drawing/2014/main" id="{7351DBE0-E84A-4A77-A062-DF579CEA39B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886" name="Flowchart: Connector 6885">
                              <a:extLst>
                                <a:ext uri="{FF2B5EF4-FFF2-40B4-BE49-F238E27FC236}">
                                  <a16:creationId xmlns:a16="http://schemas.microsoft.com/office/drawing/2014/main" id="{F57F8616-99C8-4184-9C17-CD977ECB61A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887" name="Flowchart: Connector 6886">
                              <a:extLst>
                                <a:ext uri="{FF2B5EF4-FFF2-40B4-BE49-F238E27FC236}">
                                  <a16:creationId xmlns:a16="http://schemas.microsoft.com/office/drawing/2014/main" id="{5C1AFBF4-34EF-469A-8543-116D934388A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888" name="Flowchart: Connector 6887">
                              <a:extLst>
                                <a:ext uri="{FF2B5EF4-FFF2-40B4-BE49-F238E27FC236}">
                                  <a16:creationId xmlns:a16="http://schemas.microsoft.com/office/drawing/2014/main" id="{4AABAA3B-E626-451B-BA38-1DDF52D9FF7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889" name="Flowchart: Connector 6888">
                              <a:extLst>
                                <a:ext uri="{FF2B5EF4-FFF2-40B4-BE49-F238E27FC236}">
                                  <a16:creationId xmlns:a16="http://schemas.microsoft.com/office/drawing/2014/main" id="{D564C767-4F5B-458B-9194-62411D84B9D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890" name="Flowchart: Connector 6889">
                              <a:extLst>
                                <a:ext uri="{FF2B5EF4-FFF2-40B4-BE49-F238E27FC236}">
                                  <a16:creationId xmlns:a16="http://schemas.microsoft.com/office/drawing/2014/main" id="{C2245FA6-9502-45DC-BF35-B3AD4132408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891" name="Flowchart: Connector 6890">
                              <a:extLst>
                                <a:ext uri="{FF2B5EF4-FFF2-40B4-BE49-F238E27FC236}">
                                  <a16:creationId xmlns:a16="http://schemas.microsoft.com/office/drawing/2014/main" id="{32FBCB33-785F-43CB-810B-F9207D4BEF0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892" name="Flowchart: Connector 6891">
                              <a:extLst>
                                <a:ext uri="{FF2B5EF4-FFF2-40B4-BE49-F238E27FC236}">
                                  <a16:creationId xmlns:a16="http://schemas.microsoft.com/office/drawing/2014/main" id="{B20F3EB4-F9B7-4623-AA9B-819A9773386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893" name="Flowchart: Connector 6892">
                              <a:extLst>
                                <a:ext uri="{FF2B5EF4-FFF2-40B4-BE49-F238E27FC236}">
                                  <a16:creationId xmlns:a16="http://schemas.microsoft.com/office/drawing/2014/main" id="{F849AD00-AEA5-4E6F-A81B-27CEA033318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894" name="3D Model 6893" descr="Sphere">
                                  <a:extLst>
                                    <a:ext uri="{FF2B5EF4-FFF2-40B4-BE49-F238E27FC236}">
                                      <a16:creationId xmlns:a16="http://schemas.microsoft.com/office/drawing/2014/main" id="{814013B3-6BD2-40B7-8B8A-6522C90E4E3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672739144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895" name="Flowchart: Connector 6894">
                              <a:extLst>
                                <a:ext uri="{FF2B5EF4-FFF2-40B4-BE49-F238E27FC236}">
                                  <a16:creationId xmlns:a16="http://schemas.microsoft.com/office/drawing/2014/main" id="{5E7C6369-8C4D-4673-98E9-0FB4D9334E4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896" name="3D Model 6895" descr="Sphere">
                                  <a:extLst>
                                    <a:ext uri="{FF2B5EF4-FFF2-40B4-BE49-F238E27FC236}">
                                      <a16:creationId xmlns:a16="http://schemas.microsoft.com/office/drawing/2014/main" id="{04B171E3-DF97-4F80-8E19-078DF13E7B6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039649627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897" name="Flowchart: Connector 6896">
                              <a:extLst>
                                <a:ext uri="{FF2B5EF4-FFF2-40B4-BE49-F238E27FC236}">
                                  <a16:creationId xmlns:a16="http://schemas.microsoft.com/office/drawing/2014/main" id="{C7C655EF-9EE2-4AED-B33A-EBADAE3440A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898" name="3D Model 6897" descr="Sphere">
                                  <a:extLst>
                                    <a:ext uri="{FF2B5EF4-FFF2-40B4-BE49-F238E27FC236}">
                                      <a16:creationId xmlns:a16="http://schemas.microsoft.com/office/drawing/2014/main" id="{6C85038F-4C6C-4189-9566-75314ABD253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91719363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899" name="Flowchart: Connector 6898">
                              <a:extLst>
                                <a:ext uri="{FF2B5EF4-FFF2-40B4-BE49-F238E27FC236}">
                                  <a16:creationId xmlns:a16="http://schemas.microsoft.com/office/drawing/2014/main" id="{70521E36-F675-4B92-B389-9A7997D4EF50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900" name="3D Model 6899" descr="Sphere">
                                  <a:extLst>
                                    <a:ext uri="{FF2B5EF4-FFF2-40B4-BE49-F238E27FC236}">
                                      <a16:creationId xmlns:a16="http://schemas.microsoft.com/office/drawing/2014/main" id="{9610A239-7744-4F36-A7C2-DC1C5A3909D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340492142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6852" name="Group 6851">
                            <a:extLst>
                              <a:ext uri="{FF2B5EF4-FFF2-40B4-BE49-F238E27FC236}">
                                <a16:creationId xmlns:a16="http://schemas.microsoft.com/office/drawing/2014/main" id="{4DBC6371-9BA8-49F7-984E-DCA18AA8C50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6869" name="Flowchart: Connector 6868">
                              <a:extLst>
                                <a:ext uri="{FF2B5EF4-FFF2-40B4-BE49-F238E27FC236}">
                                  <a16:creationId xmlns:a16="http://schemas.microsoft.com/office/drawing/2014/main" id="{3DC839FF-26C8-42BF-959A-1D7A90A70676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870" name="Flowchart: Connector 6869">
                              <a:extLst>
                                <a:ext uri="{FF2B5EF4-FFF2-40B4-BE49-F238E27FC236}">
                                  <a16:creationId xmlns:a16="http://schemas.microsoft.com/office/drawing/2014/main" id="{5F422DD7-E59A-4C2B-AC7D-83044B52482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871" name="Flowchart: Connector 6870">
                              <a:extLst>
                                <a:ext uri="{FF2B5EF4-FFF2-40B4-BE49-F238E27FC236}">
                                  <a16:creationId xmlns:a16="http://schemas.microsoft.com/office/drawing/2014/main" id="{6905993C-ED8A-4DB8-B626-152F9527FDF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872" name="Flowchart: Connector 6871">
                              <a:extLst>
                                <a:ext uri="{FF2B5EF4-FFF2-40B4-BE49-F238E27FC236}">
                                  <a16:creationId xmlns:a16="http://schemas.microsoft.com/office/drawing/2014/main" id="{9B7C8D63-66A5-4EEA-9B65-B1ACB77F6A5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873" name="Flowchart: Connector 6872">
                              <a:extLst>
                                <a:ext uri="{FF2B5EF4-FFF2-40B4-BE49-F238E27FC236}">
                                  <a16:creationId xmlns:a16="http://schemas.microsoft.com/office/drawing/2014/main" id="{BBE06A79-7BB5-408B-A434-B0D7D45E65F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874" name="Flowchart: Connector 6873">
                              <a:extLst>
                                <a:ext uri="{FF2B5EF4-FFF2-40B4-BE49-F238E27FC236}">
                                  <a16:creationId xmlns:a16="http://schemas.microsoft.com/office/drawing/2014/main" id="{9DC2F917-8818-4D14-93F7-62924D9EECDD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875" name="Flowchart: Connector 6874">
                              <a:extLst>
                                <a:ext uri="{FF2B5EF4-FFF2-40B4-BE49-F238E27FC236}">
                                  <a16:creationId xmlns:a16="http://schemas.microsoft.com/office/drawing/2014/main" id="{B4C8C0C1-5092-4E3B-B5FE-E5AFB0155ED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876" name="Flowchart: Connector 6875">
                              <a:extLst>
                                <a:ext uri="{FF2B5EF4-FFF2-40B4-BE49-F238E27FC236}">
                                  <a16:creationId xmlns:a16="http://schemas.microsoft.com/office/drawing/2014/main" id="{195607D3-9820-49E3-A556-4A60F9D7B70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877" name="Flowchart: Connector 6876">
                              <a:extLst>
                                <a:ext uri="{FF2B5EF4-FFF2-40B4-BE49-F238E27FC236}">
                                  <a16:creationId xmlns:a16="http://schemas.microsoft.com/office/drawing/2014/main" id="{736D9A9A-E6C1-4E1D-A433-3E63CD5D6ADE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878" name="3D Model 6877" descr="Sphere">
                                  <a:extLst>
                                    <a:ext uri="{FF2B5EF4-FFF2-40B4-BE49-F238E27FC236}">
                                      <a16:creationId xmlns:a16="http://schemas.microsoft.com/office/drawing/2014/main" id="{EDBFDDDB-97FB-4456-87A9-31D72B89E30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609583522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879" name="Flowchart: Connector 6878">
                              <a:extLst>
                                <a:ext uri="{FF2B5EF4-FFF2-40B4-BE49-F238E27FC236}">
                                  <a16:creationId xmlns:a16="http://schemas.microsoft.com/office/drawing/2014/main" id="{35D30A51-9B7E-4479-8DCE-AA851D6D0EC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880" name="3D Model 6879" descr="Sphere">
                                  <a:extLst>
                                    <a:ext uri="{FF2B5EF4-FFF2-40B4-BE49-F238E27FC236}">
                                      <a16:creationId xmlns:a16="http://schemas.microsoft.com/office/drawing/2014/main" id="{4AF69444-4E09-4AF9-8A72-20885AF7340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73330871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881" name="Flowchart: Connector 6880">
                              <a:extLst>
                                <a:ext uri="{FF2B5EF4-FFF2-40B4-BE49-F238E27FC236}">
                                  <a16:creationId xmlns:a16="http://schemas.microsoft.com/office/drawing/2014/main" id="{BD4EA7D2-90FA-4BA2-A77B-0BB33735A226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882" name="3D Model 6881" descr="Sphere">
                                  <a:extLst>
                                    <a:ext uri="{FF2B5EF4-FFF2-40B4-BE49-F238E27FC236}">
                                      <a16:creationId xmlns:a16="http://schemas.microsoft.com/office/drawing/2014/main" id="{9CCE4990-D216-4B57-8FD5-F3D8589C62F8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025226461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883" name="Flowchart: Connector 6882">
                              <a:extLst>
                                <a:ext uri="{FF2B5EF4-FFF2-40B4-BE49-F238E27FC236}">
                                  <a16:creationId xmlns:a16="http://schemas.microsoft.com/office/drawing/2014/main" id="{F5879432-57FB-42FE-B4C2-891E5B1453D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884" name="3D Model 6883" descr="Sphere">
                                  <a:extLst>
                                    <a:ext uri="{FF2B5EF4-FFF2-40B4-BE49-F238E27FC236}">
                                      <a16:creationId xmlns:a16="http://schemas.microsoft.com/office/drawing/2014/main" id="{0B2C1E29-3BB1-4FE8-93D0-B43757A92BA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653231549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6853" name="Flowchart: Connector 6852">
                            <a:extLst>
                              <a:ext uri="{FF2B5EF4-FFF2-40B4-BE49-F238E27FC236}">
                                <a16:creationId xmlns:a16="http://schemas.microsoft.com/office/drawing/2014/main" id="{B8214B37-B74B-4AF6-AAF0-8F915F77F1C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854" name="Flowchart: Connector 6853">
                            <a:extLst>
                              <a:ext uri="{FF2B5EF4-FFF2-40B4-BE49-F238E27FC236}">
                                <a16:creationId xmlns:a16="http://schemas.microsoft.com/office/drawing/2014/main" id="{5A03AB5B-C794-4CAA-A3F4-5CDC389FC05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855" name="Flowchart: Connector 6854">
                            <a:extLst>
                              <a:ext uri="{FF2B5EF4-FFF2-40B4-BE49-F238E27FC236}">
                                <a16:creationId xmlns:a16="http://schemas.microsoft.com/office/drawing/2014/main" id="{9BC76B1E-5657-470C-85CF-33F4AE4A42A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856" name="Flowchart: Connector 6855">
                            <a:extLst>
                              <a:ext uri="{FF2B5EF4-FFF2-40B4-BE49-F238E27FC236}">
                                <a16:creationId xmlns:a16="http://schemas.microsoft.com/office/drawing/2014/main" id="{4315A5AB-4BBA-4EFA-82FC-4F724B48F47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857" name="Flowchart: Connector 6856">
                            <a:extLst>
                              <a:ext uri="{FF2B5EF4-FFF2-40B4-BE49-F238E27FC236}">
                                <a16:creationId xmlns:a16="http://schemas.microsoft.com/office/drawing/2014/main" id="{37A4B1FF-F73C-4E98-9161-E751502D1E4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858" name="Flowchart: Connector 6857">
                            <a:extLst>
                              <a:ext uri="{FF2B5EF4-FFF2-40B4-BE49-F238E27FC236}">
                                <a16:creationId xmlns:a16="http://schemas.microsoft.com/office/drawing/2014/main" id="{D5C36582-7887-4D55-A44D-1ECB21820CE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859" name="Flowchart: Connector 6858">
                            <a:extLst>
                              <a:ext uri="{FF2B5EF4-FFF2-40B4-BE49-F238E27FC236}">
                                <a16:creationId xmlns:a16="http://schemas.microsoft.com/office/drawing/2014/main" id="{049A4344-35F8-4974-8537-20E6EEC979E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860" name="Flowchart: Connector 6859">
                            <a:extLst>
                              <a:ext uri="{FF2B5EF4-FFF2-40B4-BE49-F238E27FC236}">
                                <a16:creationId xmlns:a16="http://schemas.microsoft.com/office/drawing/2014/main" id="{AA2047D5-7FCA-4E5F-94E4-54DB85EC244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861" name="Flowchart: Connector 6860">
                            <a:extLst>
                              <a:ext uri="{FF2B5EF4-FFF2-40B4-BE49-F238E27FC236}">
                                <a16:creationId xmlns:a16="http://schemas.microsoft.com/office/drawing/2014/main" id="{F74569DF-D002-40E1-81B6-7EAF7BD0CA8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862" name="3D Model 6861" descr="Sphere">
                                <a:extLst>
                                  <a:ext uri="{FF2B5EF4-FFF2-40B4-BE49-F238E27FC236}">
                                    <a16:creationId xmlns:a16="http://schemas.microsoft.com/office/drawing/2014/main" id="{73D95F5F-EDA5-46EE-857A-61F9A3133DF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529475412"/>
                                  </p:ext>
                                </p:extLst>
                              </p:nvPr>
                            </p:nvGraphicFramePr>
                            <p:xfrm>
                              <a:off x="2123911" y="1501770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447" name="3D Model 2446" descr="Sphere">
                                <a:extLst>
                                  <a:ext uri="{FF2B5EF4-FFF2-40B4-BE49-F238E27FC236}">
                                    <a16:creationId xmlns:a16="http://schemas.microsoft.com/office/drawing/2014/main" id="{70E40748-6AC0-4492-88F2-ADBBFCC2B06D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410118" y="2224472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863" name="Flowchart: Connector 6862">
                            <a:extLst>
                              <a:ext uri="{FF2B5EF4-FFF2-40B4-BE49-F238E27FC236}">
                                <a16:creationId xmlns:a16="http://schemas.microsoft.com/office/drawing/2014/main" id="{446F8C07-7F57-4246-BE70-3D35371F900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864" name="3D Model 6863" descr="Sphere">
                                <a:extLst>
                                  <a:ext uri="{FF2B5EF4-FFF2-40B4-BE49-F238E27FC236}">
                                    <a16:creationId xmlns:a16="http://schemas.microsoft.com/office/drawing/2014/main" id="{DEDF5431-D05A-4949-9242-02714B6C6F8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94340569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449" name="3D Model 2448" descr="Sphere">
                                <a:extLst>
                                  <a:ext uri="{FF2B5EF4-FFF2-40B4-BE49-F238E27FC236}">
                                    <a16:creationId xmlns:a16="http://schemas.microsoft.com/office/drawing/2014/main" id="{144408D4-9F48-420D-8D84-D76B550D93B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451942" y="2239160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865" name="Flowchart: Connector 6864">
                            <a:extLst>
                              <a:ext uri="{FF2B5EF4-FFF2-40B4-BE49-F238E27FC236}">
                                <a16:creationId xmlns:a16="http://schemas.microsoft.com/office/drawing/2014/main" id="{C9348BDD-6E3D-43DA-9B97-E4A5B54D119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93292" y="171776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866" name="3D Model 6865" descr="Sphere">
                                <a:extLst>
                                  <a:ext uri="{FF2B5EF4-FFF2-40B4-BE49-F238E27FC236}">
                                    <a16:creationId xmlns:a16="http://schemas.microsoft.com/office/drawing/2014/main" id="{E4984240-6380-480B-8B01-A230E1CAD60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961792198"/>
                                  </p:ext>
                                </p:extLst>
                              </p:nvPr>
                            </p:nvGraphicFramePr>
                            <p:xfrm>
                              <a:off x="2622429" y="163823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451" name="3D Model 2450" descr="Sphere">
                                <a:extLst>
                                  <a:ext uri="{FF2B5EF4-FFF2-40B4-BE49-F238E27FC236}">
                                    <a16:creationId xmlns:a16="http://schemas.microsoft.com/office/drawing/2014/main" id="{07CCB216-ACB4-41FC-9B17-B2291E8F796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496714" y="2250175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867" name="Flowchart: Connector 6866">
                            <a:extLst>
                              <a:ext uri="{FF2B5EF4-FFF2-40B4-BE49-F238E27FC236}">
                                <a16:creationId xmlns:a16="http://schemas.microsoft.com/office/drawing/2014/main" id="{BDF9DB0E-948A-45E1-819B-674E689E625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868" name="3D Model 6867" descr="Sphere">
                                <a:extLst>
                                  <a:ext uri="{FF2B5EF4-FFF2-40B4-BE49-F238E27FC236}">
                                    <a16:creationId xmlns:a16="http://schemas.microsoft.com/office/drawing/2014/main" id="{68B79B15-C8E7-414F-AD86-0FF269E0AC5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358540614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453" name="3D Model 2452" descr="Sphere">
                                <a:extLst>
                                  <a:ext uri="{FF2B5EF4-FFF2-40B4-BE49-F238E27FC236}">
                                    <a16:creationId xmlns:a16="http://schemas.microsoft.com/office/drawing/2014/main" id="{8927F180-F55D-461F-9F15-DF22D1B1D69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541038" y="2267193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grpSp>
                    <p:nvGrpSpPr>
                      <p:cNvPr id="6704" name="Group 6703">
                        <a:extLst>
                          <a:ext uri="{FF2B5EF4-FFF2-40B4-BE49-F238E27FC236}">
                            <a16:creationId xmlns:a16="http://schemas.microsoft.com/office/drawing/2014/main" id="{2A7ED975-4992-48C1-B931-C3C5AE8BE43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547436" y="2361226"/>
                        <a:ext cx="222323" cy="860409"/>
                        <a:chOff x="1473033" y="2656490"/>
                        <a:chExt cx="222323" cy="860409"/>
                      </a:xfrm>
                    </p:grpSpPr>
                    <p:sp>
                      <p:nvSpPr>
                        <p:cNvPr id="6845" name="Flowchart: Connector 6844">
                          <a:extLst>
                            <a:ext uri="{FF2B5EF4-FFF2-40B4-BE49-F238E27FC236}">
                              <a16:creationId xmlns:a16="http://schemas.microsoft.com/office/drawing/2014/main" id="{8AD867EB-18EA-4262-8FF1-8FEED62BD5F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2672" y="2656490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846" name="Flowchart: Connector 6845">
                          <a:extLst>
                            <a:ext uri="{FF2B5EF4-FFF2-40B4-BE49-F238E27FC236}">
                              <a16:creationId xmlns:a16="http://schemas.microsoft.com/office/drawing/2014/main" id="{8DC26C8E-2D2A-49B5-8338-6F649A91EF8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73033" y="2982505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847" name="Flowchart: Connector 6846">
                          <a:extLst>
                            <a:ext uri="{FF2B5EF4-FFF2-40B4-BE49-F238E27FC236}">
                              <a16:creationId xmlns:a16="http://schemas.microsoft.com/office/drawing/2014/main" id="{EF302E98-01D2-4AA6-94AE-138EAF5262B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483497" y="330089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sp>
                    <p:nvSpPr>
                      <p:cNvPr id="6705" name="Flowchart: Connector 6704">
                        <a:extLst>
                          <a:ext uri="{FF2B5EF4-FFF2-40B4-BE49-F238E27FC236}">
                            <a16:creationId xmlns:a16="http://schemas.microsoft.com/office/drawing/2014/main" id="{AE05CDB4-E210-452F-86A1-1DC717D8B59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19794" y="212254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706" name="Flowchart: Connector 6705">
                        <a:extLst>
                          <a:ext uri="{FF2B5EF4-FFF2-40B4-BE49-F238E27FC236}">
                            <a16:creationId xmlns:a16="http://schemas.microsoft.com/office/drawing/2014/main" id="{9C77DBFF-F356-4ED7-834B-77EEE5D690C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374020" y="218539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grpSp>
                    <p:nvGrpSpPr>
                      <p:cNvPr id="6707" name="Group 6706">
                        <a:extLst>
                          <a:ext uri="{FF2B5EF4-FFF2-40B4-BE49-F238E27FC236}">
                            <a16:creationId xmlns:a16="http://schemas.microsoft.com/office/drawing/2014/main" id="{1EAEEB7B-39AB-4FED-9637-09D66FB18AC5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18957">
                        <a:off x="941432" y="2025443"/>
                        <a:ext cx="710250" cy="369080"/>
                        <a:chOff x="854932" y="2290871"/>
                        <a:chExt cx="710250" cy="369080"/>
                      </a:xfrm>
                    </p:grpSpPr>
                    <p:sp>
                      <p:nvSpPr>
                        <p:cNvPr id="6842" name="Flowchart: Connector 6841">
                          <a:extLst>
                            <a:ext uri="{FF2B5EF4-FFF2-40B4-BE49-F238E27FC236}">
                              <a16:creationId xmlns:a16="http://schemas.microsoft.com/office/drawing/2014/main" id="{5C3EC79F-F724-4F9B-82C9-40F76D79E94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54932" y="229087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843" name="Flowchart: Connector 6842">
                          <a:extLst>
                            <a:ext uri="{FF2B5EF4-FFF2-40B4-BE49-F238E27FC236}">
                              <a16:creationId xmlns:a16="http://schemas.microsoft.com/office/drawing/2014/main" id="{FE0DEA07-3771-4FC0-85C3-825BC0AF309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101897" y="2377722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844" name="Flowchart: Connector 6843">
                          <a:extLst>
                            <a:ext uri="{FF2B5EF4-FFF2-40B4-BE49-F238E27FC236}">
                              <a16:creationId xmlns:a16="http://schemas.microsoft.com/office/drawing/2014/main" id="{D70B825B-1A16-4FFB-A9F8-CE2ADB10C4F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1353323" y="244395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6708" name="Group 6707">
                        <a:extLst>
                          <a:ext uri="{FF2B5EF4-FFF2-40B4-BE49-F238E27FC236}">
                            <a16:creationId xmlns:a16="http://schemas.microsoft.com/office/drawing/2014/main" id="{E797DBD5-78A1-43A0-8E8F-60E500A67EE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21287" y="1995259"/>
                        <a:ext cx="1102917" cy="1484052"/>
                        <a:chOff x="2085712" y="1515698"/>
                        <a:chExt cx="1102917" cy="1484052"/>
                      </a:xfrm>
                    </p:grpSpPr>
                    <p:grpSp>
                      <p:nvGrpSpPr>
                        <p:cNvPr id="6777" name="Group 6776">
                          <a:extLst>
                            <a:ext uri="{FF2B5EF4-FFF2-40B4-BE49-F238E27FC236}">
                              <a16:creationId xmlns:a16="http://schemas.microsoft.com/office/drawing/2014/main" id="{5DE1F37E-7895-4BF2-8B42-D7B6DB8C21B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085712" y="1648950"/>
                          <a:ext cx="105765" cy="1037981"/>
                          <a:chOff x="1796341" y="2343196"/>
                          <a:chExt cx="105765" cy="1037981"/>
                        </a:xfrm>
                      </p:grpSpPr>
                      <p:sp>
                        <p:nvSpPr>
                          <p:cNvPr id="6838" name="Flowchart: Connector 6837">
                            <a:extLst>
                              <a:ext uri="{FF2B5EF4-FFF2-40B4-BE49-F238E27FC236}">
                                <a16:creationId xmlns:a16="http://schemas.microsoft.com/office/drawing/2014/main" id="{FF5F43D2-E92D-4F70-96A9-07684E752AA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328757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839" name="Flowchart: Connector 6838">
                            <a:extLst>
                              <a:ext uri="{FF2B5EF4-FFF2-40B4-BE49-F238E27FC236}">
                                <a16:creationId xmlns:a16="http://schemas.microsoft.com/office/drawing/2014/main" id="{8C897EFB-CD02-4225-B87C-37E15098B19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10301" y="296789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840" name="Flowchart: Connector 6839">
                            <a:extLst>
                              <a:ext uri="{FF2B5EF4-FFF2-40B4-BE49-F238E27FC236}">
                                <a16:creationId xmlns:a16="http://schemas.microsoft.com/office/drawing/2014/main" id="{ACCCBE5A-9942-434F-B5BC-18F2ED15488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800622" y="265099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841" name="Flowchart: Connector 6840">
                            <a:extLst>
                              <a:ext uri="{FF2B5EF4-FFF2-40B4-BE49-F238E27FC236}">
                                <a16:creationId xmlns:a16="http://schemas.microsoft.com/office/drawing/2014/main" id="{2583B60E-F519-4756-8292-DAFC0CF92A1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1796341" y="2343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</p:grpSp>
                    <p:grpSp>
                      <p:nvGrpSpPr>
                        <p:cNvPr id="6778" name="Group 6777">
                          <a:extLst>
                            <a:ext uri="{FF2B5EF4-FFF2-40B4-BE49-F238E27FC236}">
                              <a16:creationId xmlns:a16="http://schemas.microsoft.com/office/drawing/2014/main" id="{315AEB67-7727-4B60-99D3-89837A7AA42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515698"/>
                          <a:ext cx="1074397" cy="1484052"/>
                          <a:chOff x="2114232" y="1515698"/>
                          <a:chExt cx="1074397" cy="1484052"/>
                        </a:xfrm>
                      </p:grpSpPr>
                      <p:grpSp>
                        <p:nvGrpSpPr>
                          <p:cNvPr id="6779" name="Group 6778">
                            <a:extLst>
                              <a:ext uri="{FF2B5EF4-FFF2-40B4-BE49-F238E27FC236}">
                                <a16:creationId xmlns:a16="http://schemas.microsoft.com/office/drawing/2014/main" id="{7DE6F745-79D1-46CC-B1E4-96286F2C4AA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460111"/>
                            <a:ext cx="1064718" cy="539639"/>
                            <a:chOff x="3717189" y="1719497"/>
                            <a:chExt cx="1064718" cy="539639"/>
                          </a:xfrm>
                        </p:grpSpPr>
                        <p:sp>
                          <p:nvSpPr>
                            <p:cNvPr id="6830" name="Flowchart: Connector 6829">
                              <a:extLst>
                                <a:ext uri="{FF2B5EF4-FFF2-40B4-BE49-F238E27FC236}">
                                  <a16:creationId xmlns:a16="http://schemas.microsoft.com/office/drawing/2014/main" id="{DAA56C5A-67F7-4B6B-8108-DBF0864B9A7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831" name="3D Model 6830" descr="Sphere">
                                  <a:extLst>
                                    <a:ext uri="{FF2B5EF4-FFF2-40B4-BE49-F238E27FC236}">
                                      <a16:creationId xmlns:a16="http://schemas.microsoft.com/office/drawing/2014/main" id="{8A1AEA28-124B-4118-BC91-417FEACED4D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489268034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39" name="3D Model 538" descr="Sphere">
                                  <a:extLst>
                                    <a:ext uri="{FF2B5EF4-FFF2-40B4-BE49-F238E27FC236}">
                                      <a16:creationId xmlns:a16="http://schemas.microsoft.com/office/drawing/2014/main" id="{989EAF3D-01F6-44C6-8257-DE398685513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5882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832" name="Flowchart: Connector 6831">
                              <a:extLst>
                                <a:ext uri="{FF2B5EF4-FFF2-40B4-BE49-F238E27FC236}">
                                  <a16:creationId xmlns:a16="http://schemas.microsoft.com/office/drawing/2014/main" id="{0BD1F895-5CCE-4764-877D-8F90E52B61B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833" name="3D Model 6832" descr="Sphere">
                                  <a:extLst>
                                    <a:ext uri="{FF2B5EF4-FFF2-40B4-BE49-F238E27FC236}">
                                      <a16:creationId xmlns:a16="http://schemas.microsoft.com/office/drawing/2014/main" id="{BEE56140-4810-46FC-8A1B-5464174A307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093611578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1" name="3D Model 540" descr="Sphere">
                                  <a:extLst>
                                    <a:ext uri="{FF2B5EF4-FFF2-40B4-BE49-F238E27FC236}">
                                      <a16:creationId xmlns:a16="http://schemas.microsoft.com/office/drawing/2014/main" id="{AB17CB10-4F93-4434-BA14-50AFAFF49467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666235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834" name="Flowchart: Connector 6833">
                              <a:extLst>
                                <a:ext uri="{FF2B5EF4-FFF2-40B4-BE49-F238E27FC236}">
                                  <a16:creationId xmlns:a16="http://schemas.microsoft.com/office/drawing/2014/main" id="{FE539BAF-1E6B-4823-AA5D-EF53F1B6F0C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835" name="3D Model 6834" descr="Sphere">
                                  <a:extLst>
                                    <a:ext uri="{FF2B5EF4-FFF2-40B4-BE49-F238E27FC236}">
                                      <a16:creationId xmlns:a16="http://schemas.microsoft.com/office/drawing/2014/main" id="{5665C6A8-7103-4479-A25C-8329856F973D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432765611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3" name="3D Model 542" descr="Sphere">
                                  <a:extLst>
                                    <a:ext uri="{FF2B5EF4-FFF2-40B4-BE49-F238E27FC236}">
                                      <a16:creationId xmlns:a16="http://schemas.microsoft.com/office/drawing/2014/main" id="{503D28F6-C92A-40B9-96B8-4050B0C4C9A8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728034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836" name="Flowchart: Connector 6835">
                              <a:extLst>
                                <a:ext uri="{FF2B5EF4-FFF2-40B4-BE49-F238E27FC236}">
                                  <a16:creationId xmlns:a16="http://schemas.microsoft.com/office/drawing/2014/main" id="{C18F6EEF-1502-4E79-9BC4-5E98504EE05B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837" name="3D Model 6836" descr="Sphere">
                                  <a:extLst>
                                    <a:ext uri="{FF2B5EF4-FFF2-40B4-BE49-F238E27FC236}">
                                      <a16:creationId xmlns:a16="http://schemas.microsoft.com/office/drawing/2014/main" id="{B24FEF06-F7FC-4E7C-A0DB-0F7EF4A40AAC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657284595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8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45" name="3D Model 544" descr="Sphere">
                                  <a:extLst>
                                    <a:ext uri="{FF2B5EF4-FFF2-40B4-BE49-F238E27FC236}">
                                      <a16:creationId xmlns:a16="http://schemas.microsoft.com/office/drawing/2014/main" id="{226A18F8-2383-4285-9223-CF3CEC25C574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815073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6780" name="Group 6779">
                            <a:extLst>
                              <a:ext uri="{FF2B5EF4-FFF2-40B4-BE49-F238E27FC236}">
                                <a16:creationId xmlns:a16="http://schemas.microsoft.com/office/drawing/2014/main" id="{9241CCA9-D0F7-4728-90A1-1A43BBDAEFE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23911" y="2140429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6814" name="Flowchart: Connector 6813">
                              <a:extLst>
                                <a:ext uri="{FF2B5EF4-FFF2-40B4-BE49-F238E27FC236}">
                                  <a16:creationId xmlns:a16="http://schemas.microsoft.com/office/drawing/2014/main" id="{84678962-EFCF-47F6-92B8-7B5C4124C534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815" name="Flowchart: Connector 6814">
                              <a:extLst>
                                <a:ext uri="{FF2B5EF4-FFF2-40B4-BE49-F238E27FC236}">
                                  <a16:creationId xmlns:a16="http://schemas.microsoft.com/office/drawing/2014/main" id="{6118EC07-E6A7-4505-B247-EE86CAAF2E8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816" name="Flowchart: Connector 6815">
                              <a:extLst>
                                <a:ext uri="{FF2B5EF4-FFF2-40B4-BE49-F238E27FC236}">
                                  <a16:creationId xmlns:a16="http://schemas.microsoft.com/office/drawing/2014/main" id="{9FDB2BAA-EEBC-4B23-A565-29E77B6FC40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817" name="Flowchart: Connector 6816">
                              <a:extLst>
                                <a:ext uri="{FF2B5EF4-FFF2-40B4-BE49-F238E27FC236}">
                                  <a16:creationId xmlns:a16="http://schemas.microsoft.com/office/drawing/2014/main" id="{2107BF14-B537-4DA8-B299-3B1AD6E8C6A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818" name="Flowchart: Connector 6817">
                              <a:extLst>
                                <a:ext uri="{FF2B5EF4-FFF2-40B4-BE49-F238E27FC236}">
                                  <a16:creationId xmlns:a16="http://schemas.microsoft.com/office/drawing/2014/main" id="{7904B0D8-6B64-458A-A43C-3457B779492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819" name="Flowchart: Connector 6818">
                              <a:extLst>
                                <a:ext uri="{FF2B5EF4-FFF2-40B4-BE49-F238E27FC236}">
                                  <a16:creationId xmlns:a16="http://schemas.microsoft.com/office/drawing/2014/main" id="{B4E5AD9E-483B-4B6E-A364-27CA54FA60A2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820" name="Flowchart: Connector 6819">
                              <a:extLst>
                                <a:ext uri="{FF2B5EF4-FFF2-40B4-BE49-F238E27FC236}">
                                  <a16:creationId xmlns:a16="http://schemas.microsoft.com/office/drawing/2014/main" id="{F210678B-CBD5-428B-B20D-893095C8F29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821" name="Flowchart: Connector 6820">
                              <a:extLst>
                                <a:ext uri="{FF2B5EF4-FFF2-40B4-BE49-F238E27FC236}">
                                  <a16:creationId xmlns:a16="http://schemas.microsoft.com/office/drawing/2014/main" id="{CB896F24-09DB-4E94-ADAB-AE1922F5CAA9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822" name="Flowchart: Connector 6821">
                              <a:extLst>
                                <a:ext uri="{FF2B5EF4-FFF2-40B4-BE49-F238E27FC236}">
                                  <a16:creationId xmlns:a16="http://schemas.microsoft.com/office/drawing/2014/main" id="{355FA7A0-8B59-4154-9226-95180A5D4D4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823" name="3D Model 6822" descr="Sphere">
                                  <a:extLst>
                                    <a:ext uri="{FF2B5EF4-FFF2-40B4-BE49-F238E27FC236}">
                                      <a16:creationId xmlns:a16="http://schemas.microsoft.com/office/drawing/2014/main" id="{DCD4ABC8-8303-4CFB-8F24-6310C29A39E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892338528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5" name="3D Model 554" descr="Sphere">
                                  <a:extLst>
                                    <a:ext uri="{FF2B5EF4-FFF2-40B4-BE49-F238E27FC236}">
                                      <a16:creationId xmlns:a16="http://schemas.microsoft.com/office/drawing/2014/main" id="{B10B1F59-68DB-45EF-85AF-5C8351B14029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27973" y="3268571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824" name="Flowchart: Connector 6823">
                              <a:extLst>
                                <a:ext uri="{FF2B5EF4-FFF2-40B4-BE49-F238E27FC236}">
                                  <a16:creationId xmlns:a16="http://schemas.microsoft.com/office/drawing/2014/main" id="{A5F6ADC8-D316-42C3-8C72-F8FDF6C9897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825" name="3D Model 6824" descr="Sphere">
                                  <a:extLst>
                                    <a:ext uri="{FF2B5EF4-FFF2-40B4-BE49-F238E27FC236}">
                                      <a16:creationId xmlns:a16="http://schemas.microsoft.com/office/drawing/2014/main" id="{E79F4796-E672-4733-B4EB-EACE1AEA61B2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187794645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7" name="3D Model 556" descr="Sphere">
                                  <a:extLst>
                                    <a:ext uri="{FF2B5EF4-FFF2-40B4-BE49-F238E27FC236}">
                                      <a16:creationId xmlns:a16="http://schemas.microsoft.com/office/drawing/2014/main" id="{A2534F90-63A2-4E00-9F6F-62444BCD921C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68743" y="3346553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826" name="Flowchart: Connector 6825">
                              <a:extLst>
                                <a:ext uri="{FF2B5EF4-FFF2-40B4-BE49-F238E27FC236}">
                                  <a16:creationId xmlns:a16="http://schemas.microsoft.com/office/drawing/2014/main" id="{67BF67D8-E198-4FCE-91C2-9C422F5072C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827" name="3D Model 6826" descr="Sphere">
                                  <a:extLst>
                                    <a:ext uri="{FF2B5EF4-FFF2-40B4-BE49-F238E27FC236}">
                                      <a16:creationId xmlns:a16="http://schemas.microsoft.com/office/drawing/2014/main" id="{A847CB50-6A82-4A0F-A8FC-48923A00AB2A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179336356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59" name="3D Model 558" descr="Sphere">
                                  <a:extLst>
                                    <a:ext uri="{FF2B5EF4-FFF2-40B4-BE49-F238E27FC236}">
                                      <a16:creationId xmlns:a16="http://schemas.microsoft.com/office/drawing/2014/main" id="{3144521F-B4C2-4106-B2F3-D31F5890AAB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13239" y="3408352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828" name="Flowchart: Connector 6827">
                              <a:extLst>
                                <a:ext uri="{FF2B5EF4-FFF2-40B4-BE49-F238E27FC236}">
                                  <a16:creationId xmlns:a16="http://schemas.microsoft.com/office/drawing/2014/main" id="{438E0333-4050-42E1-8E15-DC4D1316E06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829" name="3D Model 6828" descr="Sphere">
                                  <a:extLst>
                                    <a:ext uri="{FF2B5EF4-FFF2-40B4-BE49-F238E27FC236}">
                                      <a16:creationId xmlns:a16="http://schemas.microsoft.com/office/drawing/2014/main" id="{B70FCFB6-8462-41FE-9AE9-BA77F4016C74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624368833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61" name="3D Model 560" descr="Sphere">
                                  <a:extLst>
                                    <a:ext uri="{FF2B5EF4-FFF2-40B4-BE49-F238E27FC236}">
                                      <a16:creationId xmlns:a16="http://schemas.microsoft.com/office/drawing/2014/main" id="{81B1584C-E839-495C-A926-920C4CB7DA9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81657" y="3495391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grpSp>
                        <p:nvGrpSpPr>
                          <p:cNvPr id="6781" name="Group 6780">
                            <a:extLst>
                              <a:ext uri="{FF2B5EF4-FFF2-40B4-BE49-F238E27FC236}">
                                <a16:creationId xmlns:a16="http://schemas.microsoft.com/office/drawing/2014/main" id="{FF6423C5-8735-4E5F-88ED-BAA01E12B13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114232" y="1823526"/>
                            <a:ext cx="1064718" cy="637179"/>
                            <a:chOff x="3717189" y="1719497"/>
                            <a:chExt cx="1064718" cy="637179"/>
                          </a:xfrm>
                        </p:grpSpPr>
                        <p:sp>
                          <p:nvSpPr>
                            <p:cNvPr id="6798" name="Flowchart: Connector 6797">
                              <a:extLst>
                                <a:ext uri="{FF2B5EF4-FFF2-40B4-BE49-F238E27FC236}">
                                  <a16:creationId xmlns:a16="http://schemas.microsoft.com/office/drawing/2014/main" id="{8FE629B7-FEA9-4FDF-B85B-2C441BB4EAEB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15437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799" name="Flowchart: Connector 6798">
                              <a:extLst>
                                <a:ext uri="{FF2B5EF4-FFF2-40B4-BE49-F238E27FC236}">
                                  <a16:creationId xmlns:a16="http://schemas.microsoft.com/office/drawing/2014/main" id="{27285B10-D395-4EA2-BEF3-84000443B54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690102" y="2001983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800" name="Flowchart: Connector 6799">
                              <a:extLst>
                                <a:ext uri="{FF2B5EF4-FFF2-40B4-BE49-F238E27FC236}">
                                  <a16:creationId xmlns:a16="http://schemas.microsoft.com/office/drawing/2014/main" id="{80FCC0C5-90DE-403A-8977-2AEB874A5EC3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833585" y="1998052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801" name="Flowchart: Connector 6800">
                              <a:extLst>
                                <a:ext uri="{FF2B5EF4-FFF2-40B4-BE49-F238E27FC236}">
                                  <a16:creationId xmlns:a16="http://schemas.microsoft.com/office/drawing/2014/main" id="{AC300257-B4D3-4504-B51C-81EAF40F4833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3876577" y="196999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802" name="Flowchart: Connector 6801">
                              <a:extLst>
                                <a:ext uri="{FF2B5EF4-FFF2-40B4-BE49-F238E27FC236}">
                                  <a16:creationId xmlns:a16="http://schemas.microsoft.com/office/drawing/2014/main" id="{0D473D76-C722-46FA-8A45-0A7DEE036531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065288" y="206237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803" name="Flowchart: Connector 6802">
                              <a:extLst>
                                <a:ext uri="{FF2B5EF4-FFF2-40B4-BE49-F238E27FC236}">
                                  <a16:creationId xmlns:a16="http://schemas.microsoft.com/office/drawing/2014/main" id="{93DB3991-8124-4C65-A53D-1C025A46CF5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120956" y="2053208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804" name="Flowchart: Connector 6803">
                              <a:extLst>
                                <a:ext uri="{FF2B5EF4-FFF2-40B4-BE49-F238E27FC236}">
                                  <a16:creationId xmlns:a16="http://schemas.microsoft.com/office/drawing/2014/main" id="{5CE7F48A-EFB3-497C-B5BD-CD4A4FBD3A0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309784" y="2139196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805" name="Flowchart: Connector 6804">
                              <a:extLst>
                                <a:ext uri="{FF2B5EF4-FFF2-40B4-BE49-F238E27FC236}">
                                  <a16:creationId xmlns:a16="http://schemas.microsoft.com/office/drawing/2014/main" id="{24CA7F3E-7FF5-4994-BF3A-60A1AE5EFF1F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4381325" y="2140676"/>
                              <a:ext cx="211859" cy="2160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00FFFF"/>
                            </a:solidFill>
                            <a:ln>
                              <a:solidFill>
                                <a:srgbClr val="00FF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p:sp>
                          <p:nvSpPr>
                            <p:cNvPr id="6806" name="Flowchart: Connector 6805">
                              <a:extLst>
                                <a:ext uri="{FF2B5EF4-FFF2-40B4-BE49-F238E27FC236}">
                                  <a16:creationId xmlns:a16="http://schemas.microsoft.com/office/drawing/2014/main" id="{ED34C7D9-E0AE-454C-8157-3DD9CE41095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574683" y="2222408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807" name="3D Model 6806" descr="Sphere">
                                  <a:extLst>
                                    <a:ext uri="{FF2B5EF4-FFF2-40B4-BE49-F238E27FC236}">
                                      <a16:creationId xmlns:a16="http://schemas.microsoft.com/office/drawing/2014/main" id="{15376631-ADD0-4213-A397-1577C0AC5DFB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207322247"/>
                                    </p:ext>
                                  </p:extLst>
                                </p:nvPr>
                              </p:nvGraphicFramePr>
                              <p:xfrm>
                                <a:off x="3717189" y="1719497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1" name="3D Model 570" descr="Sphere">
                                  <a:extLst>
                                    <a:ext uri="{FF2B5EF4-FFF2-40B4-BE49-F238E27FC236}">
                                      <a16:creationId xmlns:a16="http://schemas.microsoft.com/office/drawing/2014/main" id="{431CAFD4-B5D8-40F0-860A-3D38F1F2E4D1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318294" y="2951668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808" name="Flowchart: Connector 6807">
                              <a:extLst>
                                <a:ext uri="{FF2B5EF4-FFF2-40B4-BE49-F238E27FC236}">
                                  <a16:creationId xmlns:a16="http://schemas.microsoft.com/office/drawing/2014/main" id="{197B9633-B00C-4C73-A015-C8246750B7A7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3938658" y="1871027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 dirty="0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809" name="3D Model 6808" descr="Sphere">
                                  <a:extLst>
                                    <a:ext uri="{FF2B5EF4-FFF2-40B4-BE49-F238E27FC236}">
                                      <a16:creationId xmlns:a16="http://schemas.microsoft.com/office/drawing/2014/main" id="{28D54B6D-AB01-4E7F-AD5D-16A8E171EF46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641142724"/>
                                    </p:ext>
                                  </p:extLst>
                                </p:nvPr>
                              </p:nvGraphicFramePr>
                              <p:xfrm>
                                <a:off x="3957959" y="1797479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3" name="3D Model 572" descr="Sphere">
                                  <a:extLst>
                                    <a:ext uri="{FF2B5EF4-FFF2-40B4-BE49-F238E27FC236}">
                                      <a16:creationId xmlns:a16="http://schemas.microsoft.com/office/drawing/2014/main" id="{D6220843-76D7-4B68-A4C7-3C63A7751E1F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559064" y="3029650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810" name="Flowchart: Connector 6809">
                              <a:extLst>
                                <a:ext uri="{FF2B5EF4-FFF2-40B4-BE49-F238E27FC236}">
                                  <a16:creationId xmlns:a16="http://schemas.microsoft.com/office/drawing/2014/main" id="{8ECC655A-906A-4907-A34C-1A043C4C6E1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177837" y="1940159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811" name="3D Model 6810" descr="Sphere">
                                  <a:extLst>
                                    <a:ext uri="{FF2B5EF4-FFF2-40B4-BE49-F238E27FC236}">
                                      <a16:creationId xmlns:a16="http://schemas.microsoft.com/office/drawing/2014/main" id="{E70B6DEF-C0FC-414A-B79E-DAA9A0A794D7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2837041921"/>
                                    </p:ext>
                                  </p:extLst>
                                </p:nvPr>
                              </p:nvGraphicFramePr>
                              <p:xfrm>
                                <a:off x="4202455" y="1859278"/>
                                <a:ext cx="306464" cy="32759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3235" cy="61702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6465115" ay="2901164" az="-4008504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7"/>
                                    </am3d:raster>
                                    <am3d:objViewport viewportSz="60185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5" name="3D Model 574" descr="Sphere">
                                  <a:extLst>
                                    <a:ext uri="{FF2B5EF4-FFF2-40B4-BE49-F238E27FC236}">
                                      <a16:creationId xmlns:a16="http://schemas.microsoft.com/office/drawing/2014/main" id="{A31C2113-6FBF-4DA7-9B5E-8D9B60E9FEAB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8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2803560" y="3091449"/>
                                  <a:ext cx="306464" cy="32759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  <p:sp>
                          <p:nvSpPr>
                            <p:cNvPr id="6812" name="Flowchart: Connector 6811">
                              <a:extLst>
                                <a:ext uri="{FF2B5EF4-FFF2-40B4-BE49-F238E27FC236}">
                                  <a16:creationId xmlns:a16="http://schemas.microsoft.com/office/drawing/2014/main" id="{C4224759-E325-4FD0-BAAD-9B01924EA33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>
                            <a:xfrm>
                              <a:off x="4441353" y="2022774"/>
                              <a:ext cx="91805" cy="93600"/>
                            </a:xfrm>
                            <a:prstGeom prst="flowChartConnector">
                              <a:avLst/>
                            </a:prstGeom>
                            <a:solidFill>
                              <a:srgbClr val="FF66FF"/>
                            </a:solidFill>
                            <a:ln>
                              <a:solidFill>
                                <a:srgbClr val="FF66FF"/>
                              </a:solidFill>
                            </a:ln>
                            <a:scene3d>
                              <a:camera prst="orthographicFront"/>
                              <a:lightRig rig="threePt" dir="t"/>
                            </a:scene3d>
                            <a:sp3d>
                              <a:bevelT/>
                            </a:sp3d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IN" b="1"/>
                            </a:p>
                          </p:txBody>
                        </p:sp>
                        <mc:AlternateContent xmlns:mc="http://schemas.openxmlformats.org/markup-compatibility/2006" xmlns:am3d="http://schemas.microsoft.com/office/drawing/2017/model3d">
                          <mc:Choice Requires="am3d">
                            <p:graphicFrame>
                              <p:nvGraphicFramePr>
                                <p:cNvPr id="6813" name="3D Model 6812" descr="Sphere">
                                  <a:extLst>
                                    <a:ext uri="{FF2B5EF4-FFF2-40B4-BE49-F238E27FC236}">
                                      <a16:creationId xmlns:a16="http://schemas.microsoft.com/office/drawing/2014/main" id="{92E8C978-2B01-48B7-A430-FCF505483AF1}"/>
                                    </a:ext>
                                  </a:extLst>
                                </p:cNvPr>
                                <p:cNvGraphicFramePr>
                                  <a:graphicFrameLocks noChangeAspect="1"/>
                                </p:cNvGraphicFramePr>
                                <p:nvPr>
                                  <p:extLst>
                                    <p:ext uri="{D42A27DB-BD31-4B8C-83A1-F6EECF244321}">
                                      <p14:modId xmlns:p14="http://schemas.microsoft.com/office/powerpoint/2010/main" val="3441020626"/>
                                    </p:ext>
                                  </p:extLst>
                                </p:nvPr>
                              </p:nvGraphicFramePr>
                              <p:xfrm>
                                <a:off x="4470873" y="1946317"/>
                                <a:ext cx="293860" cy="312819"/>
                              </p:xfrm>
                              <a:graphic>
                                <a:graphicData uri="http://schemas.microsoft.com/office/drawing/2017/model3d">
                                  <am3d:model3d r:embed="rId5">
                                    <am3d:spPr>
                                      <a:xfrm>
                                        <a:off x="0" y="0"/>
                                        <a:ext cx="51046" cy="58919"/>
                                      </a:xfrm>
                                      <a:prstGeom prst="rect">
                                        <a:avLst/>
                                      </a:prstGeom>
                                    </am3d:spPr>
                                    <am3d:camera>
                                      <am3d:pos x="0" y="0" z="81469184"/>
                                      <am3d:up dx="0" dy="36000000" dz="0"/>
                                      <am3d:lookAt x="0" y="0" z="0"/>
                                      <am3d:perspective fov="2700000"/>
                                    </am3d:camera>
                                    <am3d:trans>
                                      <am3d:meterPerModelUnit n="7143146" d="1000000"/>
                                      <am3d:preTrans dx="-2" dy="-18000000" dz="3"/>
                                      <am3d:scale>
                                        <am3d:sx n="1000000" d="1000000"/>
                                        <am3d:sy n="1000000" d="1000000"/>
                                        <am3d:sz n="1000000" d="1000000"/>
                                      </am3d:scale>
                                      <am3d:rot ax="8329655" ay="3593320" az="-2226581"/>
                                      <am3d:postTrans dx="0" dy="0" dz="0"/>
                                    </am3d:trans>
                                    <am3d:attrSrcUrl r:id="rId6"/>
                                    <am3d:raster rName="Office3DRenderer" rVer="16.0.8326">
                                      <am3d:blip r:embed="rId9"/>
                                    </am3d:raster>
                                    <am3d:objViewport viewportSz="59556"/>
                                    <am3d:ambientLight>
                                      <am3d:clr>
                                        <a:scrgbClr r="50000" g="50000" b="50000"/>
                                      </am3d:clr>
                                      <am3d:illuminance n="500000" d="1000000"/>
                                    </am3d:ambientLight>
                                    <am3d:ptLight rad="0">
                                      <am3d:clr>
                                        <a:scrgbClr r="100000" g="75000" b="50000"/>
                                      </am3d:clr>
                                      <am3d:intensity n="9765625" d="1000000"/>
                                      <am3d:pos x="21959998" y="70920001" z="16344003"/>
                                    </am3d:ptLight>
                                    <am3d:ptLight rad="0">
                                      <am3d:clr>
                                        <a:scrgbClr r="40000" g="60000" b="95000"/>
                                      </am3d:clr>
                                      <am3d:intensity n="12250000" d="1000000"/>
                                      <am3d:pos x="-37964106" y="51130435" z="57631972"/>
                                    </am3d:ptLight>
                                    <am3d:ptLight rad="0">
                                      <am3d:clr>
                                        <a:scrgbClr r="86837" g="72700" b="100000"/>
                                      </am3d:clr>
                                      <am3d:intensity n="3125000" d="1000000"/>
                                      <am3d:pos x="-37739122" y="58056624" z="-34769649"/>
                                    </am3d:ptLight>
                                  </am3d:model3d>
                                </a:graphicData>
                              </a:graphic>
                            </p:graphicFrame>
                          </mc:Choice>
                          <mc:Fallback xmlns="">
                            <p:pic>
                              <p:nvPicPr>
                                <p:cNvPr id="577" name="3D Model 576" descr="Sphere">
                                  <a:extLst>
                                    <a:ext uri="{FF2B5EF4-FFF2-40B4-BE49-F238E27FC236}">
                                      <a16:creationId xmlns:a16="http://schemas.microsoft.com/office/drawing/2014/main" id="{69CA7D75-9569-459B-AA3F-BFD6D15B2576}"/>
                                    </a:ext>
                                  </a:extLst>
                                </p:cNvPr>
                                <p:cNvPicPr>
                                  <a:picLocks noGrp="1" noRot="1" noChangeAspect="1" noMove="1" noResize="1" noEditPoints="1" noAdjustHandles="1" noChangeArrowheads="1" noChangeShapeType="1" noCrop="1"/>
                                </p:cNvPicPr>
                                <p:nvPr/>
                              </p:nvPicPr>
                              <p:blipFill>
                                <a:blip r:embed="rId10"/>
                                <a:stretch>
                                  <a:fillRect/>
                                </a:stretch>
                              </p:blipFill>
                              <p:spPr>
                                <a:xfrm>
                                  <a:off x="3071978" y="3178488"/>
                                  <a:ext cx="293860" cy="312819"/>
                                </a:xfrm>
                                <a:prstGeom prst="rect">
                                  <a:avLst/>
                                </a:prstGeom>
                              </p:spPr>
                            </p:pic>
                          </mc:Fallback>
                        </mc:AlternateContent>
                      </p:grpSp>
                      <p:sp>
                        <p:nvSpPr>
                          <p:cNvPr id="6782" name="Flowchart: Connector 6781">
                            <a:extLst>
                              <a:ext uri="{FF2B5EF4-FFF2-40B4-BE49-F238E27FC236}">
                                <a16:creationId xmlns:a16="http://schemas.microsoft.com/office/drawing/2014/main" id="{3848616F-A611-4D96-89B2-CCB39726E81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22159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783" name="Flowchart: Connector 6782">
                            <a:extLst>
                              <a:ext uri="{FF2B5EF4-FFF2-40B4-BE49-F238E27FC236}">
                                <a16:creationId xmlns:a16="http://schemas.microsoft.com/office/drawing/2014/main" id="{E6A683A5-605C-404F-B09B-147BDFC7313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096824" y="178425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784" name="Flowchart: Connector 6783">
                            <a:extLst>
                              <a:ext uri="{FF2B5EF4-FFF2-40B4-BE49-F238E27FC236}">
                                <a16:creationId xmlns:a16="http://schemas.microsoft.com/office/drawing/2014/main" id="{8883B967-BFA2-4C3D-B3B0-D36856F8C90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240307" y="1780325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785" name="Flowchart: Connector 6784">
                            <a:extLst>
                              <a:ext uri="{FF2B5EF4-FFF2-40B4-BE49-F238E27FC236}">
                                <a16:creationId xmlns:a16="http://schemas.microsoft.com/office/drawing/2014/main" id="{AC3A1DAA-63A7-4095-BD51-AF6B15F1433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283299" y="175226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786" name="Flowchart: Connector 6785">
                            <a:extLst>
                              <a:ext uri="{FF2B5EF4-FFF2-40B4-BE49-F238E27FC236}">
                                <a16:creationId xmlns:a16="http://schemas.microsoft.com/office/drawing/2014/main" id="{E323A0F3-034B-440B-87C5-EAD4B8F2317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472010" y="184465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787" name="Flowchart: Connector 6786">
                            <a:extLst>
                              <a:ext uri="{FF2B5EF4-FFF2-40B4-BE49-F238E27FC236}">
                                <a16:creationId xmlns:a16="http://schemas.microsoft.com/office/drawing/2014/main" id="{E67A9084-E450-4D32-A6F8-F7CAC1D5860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527678" y="1835481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788" name="Flowchart: Connector 6787">
                            <a:extLst>
                              <a:ext uri="{FF2B5EF4-FFF2-40B4-BE49-F238E27FC236}">
                                <a16:creationId xmlns:a16="http://schemas.microsoft.com/office/drawing/2014/main" id="{B2EA4BE1-C6EB-41C3-841C-9CF3EA87648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716506" y="192146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789" name="Flowchart: Connector 6788">
                            <a:extLst>
                              <a:ext uri="{FF2B5EF4-FFF2-40B4-BE49-F238E27FC236}">
                                <a16:creationId xmlns:a16="http://schemas.microsoft.com/office/drawing/2014/main" id="{2E3F05AA-9A30-4394-908D-2ED7D4BA0DF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2788047" y="1922949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790" name="Flowchart: Connector 6789">
                            <a:extLst>
                              <a:ext uri="{FF2B5EF4-FFF2-40B4-BE49-F238E27FC236}">
                                <a16:creationId xmlns:a16="http://schemas.microsoft.com/office/drawing/2014/main" id="{7181E628-6957-4BAC-9DA2-F8D0E178A96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981405" y="2004681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791" name="3D Model 6790" descr="Sphere">
                                <a:extLst>
                                  <a:ext uri="{FF2B5EF4-FFF2-40B4-BE49-F238E27FC236}">
                                    <a16:creationId xmlns:a16="http://schemas.microsoft.com/office/drawing/2014/main" id="{29D7658A-68C4-4211-A6BC-82C7F06D4D1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493541742"/>
                                  </p:ext>
                                </p:extLst>
                              </p:nvPr>
                            </p:nvGraphicFramePr>
                            <p:xfrm>
                              <a:off x="2127272" y="1515698"/>
                              <a:ext cx="299738" cy="29973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7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4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76" name="3D Model 2375" descr="Sphere">
                                <a:extLst>
                                  <a:ext uri="{FF2B5EF4-FFF2-40B4-BE49-F238E27FC236}">
                                    <a16:creationId xmlns:a16="http://schemas.microsoft.com/office/drawing/2014/main" id="{F023D1BE-0C79-4CDE-8EA3-4F39E108417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371762" y="2244237"/>
                                <a:ext cx="52067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792" name="Flowchart: Connector 6791">
                            <a:extLst>
                              <a:ext uri="{FF2B5EF4-FFF2-40B4-BE49-F238E27FC236}">
                                <a16:creationId xmlns:a16="http://schemas.microsoft.com/office/drawing/2014/main" id="{954EABC5-B8AF-4099-B354-D9DC97D6AD7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345380" y="1653300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793" name="3D Model 6792" descr="Sphere">
                                <a:extLst>
                                  <a:ext uri="{FF2B5EF4-FFF2-40B4-BE49-F238E27FC236}">
                                    <a16:creationId xmlns:a16="http://schemas.microsoft.com/office/drawing/2014/main" id="{D7260800-ACEA-4BDD-83EB-8103C929325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279386310"/>
                                  </p:ext>
                                </p:extLst>
                              </p:nvPr>
                            </p:nvGraphicFramePr>
                            <p:xfrm>
                              <a:off x="2364681" y="1579752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78" name="3D Model 2377" descr="Sphere">
                                <a:extLst>
                                  <a:ext uri="{FF2B5EF4-FFF2-40B4-BE49-F238E27FC236}">
                                    <a16:creationId xmlns:a16="http://schemas.microsoft.com/office/drawing/2014/main" id="{6938B4EF-3256-4C00-A686-FB3CB936C85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413002" y="2256301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794" name="Flowchart: Connector 6793">
                            <a:extLst>
                              <a:ext uri="{FF2B5EF4-FFF2-40B4-BE49-F238E27FC236}">
                                <a16:creationId xmlns:a16="http://schemas.microsoft.com/office/drawing/2014/main" id="{5B66A749-3CCF-4AAE-993D-50765862935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586940" y="172243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795" name="3D Model 6794" descr="Sphere">
                                <a:extLst>
                                  <a:ext uri="{FF2B5EF4-FFF2-40B4-BE49-F238E27FC236}">
                                    <a16:creationId xmlns:a16="http://schemas.microsoft.com/office/drawing/2014/main" id="{69977859-A9F7-46BA-A49C-A8E376A083F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61437267"/>
                                  </p:ext>
                                </p:extLst>
                              </p:nvPr>
                            </p:nvGraphicFramePr>
                            <p:xfrm>
                              <a:off x="2609177" y="164853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80" name="3D Model 2379" descr="Sphere">
                                <a:extLst>
                                  <a:ext uri="{FF2B5EF4-FFF2-40B4-BE49-F238E27FC236}">
                                    <a16:creationId xmlns:a16="http://schemas.microsoft.com/office/drawing/2014/main" id="{5A8AD254-3502-4D34-8F7C-7138B2F3BD8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455472" y="2269256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796" name="Flowchart: Connector 6795">
                            <a:extLst>
                              <a:ext uri="{FF2B5EF4-FFF2-40B4-BE49-F238E27FC236}">
                                <a16:creationId xmlns:a16="http://schemas.microsoft.com/office/drawing/2014/main" id="{876FFF83-C796-4110-9C1B-BCD2D9611E6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2848075" y="180504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797" name="3D Model 6796" descr="Sphere">
                                <a:extLst>
                                  <a:ext uri="{FF2B5EF4-FFF2-40B4-BE49-F238E27FC236}">
                                    <a16:creationId xmlns:a16="http://schemas.microsoft.com/office/drawing/2014/main" id="{6F995CF8-751C-41C3-9364-1BF0A6C8516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974698831"/>
                                  </p:ext>
                                </p:extLst>
                              </p:nvPr>
                            </p:nvGraphicFramePr>
                            <p:xfrm>
                              <a:off x="2877595" y="1728590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82" name="3D Model 2381" descr="Sphere">
                                <a:extLst>
                                  <a:ext uri="{FF2B5EF4-FFF2-40B4-BE49-F238E27FC236}">
                                    <a16:creationId xmlns:a16="http://schemas.microsoft.com/office/drawing/2014/main" id="{4DE5AE29-0B23-45F6-8942-9226492B4310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502098" y="2284335"/>
                                <a:ext cx="51045" cy="589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</p:grpSp>
                  <p:sp>
                    <p:nvSpPr>
                      <p:cNvPr id="6709" name="Flowchart: Connector 6708">
                        <a:extLst>
                          <a:ext uri="{FF2B5EF4-FFF2-40B4-BE49-F238E27FC236}">
                            <a16:creationId xmlns:a16="http://schemas.microsoft.com/office/drawing/2014/main" id="{9FEFD09D-5873-41C7-BCBF-54E7AA08782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706374" y="21384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710" name="Flowchart: Connector 6709">
                        <a:extLst>
                          <a:ext uri="{FF2B5EF4-FFF2-40B4-BE49-F238E27FC236}">
                            <a16:creationId xmlns:a16="http://schemas.microsoft.com/office/drawing/2014/main" id="{8C54F581-4DE3-40C3-9235-AC01C3AB1F7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886236" y="22322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711" name="Flowchart: Connector 6710">
                        <a:extLst>
                          <a:ext uri="{FF2B5EF4-FFF2-40B4-BE49-F238E27FC236}">
                            <a16:creationId xmlns:a16="http://schemas.microsoft.com/office/drawing/2014/main" id="{F6D9FF5A-AB70-4827-872B-987A330E782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952806" y="22254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712" name="Flowchart: Connector 6711">
                        <a:extLst>
                          <a:ext uri="{FF2B5EF4-FFF2-40B4-BE49-F238E27FC236}">
                            <a16:creationId xmlns:a16="http://schemas.microsoft.com/office/drawing/2014/main" id="{811777A8-408A-410C-875B-AEF52CC8270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0272" y="25040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713" name="Flowchart: Connector 6712">
                        <a:extLst>
                          <a:ext uri="{FF2B5EF4-FFF2-40B4-BE49-F238E27FC236}">
                            <a16:creationId xmlns:a16="http://schemas.microsoft.com/office/drawing/2014/main" id="{2ABE3FA6-C6AC-4618-A446-843FA6BA668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20633" y="28301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714" name="Flowchart: Connector 6713">
                        <a:extLst>
                          <a:ext uri="{FF2B5EF4-FFF2-40B4-BE49-F238E27FC236}">
                            <a16:creationId xmlns:a16="http://schemas.microsoft.com/office/drawing/2014/main" id="{16832B48-78B2-4BB8-9059-9D27D0866A7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129128" y="231321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715" name="Flowchart: Connector 6714">
                        <a:extLst>
                          <a:ext uri="{FF2B5EF4-FFF2-40B4-BE49-F238E27FC236}">
                            <a16:creationId xmlns:a16="http://schemas.microsoft.com/office/drawing/2014/main" id="{8C18F3EE-2331-4871-B03D-6344AD3230B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211385" y="230237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716" name="Flowchart: Connector 6715">
                        <a:extLst>
                          <a:ext uri="{FF2B5EF4-FFF2-40B4-BE49-F238E27FC236}">
                            <a16:creationId xmlns:a16="http://schemas.microsoft.com/office/drawing/2014/main" id="{B257913E-9EC4-4CAB-A969-11E3DED5A2E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31097" y="31484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grpSp>
                    <p:nvGrpSpPr>
                      <p:cNvPr id="6717" name="Group 6716">
                        <a:extLst>
                          <a:ext uri="{FF2B5EF4-FFF2-40B4-BE49-F238E27FC236}">
                            <a16:creationId xmlns:a16="http://schemas.microsoft.com/office/drawing/2014/main" id="{F4EBA4DA-0B78-4FFB-9FC6-870F8D58903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20511" y="2127869"/>
                        <a:ext cx="1073693" cy="1496391"/>
                        <a:chOff x="2114936" y="1503359"/>
                        <a:chExt cx="1073693" cy="1496391"/>
                      </a:xfrm>
                    </p:grpSpPr>
                    <p:grpSp>
                      <p:nvGrpSpPr>
                        <p:cNvPr id="6718" name="Group 6717">
                          <a:extLst>
                            <a:ext uri="{FF2B5EF4-FFF2-40B4-BE49-F238E27FC236}">
                              <a16:creationId xmlns:a16="http://schemas.microsoft.com/office/drawing/2014/main" id="{7CF574E8-1E2B-44ED-8778-8AD480D44FB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7974" y="2474038"/>
                          <a:ext cx="1060655" cy="525712"/>
                          <a:chOff x="3721252" y="1733424"/>
                          <a:chExt cx="1060655" cy="525712"/>
                        </a:xfrm>
                      </p:grpSpPr>
                      <p:sp>
                        <p:nvSpPr>
                          <p:cNvPr id="6769" name="Flowchart: Connector 6768">
                            <a:extLst>
                              <a:ext uri="{FF2B5EF4-FFF2-40B4-BE49-F238E27FC236}">
                                <a16:creationId xmlns:a16="http://schemas.microsoft.com/office/drawing/2014/main" id="{07902962-8511-4A9C-AA03-48D8C84C288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770" name="3D Model 6769" descr="Sphere">
                                <a:extLst>
                                  <a:ext uri="{FF2B5EF4-FFF2-40B4-BE49-F238E27FC236}">
                                    <a16:creationId xmlns:a16="http://schemas.microsoft.com/office/drawing/2014/main" id="{36D7B10D-9D7C-4978-9221-1AFA660604E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573340234"/>
                                  </p:ext>
                                </p:extLst>
                              </p:nvPr>
                            </p:nvGraphicFramePr>
                            <p:xfrm>
                              <a:off x="3721252" y="1733424"/>
                              <a:ext cx="299739" cy="299738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2066" cy="56455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15"/>
                                  </am3d:raster>
                                  <am3d:objViewport viewportSz="5886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55" name="3D Model 2354" descr="Sphere">
                                <a:extLst>
                                  <a:ext uri="{FF2B5EF4-FFF2-40B4-BE49-F238E27FC236}">
                                    <a16:creationId xmlns:a16="http://schemas.microsoft.com/office/drawing/2014/main" id="{A71A5324-BD5D-42F8-88C7-F411B8155E6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6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331932" y="2452039"/>
                                <a:ext cx="52066" cy="56455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771" name="Flowchart: Connector 6770">
                            <a:extLst>
                              <a:ext uri="{FF2B5EF4-FFF2-40B4-BE49-F238E27FC236}">
                                <a16:creationId xmlns:a16="http://schemas.microsoft.com/office/drawing/2014/main" id="{7E1B2D5E-804D-4750-BE1C-4AA13E18D92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772" name="3D Model 6771" descr="Sphere">
                                <a:extLst>
                                  <a:ext uri="{FF2B5EF4-FFF2-40B4-BE49-F238E27FC236}">
                                    <a16:creationId xmlns:a16="http://schemas.microsoft.com/office/drawing/2014/main" id="{A80B51AE-5BD8-473B-A680-7F395FF18F9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185008932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773" name="Flowchart: Connector 6772">
                            <a:extLst>
                              <a:ext uri="{FF2B5EF4-FFF2-40B4-BE49-F238E27FC236}">
                                <a16:creationId xmlns:a16="http://schemas.microsoft.com/office/drawing/2014/main" id="{7ED7BB89-AC76-4EBF-A6AD-08D5C17E9B7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774" name="3D Model 6773" descr="Sphere">
                                <a:extLst>
                                  <a:ext uri="{FF2B5EF4-FFF2-40B4-BE49-F238E27FC236}">
                                    <a16:creationId xmlns:a16="http://schemas.microsoft.com/office/drawing/2014/main" id="{BDE5C57B-13AB-4AFD-9C62-1877EBE2118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775284128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775" name="Flowchart: Connector 6774">
                            <a:extLst>
                              <a:ext uri="{FF2B5EF4-FFF2-40B4-BE49-F238E27FC236}">
                                <a16:creationId xmlns:a16="http://schemas.microsoft.com/office/drawing/2014/main" id="{6AFCA281-2EED-46BF-A729-E8413AE5BF7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776" name="3D Model 6775" descr="Sphere">
                                <a:extLst>
                                  <a:ext uri="{FF2B5EF4-FFF2-40B4-BE49-F238E27FC236}">
                                    <a16:creationId xmlns:a16="http://schemas.microsoft.com/office/drawing/2014/main" id="{C88C62C9-523E-414A-9BDC-493A5F7B78D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207644133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8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6719" name="Group 6718">
                          <a:extLst>
                            <a:ext uri="{FF2B5EF4-FFF2-40B4-BE49-F238E27FC236}">
                              <a16:creationId xmlns:a16="http://schemas.microsoft.com/office/drawing/2014/main" id="{90279FE9-3390-419B-BF2D-2AFDE511B43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4615" y="2140429"/>
                          <a:ext cx="1064014" cy="637179"/>
                          <a:chOff x="3717893" y="1719497"/>
                          <a:chExt cx="1064014" cy="637179"/>
                        </a:xfrm>
                      </p:grpSpPr>
                      <p:sp>
                        <p:nvSpPr>
                          <p:cNvPr id="6753" name="Flowchart: Connector 6752">
                            <a:extLst>
                              <a:ext uri="{FF2B5EF4-FFF2-40B4-BE49-F238E27FC236}">
                                <a16:creationId xmlns:a16="http://schemas.microsoft.com/office/drawing/2014/main" id="{744F827B-D9FF-4AC7-AFA9-FA59486D29C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754" name="Flowchart: Connector 6753">
                            <a:extLst>
                              <a:ext uri="{FF2B5EF4-FFF2-40B4-BE49-F238E27FC236}">
                                <a16:creationId xmlns:a16="http://schemas.microsoft.com/office/drawing/2014/main" id="{E36D4021-EA55-4EC1-8E94-73BFFCDF291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755" name="Flowchart: Connector 6754">
                            <a:extLst>
                              <a:ext uri="{FF2B5EF4-FFF2-40B4-BE49-F238E27FC236}">
                                <a16:creationId xmlns:a16="http://schemas.microsoft.com/office/drawing/2014/main" id="{68976059-53CF-4597-988E-49B5BDC95A9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756" name="Flowchart: Connector 6755">
                            <a:extLst>
                              <a:ext uri="{FF2B5EF4-FFF2-40B4-BE49-F238E27FC236}">
                                <a16:creationId xmlns:a16="http://schemas.microsoft.com/office/drawing/2014/main" id="{96F485A9-3F4D-478A-A81C-7B921D79614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757" name="Flowchart: Connector 6756">
                            <a:extLst>
                              <a:ext uri="{FF2B5EF4-FFF2-40B4-BE49-F238E27FC236}">
                                <a16:creationId xmlns:a16="http://schemas.microsoft.com/office/drawing/2014/main" id="{94A53F9C-1967-4269-85F4-D23D013865C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758" name="Flowchart: Connector 6757">
                            <a:extLst>
                              <a:ext uri="{FF2B5EF4-FFF2-40B4-BE49-F238E27FC236}">
                                <a16:creationId xmlns:a16="http://schemas.microsoft.com/office/drawing/2014/main" id="{750D942B-D437-4873-A788-EC13B1E4B23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759" name="Flowchart: Connector 6758">
                            <a:extLst>
                              <a:ext uri="{FF2B5EF4-FFF2-40B4-BE49-F238E27FC236}">
                                <a16:creationId xmlns:a16="http://schemas.microsoft.com/office/drawing/2014/main" id="{C9C27F12-3ED6-4645-9C79-6444924EF12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760" name="Flowchart: Connector 6759">
                            <a:extLst>
                              <a:ext uri="{FF2B5EF4-FFF2-40B4-BE49-F238E27FC236}">
                                <a16:creationId xmlns:a16="http://schemas.microsoft.com/office/drawing/2014/main" id="{E75B6F27-8C57-4009-A9E9-0934F2D93E6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761" name="Flowchart: Connector 6760">
                            <a:extLst>
                              <a:ext uri="{FF2B5EF4-FFF2-40B4-BE49-F238E27FC236}">
                                <a16:creationId xmlns:a16="http://schemas.microsoft.com/office/drawing/2014/main" id="{532E8C46-474F-4A36-80E8-66AA9557D2A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762" name="3D Model 6761" descr="Sphere">
                                <a:extLst>
                                  <a:ext uri="{FF2B5EF4-FFF2-40B4-BE49-F238E27FC236}">
                                    <a16:creationId xmlns:a16="http://schemas.microsoft.com/office/drawing/2014/main" id="{8E2627A3-0F01-474F-8D87-9AA14BB0FC1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894507418"/>
                                  </p:ext>
                                </p:extLst>
                              </p:nvPr>
                            </p:nvGraphicFramePr>
                            <p:xfrm>
                              <a:off x="3717893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47" name="3D Model 2346" descr="Sphere">
                                <a:extLst>
                                  <a:ext uri="{FF2B5EF4-FFF2-40B4-BE49-F238E27FC236}">
                                    <a16:creationId xmlns:a16="http://schemas.microsoft.com/office/drawing/2014/main" id="{710752FE-4405-4360-92F6-9B67BBC6E763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331348" y="238920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763" name="Flowchart: Connector 6762">
                            <a:extLst>
                              <a:ext uri="{FF2B5EF4-FFF2-40B4-BE49-F238E27FC236}">
                                <a16:creationId xmlns:a16="http://schemas.microsoft.com/office/drawing/2014/main" id="{8738F49D-E928-4102-AC08-B19C3AC23BA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764" name="3D Model 6763" descr="Sphere">
                                <a:extLst>
                                  <a:ext uri="{FF2B5EF4-FFF2-40B4-BE49-F238E27FC236}">
                                    <a16:creationId xmlns:a16="http://schemas.microsoft.com/office/drawing/2014/main" id="{AEB1C377-3396-4BB5-BE90-86C8DB993A2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574873463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765" name="Flowchart: Connector 6764">
                            <a:extLst>
                              <a:ext uri="{FF2B5EF4-FFF2-40B4-BE49-F238E27FC236}">
                                <a16:creationId xmlns:a16="http://schemas.microsoft.com/office/drawing/2014/main" id="{877937DB-529E-4B90-A0AD-F5418EC11A7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766" name="3D Model 6765" descr="Sphere">
                                <a:extLst>
                                  <a:ext uri="{FF2B5EF4-FFF2-40B4-BE49-F238E27FC236}">
                                    <a16:creationId xmlns:a16="http://schemas.microsoft.com/office/drawing/2014/main" id="{85BB9767-35DF-44ED-85BF-B6AC627CBC0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11721672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767" name="Flowchart: Connector 6766">
                            <a:extLst>
                              <a:ext uri="{FF2B5EF4-FFF2-40B4-BE49-F238E27FC236}">
                                <a16:creationId xmlns:a16="http://schemas.microsoft.com/office/drawing/2014/main" id="{3C03B802-8361-4A5D-AC65-D53EE27C2EE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768" name="3D Model 6767" descr="Sphere">
                                <a:extLst>
                                  <a:ext uri="{FF2B5EF4-FFF2-40B4-BE49-F238E27FC236}">
                                    <a16:creationId xmlns:a16="http://schemas.microsoft.com/office/drawing/2014/main" id="{E9071785-27B1-4B59-BF76-7E30856D702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632699584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6720" name="Group 6719">
                          <a:extLst>
                            <a:ext uri="{FF2B5EF4-FFF2-40B4-BE49-F238E27FC236}">
                              <a16:creationId xmlns:a16="http://schemas.microsoft.com/office/drawing/2014/main" id="{C297CD14-EC43-4130-8C77-852B3234C02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936" y="1817250"/>
                          <a:ext cx="1064014" cy="643455"/>
                          <a:chOff x="3717893" y="1713221"/>
                          <a:chExt cx="1064014" cy="643455"/>
                        </a:xfrm>
                      </p:grpSpPr>
                      <p:sp>
                        <p:nvSpPr>
                          <p:cNvPr id="6737" name="Flowchart: Connector 6736">
                            <a:extLst>
                              <a:ext uri="{FF2B5EF4-FFF2-40B4-BE49-F238E27FC236}">
                                <a16:creationId xmlns:a16="http://schemas.microsoft.com/office/drawing/2014/main" id="{4EB48B64-909F-4D47-A64D-224A06752F9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738" name="Flowchart: Connector 6737">
                            <a:extLst>
                              <a:ext uri="{FF2B5EF4-FFF2-40B4-BE49-F238E27FC236}">
                                <a16:creationId xmlns:a16="http://schemas.microsoft.com/office/drawing/2014/main" id="{6FE8C451-488F-4AC5-B025-BAB7A659BFE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739" name="Flowchart: Connector 6738">
                            <a:extLst>
                              <a:ext uri="{FF2B5EF4-FFF2-40B4-BE49-F238E27FC236}">
                                <a16:creationId xmlns:a16="http://schemas.microsoft.com/office/drawing/2014/main" id="{BA43E0A0-6468-4773-826B-B97B4CD41E8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740" name="Flowchart: Connector 6739">
                            <a:extLst>
                              <a:ext uri="{FF2B5EF4-FFF2-40B4-BE49-F238E27FC236}">
                                <a16:creationId xmlns:a16="http://schemas.microsoft.com/office/drawing/2014/main" id="{12365C18-2C99-4473-A3F9-0C301538ADD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741" name="Flowchart: Connector 6740">
                            <a:extLst>
                              <a:ext uri="{FF2B5EF4-FFF2-40B4-BE49-F238E27FC236}">
                                <a16:creationId xmlns:a16="http://schemas.microsoft.com/office/drawing/2014/main" id="{EA5781A3-BFCC-4A33-97D9-03361601D87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742" name="Flowchart: Connector 6741">
                            <a:extLst>
                              <a:ext uri="{FF2B5EF4-FFF2-40B4-BE49-F238E27FC236}">
                                <a16:creationId xmlns:a16="http://schemas.microsoft.com/office/drawing/2014/main" id="{F60FF19E-1F3F-4AE8-8221-655D5E93F47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743" name="Flowchart: Connector 6742">
                            <a:extLst>
                              <a:ext uri="{FF2B5EF4-FFF2-40B4-BE49-F238E27FC236}">
                                <a16:creationId xmlns:a16="http://schemas.microsoft.com/office/drawing/2014/main" id="{88B1ED34-096E-44B6-90A7-DF8CE145C5C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744" name="Flowchart: Connector 6743">
                            <a:extLst>
                              <a:ext uri="{FF2B5EF4-FFF2-40B4-BE49-F238E27FC236}">
                                <a16:creationId xmlns:a16="http://schemas.microsoft.com/office/drawing/2014/main" id="{A48E0114-8FF8-42D2-9F14-84936F8D7C2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6745" name="Flowchart: Connector 6744">
                            <a:extLst>
                              <a:ext uri="{FF2B5EF4-FFF2-40B4-BE49-F238E27FC236}">
                                <a16:creationId xmlns:a16="http://schemas.microsoft.com/office/drawing/2014/main" id="{562B7C79-EA0F-402E-8C43-490F9AA8AEC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746" name="3D Model 6745" descr="Sphere">
                                <a:extLst>
                                  <a:ext uri="{FF2B5EF4-FFF2-40B4-BE49-F238E27FC236}">
                                    <a16:creationId xmlns:a16="http://schemas.microsoft.com/office/drawing/2014/main" id="{E069CE6E-FBE2-41D7-B70C-E84E56F5805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573906829"/>
                                  </p:ext>
                                </p:extLst>
                              </p:nvPr>
                            </p:nvGraphicFramePr>
                            <p:xfrm>
                              <a:off x="3717893" y="1713221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31" name="3D Model 2330" descr="Sphere">
                                <a:extLst>
                                  <a:ext uri="{FF2B5EF4-FFF2-40B4-BE49-F238E27FC236}">
                                    <a16:creationId xmlns:a16="http://schemas.microsoft.com/office/drawing/2014/main" id="{64AAC4F8-9AE2-4F87-9607-1B52D85FFE9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329667" y="232833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747" name="Flowchart: Connector 6746">
                            <a:extLst>
                              <a:ext uri="{FF2B5EF4-FFF2-40B4-BE49-F238E27FC236}">
                                <a16:creationId xmlns:a16="http://schemas.microsoft.com/office/drawing/2014/main" id="{FF951BB9-2056-4BEC-BBD4-80F3172EE06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748" name="3D Model 6747" descr="Sphere">
                                <a:extLst>
                                  <a:ext uri="{FF2B5EF4-FFF2-40B4-BE49-F238E27FC236}">
                                    <a16:creationId xmlns:a16="http://schemas.microsoft.com/office/drawing/2014/main" id="{156F8351-8C8C-4C0C-9AE2-C8EEAFF8692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056073190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2333" name="3D Model 2332" descr="Sphere">
                                <a:extLst>
                                  <a:ext uri="{FF2B5EF4-FFF2-40B4-BE49-F238E27FC236}">
                                    <a16:creationId xmlns:a16="http://schemas.microsoft.com/office/drawing/2014/main" id="{97C86172-769E-42B1-B365-ECA5E9762E2E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3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5371368" y="2344204"/>
                                <a:ext cx="53235" cy="61702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749" name="Flowchart: Connector 6748">
                            <a:extLst>
                              <a:ext uri="{FF2B5EF4-FFF2-40B4-BE49-F238E27FC236}">
                                <a16:creationId xmlns:a16="http://schemas.microsoft.com/office/drawing/2014/main" id="{07CFDE34-855A-4F45-B691-8A1A78116D6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750" name="3D Model 6749" descr="Sphere">
                                <a:extLst>
                                  <a:ext uri="{FF2B5EF4-FFF2-40B4-BE49-F238E27FC236}">
                                    <a16:creationId xmlns:a16="http://schemas.microsoft.com/office/drawing/2014/main" id="{700A808F-EC1A-4AEA-94E1-D9B3FA55AAA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526271100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3235" cy="61702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7"/>
                                  </am3d:raster>
                                  <am3d:objViewport viewportSz="6018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6751" name="Flowchart: Connector 6750">
                            <a:extLst>
                              <a:ext uri="{FF2B5EF4-FFF2-40B4-BE49-F238E27FC236}">
                                <a16:creationId xmlns:a16="http://schemas.microsoft.com/office/drawing/2014/main" id="{377FDA7E-8748-4A3A-A255-B8E85F749E2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6752" name="3D Model 6751" descr="Sphere">
                                <a:extLst>
                                  <a:ext uri="{FF2B5EF4-FFF2-40B4-BE49-F238E27FC236}">
                                    <a16:creationId xmlns:a16="http://schemas.microsoft.com/office/drawing/2014/main" id="{D6848D8A-3663-4D47-8C9F-2B1CD6EE956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571824261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5">
                                  <am3d:spPr>
                                    <a:xfrm>
                                      <a:off x="0" y="0"/>
                                      <a:ext cx="51045" cy="5891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6"/>
                                  <am3d:raster rName="Office3DRenderer" rVer="16.0.8326">
                                    <am3d:blip r:embed="rId9"/>
                                  </am3d:raster>
                                  <am3d:objViewport viewportSz="59555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10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6721" name="Flowchart: Connector 6720">
                          <a:extLst>
                            <a:ext uri="{FF2B5EF4-FFF2-40B4-BE49-F238E27FC236}">
                              <a16:creationId xmlns:a16="http://schemas.microsoft.com/office/drawing/2014/main" id="{032366C7-2CCE-4DC1-A82D-CB8F72E8ACE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722" name="Flowchart: Connector 6721">
                          <a:extLst>
                            <a:ext uri="{FF2B5EF4-FFF2-40B4-BE49-F238E27FC236}">
                              <a16:creationId xmlns:a16="http://schemas.microsoft.com/office/drawing/2014/main" id="{46A6398C-5502-4F14-B66C-AEB17446426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723" name="Flowchart: Connector 6722">
                          <a:extLst>
                            <a:ext uri="{FF2B5EF4-FFF2-40B4-BE49-F238E27FC236}">
                              <a16:creationId xmlns:a16="http://schemas.microsoft.com/office/drawing/2014/main" id="{2D43FF7B-9362-418F-85B9-AB7F6FFABBF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26347" y="177334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724" name="Flowchart: Connector 6723">
                          <a:extLst>
                            <a:ext uri="{FF2B5EF4-FFF2-40B4-BE49-F238E27FC236}">
                              <a16:creationId xmlns:a16="http://schemas.microsoft.com/office/drawing/2014/main" id="{2451E1D2-7A3A-47F3-86CA-63D50B8B1EA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725" name="Flowchart: Connector 6724">
                          <a:extLst>
                            <a:ext uri="{FF2B5EF4-FFF2-40B4-BE49-F238E27FC236}">
                              <a16:creationId xmlns:a16="http://schemas.microsoft.com/office/drawing/2014/main" id="{943A0938-3340-4C82-BFBB-81CF53EAF10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726" name="Flowchart: Connector 6725">
                          <a:extLst>
                            <a:ext uri="{FF2B5EF4-FFF2-40B4-BE49-F238E27FC236}">
                              <a16:creationId xmlns:a16="http://schemas.microsoft.com/office/drawing/2014/main" id="{93CE0A8C-5B54-4E48-ACF1-0ADE073ABEB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727" name="Flowchart: Connector 6726">
                          <a:extLst>
                            <a:ext uri="{FF2B5EF4-FFF2-40B4-BE49-F238E27FC236}">
                              <a16:creationId xmlns:a16="http://schemas.microsoft.com/office/drawing/2014/main" id="{7B1D8C69-A69F-4E50-942B-6B75E86093C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728" name="Flowchart: Connector 6727">
                          <a:extLst>
                            <a:ext uri="{FF2B5EF4-FFF2-40B4-BE49-F238E27FC236}">
                              <a16:creationId xmlns:a16="http://schemas.microsoft.com/office/drawing/2014/main" id="{2C5BC0B2-E28C-4061-819A-BA7FF890D07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729" name="Flowchart: Connector 6728">
                          <a:extLst>
                            <a:ext uri="{FF2B5EF4-FFF2-40B4-BE49-F238E27FC236}">
                              <a16:creationId xmlns:a16="http://schemas.microsoft.com/office/drawing/2014/main" id="{4CF6D634-D216-464B-A38C-17A032A5533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730" name="3D Model 6729" descr="Sphere">
                              <a:extLst>
                                <a:ext uri="{FF2B5EF4-FFF2-40B4-BE49-F238E27FC236}">
                                  <a16:creationId xmlns:a16="http://schemas.microsoft.com/office/drawing/2014/main" id="{D05B4F3B-B06F-4BCD-99BD-DE997172CA7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780583476"/>
                                </p:ext>
                              </p:extLst>
                            </p:nvPr>
                          </p:nvGraphicFramePr>
                          <p:xfrm>
                            <a:off x="2122087" y="1503359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433448" ay="1433014" az="-1105299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7"/>
                                </am3d:raster>
                                <am3d:objViewport viewportSz="5757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15" name="3D Model 2314" descr="Sphere">
                              <a:extLst>
                                <a:ext uri="{FF2B5EF4-FFF2-40B4-BE49-F238E27FC236}">
                                  <a16:creationId xmlns:a16="http://schemas.microsoft.com/office/drawing/2014/main" id="{F6A9D611-82D5-43A5-BC63-0BFDBA21B3E5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5330909" y="2269214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731" name="Flowchart: Connector 6730">
                          <a:extLst>
                            <a:ext uri="{FF2B5EF4-FFF2-40B4-BE49-F238E27FC236}">
                              <a16:creationId xmlns:a16="http://schemas.microsoft.com/office/drawing/2014/main" id="{87BB3DA7-0F98-4D72-BB9A-88342BD8B75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732" name="3D Model 6731" descr="Sphere">
                              <a:extLst>
                                <a:ext uri="{FF2B5EF4-FFF2-40B4-BE49-F238E27FC236}">
                                  <a16:creationId xmlns:a16="http://schemas.microsoft.com/office/drawing/2014/main" id="{FCC75CAF-62DC-4A9C-BA2A-A164F12F358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03636969"/>
                                </p:ext>
                              </p:extLst>
                            </p:nvPr>
                          </p:nvGraphicFramePr>
                          <p:xfrm>
                            <a:off x="2368043" y="1593681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2066" cy="56455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15"/>
                                </am3d:raster>
                                <am3d:objViewport viewportSz="5886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17" name="3D Model 2316" descr="Sphere">
                              <a:extLst>
                                <a:ext uri="{FF2B5EF4-FFF2-40B4-BE49-F238E27FC236}">
                                  <a16:creationId xmlns:a16="http://schemas.microsoft.com/office/drawing/2014/main" id="{ED2ABC71-2FD8-469E-B2CF-8088ED7F8EB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5373633" y="2286226"/>
                              <a:ext cx="52066" cy="56455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733" name="Flowchart: Connector 6732">
                          <a:extLst>
                            <a:ext uri="{FF2B5EF4-FFF2-40B4-BE49-F238E27FC236}">
                              <a16:creationId xmlns:a16="http://schemas.microsoft.com/office/drawing/2014/main" id="{D8E681E0-E854-4798-9719-A134AEAA284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734" name="3D Model 6733" descr="Sphere">
                              <a:extLst>
                                <a:ext uri="{FF2B5EF4-FFF2-40B4-BE49-F238E27FC236}">
                                  <a16:creationId xmlns:a16="http://schemas.microsoft.com/office/drawing/2014/main" id="{688BBE64-9456-4B99-A500-01EA4F1EE95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650734235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3235" cy="6170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7"/>
                                </am3d:raster>
                                <am3d:objViewport viewportSz="6018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19" name="3D Model 2318" descr="Sphere">
                              <a:extLst>
                                <a:ext uri="{FF2B5EF4-FFF2-40B4-BE49-F238E27FC236}">
                                  <a16:creationId xmlns:a16="http://schemas.microsoft.com/office/drawing/2014/main" id="{E7344DF8-5F20-4399-B8F2-C28081BB989E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3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5415520" y="2295242"/>
                              <a:ext cx="53235" cy="61702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735" name="Flowchart: Connector 6734">
                          <a:extLst>
                            <a:ext uri="{FF2B5EF4-FFF2-40B4-BE49-F238E27FC236}">
                              <a16:creationId xmlns:a16="http://schemas.microsoft.com/office/drawing/2014/main" id="{438D7417-F9F1-42DA-AA93-8E39BA22BD7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736" name="3D Model 6735" descr="Sphere">
                              <a:extLst>
                                <a:ext uri="{FF2B5EF4-FFF2-40B4-BE49-F238E27FC236}">
                                  <a16:creationId xmlns:a16="http://schemas.microsoft.com/office/drawing/2014/main" id="{3FB97EAB-F8C2-4EFF-B81E-44CAFCC879F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734294843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5">
                                <am3d:spPr>
                                  <a:xfrm>
                                    <a:off x="0" y="0"/>
                                    <a:ext cx="51045" cy="5891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6"/>
                                <am3d:raster rName="Office3DRenderer" rVer="16.0.8326">
                                  <am3d:blip r:embed="rId9"/>
                                </am3d:raster>
                                <am3d:objViewport viewportSz="5955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21" name="3D Model 2320" descr="Sphere">
                              <a:extLst>
                                <a:ext uri="{FF2B5EF4-FFF2-40B4-BE49-F238E27FC236}">
                                  <a16:creationId xmlns:a16="http://schemas.microsoft.com/office/drawing/2014/main" id="{3DE9C785-AAEF-4BC6-9D2C-0ABB276B1CDD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1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5462146" y="2311636"/>
                              <a:ext cx="51045" cy="589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6626" name="Group 6625">
                      <a:extLst>
                        <a:ext uri="{FF2B5EF4-FFF2-40B4-BE49-F238E27FC236}">
                          <a16:creationId xmlns:a16="http://schemas.microsoft.com/office/drawing/2014/main" id="{6A63D2F5-C654-4842-A529-EC1DF48518A1}"/>
                        </a:ext>
                      </a:extLst>
                    </p:cNvPr>
                    <p:cNvGrpSpPr/>
                    <p:nvPr/>
                  </p:nvGrpSpPr>
                  <p:grpSpPr>
                    <a:xfrm rot="18542409">
                      <a:off x="2257159" y="236280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6696" name="Freeform: Shape 6695">
                        <a:extLst>
                          <a:ext uri="{FF2B5EF4-FFF2-40B4-BE49-F238E27FC236}">
                            <a16:creationId xmlns:a16="http://schemas.microsoft.com/office/drawing/2014/main" id="{1DC8383C-8D41-424F-839F-72B220EA5E3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697" name="Rectangle: Rounded Corners 6696">
                        <a:extLst>
                          <a:ext uri="{FF2B5EF4-FFF2-40B4-BE49-F238E27FC236}">
                            <a16:creationId xmlns:a16="http://schemas.microsoft.com/office/drawing/2014/main" id="{839DDEE2-4A99-43AB-B243-7627AE5263A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627" name="Group 6626">
                      <a:extLst>
                        <a:ext uri="{FF2B5EF4-FFF2-40B4-BE49-F238E27FC236}">
                          <a16:creationId xmlns:a16="http://schemas.microsoft.com/office/drawing/2014/main" id="{1DDF6D61-7023-4BEF-884A-5C48685A6AA4}"/>
                        </a:ext>
                      </a:extLst>
                    </p:cNvPr>
                    <p:cNvGrpSpPr/>
                    <p:nvPr/>
                  </p:nvGrpSpPr>
                  <p:grpSpPr>
                    <a:xfrm rot="17122200">
                      <a:off x="1187274" y="235013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6694" name="Freeform: Shape 6693">
                        <a:extLst>
                          <a:ext uri="{FF2B5EF4-FFF2-40B4-BE49-F238E27FC236}">
                            <a16:creationId xmlns:a16="http://schemas.microsoft.com/office/drawing/2014/main" id="{6785891B-6EDD-4C4B-B121-51CA5D49123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695" name="Rectangle: Rounded Corners 6694">
                        <a:extLst>
                          <a:ext uri="{FF2B5EF4-FFF2-40B4-BE49-F238E27FC236}">
                            <a16:creationId xmlns:a16="http://schemas.microsoft.com/office/drawing/2014/main" id="{8E08B6FF-1E4C-4A5B-B357-D3C6E912C5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628" name="Group 6627">
                      <a:extLst>
                        <a:ext uri="{FF2B5EF4-FFF2-40B4-BE49-F238E27FC236}">
                          <a16:creationId xmlns:a16="http://schemas.microsoft.com/office/drawing/2014/main" id="{DCDCFCA9-8249-407A-8D07-C63A85BFE46D}"/>
                        </a:ext>
                      </a:extLst>
                    </p:cNvPr>
                    <p:cNvGrpSpPr/>
                    <p:nvPr/>
                  </p:nvGrpSpPr>
                  <p:grpSpPr>
                    <a:xfrm rot="658209">
                      <a:off x="2479276" y="3323586"/>
                      <a:ext cx="746642" cy="235253"/>
                      <a:chOff x="2620172" y="2546175"/>
                      <a:chExt cx="834986" cy="143092"/>
                    </a:xfrm>
                  </p:grpSpPr>
                  <p:sp>
                    <p:nvSpPr>
                      <p:cNvPr id="6692" name="Freeform: Shape 6691">
                        <a:extLst>
                          <a:ext uri="{FF2B5EF4-FFF2-40B4-BE49-F238E27FC236}">
                            <a16:creationId xmlns:a16="http://schemas.microsoft.com/office/drawing/2014/main" id="{95E30104-4D46-4857-A98C-C99569006CA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693" name="Rectangle: Rounded Corners 6692">
                        <a:extLst>
                          <a:ext uri="{FF2B5EF4-FFF2-40B4-BE49-F238E27FC236}">
                            <a16:creationId xmlns:a16="http://schemas.microsoft.com/office/drawing/2014/main" id="{E4725CD4-53BD-4722-87B2-39E46375419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629" name="Group 6628">
                      <a:extLst>
                        <a:ext uri="{FF2B5EF4-FFF2-40B4-BE49-F238E27FC236}">
                          <a16:creationId xmlns:a16="http://schemas.microsoft.com/office/drawing/2014/main" id="{A24B5CEC-FAEF-43C9-8BC5-D6CAE3C8D990}"/>
                        </a:ext>
                      </a:extLst>
                    </p:cNvPr>
                    <p:cNvGrpSpPr/>
                    <p:nvPr/>
                  </p:nvGrpSpPr>
                  <p:grpSpPr>
                    <a:xfrm rot="18837888">
                      <a:off x="1789768" y="223810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6690" name="Freeform: Shape 6689">
                        <a:extLst>
                          <a:ext uri="{FF2B5EF4-FFF2-40B4-BE49-F238E27FC236}">
                            <a16:creationId xmlns:a16="http://schemas.microsoft.com/office/drawing/2014/main" id="{729B8196-67E3-43DD-85C0-A535B307EC0F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691" name="Rectangle: Rounded Corners 6690">
                        <a:extLst>
                          <a:ext uri="{FF2B5EF4-FFF2-40B4-BE49-F238E27FC236}">
                            <a16:creationId xmlns:a16="http://schemas.microsoft.com/office/drawing/2014/main" id="{F367E0BC-9C22-4C30-A184-4D24448664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630" name="Group 6629">
                      <a:extLst>
                        <a:ext uri="{FF2B5EF4-FFF2-40B4-BE49-F238E27FC236}">
                          <a16:creationId xmlns:a16="http://schemas.microsoft.com/office/drawing/2014/main" id="{81351667-08CB-4AD0-9D15-4BE0203AEF92}"/>
                        </a:ext>
                      </a:extLst>
                    </p:cNvPr>
                    <p:cNvGrpSpPr/>
                    <p:nvPr/>
                  </p:nvGrpSpPr>
                  <p:grpSpPr>
                    <a:xfrm rot="16200000">
                      <a:off x="563034" y="2429570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6688" name="Freeform: Shape 6687">
                        <a:extLst>
                          <a:ext uri="{FF2B5EF4-FFF2-40B4-BE49-F238E27FC236}">
                            <a16:creationId xmlns:a16="http://schemas.microsoft.com/office/drawing/2014/main" id="{0152EF0A-E752-45D0-A9C5-BBAF0986F435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689" name="Rectangle: Rounded Corners 6688">
                        <a:extLst>
                          <a:ext uri="{FF2B5EF4-FFF2-40B4-BE49-F238E27FC236}">
                            <a16:creationId xmlns:a16="http://schemas.microsoft.com/office/drawing/2014/main" id="{64AD3F7F-9788-4016-AB3B-BFEED18734D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631" name="Group 6630">
                      <a:extLst>
                        <a:ext uri="{FF2B5EF4-FFF2-40B4-BE49-F238E27FC236}">
                          <a16:creationId xmlns:a16="http://schemas.microsoft.com/office/drawing/2014/main" id="{D47CCCEA-7C67-4F2C-B36A-2FEC15BA19E1}"/>
                        </a:ext>
                      </a:extLst>
                    </p:cNvPr>
                    <p:cNvGrpSpPr/>
                    <p:nvPr/>
                  </p:nvGrpSpPr>
                  <p:grpSpPr>
                    <a:xfrm rot="5037398" flipV="1">
                      <a:off x="1350328" y="442527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6686" name="Freeform: Shape 6685">
                        <a:extLst>
                          <a:ext uri="{FF2B5EF4-FFF2-40B4-BE49-F238E27FC236}">
                            <a16:creationId xmlns:a16="http://schemas.microsoft.com/office/drawing/2014/main" id="{22858D7E-E7C3-4953-B8DC-4A64AC3FDA3D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687" name="Rectangle: Rounded Corners 6686">
                        <a:extLst>
                          <a:ext uri="{FF2B5EF4-FFF2-40B4-BE49-F238E27FC236}">
                            <a16:creationId xmlns:a16="http://schemas.microsoft.com/office/drawing/2014/main" id="{325357F0-6036-43F6-A57A-AA33A45FE8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632" name="Group 6631">
                      <a:extLst>
                        <a:ext uri="{FF2B5EF4-FFF2-40B4-BE49-F238E27FC236}">
                          <a16:creationId xmlns:a16="http://schemas.microsoft.com/office/drawing/2014/main" id="{CF415D45-D564-474A-B980-8941E8193A28}"/>
                        </a:ext>
                      </a:extLst>
                    </p:cNvPr>
                    <p:cNvGrpSpPr/>
                    <p:nvPr/>
                  </p:nvGrpSpPr>
                  <p:grpSpPr>
                    <a:xfrm rot="5880914">
                      <a:off x="789613" y="4380622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6684" name="Freeform: Shape 6683">
                        <a:extLst>
                          <a:ext uri="{FF2B5EF4-FFF2-40B4-BE49-F238E27FC236}">
                            <a16:creationId xmlns:a16="http://schemas.microsoft.com/office/drawing/2014/main" id="{C921286F-7641-4CA7-9518-CBBB18959E8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685" name="Rectangle: Rounded Corners 6684">
                        <a:extLst>
                          <a:ext uri="{FF2B5EF4-FFF2-40B4-BE49-F238E27FC236}">
                            <a16:creationId xmlns:a16="http://schemas.microsoft.com/office/drawing/2014/main" id="{2CA04B8B-74AF-45C8-BEBB-8ABE62B430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633" name="Group 6632">
                      <a:extLst>
                        <a:ext uri="{FF2B5EF4-FFF2-40B4-BE49-F238E27FC236}">
                          <a16:creationId xmlns:a16="http://schemas.microsoft.com/office/drawing/2014/main" id="{5C2F1137-F9C3-4E18-B53E-55CF7F019A95}"/>
                        </a:ext>
                      </a:extLst>
                    </p:cNvPr>
                    <p:cNvGrpSpPr/>
                    <p:nvPr/>
                  </p:nvGrpSpPr>
                  <p:grpSpPr>
                    <a:xfrm rot="13587211">
                      <a:off x="651990" y="2929858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6682" name="Freeform: Shape 6681">
                        <a:extLst>
                          <a:ext uri="{FF2B5EF4-FFF2-40B4-BE49-F238E27FC236}">
                            <a16:creationId xmlns:a16="http://schemas.microsoft.com/office/drawing/2014/main" id="{B82A4591-D553-453D-AEA7-D4995353E6D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683" name="Rectangle: Rounded Corners 6682">
                        <a:extLst>
                          <a:ext uri="{FF2B5EF4-FFF2-40B4-BE49-F238E27FC236}">
                            <a16:creationId xmlns:a16="http://schemas.microsoft.com/office/drawing/2014/main" id="{31B0C91C-EDE5-4D1D-939B-E656EEA42F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634" name="Group 6633">
                      <a:extLst>
                        <a:ext uri="{FF2B5EF4-FFF2-40B4-BE49-F238E27FC236}">
                          <a16:creationId xmlns:a16="http://schemas.microsoft.com/office/drawing/2014/main" id="{771FD346-4859-451A-AF3E-9DDDB4ECB62D}"/>
                        </a:ext>
                      </a:extLst>
                    </p:cNvPr>
                    <p:cNvGrpSpPr/>
                    <p:nvPr/>
                  </p:nvGrpSpPr>
                  <p:grpSpPr>
                    <a:xfrm rot="11351284">
                      <a:off x="163719" y="3807693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6680" name="Freeform: Shape 6679">
                        <a:extLst>
                          <a:ext uri="{FF2B5EF4-FFF2-40B4-BE49-F238E27FC236}">
                            <a16:creationId xmlns:a16="http://schemas.microsoft.com/office/drawing/2014/main" id="{9DADEEB8-2070-43BF-885A-873E16317EB3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681" name="Rectangle: Rounded Corners 6680">
                        <a:extLst>
                          <a:ext uri="{FF2B5EF4-FFF2-40B4-BE49-F238E27FC236}">
                            <a16:creationId xmlns:a16="http://schemas.microsoft.com/office/drawing/2014/main" id="{01B91597-CF76-401D-8F33-DF50201BA0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635" name="Group 6634">
                      <a:extLst>
                        <a:ext uri="{FF2B5EF4-FFF2-40B4-BE49-F238E27FC236}">
                          <a16:creationId xmlns:a16="http://schemas.microsoft.com/office/drawing/2014/main" id="{6B6B9C4E-7C62-46D3-8785-383ED811CF6A}"/>
                        </a:ext>
                      </a:extLst>
                    </p:cNvPr>
                    <p:cNvGrpSpPr/>
                    <p:nvPr/>
                  </p:nvGrpSpPr>
                  <p:grpSpPr>
                    <a:xfrm rot="4193783">
                      <a:off x="2062756" y="4148262"/>
                      <a:ext cx="706454" cy="171076"/>
                      <a:chOff x="2620172" y="2546175"/>
                      <a:chExt cx="834986" cy="143092"/>
                    </a:xfrm>
                  </p:grpSpPr>
                  <p:sp>
                    <p:nvSpPr>
                      <p:cNvPr id="6678" name="Freeform: Shape 6677">
                        <a:extLst>
                          <a:ext uri="{FF2B5EF4-FFF2-40B4-BE49-F238E27FC236}">
                            <a16:creationId xmlns:a16="http://schemas.microsoft.com/office/drawing/2014/main" id="{71DB2D55-E392-45C2-A60C-7E2FDAFFB8B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679" name="Rectangle: Rounded Corners 6678">
                        <a:extLst>
                          <a:ext uri="{FF2B5EF4-FFF2-40B4-BE49-F238E27FC236}">
                            <a16:creationId xmlns:a16="http://schemas.microsoft.com/office/drawing/2014/main" id="{B82B766B-B41F-41DF-8C3E-C61462989A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636" name="Group 6635">
                      <a:extLst>
                        <a:ext uri="{FF2B5EF4-FFF2-40B4-BE49-F238E27FC236}">
                          <a16:creationId xmlns:a16="http://schemas.microsoft.com/office/drawing/2014/main" id="{9A4B4A69-94EE-4F31-9C18-A0788E7728C0}"/>
                        </a:ext>
                      </a:extLst>
                    </p:cNvPr>
                    <p:cNvGrpSpPr/>
                    <p:nvPr/>
                  </p:nvGrpSpPr>
                  <p:grpSpPr>
                    <a:xfrm rot="1837203">
                      <a:off x="2331692" y="387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6676" name="Freeform: Shape 6675">
                        <a:extLst>
                          <a:ext uri="{FF2B5EF4-FFF2-40B4-BE49-F238E27FC236}">
                            <a16:creationId xmlns:a16="http://schemas.microsoft.com/office/drawing/2014/main" id="{FBF52B10-6D65-4192-B294-B1ED8D82EED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677" name="Rectangle: Rounded Corners 6676">
                        <a:extLst>
                          <a:ext uri="{FF2B5EF4-FFF2-40B4-BE49-F238E27FC236}">
                            <a16:creationId xmlns:a16="http://schemas.microsoft.com/office/drawing/2014/main" id="{B247A655-5FE5-4255-A0DA-5199813D75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637" name="Group 6636">
                      <a:extLst>
                        <a:ext uri="{FF2B5EF4-FFF2-40B4-BE49-F238E27FC236}">
                          <a16:creationId xmlns:a16="http://schemas.microsoft.com/office/drawing/2014/main" id="{777D0A1B-1D39-4C90-B135-1E9649F28840}"/>
                        </a:ext>
                      </a:extLst>
                    </p:cNvPr>
                    <p:cNvGrpSpPr/>
                    <p:nvPr/>
                  </p:nvGrpSpPr>
                  <p:grpSpPr>
                    <a:xfrm rot="932650">
                      <a:off x="2489621" y="310501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6674" name="Freeform: Shape 6673">
                        <a:extLst>
                          <a:ext uri="{FF2B5EF4-FFF2-40B4-BE49-F238E27FC236}">
                            <a16:creationId xmlns:a16="http://schemas.microsoft.com/office/drawing/2014/main" id="{0140F52C-1AEC-4A20-A4B8-965B12A5CC06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675" name="Rectangle: Rounded Corners 6674">
                        <a:extLst>
                          <a:ext uri="{FF2B5EF4-FFF2-40B4-BE49-F238E27FC236}">
                            <a16:creationId xmlns:a16="http://schemas.microsoft.com/office/drawing/2014/main" id="{8C4747CF-0408-4AD6-B102-4071415FC2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638" name="Group 6637">
                      <a:extLst>
                        <a:ext uri="{FF2B5EF4-FFF2-40B4-BE49-F238E27FC236}">
                          <a16:creationId xmlns:a16="http://schemas.microsoft.com/office/drawing/2014/main" id="{5D6B4674-A81A-4762-A50C-A20F89B89B1A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686489" y="34904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6672" name="Freeform: Shape 6671">
                        <a:extLst>
                          <a:ext uri="{FF2B5EF4-FFF2-40B4-BE49-F238E27FC236}">
                            <a16:creationId xmlns:a16="http://schemas.microsoft.com/office/drawing/2014/main" id="{94E3CA1D-FFCF-4B9A-8256-26B4C253C5E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673" name="Rectangle: Rounded Corners 6672">
                        <a:extLst>
                          <a:ext uri="{FF2B5EF4-FFF2-40B4-BE49-F238E27FC236}">
                            <a16:creationId xmlns:a16="http://schemas.microsoft.com/office/drawing/2014/main" id="{5FC39615-B23B-49D8-98A5-EBD7C65B96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639" name="Group 6638">
                      <a:extLst>
                        <a:ext uri="{FF2B5EF4-FFF2-40B4-BE49-F238E27FC236}">
                          <a16:creationId xmlns:a16="http://schemas.microsoft.com/office/drawing/2014/main" id="{8C6C8A93-88D2-4686-8162-878B1A4295DE}"/>
                        </a:ext>
                      </a:extLst>
                    </p:cNvPr>
                    <p:cNvGrpSpPr/>
                    <p:nvPr/>
                  </p:nvGrpSpPr>
                  <p:grpSpPr>
                    <a:xfrm rot="16924252">
                      <a:off x="1635001" y="2371073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6670" name="Freeform: Shape 6669">
                        <a:extLst>
                          <a:ext uri="{FF2B5EF4-FFF2-40B4-BE49-F238E27FC236}">
                            <a16:creationId xmlns:a16="http://schemas.microsoft.com/office/drawing/2014/main" id="{82BFE6EF-A7A7-48F4-AE6E-BB444E288BE7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671" name="Rectangle: Rounded Corners 6670">
                        <a:extLst>
                          <a:ext uri="{FF2B5EF4-FFF2-40B4-BE49-F238E27FC236}">
                            <a16:creationId xmlns:a16="http://schemas.microsoft.com/office/drawing/2014/main" id="{C1D52E82-8012-488D-8F66-7080136B71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640" name="Group 6639">
                      <a:extLst>
                        <a:ext uri="{FF2B5EF4-FFF2-40B4-BE49-F238E27FC236}">
                          <a16:creationId xmlns:a16="http://schemas.microsoft.com/office/drawing/2014/main" id="{9A64DCBD-802C-4C9D-8FD0-F202C4F377C7}"/>
                        </a:ext>
                      </a:extLst>
                    </p:cNvPr>
                    <p:cNvGrpSpPr/>
                    <p:nvPr/>
                  </p:nvGrpSpPr>
                  <p:grpSpPr>
                    <a:xfrm rot="15677156">
                      <a:off x="985517" y="2521255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6668" name="Freeform: Shape 6667">
                        <a:extLst>
                          <a:ext uri="{FF2B5EF4-FFF2-40B4-BE49-F238E27FC236}">
                            <a16:creationId xmlns:a16="http://schemas.microsoft.com/office/drawing/2014/main" id="{212AAB5B-DF13-44A0-AEF4-768D72749A4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669" name="Rectangle: Rounded Corners 6668">
                        <a:extLst>
                          <a:ext uri="{FF2B5EF4-FFF2-40B4-BE49-F238E27FC236}">
                            <a16:creationId xmlns:a16="http://schemas.microsoft.com/office/drawing/2014/main" id="{4B025843-528F-49AA-8E23-C67F537C0E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641" name="Group 6640">
                      <a:extLst>
                        <a:ext uri="{FF2B5EF4-FFF2-40B4-BE49-F238E27FC236}">
                          <a16:creationId xmlns:a16="http://schemas.microsoft.com/office/drawing/2014/main" id="{7DEA55CC-5FB0-44EC-92EE-3507767349A8}"/>
                        </a:ext>
                      </a:extLst>
                    </p:cNvPr>
                    <p:cNvGrpSpPr/>
                    <p:nvPr/>
                  </p:nvGrpSpPr>
                  <p:grpSpPr>
                    <a:xfrm rot="14354853" flipV="1">
                      <a:off x="976412" y="243847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6666" name="Freeform: Shape 6665">
                        <a:extLst>
                          <a:ext uri="{FF2B5EF4-FFF2-40B4-BE49-F238E27FC236}">
                            <a16:creationId xmlns:a16="http://schemas.microsoft.com/office/drawing/2014/main" id="{FA989DB3-5EB9-4FFA-AC94-7F0DEDC5E12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667" name="Rectangle: Rounded Corners 6666">
                        <a:extLst>
                          <a:ext uri="{FF2B5EF4-FFF2-40B4-BE49-F238E27FC236}">
                            <a16:creationId xmlns:a16="http://schemas.microsoft.com/office/drawing/2014/main" id="{C12D34B8-3C4D-40C4-B4CE-947467855AB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642" name="Group 6641">
                      <a:extLst>
                        <a:ext uri="{FF2B5EF4-FFF2-40B4-BE49-F238E27FC236}">
                          <a16:creationId xmlns:a16="http://schemas.microsoft.com/office/drawing/2014/main" id="{EC7E9B3B-EE1B-48E6-8AF6-FB4E9A1F8841}"/>
                        </a:ext>
                      </a:extLst>
                    </p:cNvPr>
                    <p:cNvGrpSpPr/>
                    <p:nvPr/>
                  </p:nvGrpSpPr>
                  <p:grpSpPr>
                    <a:xfrm rot="9793356" flipV="1">
                      <a:off x="215985" y="3237903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6664" name="Freeform: Shape 6663">
                        <a:extLst>
                          <a:ext uri="{FF2B5EF4-FFF2-40B4-BE49-F238E27FC236}">
                            <a16:creationId xmlns:a16="http://schemas.microsoft.com/office/drawing/2014/main" id="{76F648D6-EB73-4079-A57A-03D07F17B8E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665" name="Rectangle: Rounded Corners 6664">
                        <a:extLst>
                          <a:ext uri="{FF2B5EF4-FFF2-40B4-BE49-F238E27FC236}">
                            <a16:creationId xmlns:a16="http://schemas.microsoft.com/office/drawing/2014/main" id="{C4AC5643-8091-4105-83EC-5D70D4796A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643" name="Group 6642">
                      <a:extLst>
                        <a:ext uri="{FF2B5EF4-FFF2-40B4-BE49-F238E27FC236}">
                          <a16:creationId xmlns:a16="http://schemas.microsoft.com/office/drawing/2014/main" id="{B94CCB52-401A-4DFC-B45B-37A762E42663}"/>
                        </a:ext>
                      </a:extLst>
                    </p:cNvPr>
                    <p:cNvGrpSpPr/>
                    <p:nvPr/>
                  </p:nvGrpSpPr>
                  <p:grpSpPr>
                    <a:xfrm rot="6907686" flipV="1">
                      <a:off x="692019" y="3931960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6662" name="Freeform: Shape 6661">
                        <a:extLst>
                          <a:ext uri="{FF2B5EF4-FFF2-40B4-BE49-F238E27FC236}">
                            <a16:creationId xmlns:a16="http://schemas.microsoft.com/office/drawing/2014/main" id="{B62F0BBC-2FCA-474F-A3AB-3032EEDC97BC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663" name="Rectangle: Rounded Corners 6662">
                        <a:extLst>
                          <a:ext uri="{FF2B5EF4-FFF2-40B4-BE49-F238E27FC236}">
                            <a16:creationId xmlns:a16="http://schemas.microsoft.com/office/drawing/2014/main" id="{69618278-A785-467E-B376-5D9C3AC9E1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644" name="Group 6643">
                      <a:extLst>
                        <a:ext uri="{FF2B5EF4-FFF2-40B4-BE49-F238E27FC236}">
                          <a16:creationId xmlns:a16="http://schemas.microsoft.com/office/drawing/2014/main" id="{7F285BFA-5544-4C97-B2E7-C0AC290FD1C4}"/>
                        </a:ext>
                      </a:extLst>
                    </p:cNvPr>
                    <p:cNvGrpSpPr/>
                    <p:nvPr/>
                  </p:nvGrpSpPr>
                  <p:grpSpPr>
                    <a:xfrm rot="1465711" flipV="1">
                      <a:off x="2002734" y="3404484"/>
                      <a:ext cx="731274" cy="157011"/>
                      <a:chOff x="2620172" y="2546175"/>
                      <a:chExt cx="834986" cy="143092"/>
                    </a:xfrm>
                  </p:grpSpPr>
                  <p:sp>
                    <p:nvSpPr>
                      <p:cNvPr id="6660" name="Freeform: Shape 6659">
                        <a:extLst>
                          <a:ext uri="{FF2B5EF4-FFF2-40B4-BE49-F238E27FC236}">
                            <a16:creationId xmlns:a16="http://schemas.microsoft.com/office/drawing/2014/main" id="{C6404BAC-9776-43B6-B299-B27A688FAB4B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661" name="Rectangle: Rounded Corners 6660">
                        <a:extLst>
                          <a:ext uri="{FF2B5EF4-FFF2-40B4-BE49-F238E27FC236}">
                            <a16:creationId xmlns:a16="http://schemas.microsoft.com/office/drawing/2014/main" id="{4C037319-82B1-41A2-B842-8E3FACA9AE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21623"/>
                        <a:ext cx="57862" cy="45719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645" name="Group 6644">
                      <a:extLst>
                        <a:ext uri="{FF2B5EF4-FFF2-40B4-BE49-F238E27FC236}">
                          <a16:creationId xmlns:a16="http://schemas.microsoft.com/office/drawing/2014/main" id="{5AE37162-B942-485B-B504-EEEF9B7839FF}"/>
                        </a:ext>
                      </a:extLst>
                    </p:cNvPr>
                    <p:cNvGrpSpPr/>
                    <p:nvPr/>
                  </p:nvGrpSpPr>
                  <p:grpSpPr>
                    <a:xfrm rot="19016516">
                      <a:off x="1733273" y="2834891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6658" name="Freeform: Shape 6657">
                        <a:extLst>
                          <a:ext uri="{FF2B5EF4-FFF2-40B4-BE49-F238E27FC236}">
                            <a16:creationId xmlns:a16="http://schemas.microsoft.com/office/drawing/2014/main" id="{C4DAF163-882B-479A-A060-41FF23EFB0EA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659" name="Rectangle: Rounded Corners 6658">
                        <a:extLst>
                          <a:ext uri="{FF2B5EF4-FFF2-40B4-BE49-F238E27FC236}">
                            <a16:creationId xmlns:a16="http://schemas.microsoft.com/office/drawing/2014/main" id="{B0C58855-666C-42A8-82ED-3B7C5C029B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646" name="Group 6645">
                      <a:extLst>
                        <a:ext uri="{FF2B5EF4-FFF2-40B4-BE49-F238E27FC236}">
                          <a16:creationId xmlns:a16="http://schemas.microsoft.com/office/drawing/2014/main" id="{3A85BB94-D87B-4791-A693-A4D55B668060}"/>
                        </a:ext>
                      </a:extLst>
                    </p:cNvPr>
                    <p:cNvGrpSpPr/>
                    <p:nvPr/>
                  </p:nvGrpSpPr>
                  <p:grpSpPr>
                    <a:xfrm rot="19245075">
                      <a:off x="1632068" y="2825415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6656" name="Freeform: Shape 6655">
                        <a:extLst>
                          <a:ext uri="{FF2B5EF4-FFF2-40B4-BE49-F238E27FC236}">
                            <a16:creationId xmlns:a16="http://schemas.microsoft.com/office/drawing/2014/main" id="{9173A742-F551-44FA-B345-C48A5120BC2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657" name="Rectangle: Rounded Corners 6656">
                        <a:extLst>
                          <a:ext uri="{FF2B5EF4-FFF2-40B4-BE49-F238E27FC236}">
                            <a16:creationId xmlns:a16="http://schemas.microsoft.com/office/drawing/2014/main" id="{9B365DCC-E3DD-486A-AF0B-E41E1A7CD1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647" name="Group 6646">
                      <a:extLst>
                        <a:ext uri="{FF2B5EF4-FFF2-40B4-BE49-F238E27FC236}">
                          <a16:creationId xmlns:a16="http://schemas.microsoft.com/office/drawing/2014/main" id="{EB760191-A681-4E7C-95AD-BE28F753F497}"/>
                        </a:ext>
                      </a:extLst>
                    </p:cNvPr>
                    <p:cNvGrpSpPr/>
                    <p:nvPr/>
                  </p:nvGrpSpPr>
                  <p:grpSpPr>
                    <a:xfrm rot="10458038">
                      <a:off x="838889" y="3642810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6654" name="Freeform: Shape 6653">
                        <a:extLst>
                          <a:ext uri="{FF2B5EF4-FFF2-40B4-BE49-F238E27FC236}">
                            <a16:creationId xmlns:a16="http://schemas.microsoft.com/office/drawing/2014/main" id="{49540C31-281D-4602-99BF-4A9A19309188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655" name="Rectangle: Rounded Corners 6654">
                        <a:extLst>
                          <a:ext uri="{FF2B5EF4-FFF2-40B4-BE49-F238E27FC236}">
                            <a16:creationId xmlns:a16="http://schemas.microsoft.com/office/drawing/2014/main" id="{9D7284C4-BFE8-4A9D-9177-E405705E51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648" name="Group 6647">
                      <a:extLst>
                        <a:ext uri="{FF2B5EF4-FFF2-40B4-BE49-F238E27FC236}">
                          <a16:creationId xmlns:a16="http://schemas.microsoft.com/office/drawing/2014/main" id="{523E2983-0128-4978-AF45-DD726ED9C285}"/>
                        </a:ext>
                      </a:extLst>
                    </p:cNvPr>
                    <p:cNvGrpSpPr/>
                    <p:nvPr/>
                  </p:nvGrpSpPr>
                  <p:grpSpPr>
                    <a:xfrm rot="15824399">
                      <a:off x="1224680" y="2818934"/>
                      <a:ext cx="381035" cy="92791"/>
                      <a:chOff x="2620172" y="2546175"/>
                      <a:chExt cx="834986" cy="143092"/>
                    </a:xfrm>
                  </p:grpSpPr>
                  <p:sp>
                    <p:nvSpPr>
                      <p:cNvPr id="6652" name="Freeform: Shape 6651">
                        <a:extLst>
                          <a:ext uri="{FF2B5EF4-FFF2-40B4-BE49-F238E27FC236}">
                            <a16:creationId xmlns:a16="http://schemas.microsoft.com/office/drawing/2014/main" id="{1A33355B-1810-4C14-821F-A9EEF7729D9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653" name="Rectangle: Rounded Corners 6652">
                        <a:extLst>
                          <a:ext uri="{FF2B5EF4-FFF2-40B4-BE49-F238E27FC236}">
                            <a16:creationId xmlns:a16="http://schemas.microsoft.com/office/drawing/2014/main" id="{5BAC0BEA-00DE-4868-A1BA-219E940861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  <p:grpSp>
                  <p:nvGrpSpPr>
                    <p:cNvPr id="6649" name="Group 6648">
                      <a:extLst>
                        <a:ext uri="{FF2B5EF4-FFF2-40B4-BE49-F238E27FC236}">
                          <a16:creationId xmlns:a16="http://schemas.microsoft.com/office/drawing/2014/main" id="{C11343C3-627A-4B77-A227-E0167686917E}"/>
                        </a:ext>
                      </a:extLst>
                    </p:cNvPr>
                    <p:cNvGrpSpPr/>
                    <p:nvPr/>
                  </p:nvGrpSpPr>
                  <p:grpSpPr>
                    <a:xfrm rot="16697394">
                      <a:off x="1080028" y="2168448"/>
                      <a:ext cx="834986" cy="143092"/>
                      <a:chOff x="2620172" y="2546175"/>
                      <a:chExt cx="834986" cy="143092"/>
                    </a:xfrm>
                  </p:grpSpPr>
                  <p:sp>
                    <p:nvSpPr>
                      <p:cNvPr id="6650" name="Freeform: Shape 6649">
                        <a:extLst>
                          <a:ext uri="{FF2B5EF4-FFF2-40B4-BE49-F238E27FC236}">
                            <a16:creationId xmlns:a16="http://schemas.microsoft.com/office/drawing/2014/main" id="{9A3F862D-39F8-485D-B490-746116EDF5AE}"/>
                          </a:ext>
                        </a:extLst>
                      </p:cNvPr>
                      <p:cNvSpPr/>
                      <p:nvPr/>
                    </p:nvSpPr>
                    <p:spPr>
                      <a:xfrm rot="20619450">
                        <a:off x="2682863" y="2546175"/>
                        <a:ext cx="772295" cy="143092"/>
                      </a:xfrm>
                      <a:custGeom>
                        <a:avLst/>
                        <a:gdLst>
                          <a:gd name="connsiteX0" fmla="*/ 0 w 6375163"/>
                          <a:gd name="connsiteY0" fmla="*/ 51274 h 1521167"/>
                          <a:gd name="connsiteX1" fmla="*/ 1128045 w 6375163"/>
                          <a:gd name="connsiteY1" fmla="*/ 1512605 h 1521167"/>
                          <a:gd name="connsiteX2" fmla="*/ 2273182 w 6375163"/>
                          <a:gd name="connsiteY2" fmla="*/ 34183 h 1521167"/>
                          <a:gd name="connsiteX3" fmla="*/ 3452501 w 6375163"/>
                          <a:gd name="connsiteY3" fmla="*/ 1461330 h 1521167"/>
                          <a:gd name="connsiteX4" fmla="*/ 4554909 w 6375163"/>
                          <a:gd name="connsiteY4" fmla="*/ 34183 h 1521167"/>
                          <a:gd name="connsiteX5" fmla="*/ 5776957 w 6375163"/>
                          <a:gd name="connsiteY5" fmla="*/ 1521151 h 1521167"/>
                          <a:gd name="connsiteX6" fmla="*/ 6375163 w 6375163"/>
                          <a:gd name="connsiteY6" fmla="*/ 0 h 1521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375163" h="1521167">
                            <a:moveTo>
                              <a:pt x="0" y="51274"/>
                            </a:moveTo>
                            <a:cubicBezTo>
                              <a:pt x="374590" y="783364"/>
                              <a:pt x="749181" y="1515454"/>
                              <a:pt x="1128045" y="1512605"/>
                            </a:cubicBezTo>
                            <a:cubicBezTo>
                              <a:pt x="1506909" y="1509757"/>
                              <a:pt x="1885773" y="42729"/>
                              <a:pt x="2273182" y="34183"/>
                            </a:cubicBezTo>
                            <a:cubicBezTo>
                              <a:pt x="2660591" y="25637"/>
                              <a:pt x="3072213" y="1461330"/>
                              <a:pt x="3452501" y="1461330"/>
                            </a:cubicBezTo>
                            <a:cubicBezTo>
                              <a:pt x="3832789" y="1461330"/>
                              <a:pt x="4167500" y="24213"/>
                              <a:pt x="4554909" y="34183"/>
                            </a:cubicBezTo>
                            <a:cubicBezTo>
                              <a:pt x="4942318" y="44153"/>
                              <a:pt x="5473581" y="1526848"/>
                              <a:pt x="5776957" y="1521151"/>
                            </a:cubicBezTo>
                            <a:cubicBezTo>
                              <a:pt x="6080333" y="1515454"/>
                              <a:pt x="6227748" y="757727"/>
                              <a:pt x="6375163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p:sp>
                    <p:nvSpPr>
                      <p:cNvPr id="6651" name="Rectangle: Rounded Corners 6650">
                        <a:extLst>
                          <a:ext uri="{FF2B5EF4-FFF2-40B4-BE49-F238E27FC236}">
                            <a16:creationId xmlns:a16="http://schemas.microsoft.com/office/drawing/2014/main" id="{930527A7-A033-4BD3-8A7D-11173B7DE1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20172" y="2617157"/>
                        <a:ext cx="59551" cy="50185"/>
                      </a:xfrm>
                      <a:prstGeom prst="roundRect">
                        <a:avLst/>
                      </a:prstGeom>
                      <a:solidFill>
                        <a:srgbClr val="00B050"/>
                      </a:solidFill>
                      <a:ln>
                        <a:solidFill>
                          <a:srgbClr val="00B05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</p:grpSp>
              </p:grpSp>
              <p:sp>
                <p:nvSpPr>
                  <p:cNvPr id="6620" name="Freeform: Shape 6619">
                    <a:extLst>
                      <a:ext uri="{FF2B5EF4-FFF2-40B4-BE49-F238E27FC236}">
                        <a16:creationId xmlns:a16="http://schemas.microsoft.com/office/drawing/2014/main" id="{F7043730-BCD0-4542-BFC1-F3D7EB61F9D1}"/>
                      </a:ext>
                    </a:extLst>
                  </p:cNvPr>
                  <p:cNvSpPr/>
                  <p:nvPr/>
                </p:nvSpPr>
                <p:spPr>
                  <a:xfrm rot="6017948" flipV="1">
                    <a:off x="1305755" y="4290452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6621" name="Freeform: Shape 6620">
                    <a:extLst>
                      <a:ext uri="{FF2B5EF4-FFF2-40B4-BE49-F238E27FC236}">
                        <a16:creationId xmlns:a16="http://schemas.microsoft.com/office/drawing/2014/main" id="{0D85CC61-DBBB-470A-BEAC-F0EFC0F5AFF3}"/>
                      </a:ext>
                    </a:extLst>
                  </p:cNvPr>
                  <p:cNvSpPr/>
                  <p:nvPr/>
                </p:nvSpPr>
                <p:spPr>
                  <a:xfrm rot="21277659">
                    <a:off x="2517403" y="2906549"/>
                    <a:ext cx="690584" cy="235253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6622" name="Freeform: Shape 6621">
                    <a:extLst>
                      <a:ext uri="{FF2B5EF4-FFF2-40B4-BE49-F238E27FC236}">
                        <a16:creationId xmlns:a16="http://schemas.microsoft.com/office/drawing/2014/main" id="{35F92C39-7FD5-4AB4-AE61-3E3EC03585E8}"/>
                      </a:ext>
                    </a:extLst>
                  </p:cNvPr>
                  <p:cNvSpPr/>
                  <p:nvPr/>
                </p:nvSpPr>
                <p:spPr>
                  <a:xfrm rot="11528244" flipV="1">
                    <a:off x="344853" y="2978311"/>
                    <a:ext cx="676370" cy="157011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</p:grpSp>
          </p:grpSp>
        </p:grpSp>
      </p:grpSp>
    </p:spTree>
    <p:extLst>
      <p:ext uri="{BB962C8B-B14F-4D97-AF65-F5344CB8AC3E}">
        <p14:creationId xmlns:p14="http://schemas.microsoft.com/office/powerpoint/2010/main" val="332311390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125AD504-EACD-4843-88EC-FD36C6FD175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25000"/>
                    </a14:imgEffect>
                    <a14:imgEffect>
                      <a14:saturation sat="3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97016" y="1295215"/>
            <a:ext cx="11997968" cy="42675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698022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E3E38CB6-DB34-43D8-855D-29B853AAF5B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25000"/>
                    </a14:imgEffect>
                    <a14:imgEffect>
                      <a14:saturation sat="3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15305" y="1103174"/>
            <a:ext cx="11961389" cy="465165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00436584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340</TotalTime>
  <Words>10</Words>
  <Application>Microsoft Office PowerPoint</Application>
  <PresentationFormat>Widescreen</PresentationFormat>
  <Paragraphs>5</Paragraphs>
  <Slides>3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</vt:i4>
      </vt:variant>
    </vt:vector>
  </HeadingPairs>
  <TitlesOfParts>
    <vt:vector size="7" baseType="lpstr">
      <vt:lpstr>Arial</vt:lpstr>
      <vt:lpstr>Calibri</vt:lpstr>
      <vt:lpstr>Calibri Light</vt:lpstr>
      <vt:lpstr>Office Theme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sprl</dc:creator>
  <cp:lastModifiedBy>Ranadeep raj sumukam</cp:lastModifiedBy>
  <cp:revision>15</cp:revision>
  <dcterms:created xsi:type="dcterms:W3CDTF">2018-12-24T06:56:32Z</dcterms:created>
  <dcterms:modified xsi:type="dcterms:W3CDTF">2019-06-06T05:44:48Z</dcterms:modified>
</cp:coreProperties>
</file>